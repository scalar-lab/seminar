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4" r:id="rId7"/>
    <p:sldId id="266" r:id="rId8"/>
    <p:sldId id="267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66" d="100"/>
          <a:sy n="66" d="100"/>
        </p:scale>
        <p:origin x="873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">
      <pc:chgData name="성현 이" userId="2f0182ffdb5a30a3" providerId="LiveId" clId="{96CFCBFF-3B86-4DA3-8BC4-90A0DDDF2BC8}" dt="2026-02-26T08:18:42.996" v="4223" actId="14100"/>
      <pc:docMkLst>
        <pc:docMk/>
      </pc:docMkLst>
      <pc:sldChg chg="addSp delSp modSp mod">
        <pc:chgData name="성현 이" userId="2f0182ffdb5a30a3" providerId="LiveId" clId="{96CFCBFF-3B86-4DA3-8BC4-90A0DDDF2BC8}" dt="2026-02-26T08:18:42.996" v="4223" actId="14100"/>
        <pc:sldMkLst>
          <pc:docMk/>
          <pc:sldMk cId="1460686755" sldId="256"/>
        </pc:sldMkLst>
        <pc:spChg chg="del">
          <ac:chgData name="성현 이" userId="2f0182ffdb5a30a3" providerId="LiveId" clId="{96CFCBFF-3B86-4DA3-8BC4-90A0DDDF2BC8}" dt="2026-02-26T07:55:45.988" v="4188" actId="478"/>
          <ac:spMkLst>
            <pc:docMk/>
            <pc:sldMk cId="1460686755" sldId="256"/>
            <ac:spMk id="6" creationId="{3179418D-0730-46E3-A49C-B22F0A441BEB}"/>
          </ac:spMkLst>
        </pc:spChg>
        <pc:spChg chg="add mod">
          <ac:chgData name="성현 이" userId="2f0182ffdb5a30a3" providerId="LiveId" clId="{96CFCBFF-3B86-4DA3-8BC4-90A0DDDF2BC8}" dt="2026-02-26T08:18:42.996" v="4223" actId="14100"/>
          <ac:spMkLst>
            <pc:docMk/>
            <pc:sldMk cId="1460686755" sldId="256"/>
            <ac:spMk id="7" creationId="{770FAEFE-5022-C97B-B627-1644546785A2}"/>
          </ac:spMkLst>
        </pc:spChg>
      </pc:sldChg>
      <pc:sldChg chg="addSp delSp modSp mod">
        <pc:chgData name="성현 이" userId="2f0182ffdb5a30a3" providerId="LiveId" clId="{96CFCBFF-3B86-4DA3-8BC4-90A0DDDF2BC8}" dt="2026-02-26T07:07:08.450" v="4187" actId="20577"/>
        <pc:sldMkLst>
          <pc:docMk/>
          <pc:sldMk cId="228176820" sldId="258"/>
        </pc:sldMkLst>
        <pc:spChg chg="mod">
          <ac:chgData name="성현 이" userId="2f0182ffdb5a30a3" providerId="LiveId" clId="{96CFCBFF-3B86-4DA3-8BC4-90A0DDDF2BC8}" dt="2026-02-26T07:06:10.216" v="4138" actId="20577"/>
          <ac:spMkLst>
            <pc:docMk/>
            <pc:sldMk cId="228176820" sldId="258"/>
            <ac:spMk id="2" creationId="{34EA18EF-5636-43BA-3510-F9C27E612CAB}"/>
          </ac:spMkLst>
        </pc:spChg>
        <pc:spChg chg="mod">
          <ac:chgData name="성현 이" userId="2f0182ffdb5a30a3" providerId="LiveId" clId="{96CFCBFF-3B86-4DA3-8BC4-90A0DDDF2BC8}" dt="2026-02-26T07:07:08.450" v="4187" actId="20577"/>
          <ac:spMkLst>
            <pc:docMk/>
            <pc:sldMk cId="228176820" sldId="258"/>
            <ac:spMk id="9" creationId="{E5442E7E-C963-00F7-61DC-F35A1D96E14D}"/>
          </ac:spMkLst>
        </pc:spChg>
      </pc:sldChg>
      <pc:sldChg chg="addSp delSp modSp new mod">
        <pc:chgData name="성현 이" userId="2f0182ffdb5a30a3" providerId="LiveId" clId="{96CFCBFF-3B86-4DA3-8BC4-90A0DDDF2BC8}" dt="2026-02-19T07:50:55.838" v="2981" actId="20577"/>
        <pc:sldMkLst>
          <pc:docMk/>
          <pc:sldMk cId="163946194" sldId="259"/>
        </pc:sldMkLst>
        <pc:spChg chg="mod">
          <ac:chgData name="성현 이" userId="2f0182ffdb5a30a3" providerId="LiveId" clId="{96CFCBFF-3B86-4DA3-8BC4-90A0DDDF2BC8}" dt="2026-02-11T05:52:35.831" v="1028" actId="20577"/>
          <ac:spMkLst>
            <pc:docMk/>
            <pc:sldMk cId="163946194" sldId="259"/>
            <ac:spMk id="2" creationId="{38DD71EB-1B9C-23D0-ECD8-DCBF405E77DA}"/>
          </ac:spMkLst>
        </pc:spChg>
        <pc:spChg chg="add mod">
          <ac:chgData name="성현 이" userId="2f0182ffdb5a30a3" providerId="LiveId" clId="{96CFCBFF-3B86-4DA3-8BC4-90A0DDDF2BC8}" dt="2026-02-19T07:50:55.838" v="2981" actId="20577"/>
          <ac:spMkLst>
            <pc:docMk/>
            <pc:sldMk cId="163946194" sldId="259"/>
            <ac:spMk id="6" creationId="{8BEE9AC7-C7B2-807F-FDC1-826DA293A170}"/>
          </ac:spMkLst>
        </pc:spChg>
        <pc:picChg chg="add mod">
          <ac:chgData name="성현 이" userId="2f0182ffdb5a30a3" providerId="LiveId" clId="{96CFCBFF-3B86-4DA3-8BC4-90A0DDDF2BC8}" dt="2026-02-11T05:59:39.259" v="1033" actId="1076"/>
          <ac:picMkLst>
            <pc:docMk/>
            <pc:sldMk cId="163946194" sldId="259"/>
            <ac:picMk id="5" creationId="{9FEF9D5C-D5BC-3ADD-26A0-99D638C628EA}"/>
          </ac:picMkLst>
        </pc:picChg>
      </pc:sldChg>
      <pc:sldChg chg="addSp delSp modSp new del mod">
        <pc:chgData name="성현 이" userId="2f0182ffdb5a30a3" providerId="LiveId" clId="{96CFCBFF-3B86-4DA3-8BC4-90A0DDDF2BC8}" dt="2026-02-11T05:52:27.109" v="1010" actId="2696"/>
        <pc:sldMkLst>
          <pc:docMk/>
          <pc:sldMk cId="1810032572" sldId="259"/>
        </pc:sldMkLst>
      </pc:sldChg>
      <pc:sldChg chg="del">
        <pc:chgData name="성현 이" userId="2f0182ffdb5a30a3" providerId="LiveId" clId="{96CFCBFF-3B86-4DA3-8BC4-90A0DDDF2BC8}" dt="2026-01-26T10:20:47.473" v="52" actId="2696"/>
        <pc:sldMkLst>
          <pc:docMk/>
          <pc:sldMk cId="2158580055" sldId="259"/>
        </pc:sldMkLst>
      </pc:sldChg>
      <pc:sldChg chg="addSp delSp modSp new mod">
        <pc:chgData name="성현 이" userId="2f0182ffdb5a30a3" providerId="LiveId" clId="{96CFCBFF-3B86-4DA3-8BC4-90A0DDDF2BC8}" dt="2026-02-26T07:55:59.473" v="4190" actId="1076"/>
        <pc:sldMkLst>
          <pc:docMk/>
          <pc:sldMk cId="1201503777" sldId="260"/>
        </pc:sldMkLst>
        <pc:spChg chg="mod">
          <ac:chgData name="성현 이" userId="2f0182ffdb5a30a3" providerId="LiveId" clId="{96CFCBFF-3B86-4DA3-8BC4-90A0DDDF2BC8}" dt="2026-02-11T07:47:37.388" v="1534" actId="20577"/>
          <ac:spMkLst>
            <pc:docMk/>
            <pc:sldMk cId="1201503777" sldId="260"/>
            <ac:spMk id="2" creationId="{9B306A68-FBE9-F8C5-4E74-3795BDEA2F12}"/>
          </ac:spMkLst>
        </pc:spChg>
        <pc:spChg chg="add mod">
          <ac:chgData name="성현 이" userId="2f0182ffdb5a30a3" providerId="LiveId" clId="{96CFCBFF-3B86-4DA3-8BC4-90A0DDDF2BC8}" dt="2026-02-26T07:55:59.473" v="4190" actId="1076"/>
          <ac:spMkLst>
            <pc:docMk/>
            <pc:sldMk cId="1201503777" sldId="260"/>
            <ac:spMk id="3" creationId="{A4445433-6B50-8765-C572-D126DB85BE8C}"/>
          </ac:spMkLst>
        </pc:spChg>
        <pc:spChg chg="add mod">
          <ac:chgData name="성현 이" userId="2f0182ffdb5a30a3" providerId="LiveId" clId="{96CFCBFF-3B86-4DA3-8BC4-90A0DDDF2BC8}" dt="2026-02-11T08:25:10.318" v="2948" actId="12"/>
          <ac:spMkLst>
            <pc:docMk/>
            <pc:sldMk cId="1201503777" sldId="260"/>
            <ac:spMk id="7" creationId="{7C37ADBA-4B0F-3989-9FEF-2861C92C82D0}"/>
          </ac:spMkLst>
        </pc:spChg>
        <pc:picChg chg="add mod ord">
          <ac:chgData name="성현 이" userId="2f0182ffdb5a30a3" providerId="LiveId" clId="{96CFCBFF-3B86-4DA3-8BC4-90A0DDDF2BC8}" dt="2026-02-11T08:25:22.107" v="2949" actId="167"/>
          <ac:picMkLst>
            <pc:docMk/>
            <pc:sldMk cId="1201503777" sldId="260"/>
            <ac:picMk id="9" creationId="{AF5C3E4D-2656-0817-CBB0-2146F89D39A8}"/>
          </ac:picMkLst>
        </pc:picChg>
      </pc:sldChg>
      <pc:sldChg chg="del">
        <pc:chgData name="성현 이" userId="2f0182ffdb5a30a3" providerId="LiveId" clId="{96CFCBFF-3B86-4DA3-8BC4-90A0DDDF2BC8}" dt="2026-01-26T10:20:48.160" v="53" actId="2696"/>
        <pc:sldMkLst>
          <pc:docMk/>
          <pc:sldMk cId="1937202624" sldId="260"/>
        </pc:sldMkLst>
      </pc:sldChg>
      <pc:sldChg chg="addSp delSp modSp new del mod">
        <pc:chgData name="성현 이" userId="2f0182ffdb5a30a3" providerId="LiveId" clId="{96CFCBFF-3B86-4DA3-8BC4-90A0DDDF2BC8}" dt="2026-02-11T05:52:26.581" v="1009" actId="2696"/>
        <pc:sldMkLst>
          <pc:docMk/>
          <pc:sldMk cId="3471746282" sldId="260"/>
        </pc:sldMkLst>
      </pc:sldChg>
      <pc:sldChg chg="del">
        <pc:chgData name="성현 이" userId="2f0182ffdb5a30a3" providerId="LiveId" clId="{96CFCBFF-3B86-4DA3-8BC4-90A0DDDF2BC8}" dt="2026-01-26T10:20:48.792" v="54" actId="2696"/>
        <pc:sldMkLst>
          <pc:docMk/>
          <pc:sldMk cId="467715919" sldId="261"/>
        </pc:sldMkLst>
      </pc:sldChg>
      <pc:sldChg chg="addSp delSp modSp new mod">
        <pc:chgData name="성현 이" userId="2f0182ffdb5a30a3" providerId="LiveId" clId="{96CFCBFF-3B86-4DA3-8BC4-90A0DDDF2BC8}" dt="2026-02-11T08:21:54.908" v="2737" actId="207"/>
        <pc:sldMkLst>
          <pc:docMk/>
          <pc:sldMk cId="1963735436" sldId="261"/>
        </pc:sldMkLst>
        <pc:spChg chg="mod">
          <ac:chgData name="성현 이" userId="2f0182ffdb5a30a3" providerId="LiveId" clId="{96CFCBFF-3B86-4DA3-8BC4-90A0DDDF2BC8}" dt="2026-02-11T08:13:51.624" v="2379" actId="20577"/>
          <ac:spMkLst>
            <pc:docMk/>
            <pc:sldMk cId="1963735436" sldId="261"/>
            <ac:spMk id="2" creationId="{D5ED1DC9-1127-2336-70CE-D5C42106C0B2}"/>
          </ac:spMkLst>
        </pc:spChg>
        <pc:spChg chg="add mod">
          <ac:chgData name="성현 이" userId="2f0182ffdb5a30a3" providerId="LiveId" clId="{96CFCBFF-3B86-4DA3-8BC4-90A0DDDF2BC8}" dt="2026-02-11T08:16:54.806" v="2548" actId="14100"/>
          <ac:spMkLst>
            <pc:docMk/>
            <pc:sldMk cId="1963735436" sldId="261"/>
            <ac:spMk id="7" creationId="{D7FD39E4-91BD-A895-5866-58ED0EFE96F7}"/>
          </ac:spMkLst>
        </pc:spChg>
        <pc:spChg chg="add mod">
          <ac:chgData name="성현 이" userId="2f0182ffdb5a30a3" providerId="LiveId" clId="{96CFCBFF-3B86-4DA3-8BC4-90A0DDDF2BC8}" dt="2026-02-11T08:20:09.473" v="2732" actId="20577"/>
          <ac:spMkLst>
            <pc:docMk/>
            <pc:sldMk cId="1963735436" sldId="261"/>
            <ac:spMk id="12" creationId="{B52D3E0C-F141-8EA7-6C40-7B026E4C3ED1}"/>
          </ac:spMkLst>
        </pc:spChg>
        <pc:spChg chg="add mod">
          <ac:chgData name="성현 이" userId="2f0182ffdb5a30a3" providerId="LiveId" clId="{96CFCBFF-3B86-4DA3-8BC4-90A0DDDF2BC8}" dt="2026-02-11T08:21:54.908" v="2737" actId="207"/>
          <ac:spMkLst>
            <pc:docMk/>
            <pc:sldMk cId="1963735436" sldId="261"/>
            <ac:spMk id="13" creationId="{34371251-06DF-C55C-F486-83AEB0999FE9}"/>
          </ac:spMkLst>
        </pc:spChg>
        <pc:picChg chg="add mod">
          <ac:chgData name="성현 이" userId="2f0182ffdb5a30a3" providerId="LiveId" clId="{96CFCBFF-3B86-4DA3-8BC4-90A0DDDF2BC8}" dt="2026-02-11T08:15:18.732" v="2385" actId="1076"/>
          <ac:picMkLst>
            <pc:docMk/>
            <pc:sldMk cId="1963735436" sldId="261"/>
            <ac:picMk id="6" creationId="{C7AAE648-CD1B-833D-53C7-C9378CEB59BE}"/>
          </ac:picMkLst>
        </pc:picChg>
        <pc:picChg chg="add mod">
          <ac:chgData name="성현 이" userId="2f0182ffdb5a30a3" providerId="LiveId" clId="{96CFCBFF-3B86-4DA3-8BC4-90A0DDDF2BC8}" dt="2026-02-11T08:21:49.525" v="2735" actId="1076"/>
          <ac:picMkLst>
            <pc:docMk/>
            <pc:sldMk cId="1963735436" sldId="261"/>
            <ac:picMk id="9" creationId="{C8F480F6-2608-39DB-5D79-E60E95688E5D}"/>
          </ac:picMkLst>
        </pc:picChg>
        <pc:picChg chg="add mod">
          <ac:chgData name="성현 이" userId="2f0182ffdb5a30a3" providerId="LiveId" clId="{96CFCBFF-3B86-4DA3-8BC4-90A0DDDF2BC8}" dt="2026-02-11T08:18:41.041" v="2555" actId="14100"/>
          <ac:picMkLst>
            <pc:docMk/>
            <pc:sldMk cId="1963735436" sldId="261"/>
            <ac:picMk id="11" creationId="{9F3E4C2F-5342-6A05-173B-E67AE07ADAE5}"/>
          </ac:picMkLst>
        </pc:picChg>
      </pc:sldChg>
      <pc:sldChg chg="addSp delSp modSp new del mod">
        <pc:chgData name="성현 이" userId="2f0182ffdb5a30a3" providerId="LiveId" clId="{96CFCBFF-3B86-4DA3-8BC4-90A0DDDF2BC8}" dt="2026-02-11T05:52:25.869" v="1008" actId="2696"/>
        <pc:sldMkLst>
          <pc:docMk/>
          <pc:sldMk cId="3762237727" sldId="261"/>
        </pc:sldMkLst>
      </pc:sldChg>
      <pc:sldChg chg="addSp delSp modSp new del mod">
        <pc:chgData name="성현 이" userId="2f0182ffdb5a30a3" providerId="LiveId" clId="{96CFCBFF-3B86-4DA3-8BC4-90A0DDDF2BC8}" dt="2026-02-19T11:21:33.473" v="3564" actId="2696"/>
        <pc:sldMkLst>
          <pc:docMk/>
          <pc:sldMk cId="4042625119" sldId="262"/>
        </pc:sldMkLst>
      </pc:sldChg>
      <pc:sldChg chg="addSp delSp modSp new mod">
        <pc:chgData name="성현 이" userId="2f0182ffdb5a30a3" providerId="LiveId" clId="{96CFCBFF-3B86-4DA3-8BC4-90A0DDDF2BC8}" dt="2026-02-19T08:23:05.774" v="3182" actId="20577"/>
        <pc:sldMkLst>
          <pc:docMk/>
          <pc:sldMk cId="2616296871" sldId="263"/>
        </pc:sldMkLst>
      </pc:sldChg>
      <pc:sldChg chg="addSp delSp modSp new mod">
        <pc:chgData name="성현 이" userId="2f0182ffdb5a30a3" providerId="LiveId" clId="{96CFCBFF-3B86-4DA3-8BC4-90A0DDDF2BC8}" dt="2026-02-19T08:36:03.453" v="3465" actId="14100"/>
        <pc:sldMkLst>
          <pc:docMk/>
          <pc:sldMk cId="510869663" sldId="264"/>
        </pc:sldMkLst>
        <pc:spChg chg="mod">
          <ac:chgData name="성현 이" userId="2f0182ffdb5a30a3" providerId="LiveId" clId="{96CFCBFF-3B86-4DA3-8BC4-90A0DDDF2BC8}" dt="2026-02-19T08:25:51.494" v="3186" actId="27636"/>
          <ac:spMkLst>
            <pc:docMk/>
            <pc:sldMk cId="510869663" sldId="264"/>
            <ac:spMk id="2" creationId="{3BA0CF54-B550-32E8-3EE0-83FEC64000FC}"/>
          </ac:spMkLst>
        </pc:spChg>
        <pc:spChg chg="add mod">
          <ac:chgData name="성현 이" userId="2f0182ffdb5a30a3" providerId="LiveId" clId="{96CFCBFF-3B86-4DA3-8BC4-90A0DDDF2BC8}" dt="2026-02-19T08:36:03.453" v="3465" actId="14100"/>
          <ac:spMkLst>
            <pc:docMk/>
            <pc:sldMk cId="510869663" sldId="264"/>
            <ac:spMk id="9" creationId="{84B1E8E0-6705-F57E-455D-6219BD4E0784}"/>
          </ac:spMkLst>
        </pc:spChg>
        <pc:graphicFrameChg chg="add mod modGraphic">
          <ac:chgData name="성현 이" userId="2f0182ffdb5a30a3" providerId="LiveId" clId="{96CFCBFF-3B86-4DA3-8BC4-90A0DDDF2BC8}" dt="2026-02-19T08:34:51.472" v="3459" actId="20577"/>
          <ac:graphicFrameMkLst>
            <pc:docMk/>
            <pc:sldMk cId="510869663" sldId="264"/>
            <ac:graphicFrameMk id="8" creationId="{EC29FBC9-52B1-7CE2-80FD-0C8360CC6395}"/>
          </ac:graphicFrameMkLst>
        </pc:graphicFrameChg>
      </pc:sldChg>
      <pc:sldChg chg="modSp mod">
        <pc:chgData name="성현 이" userId="2f0182ffdb5a30a3" providerId="LiveId" clId="{96CFCBFF-3B86-4DA3-8BC4-90A0DDDF2BC8}" dt="2026-02-26T07:06:25.699" v="4159" actId="20577"/>
        <pc:sldMkLst>
          <pc:docMk/>
          <pc:sldMk cId="1116795595" sldId="265"/>
        </pc:sldMkLst>
        <pc:spChg chg="mod">
          <ac:chgData name="성현 이" userId="2f0182ffdb5a30a3" providerId="LiveId" clId="{96CFCBFF-3B86-4DA3-8BC4-90A0DDDF2BC8}" dt="2026-02-26T07:06:25.699" v="4159" actId="20577"/>
          <ac:spMkLst>
            <pc:docMk/>
            <pc:sldMk cId="1116795595" sldId="265"/>
            <ac:spMk id="2" creationId="{43082E11-0854-624C-6188-A5BA2E2C2145}"/>
          </ac:spMkLst>
        </pc:spChg>
        <pc:spChg chg="mod">
          <ac:chgData name="성현 이" userId="2f0182ffdb5a30a3" providerId="LiveId" clId="{96CFCBFF-3B86-4DA3-8BC4-90A0DDDF2BC8}" dt="2026-02-26T07:01:46.915" v="4128" actId="20577"/>
          <ac:spMkLst>
            <pc:docMk/>
            <pc:sldMk cId="1116795595" sldId="265"/>
            <ac:spMk id="5" creationId="{3AAA71CE-4ADA-41C3-443D-D9C8A76138BA}"/>
          </ac:spMkLst>
        </pc:spChg>
      </pc:sldChg>
      <pc:sldChg chg="addSp delSp modSp new mod">
        <pc:chgData name="성현 이" userId="2f0182ffdb5a30a3" providerId="LiveId" clId="{96CFCBFF-3B86-4DA3-8BC4-90A0DDDF2BC8}" dt="2026-02-19T11:23:55.620" v="3618" actId="20577"/>
        <pc:sldMkLst>
          <pc:docMk/>
          <pc:sldMk cId="1669826635" sldId="265"/>
        </pc:sldMkLst>
      </pc:sldChg>
      <pc:sldChg chg="addSp delSp modSp new mod">
        <pc:chgData name="성현 이" userId="2f0182ffdb5a30a3" providerId="LiveId" clId="{96CFCBFF-3B86-4DA3-8BC4-90A0DDDF2BC8}" dt="2026-02-19T11:31:45.385" v="4057" actId="20577"/>
        <pc:sldMkLst>
          <pc:docMk/>
          <pc:sldMk cId="4131850841" sldId="266"/>
        </pc:sldMkLst>
      </pc:sldChg>
      <pc:sldChg chg="add del">
        <pc:chgData name="성현 이" userId="2f0182ffdb5a30a3" providerId="LiveId" clId="{96CFCBFF-3B86-4DA3-8BC4-90A0DDDF2BC8}" dt="2026-02-19T11:32:16.753" v="4059" actId="2696"/>
        <pc:sldMkLst>
          <pc:docMk/>
          <pc:sldMk cId="1992188015" sldId="267"/>
        </pc:sldMkLst>
      </pc:sldChg>
      <pc:sldChg chg="modSp">
        <pc:chgData name="성현 이" userId="2f0182ffdb5a30a3" providerId="LiveId" clId="{96CFCBFF-3B86-4DA3-8BC4-90A0DDDF2BC8}" dt="2026-02-26T07:05:57.948" v="4129" actId="113"/>
        <pc:sldMkLst>
          <pc:docMk/>
          <pc:sldMk cId="2982830061" sldId="267"/>
        </pc:sldMkLst>
        <pc:spChg chg="mod">
          <ac:chgData name="성현 이" userId="2f0182ffdb5a30a3" providerId="LiveId" clId="{96CFCBFF-3B86-4DA3-8BC4-90A0DDDF2BC8}" dt="2026-02-26T07:05:57.948" v="4129" actId="113"/>
          <ac:spMkLst>
            <pc:docMk/>
            <pc:sldMk cId="2982830061" sldId="267"/>
            <ac:spMk id="9" creationId="{52614E4E-291B-CDA7-DA24-8ABB6151EFE5}"/>
          </ac:spMkLst>
        </pc:spChg>
      </pc:sldChg>
      <pc:sldChg chg="addSp delSp modSp new mod">
        <pc:chgData name="성현 이" userId="2f0182ffdb5a30a3" providerId="LiveId" clId="{96CFCBFF-3B86-4DA3-8BC4-90A0DDDF2BC8}" dt="2026-02-19T11:33:02.718" v="4077" actId="1076"/>
        <pc:sldMkLst>
          <pc:docMk/>
          <pc:sldMk cId="3934596732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XNOR &amp; </a:t>
            </a:r>
            <a:r>
              <a:rPr lang="en-US" altLang="ko-KR" sz="44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Popcount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02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A18EF-5636-43BA-3510-F9C27E61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Last 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CC34E-57E2-2F80-228A-1AF393B6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6A30D1-4840-5B29-256D-B4EF0B537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760" y="611619"/>
            <a:ext cx="4041560" cy="5933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442E7E-C963-00F7-61DC-F35A1D96E14D}"/>
              </a:ext>
            </a:extLst>
          </p:cNvPr>
          <p:cNvSpPr txBox="1"/>
          <p:nvPr/>
        </p:nvSpPr>
        <p:spPr>
          <a:xfrm>
            <a:off x="428171" y="1574800"/>
            <a:ext cx="624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BNN</a:t>
            </a:r>
            <a:r>
              <a:rPr lang="ko-KR" altLang="en-US" dirty="0"/>
              <a:t>를 </a:t>
            </a:r>
            <a:r>
              <a:rPr lang="en-US" altLang="ko-KR" dirty="0" err="1"/>
              <a:t>XNOR&amp;Popcount</a:t>
            </a:r>
            <a:r>
              <a:rPr lang="ko-KR" altLang="en-US" dirty="0"/>
              <a:t>를 적용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290A160-E222-82EC-D166-598A8286C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80" y="2483428"/>
            <a:ext cx="5004426" cy="50447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4BABDBA-40E9-19BB-E54E-6641FF0B6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80" y="4528905"/>
            <a:ext cx="6103159" cy="885371"/>
          </a:xfrm>
          <a:prstGeom prst="rect">
            <a:avLst/>
          </a:prstGeom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5AFE2544-B633-F269-592D-5FDA2DE1B5C3}"/>
              </a:ext>
            </a:extLst>
          </p:cNvPr>
          <p:cNvSpPr/>
          <p:nvPr/>
        </p:nvSpPr>
        <p:spPr>
          <a:xfrm>
            <a:off x="2881086" y="3316514"/>
            <a:ext cx="1016000" cy="79102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76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D71EB-1B9C-23D0-ECD8-DCBF405E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772ABD-7203-316E-2141-30F8630F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EF9D5C-D5BC-3ADD-26A0-99D638C62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193" y="1176790"/>
            <a:ext cx="1802721" cy="4752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EE9AC7-C7B2-807F-FDC1-826DA293A170}"/>
              </a:ext>
            </a:extLst>
          </p:cNvPr>
          <p:cNvSpPr txBox="1"/>
          <p:nvPr/>
        </p:nvSpPr>
        <p:spPr>
          <a:xfrm>
            <a:off x="5275942" y="1176790"/>
            <a:ext cx="6400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INT8</a:t>
            </a:r>
            <a:r>
              <a:rPr lang="ko-KR" altLang="en-US" dirty="0"/>
              <a:t> </a:t>
            </a:r>
            <a:r>
              <a:rPr lang="en-US" altLang="ko-KR" dirty="0"/>
              <a:t>conv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MAC operation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weight : INT8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bias : False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output : INT32</a:t>
            </a:r>
          </a:p>
          <a:p>
            <a:endParaRPr lang="en-US" altLang="ko-KR" dirty="0"/>
          </a:p>
          <a:p>
            <a:r>
              <a:rPr lang="en-US" altLang="ko-KR" dirty="0"/>
              <a:t>2. Binary conv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XNOR and </a:t>
            </a:r>
            <a:r>
              <a:rPr lang="en-US" altLang="ko-KR" dirty="0" err="1"/>
              <a:t>PopCount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weight: 32-bit packed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bias : False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output : INT32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dirty="0"/>
              <a:t>3. INT8 linear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weight: INT8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bias: INT32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Output: INT32			</a:t>
            </a:r>
          </a:p>
        </p:txBody>
      </p:sp>
    </p:spTree>
    <p:extLst>
      <p:ext uri="{BB962C8B-B14F-4D97-AF65-F5344CB8AC3E}">
        <p14:creationId xmlns:p14="http://schemas.microsoft.com/office/powerpoint/2010/main" val="16394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F5C3E4D-2656-0817-CBB0-2146F89D3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270" y="3526296"/>
            <a:ext cx="5639957" cy="303888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B306A68-FBE9-F8C5-4E74-3795BDEA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XNOR &amp; </a:t>
            </a:r>
            <a:r>
              <a:rPr lang="en-US" altLang="ko-KR" dirty="0" err="1"/>
              <a:t>PopCount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F3C7CE-4304-3DCB-019B-A8B7A4A8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7ADBA-4B0F-3989-9FEF-2861C92C82D0}"/>
              </a:ext>
            </a:extLst>
          </p:cNvPr>
          <p:cNvSpPr txBox="1"/>
          <p:nvPr/>
        </p:nvSpPr>
        <p:spPr>
          <a:xfrm>
            <a:off x="660400" y="1494971"/>
            <a:ext cx="113973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/>
              <a:t>neg_pop</a:t>
            </a:r>
            <a:r>
              <a:rPr lang="en-US" altLang="ko-KR" dirty="0"/>
              <a:t> = __</a:t>
            </a:r>
            <a:r>
              <a:rPr lang="en-US" altLang="ko-KR" dirty="0" err="1"/>
              <a:t>builtin_popcount</a:t>
            </a:r>
            <a:r>
              <a:rPr lang="en-US" altLang="ko-KR" dirty="0"/>
              <a:t>(x[j] ^ w[</a:t>
            </a:r>
            <a:r>
              <a:rPr lang="en-US" altLang="ko-KR" dirty="0" err="1"/>
              <a:t>w_idx</a:t>
            </a:r>
            <a:r>
              <a:rPr lang="en-US" altLang="ko-KR" dirty="0"/>
              <a:t>]);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‘^’ </a:t>
            </a:r>
            <a:r>
              <a:rPr lang="ko-KR" altLang="en-US" dirty="0"/>
              <a:t>연산</a:t>
            </a:r>
            <a:r>
              <a:rPr lang="en-US" altLang="ko-KR" dirty="0"/>
              <a:t>(XOR </a:t>
            </a:r>
            <a:r>
              <a:rPr lang="ko-KR" altLang="en-US" dirty="0"/>
              <a:t>연산</a:t>
            </a:r>
            <a:r>
              <a:rPr lang="en-US" altLang="ko-KR" dirty="0"/>
              <a:t>)</a:t>
            </a:r>
            <a:r>
              <a:rPr lang="ko-KR" altLang="en-US" dirty="0"/>
              <a:t>을 통해서 </a:t>
            </a:r>
            <a:r>
              <a:rPr lang="ko-KR" altLang="en-US" dirty="0" err="1"/>
              <a:t>입력값과</a:t>
            </a:r>
            <a:r>
              <a:rPr lang="ko-KR" altLang="en-US" dirty="0"/>
              <a:t> 가중치가 서로 다르면 값이 </a:t>
            </a:r>
            <a:r>
              <a:rPr lang="en-US" altLang="ko-KR" dirty="0"/>
              <a:t>‘1’</a:t>
            </a:r>
            <a:r>
              <a:rPr lang="ko-KR" altLang="en-US" dirty="0"/>
              <a:t>을 나타내고</a:t>
            </a:r>
            <a:r>
              <a:rPr lang="en-US" altLang="ko-KR" dirty="0"/>
              <a:t>, </a:t>
            </a:r>
            <a:r>
              <a:rPr lang="ko-KR" altLang="en-US" dirty="0"/>
              <a:t>같으면 </a:t>
            </a:r>
            <a:r>
              <a:rPr lang="en-US" altLang="ko-KR" dirty="0"/>
              <a:t>‘0’</a:t>
            </a:r>
            <a:r>
              <a:rPr lang="ko-KR" altLang="en-US" dirty="0"/>
              <a:t>을 나타냅니다</a:t>
            </a:r>
            <a:r>
              <a:rPr lang="en-US" altLang="ko-KR" dirty="0"/>
              <a:t>. </a:t>
            </a:r>
            <a:r>
              <a:rPr lang="ko-KR" altLang="en-US" dirty="0"/>
              <a:t>그 다음에 </a:t>
            </a:r>
            <a:r>
              <a:rPr lang="en-US" altLang="ko-KR" dirty="0" err="1"/>
              <a:t>popcount</a:t>
            </a:r>
            <a:r>
              <a:rPr lang="ko-KR" altLang="en-US" dirty="0"/>
              <a:t>을 통해서 </a:t>
            </a:r>
            <a:r>
              <a:rPr lang="en-US" altLang="ko-KR" dirty="0"/>
              <a:t>‘1’</a:t>
            </a:r>
            <a:r>
              <a:rPr lang="ko-KR" altLang="en-US" dirty="0"/>
              <a:t>의 개수를 셉니다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dirty="0" err="1"/>
              <a:t>neg_pop</a:t>
            </a:r>
            <a:r>
              <a:rPr lang="ko-KR" altLang="en-US" dirty="0"/>
              <a:t>은 </a:t>
            </a:r>
            <a:r>
              <a:rPr lang="ko-KR" altLang="en-US" dirty="0" err="1"/>
              <a:t>입력값과</a:t>
            </a:r>
            <a:r>
              <a:rPr lang="ko-KR" altLang="en-US" dirty="0"/>
              <a:t> 가중치가 서로 다른 비트의 개수를 의미합니다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pl-PL" altLang="ko-KR" dirty="0"/>
              <a:t>z += 32 - 2 * neg_pop;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서로 다른 값은 </a:t>
            </a:r>
            <a:r>
              <a:rPr lang="en-US" altLang="ko-KR" dirty="0"/>
              <a:t>multiply </a:t>
            </a:r>
            <a:r>
              <a:rPr lang="ko-KR" altLang="en-US" dirty="0"/>
              <a:t>할 때 </a:t>
            </a:r>
            <a:r>
              <a:rPr lang="en-US" altLang="ko-KR" dirty="0"/>
              <a:t>‘-1’ </a:t>
            </a:r>
            <a:r>
              <a:rPr lang="ko-KR" altLang="en-US" dirty="0"/>
              <a:t>나타내고 서로 같은 값은 </a:t>
            </a:r>
            <a:r>
              <a:rPr lang="en-US" altLang="ko-KR" dirty="0"/>
              <a:t>‘1’</a:t>
            </a:r>
            <a:r>
              <a:rPr lang="ko-KR" altLang="en-US" dirty="0"/>
              <a:t>을 나타내기 때문에</a:t>
            </a:r>
            <a:r>
              <a:rPr lang="en-US" altLang="ko-KR" dirty="0"/>
              <a:t>, (</a:t>
            </a:r>
            <a:r>
              <a:rPr lang="ko-KR" altLang="en-US" dirty="0"/>
              <a:t>일치 개수 </a:t>
            </a:r>
            <a:r>
              <a:rPr lang="en-US" altLang="ko-KR" dirty="0"/>
              <a:t>X 1) + (</a:t>
            </a:r>
            <a:r>
              <a:rPr lang="ko-KR" altLang="en-US" dirty="0"/>
              <a:t>불일치 개수 </a:t>
            </a:r>
            <a:r>
              <a:rPr lang="en-US" altLang="ko-KR" dirty="0"/>
              <a:t>X -1) = (32 – </a:t>
            </a:r>
            <a:r>
              <a:rPr lang="en-US" altLang="ko-KR" dirty="0" err="1"/>
              <a:t>neg_pop</a:t>
            </a:r>
            <a:r>
              <a:rPr lang="en-US" altLang="ko-KR" dirty="0"/>
              <a:t>) – </a:t>
            </a:r>
            <a:r>
              <a:rPr lang="en-US" altLang="ko-KR" dirty="0" err="1"/>
              <a:t>neg_pop</a:t>
            </a:r>
            <a:r>
              <a:rPr lang="en-US" altLang="ko-KR" dirty="0"/>
              <a:t> </a:t>
            </a:r>
            <a:r>
              <a:rPr lang="ko-KR" altLang="en-US" dirty="0"/>
              <a:t>를 의미합니다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32</a:t>
            </a:r>
            <a:r>
              <a:rPr lang="ko-KR" altLang="en-US" dirty="0"/>
              <a:t>는 </a:t>
            </a:r>
            <a:r>
              <a:rPr lang="en-US" altLang="ko-KR" dirty="0"/>
              <a:t>32-bit</a:t>
            </a:r>
            <a:r>
              <a:rPr lang="ko-KR" altLang="en-US" dirty="0"/>
              <a:t>를 의미합니다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식은 </a:t>
            </a:r>
            <a:r>
              <a:rPr lang="en-US" altLang="ko-KR" dirty="0"/>
              <a:t>multiply</a:t>
            </a:r>
            <a:r>
              <a:rPr lang="ko-KR" altLang="en-US" dirty="0"/>
              <a:t>과 </a:t>
            </a:r>
            <a:r>
              <a:rPr lang="en-US" altLang="ko-KR" dirty="0"/>
              <a:t>accumulate</a:t>
            </a:r>
            <a:r>
              <a:rPr lang="ko-KR" altLang="en-US" dirty="0"/>
              <a:t>를 의미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45433-6B50-8765-C572-D126DB85BE8C}"/>
              </a:ext>
            </a:extLst>
          </p:cNvPr>
          <p:cNvSpPr txBox="1"/>
          <p:nvPr/>
        </p:nvSpPr>
        <p:spPr>
          <a:xfrm>
            <a:off x="6181270" y="6538912"/>
            <a:ext cx="875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/>
              <a:t>CBin</a:t>
            </a:r>
            <a:r>
              <a:rPr lang="en-US" altLang="ko-KR" sz="1400" b="1" dirty="0"/>
              <a:t>-NN: An Inference Engine for Binarized Neural Networks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150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D1DC9-1127-2336-70CE-D5C42106C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Binary convolution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ED70C-A83A-E661-D891-D48B2CEC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AAE648-CD1B-833D-53C7-C9378CEB5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85" y="1130297"/>
            <a:ext cx="5746985" cy="21705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FD39E4-91BD-A895-5866-58ED0EFE96F7}"/>
              </a:ext>
            </a:extLst>
          </p:cNvPr>
          <p:cNvSpPr txBox="1"/>
          <p:nvPr/>
        </p:nvSpPr>
        <p:spPr>
          <a:xfrm>
            <a:off x="434285" y="3557169"/>
            <a:ext cx="10647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32-bit input</a:t>
            </a:r>
            <a:r>
              <a:rPr lang="ko-KR" altLang="en-US" dirty="0"/>
              <a:t>이 들어오면</a:t>
            </a:r>
            <a:r>
              <a:rPr lang="en-US" altLang="ko-KR" dirty="0"/>
              <a:t>, binarize</a:t>
            </a:r>
            <a:r>
              <a:rPr lang="ko-KR" altLang="en-US" dirty="0"/>
              <a:t>을 한 다음에 </a:t>
            </a:r>
            <a:r>
              <a:rPr lang="en-US" altLang="ko-KR" dirty="0"/>
              <a:t>32-bit packed</a:t>
            </a:r>
            <a:r>
              <a:rPr lang="ko-KR" altLang="en-US" dirty="0"/>
              <a:t>를 합니다 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8F480F6-2608-39DB-5D79-E60E95688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727" y="1087792"/>
            <a:ext cx="5371730" cy="16335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F3E4C2F-5342-6A05-173B-E67AE07AD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85" y="4054920"/>
            <a:ext cx="5746985" cy="17918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2D3E0C-F141-8EA7-6C40-7B026E4C3ED1}"/>
              </a:ext>
            </a:extLst>
          </p:cNvPr>
          <p:cNvSpPr txBox="1"/>
          <p:nvPr/>
        </p:nvSpPr>
        <p:spPr>
          <a:xfrm>
            <a:off x="434285" y="6140938"/>
            <a:ext cx="10647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 다음에 </a:t>
            </a:r>
            <a:r>
              <a:rPr lang="en-US" altLang="ko-KR" dirty="0"/>
              <a:t>32-bit packed input</a:t>
            </a:r>
            <a:r>
              <a:rPr lang="ko-KR" altLang="en-US" dirty="0"/>
              <a:t>하고 </a:t>
            </a:r>
            <a:r>
              <a:rPr lang="en-US" altLang="ko-KR" dirty="0"/>
              <a:t>32-bit packed weight</a:t>
            </a:r>
            <a:r>
              <a:rPr lang="ko-KR" altLang="en-US" dirty="0"/>
              <a:t>를 </a:t>
            </a:r>
            <a:r>
              <a:rPr lang="en-US" altLang="ko-KR" dirty="0"/>
              <a:t>XNOR &amp; </a:t>
            </a:r>
            <a:r>
              <a:rPr lang="en-US" altLang="ko-KR" dirty="0" err="1"/>
              <a:t>PopCount</a:t>
            </a:r>
            <a:r>
              <a:rPr lang="en-US" altLang="ko-KR" dirty="0"/>
              <a:t> </a:t>
            </a:r>
            <a:r>
              <a:rPr lang="ko-KR" altLang="en-US" dirty="0"/>
              <a:t>연산을 진행합니다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</a:t>
            </a:r>
            <a:r>
              <a:rPr lang="en-US" altLang="ko-KR" dirty="0"/>
              <a:t>output</a:t>
            </a:r>
            <a:r>
              <a:rPr lang="ko-KR" altLang="en-US" dirty="0"/>
              <a:t>은 </a:t>
            </a:r>
            <a:r>
              <a:rPr lang="en-US" altLang="ko-KR" dirty="0"/>
              <a:t>INT32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4371251-06DF-C55C-F486-83AEB0999FE9}"/>
              </a:ext>
            </a:extLst>
          </p:cNvPr>
          <p:cNvSpPr/>
          <p:nvPr/>
        </p:nvSpPr>
        <p:spPr>
          <a:xfrm>
            <a:off x="6326413" y="1786156"/>
            <a:ext cx="464457" cy="3693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373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0CF54-B550-32E8-3EE0-83FEC640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Inference</a:t>
            </a:r>
            <a:r>
              <a:rPr lang="ko-KR" altLang="en-US" dirty="0"/>
              <a:t> </a:t>
            </a:r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E0B676-B070-40B4-E50E-6194506C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C29FBC9-52B1-7CE2-80FD-0C8360CC6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290550"/>
              </p:ext>
            </p:extLst>
          </p:nvPr>
        </p:nvGraphicFramePr>
        <p:xfrm>
          <a:off x="283390" y="982392"/>
          <a:ext cx="11774350" cy="540808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54870">
                  <a:extLst>
                    <a:ext uri="{9D8B030D-6E8A-4147-A177-3AD203B41FA5}">
                      <a16:colId xmlns:a16="http://schemas.microsoft.com/office/drawing/2014/main" val="3203281675"/>
                    </a:ext>
                  </a:extLst>
                </a:gridCol>
                <a:gridCol w="2354870">
                  <a:extLst>
                    <a:ext uri="{9D8B030D-6E8A-4147-A177-3AD203B41FA5}">
                      <a16:colId xmlns:a16="http://schemas.microsoft.com/office/drawing/2014/main" val="863042484"/>
                    </a:ext>
                  </a:extLst>
                </a:gridCol>
                <a:gridCol w="2354870">
                  <a:extLst>
                    <a:ext uri="{9D8B030D-6E8A-4147-A177-3AD203B41FA5}">
                      <a16:colId xmlns:a16="http://schemas.microsoft.com/office/drawing/2014/main" val="1305544597"/>
                    </a:ext>
                  </a:extLst>
                </a:gridCol>
                <a:gridCol w="2354870">
                  <a:extLst>
                    <a:ext uri="{9D8B030D-6E8A-4147-A177-3AD203B41FA5}">
                      <a16:colId xmlns:a16="http://schemas.microsoft.com/office/drawing/2014/main" val="2559217399"/>
                    </a:ext>
                  </a:extLst>
                </a:gridCol>
                <a:gridCol w="2354870">
                  <a:extLst>
                    <a:ext uri="{9D8B030D-6E8A-4147-A177-3AD203B41FA5}">
                      <a16:colId xmlns:a16="http://schemas.microsoft.com/office/drawing/2014/main" val="4081223545"/>
                    </a:ext>
                  </a:extLst>
                </a:gridCol>
              </a:tblGrid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Class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Python(MAC)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C(</a:t>
                      </a:r>
                      <a:r>
                        <a:rPr lang="en-US" altLang="ko-KR" dirty="0" err="1"/>
                        <a:t>XNOR&amp;Popcount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오차율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200889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-17893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-17924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0.17%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49615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9206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9267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0.66%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064642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7470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7511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721556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9073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8921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1.67%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654477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3061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3081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882543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11222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11246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0.21%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232330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-2029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-2000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1.43%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238135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-1283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-1333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3.90%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04260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-21367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-21341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0.12%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075258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-13583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-13695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0.82%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90609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4B1E8E0-6705-F57E-455D-6219BD4E0784}"/>
              </a:ext>
            </a:extLst>
          </p:cNvPr>
          <p:cNvSpPr/>
          <p:nvPr/>
        </p:nvSpPr>
        <p:spPr>
          <a:xfrm>
            <a:off x="283390" y="3904343"/>
            <a:ext cx="11774350" cy="4934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86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637EA-9689-F2AD-6EDC-76607B3C6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Sub-bit DNN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FA453-3C4E-819F-C4BE-9352A45B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AB51CF-C556-18CE-B4F1-14DFC6698BEB}"/>
                  </a:ext>
                </a:extLst>
              </p:cNvPr>
              <p:cNvSpPr txBox="1"/>
              <p:nvPr/>
            </p:nvSpPr>
            <p:spPr>
              <a:xfrm>
                <a:off x="645885" y="1001486"/>
                <a:ext cx="4550229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BNN : 1-bit / parameter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Sub-bit : (less than 1-bit) / parameter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Binary Kernel</a:t>
                </a:r>
                <a:r>
                  <a:rPr lang="ko-KR" altLang="en-US" dirty="0"/>
                  <a:t>을 보면 특정한 </a:t>
                </a:r>
                <a:r>
                  <a:rPr lang="en-US" altLang="ko-KR" dirty="0"/>
                  <a:t>kernel </a:t>
                </a:r>
                <a:r>
                  <a:rPr lang="ko-KR" altLang="en-US" dirty="0"/>
                  <a:t>분포가 있음</a:t>
                </a:r>
                <a:r>
                  <a:rPr lang="en-US" altLang="ko-KR" dirty="0"/>
                  <a:t>(Kernel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Clustering)</a:t>
                </a:r>
              </a:p>
              <a:p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기존에는 </a:t>
                </a:r>
                <a:r>
                  <a:rPr lang="en-US" altLang="ko-KR" dirty="0"/>
                  <a:t>3x3 </a:t>
                </a:r>
                <a:r>
                  <a:rPr lang="ko-KR" altLang="en-US" dirty="0"/>
                  <a:t>커널의 경우 </a:t>
                </a:r>
                <a:r>
                  <a:rPr lang="en-US" altLang="ko-KR" dirty="0"/>
                  <a:t>: 2^9 =512</a:t>
                </a:r>
                <a:r>
                  <a:rPr lang="ko-KR" altLang="en-US" dirty="0"/>
                  <a:t>의 가능한 </a:t>
                </a:r>
                <a:r>
                  <a:rPr lang="en-US" altLang="ko-KR" dirty="0"/>
                  <a:t>Binary kernel </a:t>
                </a:r>
                <a:r>
                  <a:rPr lang="ko-KR" altLang="en-US" dirty="0"/>
                  <a:t>존재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512</a:t>
                </a:r>
                <a:r>
                  <a:rPr lang="ko-KR" altLang="en-US" dirty="0"/>
                  <a:t>개 전체 대신 </a:t>
                </a:r>
                <a:r>
                  <a:rPr lang="en-US" altLang="ko-KR" dirty="0"/>
                  <a:t>2^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개의 </a:t>
                </a:r>
                <a:r>
                  <a:rPr lang="en-US" altLang="ko-KR" dirty="0"/>
                  <a:t>subset</a:t>
                </a:r>
                <a:r>
                  <a:rPr lang="ko-KR" altLang="en-US" dirty="0"/>
                  <a:t>만을 사용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r>
                  <a:rPr lang="ko-KR" altLang="en-US" dirty="0"/>
                  <a:t>예를 들면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l-GR" altLang="ko-KR" dirty="0"/>
                  <a:t> = 5</a:t>
                </a:r>
                <a:r>
                  <a:rPr lang="ko-KR" altLang="en-US" dirty="0"/>
                  <a:t>일 때 → </a:t>
                </a:r>
                <a:r>
                  <a:rPr lang="en-US" altLang="ko-KR" dirty="0"/>
                  <a:t>32</a:t>
                </a:r>
                <a:r>
                  <a:rPr lang="ko-KR" altLang="en-US" dirty="0"/>
                  <a:t>개 </a:t>
                </a:r>
                <a:r>
                  <a:rPr lang="en-US" altLang="ko-KR" dirty="0"/>
                  <a:t>binary kernel</a:t>
                </a:r>
                <a:r>
                  <a:rPr lang="ko-KR" altLang="en-US" dirty="0"/>
                  <a:t>만 사용 </a:t>
                </a:r>
                <a:r>
                  <a:rPr lang="en-US" altLang="ko-KR" dirty="0"/>
                  <a:t>(0.56-bit per weight)</a:t>
                </a:r>
              </a:p>
              <a:p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AB51CF-C556-18CE-B4F1-14DFC6698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85" y="1001486"/>
                <a:ext cx="4550229" cy="4247317"/>
              </a:xfrm>
              <a:prstGeom prst="rect">
                <a:avLst/>
              </a:prstGeom>
              <a:blipFill>
                <a:blip r:embed="rId2"/>
                <a:stretch>
                  <a:fillRect l="-1206" t="-717" r="-8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62695F5-B605-71C3-1642-5F5CD902C15E}"/>
              </a:ext>
            </a:extLst>
          </p:cNvPr>
          <p:cNvSpPr txBox="1"/>
          <p:nvPr/>
        </p:nvSpPr>
        <p:spPr>
          <a:xfrm>
            <a:off x="3708401" y="6382921"/>
            <a:ext cx="9768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Sub-bit Neural Networks : Learning to Compress and Accelerate Binary Neural Networks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E387B7C-5C42-2C76-D989-1AB8262B4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942" y="80224"/>
            <a:ext cx="6509657" cy="6276126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7827887-7FEA-1E02-0B20-1D6B2A3D00E1}"/>
              </a:ext>
            </a:extLst>
          </p:cNvPr>
          <p:cNvCxnSpPr>
            <a:cxnSpLocks/>
          </p:cNvCxnSpPr>
          <p:nvPr/>
        </p:nvCxnSpPr>
        <p:spPr>
          <a:xfrm>
            <a:off x="7351486" y="5399315"/>
            <a:ext cx="174171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0014723-A8A6-B7A5-A0A7-5338764692A2}"/>
              </a:ext>
            </a:extLst>
          </p:cNvPr>
          <p:cNvCxnSpPr>
            <a:cxnSpLocks/>
          </p:cNvCxnSpPr>
          <p:nvPr/>
        </p:nvCxnSpPr>
        <p:spPr>
          <a:xfrm>
            <a:off x="8556172" y="6023429"/>
            <a:ext cx="174171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6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4D48C-722B-E8BE-2538-6BAAF2B4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Sub-bit DNN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876EA-6EAE-6AA2-6DA3-DF67BFD76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6AAFAD-2984-C60B-A320-9052C41D55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65" r="1547"/>
          <a:stretch>
            <a:fillRect/>
          </a:stretch>
        </p:blipFill>
        <p:spPr>
          <a:xfrm>
            <a:off x="62116" y="1096049"/>
            <a:ext cx="7485313" cy="50278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614E4E-291B-CDA7-DA24-8ABB6151EFE5}"/>
                  </a:ext>
                </a:extLst>
              </p:cNvPr>
              <p:cNvSpPr txBox="1"/>
              <p:nvPr/>
            </p:nvSpPr>
            <p:spPr>
              <a:xfrm>
                <a:off x="7641768" y="1647371"/>
                <a:ext cx="334554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1,2,…8 </a:t>
                </a:r>
              </a:p>
              <a:p>
                <a:endParaRPr lang="en-US" altLang="ko-KR" dirty="0"/>
              </a:p>
              <a:p>
                <a:r>
                  <a:rPr lang="en-US" altLang="ko-KR" b="1" dirty="0"/>
                  <a:t>Goal</a:t>
                </a:r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의 </a:t>
                </a:r>
                <a:r>
                  <a:rPr lang="en-US" altLang="ko-KR" dirty="0"/>
                  <a:t>mixed network</a:t>
                </a:r>
                <a:r>
                  <a:rPr lang="ko-KR" altLang="en-US" dirty="0"/>
                  <a:t>를 만드는 게 목표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614E4E-291B-CDA7-DA24-8ABB6151E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68" y="1647371"/>
                <a:ext cx="3345543" cy="1200329"/>
              </a:xfrm>
              <a:prstGeom prst="rect">
                <a:avLst/>
              </a:prstGeom>
              <a:blipFill>
                <a:blip r:embed="rId3"/>
                <a:stretch>
                  <a:fillRect l="-1642" t="-2538" r="-1460" b="-71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830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82E11-0854-624C-6188-A5BA2E2C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article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CE2803-87CB-CD42-C4B8-02BDE42D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A71CE-4ADA-41C3-443D-D9C8A76138BA}"/>
              </a:ext>
            </a:extLst>
          </p:cNvPr>
          <p:cNvSpPr txBox="1"/>
          <p:nvPr/>
        </p:nvSpPr>
        <p:spPr>
          <a:xfrm>
            <a:off x="645886" y="1553029"/>
            <a:ext cx="103559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Sub-bit Neural Networks : Learning to Compress and Accelerate Binary Neural Networks (2021)</a:t>
            </a:r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Compacting Binary Neural Networks by Sparse Kernel Selection (2023)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Tiled Bit Networks: Sub-Bit Neural Network Compression Through Reuse of Learnable Binary Vectors (2024)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Beyond BNNs : Design and Acceleration of Sub-Bit Neural Networks Using RISC-V Custom Functional Units (2025)</a:t>
            </a:r>
          </a:p>
        </p:txBody>
      </p:sp>
    </p:spTree>
    <p:extLst>
      <p:ext uri="{BB962C8B-B14F-4D97-AF65-F5344CB8AC3E}">
        <p14:creationId xmlns:p14="http://schemas.microsoft.com/office/powerpoint/2010/main" val="1116795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13419</TotalTime>
  <Words>535</Words>
  <Application>Microsoft Office PowerPoint</Application>
  <PresentationFormat>와이드스크린</PresentationFormat>
  <Paragraphs>123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Cambria Math</vt:lpstr>
      <vt:lpstr>Office 테마</vt:lpstr>
      <vt:lpstr>XNOR &amp; Popcount </vt:lpstr>
      <vt:lpstr>Last goal</vt:lpstr>
      <vt:lpstr>Model</vt:lpstr>
      <vt:lpstr>XNOR &amp; PopCount </vt:lpstr>
      <vt:lpstr>Binary convolution</vt:lpstr>
      <vt:lpstr>Inference result</vt:lpstr>
      <vt:lpstr>Sub-bit DNN</vt:lpstr>
      <vt:lpstr>Sub-bit DNN</vt:lpstr>
      <vt:lpstr>article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1351</cp:revision>
  <dcterms:created xsi:type="dcterms:W3CDTF">2023-03-06T16:32:37Z</dcterms:created>
  <dcterms:modified xsi:type="dcterms:W3CDTF">2026-02-26T08:18:44Z</dcterms:modified>
</cp:coreProperties>
</file>