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C62"/>
    <a:srgbClr val="000099"/>
    <a:srgbClr val="0066CC"/>
    <a:srgbClr val="CC99FF"/>
    <a:srgbClr val="2156A4"/>
    <a:srgbClr val="336699"/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85080" autoAdjust="0"/>
  </p:normalViewPr>
  <p:slideViewPr>
    <p:cSldViewPr snapToGrid="0">
      <p:cViewPr>
        <p:scale>
          <a:sx n="75" d="100"/>
          <a:sy n="75" d="100"/>
        </p:scale>
        <p:origin x="513" y="-219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03" d="100"/>
          <a:sy n="103" d="100"/>
        </p:scale>
        <p:origin x="3648" y="5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성현 이" userId="2f0182ffdb5a30a3" providerId="LiveId" clId="{96CFCBFF-3B86-4DA3-8BC4-90A0DDDF2BC8}"/>
    <pc:docChg chg="undo custSel addSld delSld modSld">
      <pc:chgData name="성현 이" userId="2f0182ffdb5a30a3" providerId="LiveId" clId="{96CFCBFF-3B86-4DA3-8BC4-90A0DDDF2BC8}" dt="2026-03-04T08:47:23.666" v="1929" actId="207"/>
      <pc:docMkLst>
        <pc:docMk/>
      </pc:docMkLst>
      <pc:sldChg chg="modSp mod">
        <pc:chgData name="성현 이" userId="2f0182ffdb5a30a3" providerId="LiveId" clId="{96CFCBFF-3B86-4DA3-8BC4-90A0DDDF2BC8}" dt="2026-03-03T09:46:33.827" v="1870" actId="20577"/>
        <pc:sldMkLst>
          <pc:docMk/>
          <pc:sldMk cId="1460686755" sldId="256"/>
        </pc:sldMkLst>
        <pc:spChg chg="mod">
          <ac:chgData name="성현 이" userId="2f0182ffdb5a30a3" providerId="LiveId" clId="{96CFCBFF-3B86-4DA3-8BC4-90A0DDDF2BC8}" dt="2026-03-02T02:54:14.319" v="62" actId="20577"/>
          <ac:spMkLst>
            <pc:docMk/>
            <pc:sldMk cId="1460686755" sldId="256"/>
            <ac:spMk id="2" creationId="{AEB04FD9-6A59-4C4E-B0B6-829FC2BFF5E2}"/>
          </ac:spMkLst>
        </pc:spChg>
        <pc:spChg chg="mod">
          <ac:chgData name="성현 이" userId="2f0182ffdb5a30a3" providerId="LiveId" clId="{96CFCBFF-3B86-4DA3-8BC4-90A0DDDF2BC8}" dt="2026-03-02T02:53:42.750" v="39" actId="20577"/>
          <ac:spMkLst>
            <pc:docMk/>
            <pc:sldMk cId="1460686755" sldId="256"/>
            <ac:spMk id="3" creationId="{BF76F126-0A4F-46B8-9B2B-8C3F765120EB}"/>
          </ac:spMkLst>
        </pc:spChg>
        <pc:spChg chg="mod">
          <ac:chgData name="성현 이" userId="2f0182ffdb5a30a3" providerId="LiveId" clId="{96CFCBFF-3B86-4DA3-8BC4-90A0DDDF2BC8}" dt="2026-03-03T09:46:33.827" v="1870" actId="20577"/>
          <ac:spMkLst>
            <pc:docMk/>
            <pc:sldMk cId="1460686755" sldId="256"/>
            <ac:spMk id="7" creationId="{770FAEFE-5022-C97B-B627-1644546785A2}"/>
          </ac:spMkLst>
        </pc:spChg>
      </pc:sldChg>
      <pc:sldChg chg="addSp delSp modSp new mod">
        <pc:chgData name="성현 이" userId="2f0182ffdb5a30a3" providerId="LiveId" clId="{96CFCBFF-3B86-4DA3-8BC4-90A0DDDF2BC8}" dt="2026-03-04T08:44:56.686" v="1919" actId="1076"/>
        <pc:sldMkLst>
          <pc:docMk/>
          <pc:sldMk cId="3618571820" sldId="257"/>
        </pc:sldMkLst>
        <pc:spChg chg="mod">
          <ac:chgData name="성현 이" userId="2f0182ffdb5a30a3" providerId="LiveId" clId="{96CFCBFF-3B86-4DA3-8BC4-90A0DDDF2BC8}" dt="2026-03-02T02:54:41.839" v="75" actId="20577"/>
          <ac:spMkLst>
            <pc:docMk/>
            <pc:sldMk cId="3618571820" sldId="257"/>
            <ac:spMk id="2" creationId="{57C23677-E585-21C7-0A6A-D870F34EBF7A}"/>
          </ac:spMkLst>
        </pc:spChg>
        <pc:spChg chg="add mod">
          <ac:chgData name="성현 이" userId="2f0182ffdb5a30a3" providerId="LiveId" clId="{96CFCBFF-3B86-4DA3-8BC4-90A0DDDF2BC8}" dt="2026-03-02T05:25:24.671" v="1312" actId="16959"/>
          <ac:spMkLst>
            <pc:docMk/>
            <pc:sldMk cId="3618571820" sldId="257"/>
            <ac:spMk id="3" creationId="{6241279D-BCC2-A841-0FCB-F82A7F0BD141}"/>
          </ac:spMkLst>
        </pc:spChg>
        <pc:spChg chg="mod">
          <ac:chgData name="성현 이" userId="2f0182ffdb5a30a3" providerId="LiveId" clId="{96CFCBFF-3B86-4DA3-8BC4-90A0DDDF2BC8}" dt="2026-03-02T04:23:23.598" v="76"/>
          <ac:spMkLst>
            <pc:docMk/>
            <pc:sldMk cId="3618571820" sldId="257"/>
            <ac:spMk id="11" creationId="{3DCD72F9-3969-92AA-7EF4-4E6A19202354}"/>
          </ac:spMkLst>
        </pc:spChg>
        <pc:spChg chg="mod">
          <ac:chgData name="성현 이" userId="2f0182ffdb5a30a3" providerId="LiveId" clId="{96CFCBFF-3B86-4DA3-8BC4-90A0DDDF2BC8}" dt="2026-03-02T04:23:23.598" v="76"/>
          <ac:spMkLst>
            <pc:docMk/>
            <pc:sldMk cId="3618571820" sldId="257"/>
            <ac:spMk id="22" creationId="{DD8A30DB-A617-5D5C-37F4-97CF733AB521}"/>
          </ac:spMkLst>
        </pc:spChg>
        <pc:spChg chg="mod">
          <ac:chgData name="성현 이" userId="2f0182ffdb5a30a3" providerId="LiveId" clId="{96CFCBFF-3B86-4DA3-8BC4-90A0DDDF2BC8}" dt="2026-03-02T04:23:23.598" v="76"/>
          <ac:spMkLst>
            <pc:docMk/>
            <pc:sldMk cId="3618571820" sldId="257"/>
            <ac:spMk id="31" creationId="{6B538EC4-B9A7-B1E2-DB08-6BFF4A936B10}"/>
          </ac:spMkLst>
        </pc:spChg>
        <pc:spChg chg="mod">
          <ac:chgData name="성현 이" userId="2f0182ffdb5a30a3" providerId="LiveId" clId="{96CFCBFF-3B86-4DA3-8BC4-90A0DDDF2BC8}" dt="2026-03-02T04:23:23.598" v="76"/>
          <ac:spMkLst>
            <pc:docMk/>
            <pc:sldMk cId="3618571820" sldId="257"/>
            <ac:spMk id="36" creationId="{27DD0E87-F655-2BD0-57E7-F89BF802D122}"/>
          </ac:spMkLst>
        </pc:spChg>
        <pc:spChg chg="mod">
          <ac:chgData name="성현 이" userId="2f0182ffdb5a30a3" providerId="LiveId" clId="{96CFCBFF-3B86-4DA3-8BC4-90A0DDDF2BC8}" dt="2026-03-02T04:23:23.598" v="76"/>
          <ac:spMkLst>
            <pc:docMk/>
            <pc:sldMk cId="3618571820" sldId="257"/>
            <ac:spMk id="37" creationId="{F009158E-B5C0-2CF3-CF5B-54975B4F65EB}"/>
          </ac:spMkLst>
        </pc:spChg>
        <pc:spChg chg="mod">
          <ac:chgData name="성현 이" userId="2f0182ffdb5a30a3" providerId="LiveId" clId="{96CFCBFF-3B86-4DA3-8BC4-90A0DDDF2BC8}" dt="2026-03-02T04:23:23.598" v="76"/>
          <ac:spMkLst>
            <pc:docMk/>
            <pc:sldMk cId="3618571820" sldId="257"/>
            <ac:spMk id="40" creationId="{EA8B7E9B-6F91-4044-634A-9C28BB246728}"/>
          </ac:spMkLst>
        </pc:spChg>
        <pc:spChg chg="mod">
          <ac:chgData name="성현 이" userId="2f0182ffdb5a30a3" providerId="LiveId" clId="{96CFCBFF-3B86-4DA3-8BC4-90A0DDDF2BC8}" dt="2026-03-02T04:25:07.307" v="82" actId="1076"/>
          <ac:spMkLst>
            <pc:docMk/>
            <pc:sldMk cId="3618571820" sldId="257"/>
            <ac:spMk id="45" creationId="{D813E9DD-192E-1797-5D32-83F6909E3D17}"/>
          </ac:spMkLst>
        </pc:spChg>
        <pc:spChg chg="mod">
          <ac:chgData name="성현 이" userId="2f0182ffdb5a30a3" providerId="LiveId" clId="{96CFCBFF-3B86-4DA3-8BC4-90A0DDDF2BC8}" dt="2026-03-02T04:23:23.598" v="76"/>
          <ac:spMkLst>
            <pc:docMk/>
            <pc:sldMk cId="3618571820" sldId="257"/>
            <ac:spMk id="70" creationId="{50CEA61A-F0BA-B63A-A2F0-EA322DEB7AB9}"/>
          </ac:spMkLst>
        </pc:spChg>
        <pc:spChg chg="mod">
          <ac:chgData name="성현 이" userId="2f0182ffdb5a30a3" providerId="LiveId" clId="{96CFCBFF-3B86-4DA3-8BC4-90A0DDDF2BC8}" dt="2026-03-02T04:23:23.598" v="76"/>
          <ac:spMkLst>
            <pc:docMk/>
            <pc:sldMk cId="3618571820" sldId="257"/>
            <ac:spMk id="74" creationId="{847D900E-CCDA-2872-0C1B-AB0AC9C0F8E3}"/>
          </ac:spMkLst>
        </pc:spChg>
        <pc:spChg chg="mod">
          <ac:chgData name="성현 이" userId="2f0182ffdb5a30a3" providerId="LiveId" clId="{96CFCBFF-3B86-4DA3-8BC4-90A0DDDF2BC8}" dt="2026-03-02T04:23:23.598" v="76"/>
          <ac:spMkLst>
            <pc:docMk/>
            <pc:sldMk cId="3618571820" sldId="257"/>
            <ac:spMk id="83" creationId="{E3C92B1B-DA95-E958-C1B4-F3DCFC15AB05}"/>
          </ac:spMkLst>
        </pc:spChg>
        <pc:spChg chg="mod">
          <ac:chgData name="성현 이" userId="2f0182ffdb5a30a3" providerId="LiveId" clId="{96CFCBFF-3B86-4DA3-8BC4-90A0DDDF2BC8}" dt="2026-03-02T04:23:23.598" v="76"/>
          <ac:spMkLst>
            <pc:docMk/>
            <pc:sldMk cId="3618571820" sldId="257"/>
            <ac:spMk id="84" creationId="{806B4487-E492-D97A-762A-060B8EE42539}"/>
          </ac:spMkLst>
        </pc:spChg>
        <pc:spChg chg="mod">
          <ac:chgData name="성현 이" userId="2f0182ffdb5a30a3" providerId="LiveId" clId="{96CFCBFF-3B86-4DA3-8BC4-90A0DDDF2BC8}" dt="2026-03-02T04:25:43.537" v="83"/>
          <ac:spMkLst>
            <pc:docMk/>
            <pc:sldMk cId="3618571820" sldId="257"/>
            <ac:spMk id="94" creationId="{8EE20E23-63CB-778A-2008-753ACB2E8F2A}"/>
          </ac:spMkLst>
        </pc:spChg>
        <pc:spChg chg="mod">
          <ac:chgData name="성현 이" userId="2f0182ffdb5a30a3" providerId="LiveId" clId="{96CFCBFF-3B86-4DA3-8BC4-90A0DDDF2BC8}" dt="2026-03-02T04:25:43.537" v="83"/>
          <ac:spMkLst>
            <pc:docMk/>
            <pc:sldMk cId="3618571820" sldId="257"/>
            <ac:spMk id="97" creationId="{4E174A6F-4F14-3B99-2CB3-61B8FBB191D2}"/>
          </ac:spMkLst>
        </pc:spChg>
        <pc:spChg chg="mod">
          <ac:chgData name="성현 이" userId="2f0182ffdb5a30a3" providerId="LiveId" clId="{96CFCBFF-3B86-4DA3-8BC4-90A0DDDF2BC8}" dt="2026-03-02T04:25:43.537" v="83"/>
          <ac:spMkLst>
            <pc:docMk/>
            <pc:sldMk cId="3618571820" sldId="257"/>
            <ac:spMk id="102" creationId="{93943F61-F61A-AB44-E71B-EF497F0468AA}"/>
          </ac:spMkLst>
        </pc:spChg>
        <pc:spChg chg="mod">
          <ac:chgData name="성현 이" userId="2f0182ffdb5a30a3" providerId="LiveId" clId="{96CFCBFF-3B86-4DA3-8BC4-90A0DDDF2BC8}" dt="2026-03-02T04:25:43.537" v="83"/>
          <ac:spMkLst>
            <pc:docMk/>
            <pc:sldMk cId="3618571820" sldId="257"/>
            <ac:spMk id="105" creationId="{23B9303C-D9CF-CF25-8E9A-A77B3646B358}"/>
          </ac:spMkLst>
        </pc:spChg>
        <pc:spChg chg="mod">
          <ac:chgData name="성현 이" userId="2f0182ffdb5a30a3" providerId="LiveId" clId="{96CFCBFF-3B86-4DA3-8BC4-90A0DDDF2BC8}" dt="2026-03-02T04:25:43.537" v="83"/>
          <ac:spMkLst>
            <pc:docMk/>
            <pc:sldMk cId="3618571820" sldId="257"/>
            <ac:spMk id="118" creationId="{0D30D30A-690A-0C44-576E-45539575C85F}"/>
          </ac:spMkLst>
        </pc:spChg>
        <pc:spChg chg="mod">
          <ac:chgData name="성현 이" userId="2f0182ffdb5a30a3" providerId="LiveId" clId="{96CFCBFF-3B86-4DA3-8BC4-90A0DDDF2BC8}" dt="2026-03-02T04:25:43.537" v="83"/>
          <ac:spMkLst>
            <pc:docMk/>
            <pc:sldMk cId="3618571820" sldId="257"/>
            <ac:spMk id="119" creationId="{8501B250-0F3F-FEB2-F983-2E86B0E0BA48}"/>
          </ac:spMkLst>
        </pc:spChg>
        <pc:spChg chg="mod">
          <ac:chgData name="성현 이" userId="2f0182ffdb5a30a3" providerId="LiveId" clId="{96CFCBFF-3B86-4DA3-8BC4-90A0DDDF2BC8}" dt="2026-03-02T04:25:43.537" v="83"/>
          <ac:spMkLst>
            <pc:docMk/>
            <pc:sldMk cId="3618571820" sldId="257"/>
            <ac:spMk id="123" creationId="{15EA093B-962A-5539-A74E-2425A3F5E9FB}"/>
          </ac:spMkLst>
        </pc:spChg>
        <pc:spChg chg="mod">
          <ac:chgData name="성현 이" userId="2f0182ffdb5a30a3" providerId="LiveId" clId="{96CFCBFF-3B86-4DA3-8BC4-90A0DDDF2BC8}" dt="2026-03-02T04:25:43.537" v="83"/>
          <ac:spMkLst>
            <pc:docMk/>
            <pc:sldMk cId="3618571820" sldId="257"/>
            <ac:spMk id="128" creationId="{D446D669-6801-6FD5-D2D6-D1B4A5744382}"/>
          </ac:spMkLst>
        </pc:spChg>
        <pc:spChg chg="mod">
          <ac:chgData name="성현 이" userId="2f0182ffdb5a30a3" providerId="LiveId" clId="{96CFCBFF-3B86-4DA3-8BC4-90A0DDDF2BC8}" dt="2026-03-02T04:25:43.537" v="83"/>
          <ac:spMkLst>
            <pc:docMk/>
            <pc:sldMk cId="3618571820" sldId="257"/>
            <ac:spMk id="129" creationId="{F7E01278-B799-2D2E-1C39-B8242B257A2B}"/>
          </ac:spMkLst>
        </pc:spChg>
        <pc:spChg chg="mod">
          <ac:chgData name="성현 이" userId="2f0182ffdb5a30a3" providerId="LiveId" clId="{96CFCBFF-3B86-4DA3-8BC4-90A0DDDF2BC8}" dt="2026-03-02T04:25:43.537" v="83"/>
          <ac:spMkLst>
            <pc:docMk/>
            <pc:sldMk cId="3618571820" sldId="257"/>
            <ac:spMk id="130" creationId="{61DAF20B-86E8-626D-C735-EF2A756DD095}"/>
          </ac:spMkLst>
        </pc:spChg>
        <pc:spChg chg="add mod">
          <ac:chgData name="성현 이" userId="2f0182ffdb5a30a3" providerId="LiveId" clId="{96CFCBFF-3B86-4DA3-8BC4-90A0DDDF2BC8}" dt="2026-03-02T05:07:51.474" v="803" actId="20577"/>
          <ac:spMkLst>
            <pc:docMk/>
            <pc:sldMk cId="3618571820" sldId="257"/>
            <ac:spMk id="143" creationId="{51296A13-4147-E124-8C37-1EE42839D8F9}"/>
          </ac:spMkLst>
        </pc:spChg>
        <pc:spChg chg="add mod">
          <ac:chgData name="성현 이" userId="2f0182ffdb5a30a3" providerId="LiveId" clId="{96CFCBFF-3B86-4DA3-8BC4-90A0DDDF2BC8}" dt="2026-03-02T04:27:23.431" v="115" actId="1076"/>
          <ac:spMkLst>
            <pc:docMk/>
            <pc:sldMk cId="3618571820" sldId="257"/>
            <ac:spMk id="144" creationId="{79A04CD9-0E80-31A1-FA4C-3AE6C96B94EE}"/>
          </ac:spMkLst>
        </pc:spChg>
        <pc:spChg chg="add mod">
          <ac:chgData name="성현 이" userId="2f0182ffdb5a30a3" providerId="LiveId" clId="{96CFCBFF-3B86-4DA3-8BC4-90A0DDDF2BC8}" dt="2026-03-02T04:27:25.683" v="116" actId="1076"/>
          <ac:spMkLst>
            <pc:docMk/>
            <pc:sldMk cId="3618571820" sldId="257"/>
            <ac:spMk id="145" creationId="{35BA05DF-9C5C-1AE9-739C-A9AB8EE0ED27}"/>
          </ac:spMkLst>
        </pc:spChg>
        <pc:spChg chg="add mod">
          <ac:chgData name="성현 이" userId="2f0182ffdb5a30a3" providerId="LiveId" clId="{96CFCBFF-3B86-4DA3-8BC4-90A0DDDF2BC8}" dt="2026-03-03T14:25:48.718" v="1880" actId="20577"/>
          <ac:spMkLst>
            <pc:docMk/>
            <pc:sldMk cId="3618571820" sldId="257"/>
            <ac:spMk id="146" creationId="{37543DD8-AB2C-38F0-9911-E1C039D0D849}"/>
          </ac:spMkLst>
        </pc:spChg>
        <pc:spChg chg="add mod">
          <ac:chgData name="성현 이" userId="2f0182ffdb5a30a3" providerId="LiveId" clId="{96CFCBFF-3B86-4DA3-8BC4-90A0DDDF2BC8}" dt="2026-03-04T08:44:56.686" v="1919" actId="1076"/>
          <ac:spMkLst>
            <pc:docMk/>
            <pc:sldMk cId="3618571820" sldId="257"/>
            <ac:spMk id="147" creationId="{56B3B2CE-4FB0-194D-D5C3-D4B68C5A5A4E}"/>
          </ac:spMkLst>
        </pc:spChg>
        <pc:grpChg chg="mod">
          <ac:chgData name="성현 이" userId="2f0182ffdb5a30a3" providerId="LiveId" clId="{96CFCBFF-3B86-4DA3-8BC4-90A0DDDF2BC8}" dt="2026-03-02T04:26:40.334" v="107" actId="1076"/>
          <ac:grpSpMkLst>
            <pc:docMk/>
            <pc:sldMk cId="3618571820" sldId="257"/>
            <ac:grpSpMk id="5" creationId="{0CDDA472-6BD3-ECB3-C3FF-7D26CB7944E1}"/>
          </ac:grpSpMkLst>
        </pc:grpChg>
        <pc:grpChg chg="mod">
          <ac:chgData name="성현 이" userId="2f0182ffdb5a30a3" providerId="LiveId" clId="{96CFCBFF-3B86-4DA3-8BC4-90A0DDDF2BC8}" dt="2026-03-02T04:27:18.775" v="114" actId="1076"/>
          <ac:grpSpMkLst>
            <pc:docMk/>
            <pc:sldMk cId="3618571820" sldId="257"/>
            <ac:grpSpMk id="93" creationId="{E9D6E598-5664-54D1-C360-D300AF303991}"/>
          </ac:grpSpMkLst>
        </pc:grpChg>
      </pc:sldChg>
      <pc:sldChg chg="del">
        <pc:chgData name="성현 이" userId="2f0182ffdb5a30a3" providerId="LiveId" clId="{96CFCBFF-3B86-4DA3-8BC4-90A0DDDF2BC8}" dt="2026-03-02T02:53:59.513" v="47" actId="2696"/>
        <pc:sldMkLst>
          <pc:docMk/>
          <pc:sldMk cId="228176820" sldId="258"/>
        </pc:sldMkLst>
      </pc:sldChg>
      <pc:sldChg chg="delSp new del mod">
        <pc:chgData name="성현 이" userId="2f0182ffdb5a30a3" providerId="LiveId" clId="{96CFCBFF-3B86-4DA3-8BC4-90A0DDDF2BC8}" dt="2026-03-02T04:30:34.758" v="119" actId="2696"/>
        <pc:sldMkLst>
          <pc:docMk/>
          <pc:sldMk cId="2459555410" sldId="258"/>
        </pc:sldMkLst>
      </pc:sldChg>
      <pc:sldChg chg="addSp delSp modSp new mod">
        <pc:chgData name="성현 이" userId="2f0182ffdb5a30a3" providerId="LiveId" clId="{96CFCBFF-3B86-4DA3-8BC4-90A0DDDF2BC8}" dt="2026-03-04T08:44:23.145" v="1888" actId="207"/>
        <pc:sldMkLst>
          <pc:docMk/>
          <pc:sldMk cId="3353636603" sldId="258"/>
        </pc:sldMkLst>
        <pc:spChg chg="mod">
          <ac:chgData name="성현 이" userId="2f0182ffdb5a30a3" providerId="LiveId" clId="{96CFCBFF-3B86-4DA3-8BC4-90A0DDDF2BC8}" dt="2026-03-02T04:31:07.389" v="126" actId="20577"/>
          <ac:spMkLst>
            <pc:docMk/>
            <pc:sldMk cId="3353636603" sldId="258"/>
            <ac:spMk id="2" creationId="{CDAF4D09-746C-883E-365C-3D467DF834B3}"/>
          </ac:spMkLst>
        </pc:spChg>
        <pc:spChg chg="mod">
          <ac:chgData name="성현 이" userId="2f0182ffdb5a30a3" providerId="LiveId" clId="{96CFCBFF-3B86-4DA3-8BC4-90A0DDDF2BC8}" dt="2026-03-02T04:32:25.211" v="148"/>
          <ac:spMkLst>
            <pc:docMk/>
            <pc:sldMk cId="3353636603" sldId="258"/>
            <ac:spMk id="6" creationId="{EC591B4B-5FFE-797A-91A9-36940450AE8A}"/>
          </ac:spMkLst>
        </pc:spChg>
        <pc:spChg chg="mod">
          <ac:chgData name="성현 이" userId="2f0182ffdb5a30a3" providerId="LiveId" clId="{96CFCBFF-3B86-4DA3-8BC4-90A0DDDF2BC8}" dt="2026-03-02T04:32:25.211" v="148"/>
          <ac:spMkLst>
            <pc:docMk/>
            <pc:sldMk cId="3353636603" sldId="258"/>
            <ac:spMk id="7" creationId="{7AA067F9-E499-4F2D-47C8-C501E592050E}"/>
          </ac:spMkLst>
        </pc:spChg>
        <pc:spChg chg="mod">
          <ac:chgData name="성현 이" userId="2f0182ffdb5a30a3" providerId="LiveId" clId="{96CFCBFF-3B86-4DA3-8BC4-90A0DDDF2BC8}" dt="2026-03-02T04:32:25.211" v="148"/>
          <ac:spMkLst>
            <pc:docMk/>
            <pc:sldMk cId="3353636603" sldId="258"/>
            <ac:spMk id="8" creationId="{0FDBD22F-CC42-4E3B-32D4-E99E051E440E}"/>
          </ac:spMkLst>
        </pc:spChg>
        <pc:spChg chg="mod">
          <ac:chgData name="성현 이" userId="2f0182ffdb5a30a3" providerId="LiveId" clId="{96CFCBFF-3B86-4DA3-8BC4-90A0DDDF2BC8}" dt="2026-03-02T04:32:25.211" v="148"/>
          <ac:spMkLst>
            <pc:docMk/>
            <pc:sldMk cId="3353636603" sldId="258"/>
            <ac:spMk id="9" creationId="{E76DE83F-BB21-798C-D490-86BEEB0C510B}"/>
          </ac:spMkLst>
        </pc:spChg>
        <pc:spChg chg="mod">
          <ac:chgData name="성현 이" userId="2f0182ffdb5a30a3" providerId="LiveId" clId="{96CFCBFF-3B86-4DA3-8BC4-90A0DDDF2BC8}" dt="2026-03-02T04:32:25.211" v="148"/>
          <ac:spMkLst>
            <pc:docMk/>
            <pc:sldMk cId="3353636603" sldId="258"/>
            <ac:spMk id="10" creationId="{DA63A070-5005-E0A4-B994-3C3454F0DE67}"/>
          </ac:spMkLst>
        </pc:spChg>
        <pc:spChg chg="mod">
          <ac:chgData name="성현 이" userId="2f0182ffdb5a30a3" providerId="LiveId" clId="{96CFCBFF-3B86-4DA3-8BC4-90A0DDDF2BC8}" dt="2026-03-02T04:32:25.211" v="148"/>
          <ac:spMkLst>
            <pc:docMk/>
            <pc:sldMk cId="3353636603" sldId="258"/>
            <ac:spMk id="11" creationId="{AB339F25-9F8E-7DBB-0129-F57E0BCE1DEC}"/>
          </ac:spMkLst>
        </pc:spChg>
        <pc:spChg chg="mod">
          <ac:chgData name="성현 이" userId="2f0182ffdb5a30a3" providerId="LiveId" clId="{96CFCBFF-3B86-4DA3-8BC4-90A0DDDF2BC8}" dt="2026-03-02T04:32:25.211" v="148"/>
          <ac:spMkLst>
            <pc:docMk/>
            <pc:sldMk cId="3353636603" sldId="258"/>
            <ac:spMk id="12" creationId="{6436033B-D64D-087E-16EC-89D67E5713D6}"/>
          </ac:spMkLst>
        </pc:spChg>
        <pc:spChg chg="mod">
          <ac:chgData name="성현 이" userId="2f0182ffdb5a30a3" providerId="LiveId" clId="{96CFCBFF-3B86-4DA3-8BC4-90A0DDDF2BC8}" dt="2026-03-02T04:32:25.211" v="148"/>
          <ac:spMkLst>
            <pc:docMk/>
            <pc:sldMk cId="3353636603" sldId="258"/>
            <ac:spMk id="13" creationId="{23F1B196-B45C-4E47-F504-8846E64371C8}"/>
          </ac:spMkLst>
        </pc:spChg>
        <pc:spChg chg="mod">
          <ac:chgData name="성현 이" userId="2f0182ffdb5a30a3" providerId="LiveId" clId="{96CFCBFF-3B86-4DA3-8BC4-90A0DDDF2BC8}" dt="2026-03-02T04:32:25.211" v="148"/>
          <ac:spMkLst>
            <pc:docMk/>
            <pc:sldMk cId="3353636603" sldId="258"/>
            <ac:spMk id="14" creationId="{C9923707-EF9E-CD27-226F-3688EBABD1C8}"/>
          </ac:spMkLst>
        </pc:spChg>
        <pc:spChg chg="mod">
          <ac:chgData name="성현 이" userId="2f0182ffdb5a30a3" providerId="LiveId" clId="{96CFCBFF-3B86-4DA3-8BC4-90A0DDDF2BC8}" dt="2026-03-02T04:33:31.669" v="157"/>
          <ac:spMkLst>
            <pc:docMk/>
            <pc:sldMk cId="3353636603" sldId="258"/>
            <ac:spMk id="25" creationId="{BF0BD21A-36BB-1874-9CC6-8EBAB79AE523}"/>
          </ac:spMkLst>
        </pc:spChg>
        <pc:spChg chg="mod">
          <ac:chgData name="성현 이" userId="2f0182ffdb5a30a3" providerId="LiveId" clId="{96CFCBFF-3B86-4DA3-8BC4-90A0DDDF2BC8}" dt="2026-03-02T04:33:31.669" v="157"/>
          <ac:spMkLst>
            <pc:docMk/>
            <pc:sldMk cId="3353636603" sldId="258"/>
            <ac:spMk id="26" creationId="{DF18B33F-64F6-D4A7-7708-EF3FAD75BD9B}"/>
          </ac:spMkLst>
        </pc:spChg>
        <pc:spChg chg="mod">
          <ac:chgData name="성현 이" userId="2f0182ffdb5a30a3" providerId="LiveId" clId="{96CFCBFF-3B86-4DA3-8BC4-90A0DDDF2BC8}" dt="2026-03-02T04:33:31.669" v="157"/>
          <ac:spMkLst>
            <pc:docMk/>
            <pc:sldMk cId="3353636603" sldId="258"/>
            <ac:spMk id="27" creationId="{E9035689-7C1F-C128-29C6-BFB716D5A6B0}"/>
          </ac:spMkLst>
        </pc:spChg>
        <pc:spChg chg="mod">
          <ac:chgData name="성현 이" userId="2f0182ffdb5a30a3" providerId="LiveId" clId="{96CFCBFF-3B86-4DA3-8BC4-90A0DDDF2BC8}" dt="2026-03-02T04:33:31.669" v="157"/>
          <ac:spMkLst>
            <pc:docMk/>
            <pc:sldMk cId="3353636603" sldId="258"/>
            <ac:spMk id="28" creationId="{BA2A8B23-29AE-84CC-5FAD-1F4042B671C6}"/>
          </ac:spMkLst>
        </pc:spChg>
        <pc:spChg chg="mod">
          <ac:chgData name="성현 이" userId="2f0182ffdb5a30a3" providerId="LiveId" clId="{96CFCBFF-3B86-4DA3-8BC4-90A0DDDF2BC8}" dt="2026-03-02T04:33:31.669" v="157"/>
          <ac:spMkLst>
            <pc:docMk/>
            <pc:sldMk cId="3353636603" sldId="258"/>
            <ac:spMk id="29" creationId="{8479AC8A-A21A-11A5-7047-ABD10C30B325}"/>
          </ac:spMkLst>
        </pc:spChg>
        <pc:spChg chg="mod">
          <ac:chgData name="성현 이" userId="2f0182ffdb5a30a3" providerId="LiveId" clId="{96CFCBFF-3B86-4DA3-8BC4-90A0DDDF2BC8}" dt="2026-03-04T08:43:48.475" v="1884" actId="207"/>
          <ac:spMkLst>
            <pc:docMk/>
            <pc:sldMk cId="3353636603" sldId="258"/>
            <ac:spMk id="30" creationId="{2F69E2C6-9568-D99B-B897-6A8773674562}"/>
          </ac:spMkLst>
        </pc:spChg>
        <pc:spChg chg="mod">
          <ac:chgData name="성현 이" userId="2f0182ffdb5a30a3" providerId="LiveId" clId="{96CFCBFF-3B86-4DA3-8BC4-90A0DDDF2BC8}" dt="2026-03-04T08:43:56.837" v="1885" actId="207"/>
          <ac:spMkLst>
            <pc:docMk/>
            <pc:sldMk cId="3353636603" sldId="258"/>
            <ac:spMk id="31" creationId="{362E2731-CEAD-B466-63CE-680603EE2993}"/>
          </ac:spMkLst>
        </pc:spChg>
        <pc:spChg chg="mod">
          <ac:chgData name="성현 이" userId="2f0182ffdb5a30a3" providerId="LiveId" clId="{96CFCBFF-3B86-4DA3-8BC4-90A0DDDF2BC8}" dt="2026-03-04T08:44:03.899" v="1886" actId="207"/>
          <ac:spMkLst>
            <pc:docMk/>
            <pc:sldMk cId="3353636603" sldId="258"/>
            <ac:spMk id="32" creationId="{1DBB08E9-4F23-FAEC-7C3F-6752873A2966}"/>
          </ac:spMkLst>
        </pc:spChg>
        <pc:spChg chg="mod">
          <ac:chgData name="성현 이" userId="2f0182ffdb5a30a3" providerId="LiveId" clId="{96CFCBFF-3B86-4DA3-8BC4-90A0DDDF2BC8}" dt="2026-03-04T08:44:18.994" v="1887" actId="207"/>
          <ac:spMkLst>
            <pc:docMk/>
            <pc:sldMk cId="3353636603" sldId="258"/>
            <ac:spMk id="33" creationId="{0D258D03-B47C-4262-7DC8-CA03F61DBB6E}"/>
          </ac:spMkLst>
        </pc:spChg>
        <pc:spChg chg="mod">
          <ac:chgData name="성현 이" userId="2f0182ffdb5a30a3" providerId="LiveId" clId="{96CFCBFF-3B86-4DA3-8BC4-90A0DDDF2BC8}" dt="2026-03-04T08:44:23.145" v="1888" actId="207"/>
          <ac:spMkLst>
            <pc:docMk/>
            <pc:sldMk cId="3353636603" sldId="258"/>
            <ac:spMk id="34" creationId="{32DFF00E-CD1F-7039-E030-1E8610D3DD71}"/>
          </ac:spMkLst>
        </pc:spChg>
        <pc:spChg chg="add mod">
          <ac:chgData name="성현 이" userId="2f0182ffdb5a30a3" providerId="LiveId" clId="{96CFCBFF-3B86-4DA3-8BC4-90A0DDDF2BC8}" dt="2026-03-04T08:41:20.423" v="1883" actId="1076"/>
          <ac:spMkLst>
            <pc:docMk/>
            <pc:sldMk cId="3353636603" sldId="258"/>
            <ac:spMk id="36" creationId="{C1B3B0AC-7751-6CAB-CFAA-8461416BD979}"/>
          </ac:spMkLst>
        </pc:spChg>
        <pc:spChg chg="add mod">
          <ac:chgData name="성현 이" userId="2f0182ffdb5a30a3" providerId="LiveId" clId="{96CFCBFF-3B86-4DA3-8BC4-90A0DDDF2BC8}" dt="2026-03-02T04:36:09.956" v="282" actId="12"/>
          <ac:spMkLst>
            <pc:docMk/>
            <pc:sldMk cId="3353636603" sldId="258"/>
            <ac:spMk id="37" creationId="{401F92FC-31C8-BDBE-9CB1-A35664C7C404}"/>
          </ac:spMkLst>
        </pc:spChg>
        <pc:spChg chg="mod">
          <ac:chgData name="성현 이" userId="2f0182ffdb5a30a3" providerId="LiveId" clId="{96CFCBFF-3B86-4DA3-8BC4-90A0DDDF2BC8}" dt="2026-03-02T04:38:57.383" v="295" actId="255"/>
          <ac:spMkLst>
            <pc:docMk/>
            <pc:sldMk cId="3353636603" sldId="258"/>
            <ac:spMk id="89" creationId="{4D090E98-9339-DD37-02F5-F6254E6C7177}"/>
          </ac:spMkLst>
        </pc:spChg>
        <pc:spChg chg="mod">
          <ac:chgData name="성현 이" userId="2f0182ffdb5a30a3" providerId="LiveId" clId="{96CFCBFF-3B86-4DA3-8BC4-90A0DDDF2BC8}" dt="2026-03-02T04:39:45.933" v="304" actId="255"/>
          <ac:spMkLst>
            <pc:docMk/>
            <pc:sldMk cId="3353636603" sldId="258"/>
            <ac:spMk id="92" creationId="{CCE0A4B5-153A-E6E1-9C09-27689EAC89A2}"/>
          </ac:spMkLst>
        </pc:spChg>
        <pc:spChg chg="mod">
          <ac:chgData name="성현 이" userId="2f0182ffdb5a30a3" providerId="LiveId" clId="{96CFCBFF-3B86-4DA3-8BC4-90A0DDDF2BC8}" dt="2026-03-02T04:39:18.123" v="298" actId="1076"/>
          <ac:spMkLst>
            <pc:docMk/>
            <pc:sldMk cId="3353636603" sldId="258"/>
            <ac:spMk id="94" creationId="{C5F8C70B-F377-290B-A052-6E289D989185}"/>
          </ac:spMkLst>
        </pc:spChg>
        <pc:spChg chg="mod">
          <ac:chgData name="성현 이" userId="2f0182ffdb5a30a3" providerId="LiveId" clId="{96CFCBFF-3B86-4DA3-8BC4-90A0DDDF2BC8}" dt="2026-03-02T04:41:09.513" v="325" actId="1076"/>
          <ac:spMkLst>
            <pc:docMk/>
            <pc:sldMk cId="3353636603" sldId="258"/>
            <ac:spMk id="97" creationId="{14C912E3-6E7E-A182-1C9A-DCC0148FDB6C}"/>
          </ac:spMkLst>
        </pc:spChg>
        <pc:spChg chg="mod">
          <ac:chgData name="성현 이" userId="2f0182ffdb5a30a3" providerId="LiveId" clId="{96CFCBFF-3B86-4DA3-8BC4-90A0DDDF2BC8}" dt="2026-03-02T04:38:49.415" v="294" actId="255"/>
          <ac:spMkLst>
            <pc:docMk/>
            <pc:sldMk cId="3353636603" sldId="258"/>
            <ac:spMk id="98" creationId="{979D7CC3-0855-C1ED-6C84-3A677ECD0741}"/>
          </ac:spMkLst>
        </pc:spChg>
        <pc:spChg chg="mod">
          <ac:chgData name="성현 이" userId="2f0182ffdb5a30a3" providerId="LiveId" clId="{96CFCBFF-3B86-4DA3-8BC4-90A0DDDF2BC8}" dt="2026-03-02T04:39:07.433" v="296" actId="255"/>
          <ac:spMkLst>
            <pc:docMk/>
            <pc:sldMk cId="3353636603" sldId="258"/>
            <ac:spMk id="99" creationId="{A6ADFF76-3EA5-22DC-7B1B-E0FFF2BE3246}"/>
          </ac:spMkLst>
        </pc:spChg>
        <pc:spChg chg="mod">
          <ac:chgData name="성현 이" userId="2f0182ffdb5a30a3" providerId="LiveId" clId="{96CFCBFF-3B86-4DA3-8BC4-90A0DDDF2BC8}" dt="2026-03-02T04:39:45.933" v="304" actId="255"/>
          <ac:spMkLst>
            <pc:docMk/>
            <pc:sldMk cId="3353636603" sldId="258"/>
            <ac:spMk id="100" creationId="{B33E4506-0B04-A22D-7B61-120475309EB6}"/>
          </ac:spMkLst>
        </pc:spChg>
        <pc:spChg chg="mod">
          <ac:chgData name="성현 이" userId="2f0182ffdb5a30a3" providerId="LiveId" clId="{96CFCBFF-3B86-4DA3-8BC4-90A0DDDF2BC8}" dt="2026-03-02T04:39:45.933" v="304" actId="255"/>
          <ac:spMkLst>
            <pc:docMk/>
            <pc:sldMk cId="3353636603" sldId="258"/>
            <ac:spMk id="101" creationId="{4CD6D8C7-8916-AFE0-549C-AF5787CCDFE9}"/>
          </ac:spMkLst>
        </pc:spChg>
        <pc:spChg chg="mod">
          <ac:chgData name="성현 이" userId="2f0182ffdb5a30a3" providerId="LiveId" clId="{96CFCBFF-3B86-4DA3-8BC4-90A0DDDF2BC8}" dt="2026-03-02T04:39:45.933" v="304" actId="255"/>
          <ac:spMkLst>
            <pc:docMk/>
            <pc:sldMk cId="3353636603" sldId="258"/>
            <ac:spMk id="102" creationId="{FBDF54D5-624C-09DF-F0FF-1926E2CA00F0}"/>
          </ac:spMkLst>
        </pc:spChg>
        <pc:spChg chg="mod">
          <ac:chgData name="성현 이" userId="2f0182ffdb5a30a3" providerId="LiveId" clId="{96CFCBFF-3B86-4DA3-8BC4-90A0DDDF2BC8}" dt="2026-03-02T04:39:45.933" v="304" actId="255"/>
          <ac:spMkLst>
            <pc:docMk/>
            <pc:sldMk cId="3353636603" sldId="258"/>
            <ac:spMk id="107" creationId="{85768DEC-92AB-0E78-F212-613E9C69AF97}"/>
          </ac:spMkLst>
        </pc:spChg>
        <pc:spChg chg="mod">
          <ac:chgData name="성현 이" userId="2f0182ffdb5a30a3" providerId="LiveId" clId="{96CFCBFF-3B86-4DA3-8BC4-90A0DDDF2BC8}" dt="2026-03-02T04:39:45.933" v="304" actId="255"/>
          <ac:spMkLst>
            <pc:docMk/>
            <pc:sldMk cId="3353636603" sldId="258"/>
            <ac:spMk id="114" creationId="{E0C0F248-0FF2-1941-4881-EB3A8CF64A6A}"/>
          </ac:spMkLst>
        </pc:spChg>
        <pc:spChg chg="mod">
          <ac:chgData name="성현 이" userId="2f0182ffdb5a30a3" providerId="LiveId" clId="{96CFCBFF-3B86-4DA3-8BC4-90A0DDDF2BC8}" dt="2026-03-02T04:40:34.721" v="313" actId="207"/>
          <ac:spMkLst>
            <pc:docMk/>
            <pc:sldMk cId="3353636603" sldId="258"/>
            <ac:spMk id="120" creationId="{10158F9B-CBF4-F353-A408-87946455CA88}"/>
          </ac:spMkLst>
        </pc:spChg>
        <pc:spChg chg="mod">
          <ac:chgData name="성현 이" userId="2f0182ffdb5a30a3" providerId="LiveId" clId="{96CFCBFF-3B86-4DA3-8BC4-90A0DDDF2BC8}" dt="2026-03-02T04:40:13.623" v="306" actId="207"/>
          <ac:spMkLst>
            <pc:docMk/>
            <pc:sldMk cId="3353636603" sldId="258"/>
            <ac:spMk id="121" creationId="{01C8D71E-2459-B350-591C-3B5D819858B3}"/>
          </ac:spMkLst>
        </pc:spChg>
        <pc:spChg chg="mod">
          <ac:chgData name="성현 이" userId="2f0182ffdb5a30a3" providerId="LiveId" clId="{96CFCBFF-3B86-4DA3-8BC4-90A0DDDF2BC8}" dt="2026-03-02T04:40:41.271" v="315" actId="207"/>
          <ac:spMkLst>
            <pc:docMk/>
            <pc:sldMk cId="3353636603" sldId="258"/>
            <ac:spMk id="122" creationId="{0E8C48EF-1179-DA24-1B69-E8B58809DFDC}"/>
          </ac:spMkLst>
        </pc:spChg>
        <pc:spChg chg="mod">
          <ac:chgData name="성현 이" userId="2f0182ffdb5a30a3" providerId="LiveId" clId="{96CFCBFF-3B86-4DA3-8BC4-90A0DDDF2BC8}" dt="2026-03-02T04:40:31.703" v="312" actId="207"/>
          <ac:spMkLst>
            <pc:docMk/>
            <pc:sldMk cId="3353636603" sldId="258"/>
            <ac:spMk id="123" creationId="{3A793CAE-8479-8144-0993-0B52AB50A8E7}"/>
          </ac:spMkLst>
        </pc:spChg>
        <pc:spChg chg="mod">
          <ac:chgData name="성현 이" userId="2f0182ffdb5a30a3" providerId="LiveId" clId="{96CFCBFF-3B86-4DA3-8BC4-90A0DDDF2BC8}" dt="2026-03-02T04:40:17.710" v="307" actId="207"/>
          <ac:spMkLst>
            <pc:docMk/>
            <pc:sldMk cId="3353636603" sldId="258"/>
            <ac:spMk id="124" creationId="{85E1529A-B15B-FD2D-6440-C51BA5EC1241}"/>
          </ac:spMkLst>
        </pc:spChg>
        <pc:spChg chg="mod">
          <ac:chgData name="성현 이" userId="2f0182ffdb5a30a3" providerId="LiveId" clId="{96CFCBFF-3B86-4DA3-8BC4-90A0DDDF2BC8}" dt="2026-03-02T04:40:46.089" v="318" actId="207"/>
          <ac:spMkLst>
            <pc:docMk/>
            <pc:sldMk cId="3353636603" sldId="258"/>
            <ac:spMk id="125" creationId="{F0631875-A839-6C89-BA47-513BE5228CAD}"/>
          </ac:spMkLst>
        </pc:spChg>
        <pc:spChg chg="mod">
          <ac:chgData name="성현 이" userId="2f0182ffdb5a30a3" providerId="LiveId" clId="{96CFCBFF-3B86-4DA3-8BC4-90A0DDDF2BC8}" dt="2026-03-02T04:40:38.143" v="314" actId="207"/>
          <ac:spMkLst>
            <pc:docMk/>
            <pc:sldMk cId="3353636603" sldId="258"/>
            <ac:spMk id="126" creationId="{45A361BB-40E3-6EFF-32A0-C4C4BF94DF9E}"/>
          </ac:spMkLst>
        </pc:spChg>
        <pc:spChg chg="mod">
          <ac:chgData name="성현 이" userId="2f0182ffdb5a30a3" providerId="LiveId" clId="{96CFCBFF-3B86-4DA3-8BC4-90A0DDDF2BC8}" dt="2026-03-02T04:40:21.982" v="308" actId="207"/>
          <ac:spMkLst>
            <pc:docMk/>
            <pc:sldMk cId="3353636603" sldId="258"/>
            <ac:spMk id="127" creationId="{89AA1AE6-2607-790A-ED7B-2DCBF82D053E}"/>
          </ac:spMkLst>
        </pc:spChg>
        <pc:spChg chg="mod">
          <ac:chgData name="성현 이" userId="2f0182ffdb5a30a3" providerId="LiveId" clId="{96CFCBFF-3B86-4DA3-8BC4-90A0DDDF2BC8}" dt="2026-03-02T04:40:50.235" v="319" actId="207"/>
          <ac:spMkLst>
            <pc:docMk/>
            <pc:sldMk cId="3353636603" sldId="258"/>
            <ac:spMk id="128" creationId="{8F5B82D4-C8D4-329A-1DAC-533CABC24EB1}"/>
          </ac:spMkLst>
        </pc:spChg>
        <pc:spChg chg="mod">
          <ac:chgData name="성현 이" userId="2f0182ffdb5a30a3" providerId="LiveId" clId="{96CFCBFF-3B86-4DA3-8BC4-90A0DDDF2BC8}" dt="2026-03-02T04:39:45.933" v="304" actId="255"/>
          <ac:spMkLst>
            <pc:docMk/>
            <pc:sldMk cId="3353636603" sldId="258"/>
            <ac:spMk id="130" creationId="{EC3D2016-B3A0-3A48-B330-39138BFD11A3}"/>
          </ac:spMkLst>
        </pc:spChg>
        <pc:spChg chg="mod">
          <ac:chgData name="성현 이" userId="2f0182ffdb5a30a3" providerId="LiveId" clId="{96CFCBFF-3B86-4DA3-8BC4-90A0DDDF2BC8}" dt="2026-03-02T04:39:45.933" v="304" actId="255"/>
          <ac:spMkLst>
            <pc:docMk/>
            <pc:sldMk cId="3353636603" sldId="258"/>
            <ac:spMk id="132" creationId="{B84DE384-01EB-694E-9D79-F19431955B9A}"/>
          </ac:spMkLst>
        </pc:spChg>
        <pc:spChg chg="mod">
          <ac:chgData name="성현 이" userId="2f0182ffdb5a30a3" providerId="LiveId" clId="{96CFCBFF-3B86-4DA3-8BC4-90A0DDDF2BC8}" dt="2026-03-02T04:39:45.933" v="304" actId="255"/>
          <ac:spMkLst>
            <pc:docMk/>
            <pc:sldMk cId="3353636603" sldId="258"/>
            <ac:spMk id="137" creationId="{431398A7-07BB-BF19-2653-F0A368FDDDFD}"/>
          </ac:spMkLst>
        </pc:spChg>
        <pc:spChg chg="add mod">
          <ac:chgData name="성현 이" userId="2f0182ffdb5a30a3" providerId="LiveId" clId="{96CFCBFF-3B86-4DA3-8BC4-90A0DDDF2BC8}" dt="2026-03-02T04:44:23.491" v="366" actId="164"/>
          <ac:spMkLst>
            <pc:docMk/>
            <pc:sldMk cId="3353636603" sldId="258"/>
            <ac:spMk id="188" creationId="{DD69CDCD-CFE5-74D7-A2E9-23A4E82DE95C}"/>
          </ac:spMkLst>
        </pc:spChg>
        <pc:spChg chg="add mod">
          <ac:chgData name="성현 이" userId="2f0182ffdb5a30a3" providerId="LiveId" clId="{96CFCBFF-3B86-4DA3-8BC4-90A0DDDF2BC8}" dt="2026-03-02T04:44:35.193" v="369" actId="1076"/>
          <ac:spMkLst>
            <pc:docMk/>
            <pc:sldMk cId="3353636603" sldId="258"/>
            <ac:spMk id="189" creationId="{2ED32C70-D013-CA7C-0405-E32F5B8D4F54}"/>
          </ac:spMkLst>
        </pc:spChg>
        <pc:spChg chg="add mod">
          <ac:chgData name="성현 이" userId="2f0182ffdb5a30a3" providerId="LiveId" clId="{96CFCBFF-3B86-4DA3-8BC4-90A0DDDF2BC8}" dt="2026-03-02T05:25:46.708" v="1328" actId="20577"/>
          <ac:spMkLst>
            <pc:docMk/>
            <pc:sldMk cId="3353636603" sldId="258"/>
            <ac:spMk id="191" creationId="{75654114-B430-307C-BED7-D8E1E0CE641F}"/>
          </ac:spMkLst>
        </pc:spChg>
        <pc:spChg chg="mod">
          <ac:chgData name="성현 이" userId="2f0182ffdb5a30a3" providerId="LiveId" clId="{96CFCBFF-3B86-4DA3-8BC4-90A0DDDF2BC8}" dt="2026-03-02T04:44:46.282" v="370"/>
          <ac:spMkLst>
            <pc:docMk/>
            <pc:sldMk cId="3353636603" sldId="258"/>
            <ac:spMk id="244" creationId="{BA3C5B94-AD80-13EB-9D14-1A60156BBC85}"/>
          </ac:spMkLst>
        </pc:spChg>
        <pc:spChg chg="mod">
          <ac:chgData name="성현 이" userId="2f0182ffdb5a30a3" providerId="LiveId" clId="{96CFCBFF-3B86-4DA3-8BC4-90A0DDDF2BC8}" dt="2026-03-02T04:44:46.282" v="370"/>
          <ac:spMkLst>
            <pc:docMk/>
            <pc:sldMk cId="3353636603" sldId="258"/>
            <ac:spMk id="245" creationId="{35F06DEC-C136-01D3-39AB-725F06F4A70E}"/>
          </ac:spMkLst>
        </pc:spChg>
        <pc:spChg chg="mod">
          <ac:chgData name="성현 이" userId="2f0182ffdb5a30a3" providerId="LiveId" clId="{96CFCBFF-3B86-4DA3-8BC4-90A0DDDF2BC8}" dt="2026-03-02T04:45:24.197" v="376" actId="207"/>
          <ac:spMkLst>
            <pc:docMk/>
            <pc:sldMk cId="3353636603" sldId="258"/>
            <ac:spMk id="246" creationId="{A331294F-42FF-A7AA-9D24-B3D0C6EF2E8C}"/>
          </ac:spMkLst>
        </pc:spChg>
        <pc:spChg chg="mod">
          <ac:chgData name="성현 이" userId="2f0182ffdb5a30a3" providerId="LiveId" clId="{96CFCBFF-3B86-4DA3-8BC4-90A0DDDF2BC8}" dt="2026-03-02T04:45:24.197" v="376" actId="207"/>
          <ac:spMkLst>
            <pc:docMk/>
            <pc:sldMk cId="3353636603" sldId="258"/>
            <ac:spMk id="247" creationId="{1BA09874-3F80-DF06-EEF5-A94FB95B3FCC}"/>
          </ac:spMkLst>
        </pc:spChg>
        <pc:spChg chg="mod">
          <ac:chgData name="성현 이" userId="2f0182ffdb5a30a3" providerId="LiveId" clId="{96CFCBFF-3B86-4DA3-8BC4-90A0DDDF2BC8}" dt="2026-03-02T04:44:46.282" v="370"/>
          <ac:spMkLst>
            <pc:docMk/>
            <pc:sldMk cId="3353636603" sldId="258"/>
            <ac:spMk id="248" creationId="{5B14DA96-4DC3-11FC-4463-D4868FF09178}"/>
          </ac:spMkLst>
        </pc:spChg>
        <pc:spChg chg="mod">
          <ac:chgData name="성현 이" userId="2f0182ffdb5a30a3" providerId="LiveId" clId="{96CFCBFF-3B86-4DA3-8BC4-90A0DDDF2BC8}" dt="2026-03-02T04:44:46.282" v="370"/>
          <ac:spMkLst>
            <pc:docMk/>
            <pc:sldMk cId="3353636603" sldId="258"/>
            <ac:spMk id="249" creationId="{D8E2244D-B553-D0FC-71A9-6B8F0B2F9E05}"/>
          </ac:spMkLst>
        </pc:spChg>
        <pc:spChg chg="mod">
          <ac:chgData name="성현 이" userId="2f0182ffdb5a30a3" providerId="LiveId" clId="{96CFCBFF-3B86-4DA3-8BC4-90A0DDDF2BC8}" dt="2026-03-02T04:44:46.282" v="370"/>
          <ac:spMkLst>
            <pc:docMk/>
            <pc:sldMk cId="3353636603" sldId="258"/>
            <ac:spMk id="250" creationId="{8F1B066A-1C55-8F4A-506F-CF97B7D82F88}"/>
          </ac:spMkLst>
        </pc:spChg>
        <pc:spChg chg="mod">
          <ac:chgData name="성현 이" userId="2f0182ffdb5a30a3" providerId="LiveId" clId="{96CFCBFF-3B86-4DA3-8BC4-90A0DDDF2BC8}" dt="2026-03-02T04:44:46.282" v="370"/>
          <ac:spMkLst>
            <pc:docMk/>
            <pc:sldMk cId="3353636603" sldId="258"/>
            <ac:spMk id="251" creationId="{F730C05C-076E-5EAC-2F91-52768B55DD54}"/>
          </ac:spMkLst>
        </pc:spChg>
        <pc:spChg chg="mod">
          <ac:chgData name="성현 이" userId="2f0182ffdb5a30a3" providerId="LiveId" clId="{96CFCBFF-3B86-4DA3-8BC4-90A0DDDF2BC8}" dt="2026-03-02T04:44:46.282" v="370"/>
          <ac:spMkLst>
            <pc:docMk/>
            <pc:sldMk cId="3353636603" sldId="258"/>
            <ac:spMk id="252" creationId="{65FE900E-7D15-09EE-55DA-F58873086EC8}"/>
          </ac:spMkLst>
        </pc:spChg>
        <pc:grpChg chg="add mod">
          <ac:chgData name="성현 이" userId="2f0182ffdb5a30a3" providerId="LiveId" clId="{96CFCBFF-3B86-4DA3-8BC4-90A0DDDF2BC8}" dt="2026-03-02T04:43:50.515" v="360" actId="1076"/>
          <ac:grpSpMkLst>
            <pc:docMk/>
            <pc:sldMk cId="3353636603" sldId="258"/>
            <ac:grpSpMk id="5" creationId="{C82761E2-AA88-FE48-43CD-A6052A2B3C6E}"/>
          </ac:grpSpMkLst>
        </pc:grpChg>
        <pc:grpChg chg="add del mod">
          <ac:chgData name="성현 이" userId="2f0182ffdb5a30a3" providerId="LiveId" clId="{96CFCBFF-3B86-4DA3-8BC4-90A0DDDF2BC8}" dt="2026-03-04T08:41:13.870" v="1881" actId="478"/>
          <ac:grpSpMkLst>
            <pc:docMk/>
            <pc:sldMk cId="3353636603" sldId="258"/>
            <ac:grpSpMk id="16" creationId="{C7C1D387-837E-36D2-4060-AF79AE72735D}"/>
          </ac:grpSpMkLst>
        </pc:grpChg>
        <pc:grpChg chg="mod">
          <ac:chgData name="성현 이" userId="2f0182ffdb5a30a3" providerId="LiveId" clId="{96CFCBFF-3B86-4DA3-8BC4-90A0DDDF2BC8}" dt="2026-03-04T08:41:20.423" v="1883" actId="1076"/>
          <ac:grpSpMkLst>
            <pc:docMk/>
            <pc:sldMk cId="3353636603" sldId="258"/>
            <ac:grpSpMk id="23" creationId="{E5244ED5-BC3E-B97B-821E-0DDADE3E7C4D}"/>
          </ac:grpSpMkLst>
        </pc:grpChg>
        <pc:grpChg chg="mod">
          <ac:chgData name="성현 이" userId="2f0182ffdb5a30a3" providerId="LiveId" clId="{96CFCBFF-3B86-4DA3-8BC4-90A0DDDF2BC8}" dt="2026-03-02T04:44:23.491" v="366" actId="164"/>
          <ac:grpSpMkLst>
            <pc:docMk/>
            <pc:sldMk cId="3353636603" sldId="258"/>
            <ac:grpSpMk id="88" creationId="{B45ED0A1-28EA-AD05-9F0C-B3550D273D97}"/>
          </ac:grpSpMkLst>
        </pc:grpChg>
        <pc:grpChg chg="add mod">
          <ac:chgData name="성현 이" userId="2f0182ffdb5a30a3" providerId="LiveId" clId="{96CFCBFF-3B86-4DA3-8BC4-90A0DDDF2BC8}" dt="2026-03-02T04:44:35.193" v="369" actId="1076"/>
          <ac:grpSpMkLst>
            <pc:docMk/>
            <pc:sldMk cId="3353636603" sldId="258"/>
            <ac:grpSpMk id="242" creationId="{2CC813F4-4539-13E6-E7CB-B9E77B6F36DA}"/>
          </ac:grpSpMkLst>
        </pc:grpChg>
        <pc:grpChg chg="add mod">
          <ac:chgData name="성현 이" userId="2f0182ffdb5a30a3" providerId="LiveId" clId="{96CFCBFF-3B86-4DA3-8BC4-90A0DDDF2BC8}" dt="2026-03-02T04:44:49.662" v="371" actId="1076"/>
          <ac:grpSpMkLst>
            <pc:docMk/>
            <pc:sldMk cId="3353636603" sldId="258"/>
            <ac:grpSpMk id="243" creationId="{612993B8-0AE6-4AFA-02C5-7B521517B7A2}"/>
          </ac:grpSpMkLst>
        </pc:grpChg>
        <pc:cxnChg chg="add del mod">
          <ac:chgData name="성현 이" userId="2f0182ffdb5a30a3" providerId="LiveId" clId="{96CFCBFF-3B86-4DA3-8BC4-90A0DDDF2BC8}" dt="2026-03-04T08:41:15.035" v="1882" actId="478"/>
          <ac:cxnSpMkLst>
            <pc:docMk/>
            <pc:sldMk cId="3353636603" sldId="258"/>
            <ac:cxnSpMk id="22" creationId="{6A23FF68-5E88-4C75-1D48-C96ED60489BB}"/>
          </ac:cxnSpMkLst>
        </pc:cxnChg>
        <pc:cxnChg chg="add mod">
          <ac:chgData name="성현 이" userId="2f0182ffdb5a30a3" providerId="LiveId" clId="{96CFCBFF-3B86-4DA3-8BC4-90A0DDDF2BC8}" dt="2026-03-04T08:41:20.423" v="1883" actId="1076"/>
          <ac:cxnSpMkLst>
            <pc:docMk/>
            <pc:sldMk cId="3353636603" sldId="258"/>
            <ac:cxnSpMk id="35" creationId="{13417DF1-0963-ACA8-C038-4E37BB2E6649}"/>
          </ac:cxnSpMkLst>
        </pc:cxnChg>
        <pc:cxnChg chg="add mod">
          <ac:chgData name="성현 이" userId="2f0182ffdb5a30a3" providerId="LiveId" clId="{96CFCBFF-3B86-4DA3-8BC4-90A0DDDF2BC8}" dt="2026-03-02T04:44:35.193" v="369" actId="1076"/>
          <ac:cxnSpMkLst>
            <pc:docMk/>
            <pc:sldMk cId="3353636603" sldId="258"/>
            <ac:cxnSpMk id="190" creationId="{57BCA3A7-FA85-6E56-FD0D-601020AE7147}"/>
          </ac:cxnSpMkLst>
        </pc:cxnChg>
      </pc:sldChg>
      <pc:sldChg chg="del">
        <pc:chgData name="성현 이" userId="2f0182ffdb5a30a3" providerId="LiveId" clId="{96CFCBFF-3B86-4DA3-8BC4-90A0DDDF2BC8}" dt="2026-03-02T02:53:55.247" v="46" actId="2696"/>
        <pc:sldMkLst>
          <pc:docMk/>
          <pc:sldMk cId="163946194" sldId="259"/>
        </pc:sldMkLst>
      </pc:sldChg>
      <pc:sldChg chg="addSp delSp modSp new mod">
        <pc:chgData name="성현 이" userId="2f0182ffdb5a30a3" providerId="LiveId" clId="{96CFCBFF-3B86-4DA3-8BC4-90A0DDDF2BC8}" dt="2026-03-02T05:08:10.708" v="805" actId="13822"/>
        <pc:sldMkLst>
          <pc:docMk/>
          <pc:sldMk cId="3251251540" sldId="259"/>
        </pc:sldMkLst>
        <pc:spChg chg="mod">
          <ac:chgData name="성현 이" userId="2f0182ffdb5a30a3" providerId="LiveId" clId="{96CFCBFF-3B86-4DA3-8BC4-90A0DDDF2BC8}" dt="2026-03-02T04:49:48.216" v="429" actId="20577"/>
          <ac:spMkLst>
            <pc:docMk/>
            <pc:sldMk cId="3251251540" sldId="259"/>
            <ac:spMk id="2" creationId="{C9B0BE10-8834-CF23-BEE4-0DF0AD9A602A}"/>
          </ac:spMkLst>
        </pc:spChg>
        <pc:spChg chg="mod">
          <ac:chgData name="성현 이" userId="2f0182ffdb5a30a3" providerId="LiveId" clId="{96CFCBFF-3B86-4DA3-8BC4-90A0DDDF2BC8}" dt="2026-03-02T04:49:26.205" v="418"/>
          <ac:spMkLst>
            <pc:docMk/>
            <pc:sldMk cId="3251251540" sldId="259"/>
            <ac:spMk id="21" creationId="{0B81E8C0-856D-3E3A-2E60-2FDDFFE19A0B}"/>
          </ac:spMkLst>
        </pc:spChg>
        <pc:spChg chg="mod">
          <ac:chgData name="성현 이" userId="2f0182ffdb5a30a3" providerId="LiveId" clId="{96CFCBFF-3B86-4DA3-8BC4-90A0DDDF2BC8}" dt="2026-03-02T04:49:26.205" v="418"/>
          <ac:spMkLst>
            <pc:docMk/>
            <pc:sldMk cId="3251251540" sldId="259"/>
            <ac:spMk id="23" creationId="{CFAD6928-0E2E-A4BA-08D1-74FCDE2162E3}"/>
          </ac:spMkLst>
        </pc:spChg>
        <pc:spChg chg="mod">
          <ac:chgData name="성현 이" userId="2f0182ffdb5a30a3" providerId="LiveId" clId="{96CFCBFF-3B86-4DA3-8BC4-90A0DDDF2BC8}" dt="2026-03-02T04:49:26.205" v="418"/>
          <ac:spMkLst>
            <pc:docMk/>
            <pc:sldMk cId="3251251540" sldId="259"/>
            <ac:spMk id="27" creationId="{01925926-3B8D-B68D-E346-FAF771763456}"/>
          </ac:spMkLst>
        </pc:spChg>
        <pc:spChg chg="mod">
          <ac:chgData name="성현 이" userId="2f0182ffdb5a30a3" providerId="LiveId" clId="{96CFCBFF-3B86-4DA3-8BC4-90A0DDDF2BC8}" dt="2026-03-02T04:49:26.205" v="418"/>
          <ac:spMkLst>
            <pc:docMk/>
            <pc:sldMk cId="3251251540" sldId="259"/>
            <ac:spMk id="34" creationId="{2987C9A7-469F-5ECA-01BF-9EC08E81A61C}"/>
          </ac:spMkLst>
        </pc:spChg>
        <pc:spChg chg="mod">
          <ac:chgData name="성현 이" userId="2f0182ffdb5a30a3" providerId="LiveId" clId="{96CFCBFF-3B86-4DA3-8BC4-90A0DDDF2BC8}" dt="2026-03-02T04:49:26.205" v="418"/>
          <ac:spMkLst>
            <pc:docMk/>
            <pc:sldMk cId="3251251540" sldId="259"/>
            <ac:spMk id="42" creationId="{D1E67F10-4E58-664E-A8C2-213051770A43}"/>
          </ac:spMkLst>
        </pc:spChg>
        <pc:spChg chg="mod">
          <ac:chgData name="성현 이" userId="2f0182ffdb5a30a3" providerId="LiveId" clId="{96CFCBFF-3B86-4DA3-8BC4-90A0DDDF2BC8}" dt="2026-03-02T04:49:26.205" v="418"/>
          <ac:spMkLst>
            <pc:docMk/>
            <pc:sldMk cId="3251251540" sldId="259"/>
            <ac:spMk id="43" creationId="{5A2A276E-F3E6-35C9-93D0-FF1DFFF865E4}"/>
          </ac:spMkLst>
        </pc:spChg>
        <pc:spChg chg="mod">
          <ac:chgData name="성현 이" userId="2f0182ffdb5a30a3" providerId="LiveId" clId="{96CFCBFF-3B86-4DA3-8BC4-90A0DDDF2BC8}" dt="2026-03-02T04:49:26.205" v="418"/>
          <ac:spMkLst>
            <pc:docMk/>
            <pc:sldMk cId="3251251540" sldId="259"/>
            <ac:spMk id="47" creationId="{CFF4DC7A-2B29-E23D-55EF-D5CEFE8E53D8}"/>
          </ac:spMkLst>
        </pc:spChg>
        <pc:spChg chg="mod">
          <ac:chgData name="성현 이" userId="2f0182ffdb5a30a3" providerId="LiveId" clId="{96CFCBFF-3B86-4DA3-8BC4-90A0DDDF2BC8}" dt="2026-03-02T04:49:26.205" v="418"/>
          <ac:spMkLst>
            <pc:docMk/>
            <pc:sldMk cId="3251251540" sldId="259"/>
            <ac:spMk id="48" creationId="{7A1B1423-9E9B-CBB7-B786-295809854D6C}"/>
          </ac:spMkLst>
        </pc:spChg>
        <pc:spChg chg="mod">
          <ac:chgData name="성현 이" userId="2f0182ffdb5a30a3" providerId="LiveId" clId="{96CFCBFF-3B86-4DA3-8BC4-90A0DDDF2BC8}" dt="2026-03-02T04:49:26.205" v="418"/>
          <ac:spMkLst>
            <pc:docMk/>
            <pc:sldMk cId="3251251540" sldId="259"/>
            <ac:spMk id="51" creationId="{D5C22996-3990-37A7-BC5A-BEEEDEA8D082}"/>
          </ac:spMkLst>
        </pc:spChg>
        <pc:spChg chg="mod">
          <ac:chgData name="성현 이" userId="2f0182ffdb5a30a3" providerId="LiveId" clId="{96CFCBFF-3B86-4DA3-8BC4-90A0DDDF2BC8}" dt="2026-03-02T04:49:26.205" v="418"/>
          <ac:spMkLst>
            <pc:docMk/>
            <pc:sldMk cId="3251251540" sldId="259"/>
            <ac:spMk id="65" creationId="{F6746511-0FFB-8899-7471-2644F25D5D29}"/>
          </ac:spMkLst>
        </pc:spChg>
        <pc:spChg chg="mod">
          <ac:chgData name="성현 이" userId="2f0182ffdb5a30a3" providerId="LiveId" clId="{96CFCBFF-3B86-4DA3-8BC4-90A0DDDF2BC8}" dt="2026-03-02T04:51:08.446" v="430"/>
          <ac:spMkLst>
            <pc:docMk/>
            <pc:sldMk cId="3251251540" sldId="259"/>
            <ac:spMk id="115" creationId="{8AD38BE6-4B71-2571-9077-D0B74B106CC6}"/>
          </ac:spMkLst>
        </pc:spChg>
        <pc:spChg chg="mod">
          <ac:chgData name="성현 이" userId="2f0182ffdb5a30a3" providerId="LiveId" clId="{96CFCBFF-3B86-4DA3-8BC4-90A0DDDF2BC8}" dt="2026-03-02T04:51:08.446" v="430"/>
          <ac:spMkLst>
            <pc:docMk/>
            <pc:sldMk cId="3251251540" sldId="259"/>
            <ac:spMk id="116" creationId="{87C7196E-6A69-57B8-06F4-1FAF405C2227}"/>
          </ac:spMkLst>
        </pc:spChg>
        <pc:spChg chg="mod">
          <ac:chgData name="성현 이" userId="2f0182ffdb5a30a3" providerId="LiveId" clId="{96CFCBFF-3B86-4DA3-8BC4-90A0DDDF2BC8}" dt="2026-03-02T04:51:08.446" v="430"/>
          <ac:spMkLst>
            <pc:docMk/>
            <pc:sldMk cId="3251251540" sldId="259"/>
            <ac:spMk id="119" creationId="{81F4359A-8DC0-393A-634C-5AC7039EF766}"/>
          </ac:spMkLst>
        </pc:spChg>
        <pc:spChg chg="mod">
          <ac:chgData name="성현 이" userId="2f0182ffdb5a30a3" providerId="LiveId" clId="{96CFCBFF-3B86-4DA3-8BC4-90A0DDDF2BC8}" dt="2026-03-02T04:51:08.446" v="430"/>
          <ac:spMkLst>
            <pc:docMk/>
            <pc:sldMk cId="3251251540" sldId="259"/>
            <ac:spMk id="123" creationId="{F082B37E-C364-98EB-D96E-59A9487D4250}"/>
          </ac:spMkLst>
        </pc:spChg>
        <pc:spChg chg="mod">
          <ac:chgData name="성현 이" userId="2f0182ffdb5a30a3" providerId="LiveId" clId="{96CFCBFF-3B86-4DA3-8BC4-90A0DDDF2BC8}" dt="2026-03-02T04:51:08.446" v="430"/>
          <ac:spMkLst>
            <pc:docMk/>
            <pc:sldMk cId="3251251540" sldId="259"/>
            <ac:spMk id="126" creationId="{A72E2DD4-458A-F106-88DC-D4E0BB8EBA4D}"/>
          </ac:spMkLst>
        </pc:spChg>
        <pc:spChg chg="mod">
          <ac:chgData name="성현 이" userId="2f0182ffdb5a30a3" providerId="LiveId" clId="{96CFCBFF-3B86-4DA3-8BC4-90A0DDDF2BC8}" dt="2026-03-02T04:51:08.446" v="430"/>
          <ac:spMkLst>
            <pc:docMk/>
            <pc:sldMk cId="3251251540" sldId="259"/>
            <ac:spMk id="130" creationId="{EE5465BF-962D-F2D1-0082-F377EA39FA54}"/>
          </ac:spMkLst>
        </pc:spChg>
        <pc:spChg chg="mod">
          <ac:chgData name="성현 이" userId="2f0182ffdb5a30a3" providerId="LiveId" clId="{96CFCBFF-3B86-4DA3-8BC4-90A0DDDF2BC8}" dt="2026-03-02T04:51:08.446" v="430"/>
          <ac:spMkLst>
            <pc:docMk/>
            <pc:sldMk cId="3251251540" sldId="259"/>
            <ac:spMk id="138" creationId="{357E17E1-0619-888D-EF49-2BE2E31B5872}"/>
          </ac:spMkLst>
        </pc:spChg>
        <pc:spChg chg="mod">
          <ac:chgData name="성현 이" userId="2f0182ffdb5a30a3" providerId="LiveId" clId="{96CFCBFF-3B86-4DA3-8BC4-90A0DDDF2BC8}" dt="2026-03-02T04:51:08.446" v="430"/>
          <ac:spMkLst>
            <pc:docMk/>
            <pc:sldMk cId="3251251540" sldId="259"/>
            <ac:spMk id="147" creationId="{983F5658-2F77-9773-99BA-7CF351CEC7C6}"/>
          </ac:spMkLst>
        </pc:spChg>
        <pc:spChg chg="mod">
          <ac:chgData name="성현 이" userId="2f0182ffdb5a30a3" providerId="LiveId" clId="{96CFCBFF-3B86-4DA3-8BC4-90A0DDDF2BC8}" dt="2026-03-02T04:51:08.446" v="430"/>
          <ac:spMkLst>
            <pc:docMk/>
            <pc:sldMk cId="3251251540" sldId="259"/>
            <ac:spMk id="156" creationId="{EC06B6DB-1671-AE58-EA49-11BCDC75E132}"/>
          </ac:spMkLst>
        </pc:spChg>
        <pc:spChg chg="mod">
          <ac:chgData name="성현 이" userId="2f0182ffdb5a30a3" providerId="LiveId" clId="{96CFCBFF-3B86-4DA3-8BC4-90A0DDDF2BC8}" dt="2026-03-02T04:51:08.446" v="430"/>
          <ac:spMkLst>
            <pc:docMk/>
            <pc:sldMk cId="3251251540" sldId="259"/>
            <ac:spMk id="165" creationId="{4EEA36CA-A7C2-6EF6-D2EE-424D73D69377}"/>
          </ac:spMkLst>
        </pc:spChg>
        <pc:spChg chg="add mod">
          <ac:chgData name="성현 이" userId="2f0182ffdb5a30a3" providerId="LiveId" clId="{96CFCBFF-3B86-4DA3-8BC4-90A0DDDF2BC8}" dt="2026-03-02T04:55:02.716" v="563" actId="12"/>
          <ac:spMkLst>
            <pc:docMk/>
            <pc:sldMk cId="3251251540" sldId="259"/>
            <ac:spMk id="166" creationId="{FFD68368-2027-218A-1D7A-1F1373022CF6}"/>
          </ac:spMkLst>
        </pc:spChg>
        <pc:spChg chg="add mod">
          <ac:chgData name="성현 이" userId="2f0182ffdb5a30a3" providerId="LiveId" clId="{96CFCBFF-3B86-4DA3-8BC4-90A0DDDF2BC8}" dt="2026-03-02T04:57:19.033" v="617" actId="115"/>
          <ac:spMkLst>
            <pc:docMk/>
            <pc:sldMk cId="3251251540" sldId="259"/>
            <ac:spMk id="167" creationId="{F0742C4F-4713-CC83-B80D-2F42B34F1802}"/>
          </ac:spMkLst>
        </pc:spChg>
        <pc:spChg chg="mod">
          <ac:chgData name="성현 이" userId="2f0182ffdb5a30a3" providerId="LiveId" clId="{96CFCBFF-3B86-4DA3-8BC4-90A0DDDF2BC8}" dt="2026-03-02T04:54:07.237" v="527"/>
          <ac:spMkLst>
            <pc:docMk/>
            <pc:sldMk cId="3251251540" sldId="259"/>
            <ac:spMk id="180" creationId="{33827EEF-EBE7-1B12-9D85-184D73316D11}"/>
          </ac:spMkLst>
        </pc:spChg>
        <pc:spChg chg="mod">
          <ac:chgData name="성현 이" userId="2f0182ffdb5a30a3" providerId="LiveId" clId="{96CFCBFF-3B86-4DA3-8BC4-90A0DDDF2BC8}" dt="2026-03-02T04:54:07.237" v="527"/>
          <ac:spMkLst>
            <pc:docMk/>
            <pc:sldMk cId="3251251540" sldId="259"/>
            <ac:spMk id="184" creationId="{7E4A5F88-81A1-56BA-504B-52761F30D64B}"/>
          </ac:spMkLst>
        </pc:spChg>
        <pc:spChg chg="mod">
          <ac:chgData name="성현 이" userId="2f0182ffdb5a30a3" providerId="LiveId" clId="{96CFCBFF-3B86-4DA3-8BC4-90A0DDDF2BC8}" dt="2026-03-02T04:54:07.237" v="527"/>
          <ac:spMkLst>
            <pc:docMk/>
            <pc:sldMk cId="3251251540" sldId="259"/>
            <ac:spMk id="190" creationId="{26CC396F-A0C8-8FFA-2E79-A1866D5BF4BA}"/>
          </ac:spMkLst>
        </pc:spChg>
        <pc:spChg chg="mod">
          <ac:chgData name="성현 이" userId="2f0182ffdb5a30a3" providerId="LiveId" clId="{96CFCBFF-3B86-4DA3-8BC4-90A0DDDF2BC8}" dt="2026-03-02T04:54:07.237" v="527"/>
          <ac:spMkLst>
            <pc:docMk/>
            <pc:sldMk cId="3251251540" sldId="259"/>
            <ac:spMk id="193" creationId="{20C464AF-7953-356B-470B-519D43A0590D}"/>
          </ac:spMkLst>
        </pc:spChg>
        <pc:spChg chg="mod">
          <ac:chgData name="성현 이" userId="2f0182ffdb5a30a3" providerId="LiveId" clId="{96CFCBFF-3B86-4DA3-8BC4-90A0DDDF2BC8}" dt="2026-03-02T04:54:07.237" v="527"/>
          <ac:spMkLst>
            <pc:docMk/>
            <pc:sldMk cId="3251251540" sldId="259"/>
            <ac:spMk id="194" creationId="{2E69379D-C0E3-5599-B222-71EA9409ADEB}"/>
          </ac:spMkLst>
        </pc:spChg>
        <pc:spChg chg="mod">
          <ac:chgData name="성현 이" userId="2f0182ffdb5a30a3" providerId="LiveId" clId="{96CFCBFF-3B86-4DA3-8BC4-90A0DDDF2BC8}" dt="2026-03-02T04:54:07.237" v="527"/>
          <ac:spMkLst>
            <pc:docMk/>
            <pc:sldMk cId="3251251540" sldId="259"/>
            <ac:spMk id="195" creationId="{4351B44A-44D8-9459-9F7D-325085B25F69}"/>
          </ac:spMkLst>
        </pc:spChg>
        <pc:spChg chg="mod">
          <ac:chgData name="성현 이" userId="2f0182ffdb5a30a3" providerId="LiveId" clId="{96CFCBFF-3B86-4DA3-8BC4-90A0DDDF2BC8}" dt="2026-03-02T04:54:07.237" v="527"/>
          <ac:spMkLst>
            <pc:docMk/>
            <pc:sldMk cId="3251251540" sldId="259"/>
            <ac:spMk id="212" creationId="{D2AABB9B-FBF3-53EC-98EE-4B51B7617C8F}"/>
          </ac:spMkLst>
        </pc:spChg>
        <pc:spChg chg="mod">
          <ac:chgData name="성현 이" userId="2f0182ffdb5a30a3" providerId="LiveId" clId="{96CFCBFF-3B86-4DA3-8BC4-90A0DDDF2BC8}" dt="2026-03-02T04:54:07.237" v="527"/>
          <ac:spMkLst>
            <pc:docMk/>
            <pc:sldMk cId="3251251540" sldId="259"/>
            <ac:spMk id="213" creationId="{53218358-FBCA-E822-8837-4FF6063E164B}"/>
          </ac:spMkLst>
        </pc:spChg>
        <pc:spChg chg="mod">
          <ac:chgData name="성현 이" userId="2f0182ffdb5a30a3" providerId="LiveId" clId="{96CFCBFF-3B86-4DA3-8BC4-90A0DDDF2BC8}" dt="2026-03-02T04:54:07.237" v="527"/>
          <ac:spMkLst>
            <pc:docMk/>
            <pc:sldMk cId="3251251540" sldId="259"/>
            <ac:spMk id="216" creationId="{2B6182C1-B151-929C-A88D-B8F39B378D65}"/>
          </ac:spMkLst>
        </pc:spChg>
        <pc:spChg chg="mod">
          <ac:chgData name="성현 이" userId="2f0182ffdb5a30a3" providerId="LiveId" clId="{96CFCBFF-3B86-4DA3-8BC4-90A0DDDF2BC8}" dt="2026-03-02T04:54:07.237" v="527"/>
          <ac:spMkLst>
            <pc:docMk/>
            <pc:sldMk cId="3251251540" sldId="259"/>
            <ac:spMk id="217" creationId="{FF6EC10B-783E-1511-AF71-5D51B4E37F32}"/>
          </ac:spMkLst>
        </pc:spChg>
        <pc:spChg chg="add mod">
          <ac:chgData name="성현 이" userId="2f0182ffdb5a30a3" providerId="LiveId" clId="{96CFCBFF-3B86-4DA3-8BC4-90A0DDDF2BC8}" dt="2026-03-02T04:54:39.055" v="533" actId="13822"/>
          <ac:spMkLst>
            <pc:docMk/>
            <pc:sldMk cId="3251251540" sldId="259"/>
            <ac:spMk id="220" creationId="{D52CFA57-7E39-E4F7-8D65-59D37044E4AA}"/>
          </ac:spMkLst>
        </pc:spChg>
        <pc:spChg chg="add mod">
          <ac:chgData name="성현 이" userId="2f0182ffdb5a30a3" providerId="LiveId" clId="{96CFCBFF-3B86-4DA3-8BC4-90A0DDDF2BC8}" dt="2026-03-02T04:56:56.166" v="616" actId="20577"/>
          <ac:spMkLst>
            <pc:docMk/>
            <pc:sldMk cId="3251251540" sldId="259"/>
            <ac:spMk id="221" creationId="{99EF3BEA-62F2-21B0-D3E8-D5C593DAAEA7}"/>
          </ac:spMkLst>
        </pc:spChg>
        <pc:spChg chg="add mod">
          <ac:chgData name="성현 이" userId="2f0182ffdb5a30a3" providerId="LiveId" clId="{96CFCBFF-3B86-4DA3-8BC4-90A0DDDF2BC8}" dt="2026-03-02T05:08:10.708" v="805" actId="13822"/>
          <ac:spMkLst>
            <pc:docMk/>
            <pc:sldMk cId="3251251540" sldId="259"/>
            <ac:spMk id="222" creationId="{7B0F01A6-DE15-DA51-BC30-7F2567C4FB7E}"/>
          </ac:spMkLst>
        </pc:spChg>
        <pc:grpChg chg="mod">
          <ac:chgData name="성현 이" userId="2f0182ffdb5a30a3" providerId="LiveId" clId="{96CFCBFF-3B86-4DA3-8BC4-90A0DDDF2BC8}" dt="2026-03-02T04:51:22.570" v="432" actId="1076"/>
          <ac:grpSpMkLst>
            <pc:docMk/>
            <pc:sldMk cId="3251251540" sldId="259"/>
            <ac:grpSpMk id="5" creationId="{008AE0CF-A184-D2BC-565C-A5E5E4A204C8}"/>
          </ac:grpSpMkLst>
        </pc:grpChg>
        <pc:grpChg chg="mod">
          <ac:chgData name="성현 이" userId="2f0182ffdb5a30a3" providerId="LiveId" clId="{96CFCBFF-3B86-4DA3-8BC4-90A0DDDF2BC8}" dt="2026-03-02T04:51:11.792" v="431" actId="1076"/>
          <ac:grpSpMkLst>
            <pc:docMk/>
            <pc:sldMk cId="3251251540" sldId="259"/>
            <ac:grpSpMk id="93" creationId="{84A13DE8-2FCF-AA0E-C331-8AC07F6FEFC4}"/>
          </ac:grpSpMkLst>
        </pc:grpChg>
        <pc:grpChg chg="mod">
          <ac:chgData name="성현 이" userId="2f0182ffdb5a30a3" providerId="LiveId" clId="{96CFCBFF-3B86-4DA3-8BC4-90A0DDDF2BC8}" dt="2026-03-02T04:54:13.687" v="528" actId="1076"/>
          <ac:grpSpMkLst>
            <pc:docMk/>
            <pc:sldMk cId="3251251540" sldId="259"/>
            <ac:grpSpMk id="168" creationId="{65604877-9A6E-A4E2-106E-2B1A78D0B691}"/>
          </ac:grpSpMkLst>
        </pc:grpChg>
      </pc:sldChg>
      <pc:sldChg chg="addSp delSp modSp new mod">
        <pc:chgData name="성현 이" userId="2f0182ffdb5a30a3" providerId="LiveId" clId="{96CFCBFF-3B86-4DA3-8BC4-90A0DDDF2BC8}" dt="2026-03-04T08:47:23.666" v="1929" actId="207"/>
        <pc:sldMkLst>
          <pc:docMk/>
          <pc:sldMk cId="133033091" sldId="260"/>
        </pc:sldMkLst>
        <pc:spChg chg="mod">
          <ac:chgData name="성현 이" userId="2f0182ffdb5a30a3" providerId="LiveId" clId="{96CFCBFF-3B86-4DA3-8BC4-90A0DDDF2BC8}" dt="2026-03-02T05:06:01.265" v="709" actId="20577"/>
          <ac:spMkLst>
            <pc:docMk/>
            <pc:sldMk cId="133033091" sldId="260"/>
            <ac:spMk id="2" creationId="{DFB6A744-654B-4680-345A-4206DD45884C}"/>
          </ac:spMkLst>
        </pc:spChg>
        <pc:spChg chg="add mod">
          <ac:chgData name="성현 이" userId="2f0182ffdb5a30a3" providerId="LiveId" clId="{96CFCBFF-3B86-4DA3-8BC4-90A0DDDF2BC8}" dt="2026-03-02T05:24:16.567" v="1298" actId="14100"/>
          <ac:spMkLst>
            <pc:docMk/>
            <pc:sldMk cId="133033091" sldId="260"/>
            <ac:spMk id="3" creationId="{5975DF85-B768-D045-F8F3-335D6B2A8EA0}"/>
          </ac:spMkLst>
        </pc:spChg>
        <pc:spChg chg="mod">
          <ac:chgData name="성현 이" userId="2f0182ffdb5a30a3" providerId="LiveId" clId="{96CFCBFF-3B86-4DA3-8BC4-90A0DDDF2BC8}" dt="2026-03-02T05:01:01.187" v="650" actId="255"/>
          <ac:spMkLst>
            <pc:docMk/>
            <pc:sldMk cId="133033091" sldId="260"/>
            <ac:spMk id="9" creationId="{4A43B779-556B-07AA-B3C2-4F32F2D16CB0}"/>
          </ac:spMkLst>
        </pc:spChg>
        <pc:spChg chg="mod">
          <ac:chgData name="성현 이" userId="2f0182ffdb5a30a3" providerId="LiveId" clId="{96CFCBFF-3B86-4DA3-8BC4-90A0DDDF2BC8}" dt="2026-03-02T05:01:01.187" v="650" actId="255"/>
          <ac:spMkLst>
            <pc:docMk/>
            <pc:sldMk cId="133033091" sldId="260"/>
            <ac:spMk id="12" creationId="{D812E631-A3C5-AEC5-1CAA-9792103CA084}"/>
          </ac:spMkLst>
        </pc:spChg>
        <pc:spChg chg="mod">
          <ac:chgData name="성현 이" userId="2f0182ffdb5a30a3" providerId="LiveId" clId="{96CFCBFF-3B86-4DA3-8BC4-90A0DDDF2BC8}" dt="2026-03-02T04:59:01.050" v="626"/>
          <ac:spMkLst>
            <pc:docMk/>
            <pc:sldMk cId="133033091" sldId="260"/>
            <ac:spMk id="13" creationId="{35757D8E-6ACD-2EC1-DFE9-F21A648CCF8C}"/>
          </ac:spMkLst>
        </pc:spChg>
        <pc:spChg chg="mod">
          <ac:chgData name="성현 이" userId="2f0182ffdb5a30a3" providerId="LiveId" clId="{96CFCBFF-3B86-4DA3-8BC4-90A0DDDF2BC8}" dt="2026-03-02T04:59:01.050" v="626"/>
          <ac:spMkLst>
            <pc:docMk/>
            <pc:sldMk cId="133033091" sldId="260"/>
            <ac:spMk id="24" creationId="{1EB2A530-6B4F-1CBA-E988-172F9B0ED7C4}"/>
          </ac:spMkLst>
        </pc:spChg>
        <pc:spChg chg="mod">
          <ac:chgData name="성현 이" userId="2f0182ffdb5a30a3" providerId="LiveId" clId="{96CFCBFF-3B86-4DA3-8BC4-90A0DDDF2BC8}" dt="2026-03-02T05:01:01.187" v="650" actId="255"/>
          <ac:spMkLst>
            <pc:docMk/>
            <pc:sldMk cId="133033091" sldId="260"/>
            <ac:spMk id="27" creationId="{6F523FB0-E9FF-CB09-0E80-611BF00EB3B8}"/>
          </ac:spMkLst>
        </pc:spChg>
        <pc:spChg chg="mod">
          <ac:chgData name="성현 이" userId="2f0182ffdb5a30a3" providerId="LiveId" clId="{96CFCBFF-3B86-4DA3-8BC4-90A0DDDF2BC8}" dt="2026-03-02T04:59:01.050" v="626"/>
          <ac:spMkLst>
            <pc:docMk/>
            <pc:sldMk cId="133033091" sldId="260"/>
            <ac:spMk id="28" creationId="{43AED4E8-3431-4203-06F0-FAC53D9A3A28}"/>
          </ac:spMkLst>
        </pc:spChg>
        <pc:spChg chg="mod">
          <ac:chgData name="성현 이" userId="2f0182ffdb5a30a3" providerId="LiveId" clId="{96CFCBFF-3B86-4DA3-8BC4-90A0DDDF2BC8}" dt="2026-03-02T04:59:01.050" v="626"/>
          <ac:spMkLst>
            <pc:docMk/>
            <pc:sldMk cId="133033091" sldId="260"/>
            <ac:spMk id="34" creationId="{3709D270-392E-490B-FC80-61BF0A3D1564}"/>
          </ac:spMkLst>
        </pc:spChg>
        <pc:spChg chg="mod">
          <ac:chgData name="성현 이" userId="2f0182ffdb5a30a3" providerId="LiveId" clId="{96CFCBFF-3B86-4DA3-8BC4-90A0DDDF2BC8}" dt="2026-03-02T04:59:01.050" v="626"/>
          <ac:spMkLst>
            <pc:docMk/>
            <pc:sldMk cId="133033091" sldId="260"/>
            <ac:spMk id="38" creationId="{E325B9FE-888C-CAD1-C512-BA6AC8A1980C}"/>
          </ac:spMkLst>
        </pc:spChg>
        <pc:spChg chg="mod">
          <ac:chgData name="성현 이" userId="2f0182ffdb5a30a3" providerId="LiveId" clId="{96CFCBFF-3B86-4DA3-8BC4-90A0DDDF2BC8}" dt="2026-03-02T05:01:01.187" v="650" actId="255"/>
          <ac:spMkLst>
            <pc:docMk/>
            <pc:sldMk cId="133033091" sldId="260"/>
            <ac:spMk id="39" creationId="{22A5FE8E-2171-EDCD-D1D4-2C953B0DDFD6}"/>
          </ac:spMkLst>
        </pc:spChg>
        <pc:spChg chg="mod">
          <ac:chgData name="성현 이" userId="2f0182ffdb5a30a3" providerId="LiveId" clId="{96CFCBFF-3B86-4DA3-8BC4-90A0DDDF2BC8}" dt="2026-03-02T04:59:01.050" v="626"/>
          <ac:spMkLst>
            <pc:docMk/>
            <pc:sldMk cId="133033091" sldId="260"/>
            <ac:spMk id="42" creationId="{CF602113-BC1C-6E83-03B5-896F51525288}"/>
          </ac:spMkLst>
        </pc:spChg>
        <pc:spChg chg="mod">
          <ac:chgData name="성현 이" userId="2f0182ffdb5a30a3" providerId="LiveId" clId="{96CFCBFF-3B86-4DA3-8BC4-90A0DDDF2BC8}" dt="2026-03-04T08:47:23.666" v="1929" actId="207"/>
          <ac:spMkLst>
            <pc:docMk/>
            <pc:sldMk cId="133033091" sldId="260"/>
            <ac:spMk id="50" creationId="{5EDF825D-68C0-3B3A-F573-30B4F56EC762}"/>
          </ac:spMkLst>
        </pc:spChg>
        <pc:spChg chg="mod">
          <ac:chgData name="성현 이" userId="2f0182ffdb5a30a3" providerId="LiveId" clId="{96CFCBFF-3B86-4DA3-8BC4-90A0DDDF2BC8}" dt="2026-03-04T08:47:23.424" v="1928" actId="207"/>
          <ac:spMkLst>
            <pc:docMk/>
            <pc:sldMk cId="133033091" sldId="260"/>
            <ac:spMk id="51" creationId="{FABFC8F5-DABF-E3C0-1A73-121ECAD0931E}"/>
          </ac:spMkLst>
        </pc:spChg>
        <pc:spChg chg="mod">
          <ac:chgData name="성현 이" userId="2f0182ffdb5a30a3" providerId="LiveId" clId="{96CFCBFF-3B86-4DA3-8BC4-90A0DDDF2BC8}" dt="2026-03-04T08:47:23.187" v="1927" actId="207"/>
          <ac:spMkLst>
            <pc:docMk/>
            <pc:sldMk cId="133033091" sldId="260"/>
            <ac:spMk id="52" creationId="{403761EB-5BBB-F585-3AD8-1B7863BD3707}"/>
          </ac:spMkLst>
        </pc:spChg>
        <pc:spChg chg="mod">
          <ac:chgData name="성현 이" userId="2f0182ffdb5a30a3" providerId="LiveId" clId="{96CFCBFF-3B86-4DA3-8BC4-90A0DDDF2BC8}" dt="2026-03-04T08:47:22.916" v="1926" actId="207"/>
          <ac:spMkLst>
            <pc:docMk/>
            <pc:sldMk cId="133033091" sldId="260"/>
            <ac:spMk id="53" creationId="{BC123722-73B6-54B3-A4F2-13BA428E85F9}"/>
          </ac:spMkLst>
        </pc:spChg>
        <pc:spChg chg="mod">
          <ac:chgData name="성현 이" userId="2f0182ffdb5a30a3" providerId="LiveId" clId="{96CFCBFF-3B86-4DA3-8BC4-90A0DDDF2BC8}" dt="2026-03-04T08:47:22.606" v="1925" actId="207"/>
          <ac:spMkLst>
            <pc:docMk/>
            <pc:sldMk cId="133033091" sldId="260"/>
            <ac:spMk id="54" creationId="{BB8C5916-9E36-FD67-120F-DFDE7E1D4A89}"/>
          </ac:spMkLst>
        </pc:spChg>
        <pc:spChg chg="mod">
          <ac:chgData name="성현 이" userId="2f0182ffdb5a30a3" providerId="LiveId" clId="{96CFCBFF-3B86-4DA3-8BC4-90A0DDDF2BC8}" dt="2026-03-02T04:59:01.050" v="626"/>
          <ac:spMkLst>
            <pc:docMk/>
            <pc:sldMk cId="133033091" sldId="260"/>
            <ac:spMk id="55" creationId="{8C2D1176-A0C2-3026-8691-3C8661735001}"/>
          </ac:spMkLst>
        </pc:spChg>
        <pc:spChg chg="mod">
          <ac:chgData name="성현 이" userId="2f0182ffdb5a30a3" providerId="LiveId" clId="{96CFCBFF-3B86-4DA3-8BC4-90A0DDDF2BC8}" dt="2026-03-02T05:01:01.187" v="650" actId="255"/>
          <ac:spMkLst>
            <pc:docMk/>
            <pc:sldMk cId="133033091" sldId="260"/>
            <ac:spMk id="56" creationId="{27B9EA1A-C29D-63D4-4842-432B3A7D6563}"/>
          </ac:spMkLst>
        </pc:spChg>
        <pc:spChg chg="mod">
          <ac:chgData name="성현 이" userId="2f0182ffdb5a30a3" providerId="LiveId" clId="{96CFCBFF-3B86-4DA3-8BC4-90A0DDDF2BC8}" dt="2026-03-02T05:01:01.187" v="650" actId="255"/>
          <ac:spMkLst>
            <pc:docMk/>
            <pc:sldMk cId="133033091" sldId="260"/>
            <ac:spMk id="61" creationId="{D66A6E4F-F454-3C53-47EA-17E7EA6F6C59}"/>
          </ac:spMkLst>
        </pc:spChg>
        <pc:spChg chg="mod">
          <ac:chgData name="성현 이" userId="2f0182ffdb5a30a3" providerId="LiveId" clId="{96CFCBFF-3B86-4DA3-8BC4-90A0DDDF2BC8}" dt="2026-03-02T05:01:01.187" v="650" actId="255"/>
          <ac:spMkLst>
            <pc:docMk/>
            <pc:sldMk cId="133033091" sldId="260"/>
            <ac:spMk id="70" creationId="{2DA55B35-4E42-D3A8-8DE3-2E504790931E}"/>
          </ac:spMkLst>
        </pc:spChg>
        <pc:spChg chg="mod">
          <ac:chgData name="성현 이" userId="2f0182ffdb5a30a3" providerId="LiveId" clId="{96CFCBFF-3B86-4DA3-8BC4-90A0DDDF2BC8}" dt="2026-03-02T04:59:01.050" v="626"/>
          <ac:spMkLst>
            <pc:docMk/>
            <pc:sldMk cId="133033091" sldId="260"/>
            <ac:spMk id="73" creationId="{9BB9DD0F-230C-B314-3807-4B1087654AC6}"/>
          </ac:spMkLst>
        </pc:spChg>
        <pc:spChg chg="add mod">
          <ac:chgData name="성현 이" userId="2f0182ffdb5a30a3" providerId="LiveId" clId="{96CFCBFF-3B86-4DA3-8BC4-90A0DDDF2BC8}" dt="2026-03-02T05:24:28.349" v="1302" actId="1076"/>
          <ac:spMkLst>
            <pc:docMk/>
            <pc:sldMk cId="133033091" sldId="260"/>
            <ac:spMk id="78" creationId="{09FF4B4C-5B6A-196B-FAED-2AF291EB334B}"/>
          </ac:spMkLst>
        </pc:spChg>
        <pc:spChg chg="mod">
          <ac:chgData name="성현 이" userId="2f0182ffdb5a30a3" providerId="LiveId" clId="{96CFCBFF-3B86-4DA3-8BC4-90A0DDDF2BC8}" dt="2026-03-02T05:01:16.581" v="652" actId="1076"/>
          <ac:spMkLst>
            <pc:docMk/>
            <pc:sldMk cId="133033091" sldId="260"/>
            <ac:spMk id="81" creationId="{E298DCDB-4EF8-1690-F9A9-2B61D4DD9034}"/>
          </ac:spMkLst>
        </pc:spChg>
        <pc:spChg chg="mod">
          <ac:chgData name="성현 이" userId="2f0182ffdb5a30a3" providerId="LiveId" clId="{96CFCBFF-3B86-4DA3-8BC4-90A0DDDF2BC8}" dt="2026-03-02T04:59:34.113" v="631"/>
          <ac:spMkLst>
            <pc:docMk/>
            <pc:sldMk cId="133033091" sldId="260"/>
            <ac:spMk id="84" creationId="{B7C3BD4E-2F62-B8A9-AD78-7B36035B6980}"/>
          </ac:spMkLst>
        </pc:spChg>
        <pc:spChg chg="mod">
          <ac:chgData name="성현 이" userId="2f0182ffdb5a30a3" providerId="LiveId" clId="{96CFCBFF-3B86-4DA3-8BC4-90A0DDDF2BC8}" dt="2026-03-02T05:01:18.767" v="653" actId="1076"/>
          <ac:spMkLst>
            <pc:docMk/>
            <pc:sldMk cId="133033091" sldId="260"/>
            <ac:spMk id="90" creationId="{4D25CBB1-F3E6-8EBC-186D-5DD4208E5AE0}"/>
          </ac:spMkLst>
        </pc:spChg>
        <pc:spChg chg="mod">
          <ac:chgData name="성현 이" userId="2f0182ffdb5a30a3" providerId="LiveId" clId="{96CFCBFF-3B86-4DA3-8BC4-90A0DDDF2BC8}" dt="2026-03-02T04:59:34.113" v="631"/>
          <ac:spMkLst>
            <pc:docMk/>
            <pc:sldMk cId="133033091" sldId="260"/>
            <ac:spMk id="91" creationId="{E7ECC33D-06B6-8BF2-5A07-46CC08A39F80}"/>
          </ac:spMkLst>
        </pc:spChg>
        <pc:spChg chg="mod">
          <ac:chgData name="성현 이" userId="2f0182ffdb5a30a3" providerId="LiveId" clId="{96CFCBFF-3B86-4DA3-8BC4-90A0DDDF2BC8}" dt="2026-03-02T05:01:01.187" v="650" actId="255"/>
          <ac:spMkLst>
            <pc:docMk/>
            <pc:sldMk cId="133033091" sldId="260"/>
            <ac:spMk id="95" creationId="{875B9002-ABC0-FF3D-87FF-2DC14EE39E13}"/>
          </ac:spMkLst>
        </pc:spChg>
        <pc:spChg chg="mod">
          <ac:chgData name="성현 이" userId="2f0182ffdb5a30a3" providerId="LiveId" clId="{96CFCBFF-3B86-4DA3-8BC4-90A0DDDF2BC8}" dt="2026-03-02T04:59:34.113" v="631"/>
          <ac:spMkLst>
            <pc:docMk/>
            <pc:sldMk cId="133033091" sldId="260"/>
            <ac:spMk id="105" creationId="{31EBF770-E087-AC15-93A5-0A975FC18826}"/>
          </ac:spMkLst>
        </pc:spChg>
        <pc:spChg chg="mod">
          <ac:chgData name="성현 이" userId="2f0182ffdb5a30a3" providerId="LiveId" clId="{96CFCBFF-3B86-4DA3-8BC4-90A0DDDF2BC8}" dt="2026-03-02T04:59:34.113" v="631"/>
          <ac:spMkLst>
            <pc:docMk/>
            <pc:sldMk cId="133033091" sldId="260"/>
            <ac:spMk id="109" creationId="{C3EA1A6C-09F5-4517-06F5-99179C5FFB51}"/>
          </ac:spMkLst>
        </pc:spChg>
        <pc:spChg chg="mod">
          <ac:chgData name="성현 이" userId="2f0182ffdb5a30a3" providerId="LiveId" clId="{96CFCBFF-3B86-4DA3-8BC4-90A0DDDF2BC8}" dt="2026-03-02T04:59:34.113" v="631"/>
          <ac:spMkLst>
            <pc:docMk/>
            <pc:sldMk cId="133033091" sldId="260"/>
            <ac:spMk id="114" creationId="{B4AB3460-1CCC-CBDE-060A-5D3A9156AFED}"/>
          </ac:spMkLst>
        </pc:spChg>
        <pc:spChg chg="mod">
          <ac:chgData name="성현 이" userId="2f0182ffdb5a30a3" providerId="LiveId" clId="{96CFCBFF-3B86-4DA3-8BC4-90A0DDDF2BC8}" dt="2026-03-02T04:59:34.113" v="631"/>
          <ac:spMkLst>
            <pc:docMk/>
            <pc:sldMk cId="133033091" sldId="260"/>
            <ac:spMk id="119" creationId="{235E7FA3-D495-FFD1-67A1-687003F884BD}"/>
          </ac:spMkLst>
        </pc:spChg>
        <pc:spChg chg="mod">
          <ac:chgData name="성현 이" userId="2f0182ffdb5a30a3" providerId="LiveId" clId="{96CFCBFF-3B86-4DA3-8BC4-90A0DDDF2BC8}" dt="2026-03-02T05:01:01.187" v="650" actId="255"/>
          <ac:spMkLst>
            <pc:docMk/>
            <pc:sldMk cId="133033091" sldId="260"/>
            <ac:spMk id="120" creationId="{9436D5EC-9A37-9E08-975B-01AEE62C934C}"/>
          </ac:spMkLst>
        </pc:spChg>
        <pc:spChg chg="mod">
          <ac:chgData name="성현 이" userId="2f0182ffdb5a30a3" providerId="LiveId" clId="{96CFCBFF-3B86-4DA3-8BC4-90A0DDDF2BC8}" dt="2026-03-02T05:01:01.187" v="650" actId="255"/>
          <ac:spMkLst>
            <pc:docMk/>
            <pc:sldMk cId="133033091" sldId="260"/>
            <ac:spMk id="124" creationId="{5130F8BE-4414-48FD-BC95-7D09539F0A86}"/>
          </ac:spMkLst>
        </pc:spChg>
        <pc:spChg chg="mod">
          <ac:chgData name="성현 이" userId="2f0182ffdb5a30a3" providerId="LiveId" clId="{96CFCBFF-3B86-4DA3-8BC4-90A0DDDF2BC8}" dt="2026-03-02T04:59:34.113" v="631"/>
          <ac:spMkLst>
            <pc:docMk/>
            <pc:sldMk cId="133033091" sldId="260"/>
            <ac:spMk id="128" creationId="{1CC51B01-D0CF-8B52-7873-1F4B905C0D64}"/>
          </ac:spMkLst>
        </pc:spChg>
        <pc:spChg chg="mod">
          <ac:chgData name="성현 이" userId="2f0182ffdb5a30a3" providerId="LiveId" clId="{96CFCBFF-3B86-4DA3-8BC4-90A0DDDF2BC8}" dt="2026-03-02T04:59:43.227" v="637" actId="1076"/>
          <ac:spMkLst>
            <pc:docMk/>
            <pc:sldMk cId="133033091" sldId="260"/>
            <ac:spMk id="129" creationId="{DFC71799-464C-FBFF-0FE7-8520C44B91CD}"/>
          </ac:spMkLst>
        </pc:spChg>
        <pc:spChg chg="add mod">
          <ac:chgData name="성현 이" userId="2f0182ffdb5a30a3" providerId="LiveId" clId="{96CFCBFF-3B86-4DA3-8BC4-90A0DDDF2BC8}" dt="2026-03-02T05:00:19.721" v="642" actId="164"/>
          <ac:spMkLst>
            <pc:docMk/>
            <pc:sldMk cId="133033091" sldId="260"/>
            <ac:spMk id="130" creationId="{03BD1B99-EDE9-CFEF-68E4-83F7BBAA2D81}"/>
          </ac:spMkLst>
        </pc:spChg>
        <pc:spChg chg="mod">
          <ac:chgData name="성현 이" userId="2f0182ffdb5a30a3" providerId="LiveId" clId="{96CFCBFF-3B86-4DA3-8BC4-90A0DDDF2BC8}" dt="2026-03-02T05:02:33.366" v="666" actId="207"/>
          <ac:spMkLst>
            <pc:docMk/>
            <pc:sldMk cId="133033091" sldId="260"/>
            <ac:spMk id="145" creationId="{5E28B4E6-09DF-3967-5013-9950FDA63CBE}"/>
          </ac:spMkLst>
        </pc:spChg>
        <pc:spChg chg="mod">
          <ac:chgData name="성현 이" userId="2f0182ffdb5a30a3" providerId="LiveId" clId="{96CFCBFF-3B86-4DA3-8BC4-90A0DDDF2BC8}" dt="2026-03-02T05:02:32.387" v="665" actId="207"/>
          <ac:spMkLst>
            <pc:docMk/>
            <pc:sldMk cId="133033091" sldId="260"/>
            <ac:spMk id="153" creationId="{B5E05141-99A3-5B4B-91CB-0B0442A494CB}"/>
          </ac:spMkLst>
        </pc:spChg>
        <pc:spChg chg="mod">
          <ac:chgData name="성현 이" userId="2f0182ffdb5a30a3" providerId="LiveId" clId="{96CFCBFF-3B86-4DA3-8BC4-90A0DDDF2BC8}" dt="2026-03-02T05:02:44.266" v="667" actId="207"/>
          <ac:spMkLst>
            <pc:docMk/>
            <pc:sldMk cId="133033091" sldId="260"/>
            <ac:spMk id="158" creationId="{53E5794E-649F-2350-38BA-C06CB0948D2A}"/>
          </ac:spMkLst>
        </pc:spChg>
        <pc:spChg chg="mod">
          <ac:chgData name="성현 이" userId="2f0182ffdb5a30a3" providerId="LiveId" clId="{96CFCBFF-3B86-4DA3-8BC4-90A0DDDF2BC8}" dt="2026-03-02T05:02:55.140" v="669" actId="207"/>
          <ac:spMkLst>
            <pc:docMk/>
            <pc:sldMk cId="133033091" sldId="260"/>
            <ac:spMk id="160" creationId="{53BB929C-4B44-BB2D-EA4C-342594167508}"/>
          </ac:spMkLst>
        </pc:spChg>
        <pc:spChg chg="mod">
          <ac:chgData name="성현 이" userId="2f0182ffdb5a30a3" providerId="LiveId" clId="{96CFCBFF-3B86-4DA3-8BC4-90A0DDDF2BC8}" dt="2026-03-02T05:02:50.488" v="668" actId="207"/>
          <ac:spMkLst>
            <pc:docMk/>
            <pc:sldMk cId="133033091" sldId="260"/>
            <ac:spMk id="162" creationId="{17B2304E-FFAE-89E0-26A5-CBA8185AF0DF}"/>
          </ac:spMkLst>
        </pc:spChg>
        <pc:spChg chg="mod">
          <ac:chgData name="성현 이" userId="2f0182ffdb5a30a3" providerId="LiveId" clId="{96CFCBFF-3B86-4DA3-8BC4-90A0DDDF2BC8}" dt="2026-03-02T05:02:44.266" v="667" actId="207"/>
          <ac:spMkLst>
            <pc:docMk/>
            <pc:sldMk cId="133033091" sldId="260"/>
            <ac:spMk id="164" creationId="{902AB4ED-A124-6261-68FE-0EE587CDFF83}"/>
          </ac:spMkLst>
        </pc:spChg>
        <pc:spChg chg="mod">
          <ac:chgData name="성현 이" userId="2f0182ffdb5a30a3" providerId="LiveId" clId="{96CFCBFF-3B86-4DA3-8BC4-90A0DDDF2BC8}" dt="2026-03-02T05:02:55.140" v="669" actId="207"/>
          <ac:spMkLst>
            <pc:docMk/>
            <pc:sldMk cId="133033091" sldId="260"/>
            <ac:spMk id="166" creationId="{A03FA18A-74DB-4974-079E-4236D3969248}"/>
          </ac:spMkLst>
        </pc:spChg>
        <pc:spChg chg="mod">
          <ac:chgData name="성현 이" userId="2f0182ffdb5a30a3" providerId="LiveId" clId="{96CFCBFF-3B86-4DA3-8BC4-90A0DDDF2BC8}" dt="2026-03-02T05:03:04.372" v="670" actId="207"/>
          <ac:spMkLst>
            <pc:docMk/>
            <pc:sldMk cId="133033091" sldId="260"/>
            <ac:spMk id="167" creationId="{FB8467E7-435A-6808-896B-813966A45C24}"/>
          </ac:spMkLst>
        </pc:spChg>
        <pc:spChg chg="mod">
          <ac:chgData name="성현 이" userId="2f0182ffdb5a30a3" providerId="LiveId" clId="{96CFCBFF-3B86-4DA3-8BC4-90A0DDDF2BC8}" dt="2026-03-02T05:03:13.716" v="671" actId="207"/>
          <ac:spMkLst>
            <pc:docMk/>
            <pc:sldMk cId="133033091" sldId="260"/>
            <ac:spMk id="169" creationId="{F834A798-12C0-7D17-0AE6-052431862E18}"/>
          </ac:spMkLst>
        </pc:spChg>
        <pc:spChg chg="mod">
          <ac:chgData name="성현 이" userId="2f0182ffdb5a30a3" providerId="LiveId" clId="{96CFCBFF-3B86-4DA3-8BC4-90A0DDDF2BC8}" dt="2026-03-02T05:02:32.387" v="665" actId="207"/>
          <ac:spMkLst>
            <pc:docMk/>
            <pc:sldMk cId="133033091" sldId="260"/>
            <ac:spMk id="171" creationId="{431CEEF6-04D6-18D3-971C-8D24EBA048E6}"/>
          </ac:spMkLst>
        </pc:spChg>
        <pc:spChg chg="mod">
          <ac:chgData name="성현 이" userId="2f0182ffdb5a30a3" providerId="LiveId" clId="{96CFCBFF-3B86-4DA3-8BC4-90A0DDDF2BC8}" dt="2026-03-02T05:03:13.716" v="671" actId="207"/>
          <ac:spMkLst>
            <pc:docMk/>
            <pc:sldMk cId="133033091" sldId="260"/>
            <ac:spMk id="173" creationId="{D3318A4A-0F92-D915-07E1-4D60837D8575}"/>
          </ac:spMkLst>
        </pc:spChg>
        <pc:spChg chg="mod">
          <ac:chgData name="성현 이" userId="2f0182ffdb5a30a3" providerId="LiveId" clId="{96CFCBFF-3B86-4DA3-8BC4-90A0DDDF2BC8}" dt="2026-03-02T05:03:13.716" v="671" actId="207"/>
          <ac:spMkLst>
            <pc:docMk/>
            <pc:sldMk cId="133033091" sldId="260"/>
            <ac:spMk id="175" creationId="{AB638A34-1503-6B0D-6A8F-36138B982A32}"/>
          </ac:spMkLst>
        </pc:spChg>
        <pc:spChg chg="mod">
          <ac:chgData name="성현 이" userId="2f0182ffdb5a30a3" providerId="LiveId" clId="{96CFCBFF-3B86-4DA3-8BC4-90A0DDDF2BC8}" dt="2026-03-02T05:02:32.387" v="665" actId="207"/>
          <ac:spMkLst>
            <pc:docMk/>
            <pc:sldMk cId="133033091" sldId="260"/>
            <ac:spMk id="176" creationId="{A768F128-07A1-E2A6-92DE-1A3DCD278378}"/>
          </ac:spMkLst>
        </pc:spChg>
        <pc:spChg chg="mod">
          <ac:chgData name="성현 이" userId="2f0182ffdb5a30a3" providerId="LiveId" clId="{96CFCBFF-3B86-4DA3-8BC4-90A0DDDF2BC8}" dt="2026-03-02T05:02:33.366" v="666" actId="207"/>
          <ac:spMkLst>
            <pc:docMk/>
            <pc:sldMk cId="133033091" sldId="260"/>
            <ac:spMk id="184" creationId="{5E89771E-C4EA-BD34-80D8-0D679A2F0BDA}"/>
          </ac:spMkLst>
        </pc:spChg>
        <pc:spChg chg="mod">
          <ac:chgData name="성현 이" userId="2f0182ffdb5a30a3" providerId="LiveId" clId="{96CFCBFF-3B86-4DA3-8BC4-90A0DDDF2BC8}" dt="2026-03-02T05:02:32.387" v="665" actId="207"/>
          <ac:spMkLst>
            <pc:docMk/>
            <pc:sldMk cId="133033091" sldId="260"/>
            <ac:spMk id="197" creationId="{0254E90E-9358-7957-C702-FBDB2F1846D1}"/>
          </ac:spMkLst>
        </pc:spChg>
        <pc:spChg chg="mod">
          <ac:chgData name="성현 이" userId="2f0182ffdb5a30a3" providerId="LiveId" clId="{96CFCBFF-3B86-4DA3-8BC4-90A0DDDF2BC8}" dt="2026-03-02T05:02:17.163" v="664" actId="207"/>
          <ac:spMkLst>
            <pc:docMk/>
            <pc:sldMk cId="133033091" sldId="260"/>
            <ac:spMk id="198" creationId="{95991CAF-91B1-F01B-93C2-3957CE4EC051}"/>
          </ac:spMkLst>
        </pc:spChg>
        <pc:spChg chg="mod">
          <ac:chgData name="성현 이" userId="2f0182ffdb5a30a3" providerId="LiveId" clId="{96CFCBFF-3B86-4DA3-8BC4-90A0DDDF2BC8}" dt="2026-03-02T05:02:17.163" v="664" actId="207"/>
          <ac:spMkLst>
            <pc:docMk/>
            <pc:sldMk cId="133033091" sldId="260"/>
            <ac:spMk id="199" creationId="{21E93E22-8890-B098-2536-A1CE6F910850}"/>
          </ac:spMkLst>
        </pc:spChg>
        <pc:spChg chg="mod">
          <ac:chgData name="성현 이" userId="2f0182ffdb5a30a3" providerId="LiveId" clId="{96CFCBFF-3B86-4DA3-8BC4-90A0DDDF2BC8}" dt="2026-03-02T05:02:33.366" v="666" actId="207"/>
          <ac:spMkLst>
            <pc:docMk/>
            <pc:sldMk cId="133033091" sldId="260"/>
            <ac:spMk id="200" creationId="{01A120E1-1E09-D513-F25C-1CAC45CD2F82}"/>
          </ac:spMkLst>
        </pc:spChg>
        <pc:spChg chg="mod">
          <ac:chgData name="성현 이" userId="2f0182ffdb5a30a3" providerId="LiveId" clId="{96CFCBFF-3B86-4DA3-8BC4-90A0DDDF2BC8}" dt="2026-03-02T05:02:33.366" v="666" actId="207"/>
          <ac:spMkLst>
            <pc:docMk/>
            <pc:sldMk cId="133033091" sldId="260"/>
            <ac:spMk id="201" creationId="{2774F3CC-B424-7482-A644-D7CF2C6D6D5E}"/>
          </ac:spMkLst>
        </pc:spChg>
        <pc:spChg chg="mod">
          <ac:chgData name="성현 이" userId="2f0182ffdb5a30a3" providerId="LiveId" clId="{96CFCBFF-3B86-4DA3-8BC4-90A0DDDF2BC8}" dt="2026-03-02T05:02:32.387" v="665" actId="207"/>
          <ac:spMkLst>
            <pc:docMk/>
            <pc:sldMk cId="133033091" sldId="260"/>
            <ac:spMk id="207" creationId="{C01A87CB-328B-A0AC-0D5A-90F952F1DFC8}"/>
          </ac:spMkLst>
        </pc:spChg>
        <pc:spChg chg="mod">
          <ac:chgData name="성현 이" userId="2f0182ffdb5a30a3" providerId="LiveId" clId="{96CFCBFF-3B86-4DA3-8BC4-90A0DDDF2BC8}" dt="2026-03-02T05:02:32.387" v="665" actId="207"/>
          <ac:spMkLst>
            <pc:docMk/>
            <pc:sldMk cId="133033091" sldId="260"/>
            <ac:spMk id="217" creationId="{EAD1767A-24E3-B189-2466-6AA43ADFAB73}"/>
          </ac:spMkLst>
        </pc:spChg>
        <pc:spChg chg="mod">
          <ac:chgData name="성현 이" userId="2f0182ffdb5a30a3" providerId="LiveId" clId="{96CFCBFF-3B86-4DA3-8BC4-90A0DDDF2BC8}" dt="2026-03-02T05:02:33.366" v="666" actId="207"/>
          <ac:spMkLst>
            <pc:docMk/>
            <pc:sldMk cId="133033091" sldId="260"/>
            <ac:spMk id="220" creationId="{C0B487FE-3C3E-099A-FC68-BAA8C9629D82}"/>
          </ac:spMkLst>
        </pc:spChg>
        <pc:spChg chg="mod">
          <ac:chgData name="성현 이" userId="2f0182ffdb5a30a3" providerId="LiveId" clId="{96CFCBFF-3B86-4DA3-8BC4-90A0DDDF2BC8}" dt="2026-03-02T05:02:32.387" v="665" actId="207"/>
          <ac:spMkLst>
            <pc:docMk/>
            <pc:sldMk cId="133033091" sldId="260"/>
            <ac:spMk id="221" creationId="{6B17073C-48FB-A232-F03E-2E928772DE60}"/>
          </ac:spMkLst>
        </pc:spChg>
        <pc:spChg chg="mod">
          <ac:chgData name="성현 이" userId="2f0182ffdb5a30a3" providerId="LiveId" clId="{96CFCBFF-3B86-4DA3-8BC4-90A0DDDF2BC8}" dt="2026-03-02T05:01:56.630" v="661" actId="207"/>
          <ac:spMkLst>
            <pc:docMk/>
            <pc:sldMk cId="133033091" sldId="260"/>
            <ac:spMk id="229" creationId="{DCF10156-1F24-8266-BAF6-76DFAF60C6AA}"/>
          </ac:spMkLst>
        </pc:spChg>
        <pc:spChg chg="mod">
          <ac:chgData name="성현 이" userId="2f0182ffdb5a30a3" providerId="LiveId" clId="{96CFCBFF-3B86-4DA3-8BC4-90A0DDDF2BC8}" dt="2026-03-02T05:01:56.630" v="661" actId="207"/>
          <ac:spMkLst>
            <pc:docMk/>
            <pc:sldMk cId="133033091" sldId="260"/>
            <ac:spMk id="230" creationId="{B98B4AB9-2DE2-C39F-74D6-B264EE3E3B63}"/>
          </ac:spMkLst>
        </pc:spChg>
        <pc:spChg chg="mod">
          <ac:chgData name="성현 이" userId="2f0182ffdb5a30a3" providerId="LiveId" clId="{96CFCBFF-3B86-4DA3-8BC4-90A0DDDF2BC8}" dt="2026-03-02T05:02:01.391" v="662" actId="207"/>
          <ac:spMkLst>
            <pc:docMk/>
            <pc:sldMk cId="133033091" sldId="260"/>
            <ac:spMk id="231" creationId="{61E7D1B7-B1BC-33E5-5429-38CEF69CC383}"/>
          </ac:spMkLst>
        </pc:spChg>
        <pc:spChg chg="mod">
          <ac:chgData name="성현 이" userId="2f0182ffdb5a30a3" providerId="LiveId" clId="{96CFCBFF-3B86-4DA3-8BC4-90A0DDDF2BC8}" dt="2026-03-02T05:02:33.366" v="666" actId="207"/>
          <ac:spMkLst>
            <pc:docMk/>
            <pc:sldMk cId="133033091" sldId="260"/>
            <ac:spMk id="233" creationId="{7C40E75A-F827-F24D-EDDA-99179765B1E1}"/>
          </ac:spMkLst>
        </pc:spChg>
        <pc:spChg chg="mod">
          <ac:chgData name="성현 이" userId="2f0182ffdb5a30a3" providerId="LiveId" clId="{96CFCBFF-3B86-4DA3-8BC4-90A0DDDF2BC8}" dt="2026-03-02T05:02:33.366" v="666" actId="207"/>
          <ac:spMkLst>
            <pc:docMk/>
            <pc:sldMk cId="133033091" sldId="260"/>
            <ac:spMk id="238" creationId="{F064D9D9-46A9-3525-E680-FCC949DB7AA7}"/>
          </ac:spMkLst>
        </pc:spChg>
        <pc:spChg chg="mod">
          <ac:chgData name="성현 이" userId="2f0182ffdb5a30a3" providerId="LiveId" clId="{96CFCBFF-3B86-4DA3-8BC4-90A0DDDF2BC8}" dt="2026-03-02T05:02:33.366" v="666" actId="207"/>
          <ac:spMkLst>
            <pc:docMk/>
            <pc:sldMk cId="133033091" sldId="260"/>
            <ac:spMk id="241" creationId="{BA8A6AB5-CDF6-8AA0-9281-810BCEF67787}"/>
          </ac:spMkLst>
        </pc:spChg>
        <pc:spChg chg="mod">
          <ac:chgData name="성현 이" userId="2f0182ffdb5a30a3" providerId="LiveId" clId="{96CFCBFF-3B86-4DA3-8BC4-90A0DDDF2BC8}" dt="2026-03-02T05:02:33.366" v="666" actId="207"/>
          <ac:spMkLst>
            <pc:docMk/>
            <pc:sldMk cId="133033091" sldId="260"/>
            <ac:spMk id="248" creationId="{F3B42100-2068-1EBE-9614-DDEF522B4FBC}"/>
          </ac:spMkLst>
        </pc:spChg>
        <pc:spChg chg="mod">
          <ac:chgData name="성현 이" userId="2f0182ffdb5a30a3" providerId="LiveId" clId="{96CFCBFF-3B86-4DA3-8BC4-90A0DDDF2BC8}" dt="2026-03-02T05:03:46.640" v="672"/>
          <ac:spMkLst>
            <pc:docMk/>
            <pc:sldMk cId="133033091" sldId="260"/>
            <ac:spMk id="270" creationId="{D3CBC854-C09B-860B-B5D3-96F863C40E4B}"/>
          </ac:spMkLst>
        </pc:spChg>
        <pc:spChg chg="mod">
          <ac:chgData name="성현 이" userId="2f0182ffdb5a30a3" providerId="LiveId" clId="{96CFCBFF-3B86-4DA3-8BC4-90A0DDDF2BC8}" dt="2026-03-02T05:03:46.640" v="672"/>
          <ac:spMkLst>
            <pc:docMk/>
            <pc:sldMk cId="133033091" sldId="260"/>
            <ac:spMk id="271" creationId="{D581CD86-BE2C-546B-01BE-29F7FD5FE117}"/>
          </ac:spMkLst>
        </pc:spChg>
        <pc:spChg chg="mod">
          <ac:chgData name="성현 이" userId="2f0182ffdb5a30a3" providerId="LiveId" clId="{96CFCBFF-3B86-4DA3-8BC4-90A0DDDF2BC8}" dt="2026-03-02T05:03:46.640" v="672"/>
          <ac:spMkLst>
            <pc:docMk/>
            <pc:sldMk cId="133033091" sldId="260"/>
            <ac:spMk id="274" creationId="{A5FB0BC2-4653-4ADB-435A-BE175918FAE4}"/>
          </ac:spMkLst>
        </pc:spChg>
        <pc:spChg chg="mod">
          <ac:chgData name="성현 이" userId="2f0182ffdb5a30a3" providerId="LiveId" clId="{96CFCBFF-3B86-4DA3-8BC4-90A0DDDF2BC8}" dt="2026-03-02T05:05:27.482" v="684" actId="207"/>
          <ac:spMkLst>
            <pc:docMk/>
            <pc:sldMk cId="133033091" sldId="260"/>
            <ac:spMk id="275" creationId="{3CBF4E61-ACDA-0EAF-7432-9F5C2083C5B6}"/>
          </ac:spMkLst>
        </pc:spChg>
        <pc:spChg chg="mod">
          <ac:chgData name="성현 이" userId="2f0182ffdb5a30a3" providerId="LiveId" clId="{96CFCBFF-3B86-4DA3-8BC4-90A0DDDF2BC8}" dt="2026-03-02T05:05:27.482" v="684" actId="207"/>
          <ac:spMkLst>
            <pc:docMk/>
            <pc:sldMk cId="133033091" sldId="260"/>
            <ac:spMk id="276" creationId="{2852D59E-4792-A1A3-E76A-6FCAE9282CDC}"/>
          </ac:spMkLst>
        </pc:spChg>
        <pc:spChg chg="mod">
          <ac:chgData name="성현 이" userId="2f0182ffdb5a30a3" providerId="LiveId" clId="{96CFCBFF-3B86-4DA3-8BC4-90A0DDDF2BC8}" dt="2026-03-02T05:05:27.482" v="684" actId="207"/>
          <ac:spMkLst>
            <pc:docMk/>
            <pc:sldMk cId="133033091" sldId="260"/>
            <ac:spMk id="277" creationId="{B8BB2918-A6ED-F945-937B-5325DC12E695}"/>
          </ac:spMkLst>
        </pc:spChg>
        <pc:spChg chg="mod">
          <ac:chgData name="성현 이" userId="2f0182ffdb5a30a3" providerId="LiveId" clId="{96CFCBFF-3B86-4DA3-8BC4-90A0DDDF2BC8}" dt="2026-03-02T05:05:27.482" v="684" actId="207"/>
          <ac:spMkLst>
            <pc:docMk/>
            <pc:sldMk cId="133033091" sldId="260"/>
            <ac:spMk id="279" creationId="{C7A17CF6-AF57-0549-AA4D-D9F6AA408725}"/>
          </ac:spMkLst>
        </pc:spChg>
        <pc:spChg chg="mod">
          <ac:chgData name="성현 이" userId="2f0182ffdb5a30a3" providerId="LiveId" clId="{96CFCBFF-3B86-4DA3-8BC4-90A0DDDF2BC8}" dt="2026-03-02T05:05:27.482" v="684" actId="207"/>
          <ac:spMkLst>
            <pc:docMk/>
            <pc:sldMk cId="133033091" sldId="260"/>
            <ac:spMk id="280" creationId="{DF8C78CC-3D93-BECA-F517-5AD865A379CB}"/>
          </ac:spMkLst>
        </pc:spChg>
        <pc:spChg chg="mod">
          <ac:chgData name="성현 이" userId="2f0182ffdb5a30a3" providerId="LiveId" clId="{96CFCBFF-3B86-4DA3-8BC4-90A0DDDF2BC8}" dt="2026-03-02T05:05:27.482" v="684" actId="207"/>
          <ac:spMkLst>
            <pc:docMk/>
            <pc:sldMk cId="133033091" sldId="260"/>
            <ac:spMk id="281" creationId="{30E38270-C952-AAFB-1BA4-4DA38B0852C0}"/>
          </ac:spMkLst>
        </pc:spChg>
        <pc:spChg chg="mod">
          <ac:chgData name="성현 이" userId="2f0182ffdb5a30a3" providerId="LiveId" clId="{96CFCBFF-3B86-4DA3-8BC4-90A0DDDF2BC8}" dt="2026-03-02T05:03:46.640" v="672"/>
          <ac:spMkLst>
            <pc:docMk/>
            <pc:sldMk cId="133033091" sldId="260"/>
            <ac:spMk id="283" creationId="{DC04A2F3-2637-3B3C-0BDB-F1AFC2008733}"/>
          </ac:spMkLst>
        </pc:spChg>
        <pc:spChg chg="mod">
          <ac:chgData name="성현 이" userId="2f0182ffdb5a30a3" providerId="LiveId" clId="{96CFCBFF-3B86-4DA3-8BC4-90A0DDDF2BC8}" dt="2026-03-02T05:05:11.018" v="682" actId="207"/>
          <ac:spMkLst>
            <pc:docMk/>
            <pc:sldMk cId="133033091" sldId="260"/>
            <ac:spMk id="284" creationId="{08189BB6-BB23-0137-2F13-A92A5C0FF589}"/>
          </ac:spMkLst>
        </pc:spChg>
        <pc:spChg chg="mod">
          <ac:chgData name="성현 이" userId="2f0182ffdb5a30a3" providerId="LiveId" clId="{96CFCBFF-3B86-4DA3-8BC4-90A0DDDF2BC8}" dt="2026-03-02T05:05:16.362" v="683" actId="207"/>
          <ac:spMkLst>
            <pc:docMk/>
            <pc:sldMk cId="133033091" sldId="260"/>
            <ac:spMk id="290" creationId="{AEC7A35C-B7B2-8F98-8160-8A74D6AB0858}"/>
          </ac:spMkLst>
        </pc:spChg>
        <pc:spChg chg="mod">
          <ac:chgData name="성현 이" userId="2f0182ffdb5a30a3" providerId="LiveId" clId="{96CFCBFF-3B86-4DA3-8BC4-90A0DDDF2BC8}" dt="2026-03-02T05:05:02.286" v="681" actId="207"/>
          <ac:spMkLst>
            <pc:docMk/>
            <pc:sldMk cId="133033091" sldId="260"/>
            <ac:spMk id="293" creationId="{867895BD-6479-3F5E-FA91-6291F28DF726}"/>
          </ac:spMkLst>
        </pc:spChg>
        <pc:spChg chg="mod">
          <ac:chgData name="성현 이" userId="2f0182ffdb5a30a3" providerId="LiveId" clId="{96CFCBFF-3B86-4DA3-8BC4-90A0DDDF2BC8}" dt="2026-03-02T05:03:46.640" v="672"/>
          <ac:spMkLst>
            <pc:docMk/>
            <pc:sldMk cId="133033091" sldId="260"/>
            <ac:spMk id="296" creationId="{5DE73FA3-E573-3CAD-6FE6-63C3DAE684BA}"/>
          </ac:spMkLst>
        </pc:spChg>
        <pc:spChg chg="mod">
          <ac:chgData name="성현 이" userId="2f0182ffdb5a30a3" providerId="LiveId" clId="{96CFCBFF-3B86-4DA3-8BC4-90A0DDDF2BC8}" dt="2026-03-02T05:04:54.778" v="680" actId="207"/>
          <ac:spMkLst>
            <pc:docMk/>
            <pc:sldMk cId="133033091" sldId="260"/>
            <ac:spMk id="301" creationId="{2628C092-CB78-FCB2-E49F-DCFA9C9DD693}"/>
          </ac:spMkLst>
        </pc:spChg>
        <pc:spChg chg="mod">
          <ac:chgData name="성현 이" userId="2f0182ffdb5a30a3" providerId="LiveId" clId="{96CFCBFF-3B86-4DA3-8BC4-90A0DDDF2BC8}" dt="2026-03-02T05:03:46.640" v="672"/>
          <ac:spMkLst>
            <pc:docMk/>
            <pc:sldMk cId="133033091" sldId="260"/>
            <ac:spMk id="302" creationId="{B4660114-83BC-A17E-09AB-DD1BCCEB41CD}"/>
          </ac:spMkLst>
        </pc:spChg>
        <pc:spChg chg="mod">
          <ac:chgData name="성현 이" userId="2f0182ffdb5a30a3" providerId="LiveId" clId="{96CFCBFF-3B86-4DA3-8BC4-90A0DDDF2BC8}" dt="2026-03-02T05:04:54.778" v="680" actId="207"/>
          <ac:spMkLst>
            <pc:docMk/>
            <pc:sldMk cId="133033091" sldId="260"/>
            <ac:spMk id="305" creationId="{B9414713-D84A-DFA2-4E8B-6910DD8CE70F}"/>
          </ac:spMkLst>
        </pc:spChg>
        <pc:spChg chg="mod">
          <ac:chgData name="성현 이" userId="2f0182ffdb5a30a3" providerId="LiveId" clId="{96CFCBFF-3B86-4DA3-8BC4-90A0DDDF2BC8}" dt="2026-03-02T05:04:54.778" v="680" actId="207"/>
          <ac:spMkLst>
            <pc:docMk/>
            <pc:sldMk cId="133033091" sldId="260"/>
            <ac:spMk id="309" creationId="{6F13B788-4B1A-260F-DDC0-41F49A9FBD29}"/>
          </ac:spMkLst>
        </pc:spChg>
        <pc:spChg chg="mod">
          <ac:chgData name="성현 이" userId="2f0182ffdb5a30a3" providerId="LiveId" clId="{96CFCBFF-3B86-4DA3-8BC4-90A0DDDF2BC8}" dt="2026-03-02T05:03:46.640" v="672"/>
          <ac:spMkLst>
            <pc:docMk/>
            <pc:sldMk cId="133033091" sldId="260"/>
            <ac:spMk id="322" creationId="{9B577EC7-6F42-EBFE-B69B-0E6FBD2523D2}"/>
          </ac:spMkLst>
        </pc:spChg>
        <pc:spChg chg="mod">
          <ac:chgData name="성현 이" userId="2f0182ffdb5a30a3" providerId="LiveId" clId="{96CFCBFF-3B86-4DA3-8BC4-90A0DDDF2BC8}" dt="2026-03-02T05:04:41.518" v="679" actId="207"/>
          <ac:spMkLst>
            <pc:docMk/>
            <pc:sldMk cId="133033091" sldId="260"/>
            <ac:spMk id="325" creationId="{41417F59-0F77-1E16-2C4C-3EA8AB7EB1DA}"/>
          </ac:spMkLst>
        </pc:spChg>
        <pc:spChg chg="mod">
          <ac:chgData name="성현 이" userId="2f0182ffdb5a30a3" providerId="LiveId" clId="{96CFCBFF-3B86-4DA3-8BC4-90A0DDDF2BC8}" dt="2026-03-02T05:04:41.518" v="679" actId="207"/>
          <ac:spMkLst>
            <pc:docMk/>
            <pc:sldMk cId="133033091" sldId="260"/>
            <ac:spMk id="326" creationId="{F5D8BABE-8E6E-2785-BCFC-3D439A1FCBE7}"/>
          </ac:spMkLst>
        </pc:spChg>
        <pc:spChg chg="mod">
          <ac:chgData name="성현 이" userId="2f0182ffdb5a30a3" providerId="LiveId" clId="{96CFCBFF-3B86-4DA3-8BC4-90A0DDDF2BC8}" dt="2026-03-02T05:04:07.796" v="674" actId="207"/>
          <ac:spMkLst>
            <pc:docMk/>
            <pc:sldMk cId="133033091" sldId="260"/>
            <ac:spMk id="354" creationId="{7A0E083C-1DE4-E440-8FD8-55A530EA81C8}"/>
          </ac:spMkLst>
        </pc:spChg>
        <pc:spChg chg="mod">
          <ac:chgData name="성현 이" userId="2f0182ffdb5a30a3" providerId="LiveId" clId="{96CFCBFF-3B86-4DA3-8BC4-90A0DDDF2BC8}" dt="2026-03-02T05:04:23.091" v="677" actId="207"/>
          <ac:spMkLst>
            <pc:docMk/>
            <pc:sldMk cId="133033091" sldId="260"/>
            <ac:spMk id="355" creationId="{BE210A84-0C8A-DD55-FD76-6C4111E3F809}"/>
          </ac:spMkLst>
        </pc:spChg>
        <pc:spChg chg="mod">
          <ac:chgData name="성현 이" userId="2f0182ffdb5a30a3" providerId="LiveId" clId="{96CFCBFF-3B86-4DA3-8BC4-90A0DDDF2BC8}" dt="2026-03-02T05:04:18.584" v="676" actId="1076"/>
          <ac:spMkLst>
            <pc:docMk/>
            <pc:sldMk cId="133033091" sldId="260"/>
            <ac:spMk id="356" creationId="{617B2E01-3D6B-65C8-C856-F272D8FC1BFE}"/>
          </ac:spMkLst>
        </pc:spChg>
        <pc:spChg chg="mod">
          <ac:chgData name="성현 이" userId="2f0182ffdb5a30a3" providerId="LiveId" clId="{96CFCBFF-3B86-4DA3-8BC4-90A0DDDF2BC8}" dt="2026-03-02T05:04:26.850" v="678" actId="207"/>
          <ac:spMkLst>
            <pc:docMk/>
            <pc:sldMk cId="133033091" sldId="260"/>
            <ac:spMk id="357" creationId="{C9C4BEF6-FFDC-888A-AD99-2F54EC9D275A}"/>
          </ac:spMkLst>
        </pc:spChg>
        <pc:spChg chg="mod">
          <ac:chgData name="성현 이" userId="2f0182ffdb5a30a3" providerId="LiveId" clId="{96CFCBFF-3B86-4DA3-8BC4-90A0DDDF2BC8}" dt="2026-03-02T05:04:07.796" v="674" actId="207"/>
          <ac:spMkLst>
            <pc:docMk/>
            <pc:sldMk cId="133033091" sldId="260"/>
            <ac:spMk id="358" creationId="{9BAD0D92-2227-028E-9878-9CE7CF6B2A91}"/>
          </ac:spMkLst>
        </pc:spChg>
        <pc:spChg chg="mod">
          <ac:chgData name="성현 이" userId="2f0182ffdb5a30a3" providerId="LiveId" clId="{96CFCBFF-3B86-4DA3-8BC4-90A0DDDF2BC8}" dt="2026-03-02T05:03:46.640" v="672"/>
          <ac:spMkLst>
            <pc:docMk/>
            <pc:sldMk cId="133033091" sldId="260"/>
            <ac:spMk id="361" creationId="{257D6FCE-3615-0829-2019-23B0A3778971}"/>
          </ac:spMkLst>
        </pc:spChg>
        <pc:spChg chg="mod">
          <ac:chgData name="성현 이" userId="2f0182ffdb5a30a3" providerId="LiveId" clId="{96CFCBFF-3B86-4DA3-8BC4-90A0DDDF2BC8}" dt="2026-03-02T05:03:46.640" v="672"/>
          <ac:spMkLst>
            <pc:docMk/>
            <pc:sldMk cId="133033091" sldId="260"/>
            <ac:spMk id="379" creationId="{223D1A1E-5FBF-A7C9-F69A-23C63A32B4A5}"/>
          </ac:spMkLst>
        </pc:spChg>
        <pc:spChg chg="add mod">
          <ac:chgData name="성현 이" userId="2f0182ffdb5a30a3" providerId="LiveId" clId="{96CFCBFF-3B86-4DA3-8BC4-90A0DDDF2BC8}" dt="2026-03-02T05:07:33.486" v="785" actId="1076"/>
          <ac:spMkLst>
            <pc:docMk/>
            <pc:sldMk cId="133033091" sldId="260"/>
            <ac:spMk id="757" creationId="{B54B5651-758A-142B-BFA9-F05EE2040573}"/>
          </ac:spMkLst>
        </pc:spChg>
        <pc:spChg chg="add mod">
          <ac:chgData name="성현 이" userId="2f0182ffdb5a30a3" providerId="LiveId" clId="{96CFCBFF-3B86-4DA3-8BC4-90A0DDDF2BC8}" dt="2026-03-02T05:11:40.493" v="873" actId="1076"/>
          <ac:spMkLst>
            <pc:docMk/>
            <pc:sldMk cId="133033091" sldId="260"/>
            <ac:spMk id="758" creationId="{FD019596-B6E8-D5FE-26C4-4A6944FF9BCF}"/>
          </ac:spMkLst>
        </pc:spChg>
        <pc:spChg chg="add mod">
          <ac:chgData name="성현 이" userId="2f0182ffdb5a30a3" providerId="LiveId" clId="{96CFCBFF-3B86-4DA3-8BC4-90A0DDDF2BC8}" dt="2026-03-02T05:11:48.501" v="877" actId="20577"/>
          <ac:spMkLst>
            <pc:docMk/>
            <pc:sldMk cId="133033091" sldId="260"/>
            <ac:spMk id="759" creationId="{45C2AE31-2459-FFED-3BCE-C0431683A522}"/>
          </ac:spMkLst>
        </pc:spChg>
        <pc:spChg chg="add mod">
          <ac:chgData name="성현 이" userId="2f0182ffdb5a30a3" providerId="LiveId" clId="{96CFCBFF-3B86-4DA3-8BC4-90A0DDDF2BC8}" dt="2026-03-02T05:11:55.960" v="881" actId="20577"/>
          <ac:spMkLst>
            <pc:docMk/>
            <pc:sldMk cId="133033091" sldId="260"/>
            <ac:spMk id="760" creationId="{E0A2406E-D3EA-7688-1395-4C13434D44C5}"/>
          </ac:spMkLst>
        </pc:spChg>
        <pc:grpChg chg="mod">
          <ac:chgData name="성현 이" userId="2f0182ffdb5a30a3" providerId="LiveId" clId="{96CFCBFF-3B86-4DA3-8BC4-90A0DDDF2BC8}" dt="2026-03-02T05:00:19.721" v="642" actId="164"/>
          <ac:grpSpMkLst>
            <pc:docMk/>
            <pc:sldMk cId="133033091" sldId="260"/>
            <ac:grpSpMk id="5" creationId="{DB34A852-A6BC-9FE5-6BEC-CEEDAC15873B}"/>
          </ac:grpSpMkLst>
        </pc:grpChg>
        <pc:grpChg chg="add mod">
          <ac:chgData name="성현 이" userId="2f0182ffdb5a30a3" providerId="LiveId" clId="{96CFCBFF-3B86-4DA3-8BC4-90A0DDDF2BC8}" dt="2026-03-02T05:05:44.676" v="687" actId="1076"/>
          <ac:grpSpMkLst>
            <pc:docMk/>
            <pc:sldMk cId="133033091" sldId="260"/>
            <ac:grpSpMk id="131" creationId="{51E38346-97C1-A8C6-B5D9-BB7DC5A9D870}"/>
          </ac:grpSpMkLst>
        </pc:grpChg>
        <pc:grpChg chg="mod">
          <ac:chgData name="성현 이" userId="2f0182ffdb5a30a3" providerId="LiveId" clId="{96CFCBFF-3B86-4DA3-8BC4-90A0DDDF2BC8}" dt="2026-03-02T05:05:44.676" v="687" actId="1076"/>
          <ac:grpSpMkLst>
            <pc:docMk/>
            <pc:sldMk cId="133033091" sldId="260"/>
            <ac:grpSpMk id="132" creationId="{43601577-6E47-ADC0-FF6F-5E0289996909}"/>
          </ac:grpSpMkLst>
        </pc:grpChg>
        <pc:grpChg chg="mod">
          <ac:chgData name="성현 이" userId="2f0182ffdb5a30a3" providerId="LiveId" clId="{96CFCBFF-3B86-4DA3-8BC4-90A0DDDF2BC8}" dt="2026-03-02T05:05:44.676" v="687" actId="1076"/>
          <ac:grpSpMkLst>
            <pc:docMk/>
            <pc:sldMk cId="133033091" sldId="260"/>
            <ac:grpSpMk id="257" creationId="{26FF0F40-1199-1AD3-554E-7A3ECB77CB3C}"/>
          </ac:grpSpMkLst>
        </pc:grpChg>
      </pc:sldChg>
      <pc:sldChg chg="del">
        <pc:chgData name="성현 이" userId="2f0182ffdb5a30a3" providerId="LiveId" clId="{96CFCBFF-3B86-4DA3-8BC4-90A0DDDF2BC8}" dt="2026-03-02T02:53:54.483" v="45" actId="2696"/>
        <pc:sldMkLst>
          <pc:docMk/>
          <pc:sldMk cId="1201503777" sldId="260"/>
        </pc:sldMkLst>
      </pc:sldChg>
      <pc:sldChg chg="del">
        <pc:chgData name="성현 이" userId="2f0182ffdb5a30a3" providerId="LiveId" clId="{96CFCBFF-3B86-4DA3-8BC4-90A0DDDF2BC8}" dt="2026-03-02T02:53:53.833" v="44" actId="2696"/>
        <pc:sldMkLst>
          <pc:docMk/>
          <pc:sldMk cId="1963735436" sldId="261"/>
        </pc:sldMkLst>
      </pc:sldChg>
      <pc:sldChg chg="addSp delSp modSp new mod">
        <pc:chgData name="성현 이" userId="2f0182ffdb5a30a3" providerId="LiveId" clId="{96CFCBFF-3B86-4DA3-8BC4-90A0DDDF2BC8}" dt="2026-03-02T05:45:01.806" v="1466" actId="1076"/>
        <pc:sldMkLst>
          <pc:docMk/>
          <pc:sldMk cId="3219383971" sldId="261"/>
        </pc:sldMkLst>
        <pc:spChg chg="mod">
          <ac:chgData name="성현 이" userId="2f0182ffdb5a30a3" providerId="LiveId" clId="{96CFCBFF-3B86-4DA3-8BC4-90A0DDDF2BC8}" dt="2026-03-02T05:08:55.111" v="823" actId="20577"/>
          <ac:spMkLst>
            <pc:docMk/>
            <pc:sldMk cId="3219383971" sldId="261"/>
            <ac:spMk id="2" creationId="{18D90CCB-1E71-A2D2-8F1B-70A3E83541F1}"/>
          </ac:spMkLst>
        </pc:spChg>
        <pc:spChg chg="add mod">
          <ac:chgData name="성현 이" userId="2f0182ffdb5a30a3" providerId="LiveId" clId="{96CFCBFF-3B86-4DA3-8BC4-90A0DDDF2BC8}" dt="2026-03-02T05:45:01.806" v="1466" actId="1076"/>
          <ac:spMkLst>
            <pc:docMk/>
            <pc:sldMk cId="3219383971" sldId="261"/>
            <ac:spMk id="3" creationId="{2DD72597-91AF-FEDC-ED8D-5D57A6486072}"/>
          </ac:spMkLst>
        </pc:spChg>
        <pc:spChg chg="add mod">
          <ac:chgData name="성현 이" userId="2f0182ffdb5a30a3" providerId="LiveId" clId="{96CFCBFF-3B86-4DA3-8BC4-90A0DDDF2BC8}" dt="2026-03-02T05:10:35.953" v="835" actId="1076"/>
          <ac:spMkLst>
            <pc:docMk/>
            <pc:sldMk cId="3219383971" sldId="261"/>
            <ac:spMk id="7" creationId="{29410D5F-04E8-1765-F959-7682B33DB2F2}"/>
          </ac:spMkLst>
        </pc:spChg>
        <pc:picChg chg="add del mod modCrop">
          <ac:chgData name="성현 이" userId="2f0182ffdb5a30a3" providerId="LiveId" clId="{96CFCBFF-3B86-4DA3-8BC4-90A0DDDF2BC8}" dt="2026-03-02T05:44:58.224" v="1465" actId="14100"/>
          <ac:picMkLst>
            <pc:docMk/>
            <pc:sldMk cId="3219383971" sldId="261"/>
            <ac:picMk id="6" creationId="{8C92547F-9DA0-19CA-8D04-49D2557BA364}"/>
          </ac:picMkLst>
        </pc:picChg>
      </pc:sldChg>
      <pc:sldChg chg="addSp delSp modSp new mod">
        <pc:chgData name="성현 이" userId="2f0182ffdb5a30a3" providerId="LiveId" clId="{96CFCBFF-3B86-4DA3-8BC4-90A0DDDF2BC8}" dt="2026-03-02T05:26:16.660" v="1340" actId="20577"/>
        <pc:sldMkLst>
          <pc:docMk/>
          <pc:sldMk cId="574084233" sldId="262"/>
        </pc:sldMkLst>
        <pc:spChg chg="mod">
          <ac:chgData name="성현 이" userId="2f0182ffdb5a30a3" providerId="LiveId" clId="{96CFCBFF-3B86-4DA3-8BC4-90A0DDDF2BC8}" dt="2026-03-02T05:15:39.371" v="951" actId="1076"/>
          <ac:spMkLst>
            <pc:docMk/>
            <pc:sldMk cId="574084233" sldId="262"/>
            <ac:spMk id="2" creationId="{054ED684-614F-52BD-7F4F-6A89015514A7}"/>
          </ac:spMkLst>
        </pc:spChg>
        <pc:spChg chg="add mod">
          <ac:chgData name="성현 이" userId="2f0182ffdb5a30a3" providerId="LiveId" clId="{96CFCBFF-3B86-4DA3-8BC4-90A0DDDF2BC8}" dt="2026-03-02T05:18:19.590" v="1018" actId="1076"/>
          <ac:spMkLst>
            <pc:docMk/>
            <pc:sldMk cId="574084233" sldId="262"/>
            <ac:spMk id="5" creationId="{B3F783D8-316A-536F-21AE-E12E9044AC8B}"/>
          </ac:spMkLst>
        </pc:spChg>
        <pc:spChg chg="mod">
          <ac:chgData name="성현 이" userId="2f0182ffdb5a30a3" providerId="LiveId" clId="{96CFCBFF-3B86-4DA3-8BC4-90A0DDDF2BC8}" dt="2026-03-02T05:15:29.789" v="946"/>
          <ac:spMkLst>
            <pc:docMk/>
            <pc:sldMk cId="574084233" sldId="262"/>
            <ac:spMk id="139" creationId="{B8B071B7-4642-5AAF-14A2-5A254F07E412}"/>
          </ac:spMkLst>
        </pc:spChg>
        <pc:spChg chg="mod">
          <ac:chgData name="성현 이" userId="2f0182ffdb5a30a3" providerId="LiveId" clId="{96CFCBFF-3B86-4DA3-8BC4-90A0DDDF2BC8}" dt="2026-03-02T05:15:29.789" v="946"/>
          <ac:spMkLst>
            <pc:docMk/>
            <pc:sldMk cId="574084233" sldId="262"/>
            <ac:spMk id="140" creationId="{B93E7FAB-8FAA-ABF2-8843-9F0A708A8F70}"/>
          </ac:spMkLst>
        </pc:spChg>
        <pc:spChg chg="mod">
          <ac:chgData name="성현 이" userId="2f0182ffdb5a30a3" providerId="LiveId" clId="{96CFCBFF-3B86-4DA3-8BC4-90A0DDDF2BC8}" dt="2026-03-02T05:15:29.789" v="946"/>
          <ac:spMkLst>
            <pc:docMk/>
            <pc:sldMk cId="574084233" sldId="262"/>
            <ac:spMk id="150" creationId="{EB439F8D-515F-8AFE-A07D-D553CB0409EE}"/>
          </ac:spMkLst>
        </pc:spChg>
        <pc:spChg chg="mod">
          <ac:chgData name="성현 이" userId="2f0182ffdb5a30a3" providerId="LiveId" clId="{96CFCBFF-3B86-4DA3-8BC4-90A0DDDF2BC8}" dt="2026-03-02T05:15:29.789" v="946"/>
          <ac:spMkLst>
            <pc:docMk/>
            <pc:sldMk cId="574084233" sldId="262"/>
            <ac:spMk id="194" creationId="{D9C29887-FC4B-10A6-4E92-93A60200D696}"/>
          </ac:spMkLst>
        </pc:spChg>
        <pc:spChg chg="mod">
          <ac:chgData name="성현 이" userId="2f0182ffdb5a30a3" providerId="LiveId" clId="{96CFCBFF-3B86-4DA3-8BC4-90A0DDDF2BC8}" dt="2026-03-02T05:15:29.789" v="946"/>
          <ac:spMkLst>
            <pc:docMk/>
            <pc:sldMk cId="574084233" sldId="262"/>
            <ac:spMk id="208" creationId="{FA1B0550-395F-50E5-7989-1F9B9FDF3CEE}"/>
          </ac:spMkLst>
        </pc:spChg>
        <pc:spChg chg="mod">
          <ac:chgData name="성현 이" userId="2f0182ffdb5a30a3" providerId="LiveId" clId="{96CFCBFF-3B86-4DA3-8BC4-90A0DDDF2BC8}" dt="2026-03-02T05:15:29.789" v="946"/>
          <ac:spMkLst>
            <pc:docMk/>
            <pc:sldMk cId="574084233" sldId="262"/>
            <ac:spMk id="220" creationId="{5AA80F6F-EE4B-BF5F-E2D7-046E38DAD147}"/>
          </ac:spMkLst>
        </pc:spChg>
        <pc:spChg chg="mod">
          <ac:chgData name="성현 이" userId="2f0182ffdb5a30a3" providerId="LiveId" clId="{96CFCBFF-3B86-4DA3-8BC4-90A0DDDF2BC8}" dt="2026-03-02T05:15:29.789" v="946"/>
          <ac:spMkLst>
            <pc:docMk/>
            <pc:sldMk cId="574084233" sldId="262"/>
            <ac:spMk id="237" creationId="{2F9AC942-5034-73E0-82E8-7D16487224A1}"/>
          </ac:spMkLst>
        </pc:spChg>
        <pc:spChg chg="mod">
          <ac:chgData name="성현 이" userId="2f0182ffdb5a30a3" providerId="LiveId" clId="{96CFCBFF-3B86-4DA3-8BC4-90A0DDDF2BC8}" dt="2026-03-02T05:15:29.789" v="946"/>
          <ac:spMkLst>
            <pc:docMk/>
            <pc:sldMk cId="574084233" sldId="262"/>
            <ac:spMk id="241" creationId="{8C90F0F2-70C6-C54C-D985-5B5B7AB71551}"/>
          </ac:spMkLst>
        </pc:spChg>
        <pc:spChg chg="mod">
          <ac:chgData name="성현 이" userId="2f0182ffdb5a30a3" providerId="LiveId" clId="{96CFCBFF-3B86-4DA3-8BC4-90A0DDDF2BC8}" dt="2026-03-02T05:15:29.789" v="946"/>
          <ac:spMkLst>
            <pc:docMk/>
            <pc:sldMk cId="574084233" sldId="262"/>
            <ac:spMk id="243" creationId="{9AA9B312-3092-FAEE-1D4C-3209151ADA7F}"/>
          </ac:spMkLst>
        </pc:spChg>
        <pc:spChg chg="mod">
          <ac:chgData name="성현 이" userId="2f0182ffdb5a30a3" providerId="LiveId" clId="{96CFCBFF-3B86-4DA3-8BC4-90A0DDDF2BC8}" dt="2026-03-02T05:15:34.566" v="949" actId="1076"/>
          <ac:spMkLst>
            <pc:docMk/>
            <pc:sldMk cId="574084233" sldId="262"/>
            <ac:spMk id="257" creationId="{D921F895-E1AA-A019-6E82-684A53292D73}"/>
          </ac:spMkLst>
        </pc:spChg>
        <pc:spChg chg="add mod">
          <ac:chgData name="성현 이" userId="2f0182ffdb5a30a3" providerId="LiveId" clId="{96CFCBFF-3B86-4DA3-8BC4-90A0DDDF2BC8}" dt="2026-03-02T05:15:34.566" v="949" actId="1076"/>
          <ac:spMkLst>
            <pc:docMk/>
            <pc:sldMk cId="574084233" sldId="262"/>
            <ac:spMk id="258" creationId="{46ADD045-24C2-CDBE-B800-55BACC279482}"/>
          </ac:spMkLst>
        </pc:spChg>
        <pc:spChg chg="add mod">
          <ac:chgData name="성현 이" userId="2f0182ffdb5a30a3" providerId="LiveId" clId="{96CFCBFF-3B86-4DA3-8BC4-90A0DDDF2BC8}" dt="2026-03-02T05:18:29.104" v="1021" actId="113"/>
          <ac:spMkLst>
            <pc:docMk/>
            <pc:sldMk cId="574084233" sldId="262"/>
            <ac:spMk id="259" creationId="{52890EE2-CCD1-4E42-FF2E-B5CFB108BBD4}"/>
          </ac:spMkLst>
        </pc:spChg>
        <pc:spChg chg="mod">
          <ac:chgData name="성현 이" userId="2f0182ffdb5a30a3" providerId="LiveId" clId="{96CFCBFF-3B86-4DA3-8BC4-90A0DDDF2BC8}" dt="2026-03-02T05:16:48.562" v="971" actId="571"/>
          <ac:spMkLst>
            <pc:docMk/>
            <pc:sldMk cId="574084233" sldId="262"/>
            <ac:spMk id="264" creationId="{E5E5CFF7-BA71-D81F-4DAF-418D7CEDA8AA}"/>
          </ac:spMkLst>
        </pc:spChg>
        <pc:spChg chg="mod">
          <ac:chgData name="성현 이" userId="2f0182ffdb5a30a3" providerId="LiveId" clId="{96CFCBFF-3B86-4DA3-8BC4-90A0DDDF2BC8}" dt="2026-03-02T05:17:26.653" v="983" actId="207"/>
          <ac:spMkLst>
            <pc:docMk/>
            <pc:sldMk cId="574084233" sldId="262"/>
            <ac:spMk id="272" creationId="{50B282C8-CE3B-9F79-609B-0905AAABF42F}"/>
          </ac:spMkLst>
        </pc:spChg>
        <pc:spChg chg="mod">
          <ac:chgData name="성현 이" userId="2f0182ffdb5a30a3" providerId="LiveId" clId="{96CFCBFF-3B86-4DA3-8BC4-90A0DDDF2BC8}" dt="2026-03-02T05:17:29.455" v="984" actId="207"/>
          <ac:spMkLst>
            <pc:docMk/>
            <pc:sldMk cId="574084233" sldId="262"/>
            <ac:spMk id="273" creationId="{CA004190-77D8-5F43-3EA0-7D649157A0A8}"/>
          </ac:spMkLst>
        </pc:spChg>
        <pc:spChg chg="mod">
          <ac:chgData name="성현 이" userId="2f0182ffdb5a30a3" providerId="LiveId" clId="{96CFCBFF-3B86-4DA3-8BC4-90A0DDDF2BC8}" dt="2026-03-02T05:17:31.781" v="985" actId="207"/>
          <ac:spMkLst>
            <pc:docMk/>
            <pc:sldMk cId="574084233" sldId="262"/>
            <ac:spMk id="274" creationId="{26998F45-CB5A-450F-098A-9BBB352F6C63}"/>
          </ac:spMkLst>
        </pc:spChg>
        <pc:spChg chg="mod">
          <ac:chgData name="성현 이" userId="2f0182ffdb5a30a3" providerId="LiveId" clId="{96CFCBFF-3B86-4DA3-8BC4-90A0DDDF2BC8}" dt="2026-03-02T05:16:48.562" v="971" actId="571"/>
          <ac:spMkLst>
            <pc:docMk/>
            <pc:sldMk cId="574084233" sldId="262"/>
            <ac:spMk id="276" creationId="{0F719106-2808-CE03-6B6B-B4F45C18482F}"/>
          </ac:spMkLst>
        </pc:spChg>
        <pc:spChg chg="mod">
          <ac:chgData name="성현 이" userId="2f0182ffdb5a30a3" providerId="LiveId" clId="{96CFCBFF-3B86-4DA3-8BC4-90A0DDDF2BC8}" dt="2026-03-02T05:17:38.054" v="988" actId="207"/>
          <ac:spMkLst>
            <pc:docMk/>
            <pc:sldMk cId="574084233" sldId="262"/>
            <ac:spMk id="280" creationId="{BF85D224-BE7F-510C-DA9C-02F30F3CC98C}"/>
          </ac:spMkLst>
        </pc:spChg>
        <pc:spChg chg="mod">
          <ac:chgData name="성현 이" userId="2f0182ffdb5a30a3" providerId="LiveId" clId="{96CFCBFF-3B86-4DA3-8BC4-90A0DDDF2BC8}" dt="2026-03-02T05:16:48.562" v="971" actId="571"/>
          <ac:spMkLst>
            <pc:docMk/>
            <pc:sldMk cId="574084233" sldId="262"/>
            <ac:spMk id="298" creationId="{AF43AF52-EFA2-A72D-D589-A48919ACCE6B}"/>
          </ac:spMkLst>
        </pc:spChg>
        <pc:spChg chg="mod">
          <ac:chgData name="성현 이" userId="2f0182ffdb5a30a3" providerId="LiveId" clId="{96CFCBFF-3B86-4DA3-8BC4-90A0DDDF2BC8}" dt="2026-03-02T05:16:48.562" v="971" actId="571"/>
          <ac:spMkLst>
            <pc:docMk/>
            <pc:sldMk cId="574084233" sldId="262"/>
            <ac:spMk id="300" creationId="{C643917A-5059-D20D-3E0C-37676A453530}"/>
          </ac:spMkLst>
        </pc:spChg>
        <pc:spChg chg="mod">
          <ac:chgData name="성현 이" userId="2f0182ffdb5a30a3" providerId="LiveId" clId="{96CFCBFF-3B86-4DA3-8BC4-90A0DDDF2BC8}" dt="2026-03-02T05:16:43.487" v="970" actId="207"/>
          <ac:spMkLst>
            <pc:docMk/>
            <pc:sldMk cId="574084233" sldId="262"/>
            <ac:spMk id="314" creationId="{EF3E2F6D-7D7B-E518-759D-07A871C268B9}"/>
          </ac:spMkLst>
        </pc:spChg>
        <pc:spChg chg="mod">
          <ac:chgData name="성현 이" userId="2f0182ffdb5a30a3" providerId="LiveId" clId="{96CFCBFF-3B86-4DA3-8BC4-90A0DDDF2BC8}" dt="2026-03-02T05:16:43.487" v="970" actId="207"/>
          <ac:spMkLst>
            <pc:docMk/>
            <pc:sldMk cId="574084233" sldId="262"/>
            <ac:spMk id="315" creationId="{B5580105-ED38-A229-E54A-929D9E6BF0C0}"/>
          </ac:spMkLst>
        </pc:spChg>
        <pc:spChg chg="mod">
          <ac:chgData name="성현 이" userId="2f0182ffdb5a30a3" providerId="LiveId" clId="{96CFCBFF-3B86-4DA3-8BC4-90A0DDDF2BC8}" dt="2026-03-02T05:16:48.562" v="971" actId="571"/>
          <ac:spMkLst>
            <pc:docMk/>
            <pc:sldMk cId="574084233" sldId="262"/>
            <ac:spMk id="326" creationId="{7F9BA8DD-6831-735A-1591-E7ED335AE96B}"/>
          </ac:spMkLst>
        </pc:spChg>
        <pc:spChg chg="mod">
          <ac:chgData name="성현 이" userId="2f0182ffdb5a30a3" providerId="LiveId" clId="{96CFCBFF-3B86-4DA3-8BC4-90A0DDDF2BC8}" dt="2026-03-02T05:16:48.562" v="971" actId="571"/>
          <ac:spMkLst>
            <pc:docMk/>
            <pc:sldMk cId="574084233" sldId="262"/>
            <ac:spMk id="335" creationId="{6106951D-D5CF-FCF3-3921-E21D7B19AB3A}"/>
          </ac:spMkLst>
        </pc:spChg>
        <pc:spChg chg="mod">
          <ac:chgData name="성현 이" userId="2f0182ffdb5a30a3" providerId="LiveId" clId="{96CFCBFF-3B86-4DA3-8BC4-90A0DDDF2BC8}" dt="2026-03-02T05:16:48.562" v="971" actId="571"/>
          <ac:spMkLst>
            <pc:docMk/>
            <pc:sldMk cId="574084233" sldId="262"/>
            <ac:spMk id="336" creationId="{0C2EE708-8076-8FCA-37ED-556BE639D4C1}"/>
          </ac:spMkLst>
        </pc:spChg>
        <pc:spChg chg="mod">
          <ac:chgData name="성현 이" userId="2f0182ffdb5a30a3" providerId="LiveId" clId="{96CFCBFF-3B86-4DA3-8BC4-90A0DDDF2BC8}" dt="2026-03-02T05:16:48.562" v="971" actId="571"/>
          <ac:spMkLst>
            <pc:docMk/>
            <pc:sldMk cId="574084233" sldId="262"/>
            <ac:spMk id="342" creationId="{E42B80EC-B06F-169C-F899-9EB5240EC2A8}"/>
          </ac:spMkLst>
        </pc:spChg>
        <pc:spChg chg="mod">
          <ac:chgData name="성현 이" userId="2f0182ffdb5a30a3" providerId="LiveId" clId="{96CFCBFF-3B86-4DA3-8BC4-90A0DDDF2BC8}" dt="2026-03-02T05:16:48.562" v="971" actId="571"/>
          <ac:spMkLst>
            <pc:docMk/>
            <pc:sldMk cId="574084233" sldId="262"/>
            <ac:spMk id="345" creationId="{FD63155C-0EEF-B091-F08D-E0EE6DB51104}"/>
          </ac:spMkLst>
        </pc:spChg>
        <pc:spChg chg="mod">
          <ac:chgData name="성현 이" userId="2f0182ffdb5a30a3" providerId="LiveId" clId="{96CFCBFF-3B86-4DA3-8BC4-90A0DDDF2BC8}" dt="2026-03-02T05:16:54.127" v="974" actId="20577"/>
          <ac:spMkLst>
            <pc:docMk/>
            <pc:sldMk cId="574084233" sldId="262"/>
            <ac:spMk id="348" creationId="{3236AB1F-0923-42A1-CE6C-53360ED16C3B}"/>
          </ac:spMkLst>
        </pc:spChg>
        <pc:spChg chg="mod">
          <ac:chgData name="성현 이" userId="2f0182ffdb5a30a3" providerId="LiveId" clId="{96CFCBFF-3B86-4DA3-8BC4-90A0DDDF2BC8}" dt="2026-03-02T05:16:57.489" v="976" actId="20577"/>
          <ac:spMkLst>
            <pc:docMk/>
            <pc:sldMk cId="574084233" sldId="262"/>
            <ac:spMk id="349" creationId="{B1F986DB-2830-3A3A-C64C-CD58FFA82263}"/>
          </ac:spMkLst>
        </pc:spChg>
        <pc:spChg chg="add mod">
          <ac:chgData name="성현 이" userId="2f0182ffdb5a30a3" providerId="LiveId" clId="{96CFCBFF-3B86-4DA3-8BC4-90A0DDDF2BC8}" dt="2026-03-02T05:26:16.660" v="1340" actId="20577"/>
          <ac:spMkLst>
            <pc:docMk/>
            <pc:sldMk cId="574084233" sldId="262"/>
            <ac:spMk id="403" creationId="{7A5FCCAE-375A-4D6B-BCE7-54D93B9E08A9}"/>
          </ac:spMkLst>
        </pc:spChg>
        <pc:grpChg chg="mod">
          <ac:chgData name="성현 이" userId="2f0182ffdb5a30a3" providerId="LiveId" clId="{96CFCBFF-3B86-4DA3-8BC4-90A0DDDF2BC8}" dt="2026-03-02T05:15:34.566" v="949" actId="1076"/>
          <ac:grpSpMkLst>
            <pc:docMk/>
            <pc:sldMk cId="574084233" sldId="262"/>
            <ac:grpSpMk id="132" creationId="{9221829D-97D0-F6D5-F897-6EFE10815C8C}"/>
          </ac:grpSpMkLst>
        </pc:grpChg>
        <pc:grpChg chg="add del mod">
          <ac:chgData name="성현 이" userId="2f0182ffdb5a30a3" providerId="LiveId" clId="{96CFCBFF-3B86-4DA3-8BC4-90A0DDDF2BC8}" dt="2026-03-02T05:22:00.997" v="1279" actId="478"/>
          <ac:grpSpMkLst>
            <pc:docMk/>
            <pc:sldMk cId="574084233" sldId="262"/>
            <ac:grpSpMk id="205" creationId="{FFC0AC43-F63F-365E-3861-C9F396A2E0C4}"/>
          </ac:grpSpMkLst>
        </pc:grpChg>
        <pc:grpChg chg="mod">
          <ac:chgData name="성현 이" userId="2f0182ffdb5a30a3" providerId="LiveId" clId="{96CFCBFF-3B86-4DA3-8BC4-90A0DDDF2BC8}" dt="2026-03-02T05:16:20.265" v="964" actId="1076"/>
          <ac:grpSpMkLst>
            <pc:docMk/>
            <pc:sldMk cId="574084233" sldId="262"/>
            <ac:grpSpMk id="260" creationId="{0C8AEC12-1D84-FB55-1103-5122EAA4D537}"/>
          </ac:grpSpMkLst>
        </pc:grpChg>
      </pc:sldChg>
      <pc:sldChg chg="addSp delSp modSp new mod">
        <pc:chgData name="성현 이" userId="2f0182ffdb5a30a3" providerId="LiveId" clId="{96CFCBFF-3B86-4DA3-8BC4-90A0DDDF2BC8}" dt="2026-03-03T13:36:47.765" v="1878" actId="20577"/>
        <pc:sldMkLst>
          <pc:docMk/>
          <pc:sldMk cId="1354386498" sldId="263"/>
        </pc:sldMkLst>
        <pc:spChg chg="mod">
          <ac:chgData name="성현 이" userId="2f0182ffdb5a30a3" providerId="LiveId" clId="{96CFCBFF-3B86-4DA3-8BC4-90A0DDDF2BC8}" dt="2026-03-03T09:21:27.517" v="1501" actId="20577"/>
          <ac:spMkLst>
            <pc:docMk/>
            <pc:sldMk cId="1354386498" sldId="263"/>
            <ac:spMk id="2" creationId="{73A8FBC4-9751-503B-8880-35E08DB6F055}"/>
          </ac:spMkLst>
        </pc:spChg>
        <pc:spChg chg="del">
          <ac:chgData name="성현 이" userId="2f0182ffdb5a30a3" providerId="LiveId" clId="{96CFCBFF-3B86-4DA3-8BC4-90A0DDDF2BC8}" dt="2026-03-03T09:21:29.549" v="1502" actId="478"/>
          <ac:spMkLst>
            <pc:docMk/>
            <pc:sldMk cId="1354386498" sldId="263"/>
            <ac:spMk id="3" creationId="{3361DE5E-3253-4946-F4A2-8EF98B94D55B}"/>
          </ac:spMkLst>
        </pc:spChg>
        <pc:spChg chg="add mod">
          <ac:chgData name="성현 이" userId="2f0182ffdb5a30a3" providerId="LiveId" clId="{96CFCBFF-3B86-4DA3-8BC4-90A0DDDF2BC8}" dt="2026-03-03T13:36:47.765" v="1878" actId="20577"/>
          <ac:spMkLst>
            <pc:docMk/>
            <pc:sldMk cId="1354386498" sldId="263"/>
            <ac:spMk id="9" creationId="{46D4DBAC-2ADF-9383-B1B8-94CE26033480}"/>
          </ac:spMkLst>
        </pc:spChg>
        <pc:picChg chg="add del mod modCrop">
          <ac:chgData name="성현 이" userId="2f0182ffdb5a30a3" providerId="LiveId" clId="{96CFCBFF-3B86-4DA3-8BC4-90A0DDDF2BC8}" dt="2026-03-03T09:27:18.532" v="1519" actId="478"/>
          <ac:picMkLst>
            <pc:docMk/>
            <pc:sldMk cId="1354386498" sldId="263"/>
            <ac:picMk id="6" creationId="{1598D579-5D4B-0861-D0EF-6158752435FF}"/>
          </ac:picMkLst>
        </pc:picChg>
        <pc:picChg chg="add del mod">
          <ac:chgData name="성현 이" userId="2f0182ffdb5a30a3" providerId="LiveId" clId="{96CFCBFF-3B86-4DA3-8BC4-90A0DDDF2BC8}" dt="2026-03-03T09:27:19.923" v="1520" actId="478"/>
          <ac:picMkLst>
            <pc:docMk/>
            <pc:sldMk cId="1354386498" sldId="263"/>
            <ac:picMk id="8" creationId="{180ABD14-6DC5-9B8D-C70F-B62DB46F817A}"/>
          </ac:picMkLst>
        </pc:picChg>
      </pc:sldChg>
      <pc:sldChg chg="del">
        <pc:chgData name="성현 이" userId="2f0182ffdb5a30a3" providerId="LiveId" clId="{96CFCBFF-3B86-4DA3-8BC4-90A0DDDF2BC8}" dt="2026-03-02T02:53:51.947" v="43" actId="2696"/>
        <pc:sldMkLst>
          <pc:docMk/>
          <pc:sldMk cId="510869663" sldId="264"/>
        </pc:sldMkLst>
      </pc:sldChg>
      <pc:sldChg chg="del">
        <pc:chgData name="성현 이" userId="2f0182ffdb5a30a3" providerId="LiveId" clId="{96CFCBFF-3B86-4DA3-8BC4-90A0DDDF2BC8}" dt="2026-03-02T02:53:47.868" v="40" actId="2696"/>
        <pc:sldMkLst>
          <pc:docMk/>
          <pc:sldMk cId="1116795595" sldId="265"/>
        </pc:sldMkLst>
      </pc:sldChg>
      <pc:sldChg chg="del">
        <pc:chgData name="성현 이" userId="2f0182ffdb5a30a3" providerId="LiveId" clId="{96CFCBFF-3B86-4DA3-8BC4-90A0DDDF2BC8}" dt="2026-03-02T02:53:51.162" v="42" actId="2696"/>
        <pc:sldMkLst>
          <pc:docMk/>
          <pc:sldMk cId="185164970" sldId="266"/>
        </pc:sldMkLst>
      </pc:sldChg>
      <pc:sldChg chg="del">
        <pc:chgData name="성현 이" userId="2f0182ffdb5a30a3" providerId="LiveId" clId="{96CFCBFF-3B86-4DA3-8BC4-90A0DDDF2BC8}" dt="2026-03-02T02:53:50.107" v="41" actId="2696"/>
        <pc:sldMkLst>
          <pc:docMk/>
          <pc:sldMk cId="2982830061" sldId="26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F939A6-D8A1-4A3E-B1AF-CF6B86DE165A}" type="datetimeFigureOut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032124-6EC6-43C3-BD2F-F4850F49A6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753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526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3955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96069A-B2F6-4FA1-AD4D-2A323F30C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19AA13B-A8E5-4FE8-A0C3-D3B2AFC20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B6C15F-F3F5-4FD9-905B-15117DA31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D11E-A0F7-4FA6-ACB7-78AA5BA9D62F}" type="datetime1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1A8263-FD44-4E94-B425-7997E926A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82FA20-B669-4095-A48B-C38AD003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975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DBC53-D141-4CA5-B5A2-F3FFB856A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52" y="176443"/>
            <a:ext cx="12021437" cy="687161"/>
          </a:xfrm>
        </p:spPr>
        <p:txBody>
          <a:bodyPr/>
          <a:lstStyle>
            <a:lvl1pPr>
              <a:defRPr b="1">
                <a:solidFill>
                  <a:srgbClr val="002C62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4B7B04-A8B7-4F63-8E44-AF4B7DF11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68ECB3-E602-48E8-B4DD-6395774C1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24C7B-84A8-4EA4-A24F-E6D033A0AF5B}" type="datetime1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266D8C-21AF-4084-9D7F-D22D3B951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E35378-C752-4505-80FB-FEE7F104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4540" y="6356350"/>
            <a:ext cx="2743200" cy="365125"/>
          </a:xfrm>
        </p:spPr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15E7BE2-ECE1-4BDD-B754-E19AA34FEEB8}"/>
              </a:ext>
            </a:extLst>
          </p:cNvPr>
          <p:cNvCxnSpPr>
            <a:cxnSpLocks/>
          </p:cNvCxnSpPr>
          <p:nvPr userDrawn="1"/>
        </p:nvCxnSpPr>
        <p:spPr>
          <a:xfrm>
            <a:off x="35168" y="176443"/>
            <a:ext cx="0" cy="687161"/>
          </a:xfrm>
          <a:prstGeom prst="line">
            <a:avLst/>
          </a:prstGeom>
          <a:ln w="76200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0911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DA98FC-457C-4539-A9F9-5E33F436F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16A6F8-E102-4969-BC2D-A82CAFD1C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111405-D260-4CEE-AB0F-2164CC9F7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06B30-2073-4305-9D3A-0916E29AB440}" type="datetime1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8A5793-DA58-417A-BB19-EB5FB470D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10BC3D-30E2-4719-AB75-90B6AC055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696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210D63-A220-4A80-8040-023B45C33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800E88-D9CC-40E2-A228-1DF3046AF3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C85741-AD4A-423C-BBF8-BEE9F218D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05DFA8-92FE-436A-AABA-BB7F4D5E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BFF7C-6511-4AE1-B612-A30E568F1FCB}" type="datetime1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18C9D4-14AE-42F2-B4D2-8D67F2DF8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2C7BB9-6B70-4AA3-A457-200DB844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70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4DC8E2-E156-4C1B-A2F5-A8BA9612C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4FBECB-0E3D-4BC8-9FE2-C3AAA031D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A68962-5696-4C86-8B90-D8C66C87F0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EF4313-1D05-4480-A6D5-56E1DB4DA4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FD04F94-7B0E-43B5-902F-88072858C6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0CCBDA9-B265-4A3B-8511-7B749734A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DD75-5095-4C61-91A4-CF88A65BDFB9}" type="datetime1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CCC3DF3-CFF5-4FB2-9D5C-7C408E7C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4E32E33-68B4-43E5-8FD5-35CF40715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405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D93D4F-BBC4-484E-B69C-ED5B1B6D2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1A50EB4-34A2-44F9-A98D-4C7F1499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530C-2AA3-4CF7-9FD5-BD5A25DD584B}" type="datetime1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887AA7-BB40-49EF-A7BD-9B42012F7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5BCA18-5903-472D-A59F-371D567EA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624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3052FA-83BA-4B4E-AF86-D946E318B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9933-39D2-48D7-81EE-0FA4E39D937B}" type="datetime1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9648522-4FEF-4AEC-BD94-28251C3B7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FE2665-8B25-4024-BBEC-CFAC9CD2C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178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8BDAE-5BD4-4FF7-B0F3-2914ED8D3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223818-7332-4BC2-B08E-202545FA3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66E1A0-55B8-4C56-8061-3E942BB15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819FB9-7A93-44A4-9048-D8E152B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35F7E-94F8-43AF-BA3C-2C0EFE7FEF59}" type="datetime1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3777AD-299E-42C8-BD4A-C33CBFD24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738496-BED7-46A0-9B6C-3A0ED70BD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743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251FE-50B6-429C-A5B6-41CCC4B08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4F9112C-74FA-48DA-9F57-A0FE41483F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CC4692-8176-450C-BFAF-3623A36B2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8D725E-2EA1-46CB-8A4F-9EDF17CC8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E7615-84C3-4169-9A08-54E8DCDD2913}" type="datetime1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5FC6DA-7A65-4895-8AF7-FC7B67E9A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9FC8C7-18E7-449C-AD48-0ABB0EF9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485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C3C79F-5B5B-415E-8024-08261215D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4E4B49-C25B-456D-A666-A3AB7DB27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144563-52D8-4510-89D4-6B03708ED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0212-C18E-4A1F-93E7-F7CEC1EDC046}" type="datetime1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FBE8A6-E611-47E5-A029-CFA1EBF26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03308A-F8BF-490F-A63A-ECA122FA5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06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BC554A-B6FF-46DB-ACAB-826BF9D91C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BDF5C3-6FAC-47AB-BB19-0321DBAF5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A40FDA-BF4D-4F35-BECE-9F365FE6C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A6BDA-DA22-4CDD-A71E-4F480C069A60}" type="datetime1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2C4534-204F-4701-868E-3EDA14DF9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C512BC-7F13-464E-ADBC-25743F33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006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3C559B7-6256-431E-A890-529AA36F9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519C8B-4FA7-4FB2-8717-1669983D3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61D0ED-6A06-41E6-9D97-FF94C81707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768DCC-8D9B-4B47-BE29-50C716B9994F}" type="datetime1">
              <a:rPr lang="ko-KR" altLang="en-US" smtClean="0"/>
              <a:t>2026-03-04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D21631-28ED-4C23-820E-5CA390255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6A2E70-8EAA-4B18-8A7B-601C41DD1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88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0.png"/><Relationship Id="rId7" Type="http://schemas.openxmlformats.org/officeDocument/2006/relationships/image" Target="../media/image40.png"/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BF76F126-0A4F-46B8-9B2B-8C3F76512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2800" y="5004758"/>
            <a:ext cx="5821861" cy="959759"/>
          </a:xfrm>
        </p:spPr>
        <p:txBody>
          <a:bodyPr>
            <a:normAutofit/>
          </a:bodyPr>
          <a:lstStyle/>
          <a:p>
            <a:pPr algn="r"/>
            <a:r>
              <a:rPr lang="en-US" altLang="ko-KR" b="1" dirty="0" err="1">
                <a:solidFill>
                  <a:srgbClr val="002C62"/>
                </a:solidFill>
              </a:rPr>
              <a:t>Sunghyun</a:t>
            </a:r>
            <a:r>
              <a:rPr lang="en-US" altLang="ko-KR" b="1" dirty="0">
                <a:solidFill>
                  <a:srgbClr val="002C62"/>
                </a:solidFill>
              </a:rPr>
              <a:t> Lee</a:t>
            </a:r>
          </a:p>
          <a:p>
            <a:pPr algn="r"/>
            <a:r>
              <a:rPr lang="en-US" altLang="ko-KR" b="1" dirty="0">
                <a:solidFill>
                  <a:srgbClr val="002C62"/>
                </a:solidFill>
              </a:rPr>
              <a:t>Department of Computer Engineering</a:t>
            </a:r>
          </a:p>
          <a:p>
            <a:pPr algn="r"/>
            <a:endParaRPr lang="ko-KR" altLang="en-US" b="1" dirty="0">
              <a:solidFill>
                <a:srgbClr val="002C62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500BC8-BD81-46C1-9DB9-8BCC851C5446}"/>
              </a:ext>
            </a:extLst>
          </p:cNvPr>
          <p:cNvSpPr/>
          <p:nvPr/>
        </p:nvSpPr>
        <p:spPr>
          <a:xfrm>
            <a:off x="-1" y="2135416"/>
            <a:ext cx="12192000" cy="2079997"/>
          </a:xfrm>
          <a:prstGeom prst="rect">
            <a:avLst/>
          </a:prstGeom>
          <a:solidFill>
            <a:srgbClr val="002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Picture 381" descr="악세사리">
            <a:extLst>
              <a:ext uri="{FF2B5EF4-FFF2-40B4-BE49-F238E27FC236}">
                <a16:creationId xmlns:a16="http://schemas.microsoft.com/office/drawing/2014/main" id="{6D421F4B-5169-46B4-9249-AB53789FC1C6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 rot="16200000" flipV="1">
            <a:off x="6022181" y="-1806768"/>
            <a:ext cx="147638" cy="12192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EB04FD9-6A59-4C4E-B0B6-829FC2BFF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450" y="2242315"/>
            <a:ext cx="10453006" cy="1604508"/>
          </a:xfrm>
        </p:spPr>
        <p:txBody>
          <a:bodyPr>
            <a:normAutofit/>
          </a:bodyPr>
          <a:lstStyle/>
          <a:p>
            <a:pPr algn="r"/>
            <a:r>
              <a:rPr lang="en-US" altLang="ko-KR" sz="44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SNN inference  </a:t>
            </a:r>
            <a:endParaRPr lang="ko-KR" altLang="en-US" sz="4400" b="1" dirty="0">
              <a:solidFill>
                <a:schemeClr val="bg1"/>
              </a:solidFill>
              <a:effectLst>
                <a:outerShdw blurRad="50800" dist="50800" dir="5400000" sx="1000" sy="1000" algn="ctr" rotWithShape="0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5E8C29-A238-4DD7-B7C5-335AFB9E0EF2}"/>
              </a:ext>
            </a:extLst>
          </p:cNvPr>
          <p:cNvSpPr/>
          <p:nvPr/>
        </p:nvSpPr>
        <p:spPr>
          <a:xfrm flipH="1">
            <a:off x="11786144" y="5004758"/>
            <a:ext cx="45719" cy="959758"/>
          </a:xfrm>
          <a:prstGeom prst="rect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28" name="Picture 4" descr="HONGIK UNIVERSITY">
            <a:extLst>
              <a:ext uri="{FF2B5EF4-FFF2-40B4-BE49-F238E27FC236}">
                <a16:creationId xmlns:a16="http://schemas.microsoft.com/office/drawing/2014/main" id="{6B30C8C5-C24D-49AC-8DCD-2AC2166EC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80" y="1773596"/>
            <a:ext cx="3089820" cy="214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0FAEFE-5022-C97B-B627-1644546785A2}"/>
              </a:ext>
            </a:extLst>
          </p:cNvPr>
          <p:cNvSpPr txBox="1"/>
          <p:nvPr/>
        </p:nvSpPr>
        <p:spPr>
          <a:xfrm>
            <a:off x="9898742" y="1712635"/>
            <a:ext cx="2061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002C62"/>
                </a:solidFill>
                <a:latin typeface="+mj-lt"/>
              </a:rPr>
              <a:t>2026</a:t>
            </a:r>
            <a:r>
              <a:rPr lang="ko-KR" altLang="en-US" b="1" dirty="0">
                <a:solidFill>
                  <a:srgbClr val="002C62"/>
                </a:solidFill>
                <a:latin typeface="+mj-lt"/>
              </a:rPr>
              <a:t>년 </a:t>
            </a:r>
            <a:r>
              <a:rPr lang="en-US" altLang="ko-KR" b="1" dirty="0">
                <a:solidFill>
                  <a:srgbClr val="002C62"/>
                </a:solidFill>
                <a:latin typeface="+mj-lt"/>
              </a:rPr>
              <a:t>03</a:t>
            </a:r>
            <a:r>
              <a:rPr lang="ko-KR" altLang="en-US" b="1" dirty="0">
                <a:solidFill>
                  <a:srgbClr val="002C62"/>
                </a:solidFill>
                <a:latin typeface="+mj-lt"/>
              </a:rPr>
              <a:t>월 </a:t>
            </a:r>
            <a:r>
              <a:rPr lang="en-US" altLang="ko-KR" b="1" dirty="0">
                <a:solidFill>
                  <a:srgbClr val="002C62"/>
                </a:solidFill>
                <a:latin typeface="+mj-lt"/>
              </a:rPr>
              <a:t>04</a:t>
            </a:r>
            <a:r>
              <a:rPr lang="ko-KR" altLang="en-US" b="1" dirty="0">
                <a:solidFill>
                  <a:srgbClr val="002C62"/>
                </a:solidFill>
                <a:latin typeface="+mj-lt"/>
              </a:rPr>
              <a:t>일 </a:t>
            </a:r>
          </a:p>
        </p:txBody>
      </p:sp>
    </p:spTree>
    <p:extLst>
      <p:ext uri="{BB962C8B-B14F-4D97-AF65-F5344CB8AC3E}">
        <p14:creationId xmlns:p14="http://schemas.microsoft.com/office/powerpoint/2010/main" val="1460686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C23677-E585-21C7-0A6A-D870F34EB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err="1"/>
              <a:t>CodeBook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26A6EC6-9367-A4F0-EF5C-F0A5FD6A1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2</a:t>
            </a:fld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0CDDA472-6BD3-ECB3-C3FF-7D26CB7944E1}"/>
              </a:ext>
            </a:extLst>
          </p:cNvPr>
          <p:cNvGrpSpPr/>
          <p:nvPr/>
        </p:nvGrpSpPr>
        <p:grpSpPr>
          <a:xfrm>
            <a:off x="619062" y="1554442"/>
            <a:ext cx="5521181" cy="2745785"/>
            <a:chOff x="964488" y="2972843"/>
            <a:chExt cx="5295523" cy="2633561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7169494B-E026-7CE0-2C71-121930BADA03}"/>
                </a:ext>
              </a:extLst>
            </p:cNvPr>
            <p:cNvGrpSpPr/>
            <p:nvPr/>
          </p:nvGrpSpPr>
          <p:grpSpPr>
            <a:xfrm>
              <a:off x="964488" y="3694640"/>
              <a:ext cx="1907149" cy="1780873"/>
              <a:chOff x="964488" y="3694640"/>
              <a:chExt cx="1907149" cy="1780873"/>
            </a:xfrm>
          </p:grpSpPr>
          <p:grpSp>
            <p:nvGrpSpPr>
              <p:cNvPr id="53" name="그룹 52">
                <a:extLst>
                  <a:ext uri="{FF2B5EF4-FFF2-40B4-BE49-F238E27FC236}">
                    <a16:creationId xmlns:a16="http://schemas.microsoft.com/office/drawing/2014/main" id="{8A937056-A8A3-2921-DD89-F6488ED40286}"/>
                  </a:ext>
                </a:extLst>
              </p:cNvPr>
              <p:cNvGrpSpPr/>
              <p:nvPr/>
            </p:nvGrpSpPr>
            <p:grpSpPr>
              <a:xfrm>
                <a:off x="1258375" y="3694640"/>
                <a:ext cx="1613262" cy="1482635"/>
                <a:chOff x="1776549" y="1103811"/>
                <a:chExt cx="1058094" cy="1058094"/>
              </a:xfrm>
            </p:grpSpPr>
            <p:sp>
              <p:nvSpPr>
                <p:cNvPr id="84" name="직사각형 83">
                  <a:extLst>
                    <a:ext uri="{FF2B5EF4-FFF2-40B4-BE49-F238E27FC236}">
                      <a16:creationId xmlns:a16="http://schemas.microsoft.com/office/drawing/2014/main" id="{806B4487-E492-D97A-762A-060B8EE42539}"/>
                    </a:ext>
                  </a:extLst>
                </p:cNvPr>
                <p:cNvSpPr/>
                <p:nvPr/>
              </p:nvSpPr>
              <p:spPr>
                <a:xfrm>
                  <a:off x="1776549" y="1103811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alpha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+1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5" name="직사각형 84">
                  <a:extLst>
                    <a:ext uri="{FF2B5EF4-FFF2-40B4-BE49-F238E27FC236}">
                      <a16:creationId xmlns:a16="http://schemas.microsoft.com/office/drawing/2014/main" id="{BB714718-9D16-812E-A395-CB5A83A0EDFD}"/>
                    </a:ext>
                  </a:extLst>
                </p:cNvPr>
                <p:cNvSpPr/>
                <p:nvPr/>
              </p:nvSpPr>
              <p:spPr>
                <a:xfrm>
                  <a:off x="2129247" y="1103811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alpha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+1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" name="직사각형 85">
                  <a:extLst>
                    <a:ext uri="{FF2B5EF4-FFF2-40B4-BE49-F238E27FC236}">
                      <a16:creationId xmlns:a16="http://schemas.microsoft.com/office/drawing/2014/main" id="{7C07192C-5DF4-73C6-A3FD-D0F4B2323C9B}"/>
                    </a:ext>
                  </a:extLst>
                </p:cNvPr>
                <p:cNvSpPr/>
                <p:nvPr/>
              </p:nvSpPr>
              <p:spPr>
                <a:xfrm>
                  <a:off x="2481945" y="1103811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  <a:alpha val="8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7" name="직사각형 86">
                  <a:extLst>
                    <a:ext uri="{FF2B5EF4-FFF2-40B4-BE49-F238E27FC236}">
                      <a16:creationId xmlns:a16="http://schemas.microsoft.com/office/drawing/2014/main" id="{A2F6CB06-3C18-7A38-190D-2ED8670C0043}"/>
                    </a:ext>
                  </a:extLst>
                </p:cNvPr>
                <p:cNvSpPr/>
                <p:nvPr/>
              </p:nvSpPr>
              <p:spPr>
                <a:xfrm>
                  <a:off x="1776549" y="1456509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8" name="직사각형 87">
                  <a:extLst>
                    <a:ext uri="{FF2B5EF4-FFF2-40B4-BE49-F238E27FC236}">
                      <a16:creationId xmlns:a16="http://schemas.microsoft.com/office/drawing/2014/main" id="{FAA6CFFE-67B7-D00C-36AF-77A70AE4B584}"/>
                    </a:ext>
                  </a:extLst>
                </p:cNvPr>
                <p:cNvSpPr/>
                <p:nvPr/>
              </p:nvSpPr>
              <p:spPr>
                <a:xfrm>
                  <a:off x="2129247" y="1456509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9" name="직사각형 88">
                  <a:extLst>
                    <a:ext uri="{FF2B5EF4-FFF2-40B4-BE49-F238E27FC236}">
                      <a16:creationId xmlns:a16="http://schemas.microsoft.com/office/drawing/2014/main" id="{679CFD6F-F1E4-E912-B725-5098D0E407C8}"/>
                    </a:ext>
                  </a:extLst>
                </p:cNvPr>
                <p:cNvSpPr/>
                <p:nvPr/>
              </p:nvSpPr>
              <p:spPr>
                <a:xfrm>
                  <a:off x="2481945" y="1456509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  <a:alpha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0" name="직사각형 89">
                  <a:extLst>
                    <a:ext uri="{FF2B5EF4-FFF2-40B4-BE49-F238E27FC236}">
                      <a16:creationId xmlns:a16="http://schemas.microsoft.com/office/drawing/2014/main" id="{BA1BEF27-9BDA-C135-8D58-A70EC7A44798}"/>
                    </a:ext>
                  </a:extLst>
                </p:cNvPr>
                <p:cNvSpPr/>
                <p:nvPr/>
              </p:nvSpPr>
              <p:spPr>
                <a:xfrm>
                  <a:off x="1776549" y="1809207"/>
                  <a:ext cx="352698" cy="352698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+1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1" name="직사각형 90">
                  <a:extLst>
                    <a:ext uri="{FF2B5EF4-FFF2-40B4-BE49-F238E27FC236}">
                      <a16:creationId xmlns:a16="http://schemas.microsoft.com/office/drawing/2014/main" id="{0793641B-A63B-43C0-576F-CA33D4D750B4}"/>
                    </a:ext>
                  </a:extLst>
                </p:cNvPr>
                <p:cNvSpPr/>
                <p:nvPr/>
              </p:nvSpPr>
              <p:spPr>
                <a:xfrm>
                  <a:off x="2129247" y="1809207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2" name="직사각형 91">
                  <a:extLst>
                    <a:ext uri="{FF2B5EF4-FFF2-40B4-BE49-F238E27FC236}">
                      <a16:creationId xmlns:a16="http://schemas.microsoft.com/office/drawing/2014/main" id="{C8BBE764-F60F-70FE-6040-DA539B9CDE0F}"/>
                    </a:ext>
                  </a:extLst>
                </p:cNvPr>
                <p:cNvSpPr/>
                <p:nvPr/>
              </p:nvSpPr>
              <p:spPr>
                <a:xfrm>
                  <a:off x="2481945" y="1809207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  <a:alpha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4" name="그룹 53">
                <a:extLst>
                  <a:ext uri="{FF2B5EF4-FFF2-40B4-BE49-F238E27FC236}">
                    <a16:creationId xmlns:a16="http://schemas.microsoft.com/office/drawing/2014/main" id="{BC1BE930-DFD7-62AC-463C-8ADBE848C14E}"/>
                  </a:ext>
                </a:extLst>
              </p:cNvPr>
              <p:cNvGrpSpPr/>
              <p:nvPr/>
            </p:nvGrpSpPr>
            <p:grpSpPr>
              <a:xfrm>
                <a:off x="1160418" y="3796948"/>
                <a:ext cx="1613262" cy="1482635"/>
                <a:chOff x="1776549" y="1103811"/>
                <a:chExt cx="1058094" cy="1058094"/>
              </a:xfrm>
            </p:grpSpPr>
            <p:sp>
              <p:nvSpPr>
                <p:cNvPr id="75" name="직사각형 74">
                  <a:extLst>
                    <a:ext uri="{FF2B5EF4-FFF2-40B4-BE49-F238E27FC236}">
                      <a16:creationId xmlns:a16="http://schemas.microsoft.com/office/drawing/2014/main" id="{1205580A-7590-467D-F1E8-B1DD3D7B986D}"/>
                    </a:ext>
                  </a:extLst>
                </p:cNvPr>
                <p:cNvSpPr/>
                <p:nvPr/>
              </p:nvSpPr>
              <p:spPr>
                <a:xfrm>
                  <a:off x="1776549" y="1103811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  <a:alpha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+1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6" name="직사각형 75">
                  <a:extLst>
                    <a:ext uri="{FF2B5EF4-FFF2-40B4-BE49-F238E27FC236}">
                      <a16:creationId xmlns:a16="http://schemas.microsoft.com/office/drawing/2014/main" id="{5994B4CE-7C6B-82EB-8545-B36118DF3FEF}"/>
                    </a:ext>
                  </a:extLst>
                </p:cNvPr>
                <p:cNvSpPr/>
                <p:nvPr/>
              </p:nvSpPr>
              <p:spPr>
                <a:xfrm>
                  <a:off x="2129247" y="1103811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  <a:alpha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7" name="직사각형 76">
                  <a:extLst>
                    <a:ext uri="{FF2B5EF4-FFF2-40B4-BE49-F238E27FC236}">
                      <a16:creationId xmlns:a16="http://schemas.microsoft.com/office/drawing/2014/main" id="{C25C3F26-25E6-04E3-B8DC-ECF4637526A4}"/>
                    </a:ext>
                  </a:extLst>
                </p:cNvPr>
                <p:cNvSpPr/>
                <p:nvPr/>
              </p:nvSpPr>
              <p:spPr>
                <a:xfrm>
                  <a:off x="2481945" y="1103811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alpha val="8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+1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8" name="직사각형 77">
                  <a:extLst>
                    <a:ext uri="{FF2B5EF4-FFF2-40B4-BE49-F238E27FC236}">
                      <a16:creationId xmlns:a16="http://schemas.microsoft.com/office/drawing/2014/main" id="{36A179C4-985B-E78E-BA12-EFEFD5CADAF1}"/>
                    </a:ext>
                  </a:extLst>
                </p:cNvPr>
                <p:cNvSpPr/>
                <p:nvPr/>
              </p:nvSpPr>
              <p:spPr>
                <a:xfrm>
                  <a:off x="1776549" y="1456509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9" name="직사각형 78">
                  <a:extLst>
                    <a:ext uri="{FF2B5EF4-FFF2-40B4-BE49-F238E27FC236}">
                      <a16:creationId xmlns:a16="http://schemas.microsoft.com/office/drawing/2014/main" id="{A0EAE1D8-5994-AE14-B726-5E51A7AEA8B9}"/>
                    </a:ext>
                  </a:extLst>
                </p:cNvPr>
                <p:cNvSpPr/>
                <p:nvPr/>
              </p:nvSpPr>
              <p:spPr>
                <a:xfrm>
                  <a:off x="2129247" y="1456509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0" name="직사각형 79">
                  <a:extLst>
                    <a:ext uri="{FF2B5EF4-FFF2-40B4-BE49-F238E27FC236}">
                      <a16:creationId xmlns:a16="http://schemas.microsoft.com/office/drawing/2014/main" id="{C5D3A6DE-E788-E6FB-40A1-515C01AC92DD}"/>
                    </a:ext>
                  </a:extLst>
                </p:cNvPr>
                <p:cNvSpPr/>
                <p:nvPr/>
              </p:nvSpPr>
              <p:spPr>
                <a:xfrm>
                  <a:off x="2481945" y="1456509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  <a:alpha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1" name="직사각형 80">
                  <a:extLst>
                    <a:ext uri="{FF2B5EF4-FFF2-40B4-BE49-F238E27FC236}">
                      <a16:creationId xmlns:a16="http://schemas.microsoft.com/office/drawing/2014/main" id="{71463D78-E26F-05D8-CF38-AB6673FF6B70}"/>
                    </a:ext>
                  </a:extLst>
                </p:cNvPr>
                <p:cNvSpPr/>
                <p:nvPr/>
              </p:nvSpPr>
              <p:spPr>
                <a:xfrm>
                  <a:off x="1776549" y="1809207"/>
                  <a:ext cx="352698" cy="352698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+1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2" name="직사각형 81">
                  <a:extLst>
                    <a:ext uri="{FF2B5EF4-FFF2-40B4-BE49-F238E27FC236}">
                      <a16:creationId xmlns:a16="http://schemas.microsoft.com/office/drawing/2014/main" id="{50CF2F33-97CD-2379-1D3F-09808EBACBE4}"/>
                    </a:ext>
                  </a:extLst>
                </p:cNvPr>
                <p:cNvSpPr/>
                <p:nvPr/>
              </p:nvSpPr>
              <p:spPr>
                <a:xfrm>
                  <a:off x="2129247" y="1809207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3" name="직사각형 82">
                  <a:extLst>
                    <a:ext uri="{FF2B5EF4-FFF2-40B4-BE49-F238E27FC236}">
                      <a16:creationId xmlns:a16="http://schemas.microsoft.com/office/drawing/2014/main" id="{E3C92B1B-DA95-E958-C1B4-F3DCFC15AB05}"/>
                    </a:ext>
                  </a:extLst>
                </p:cNvPr>
                <p:cNvSpPr/>
                <p:nvPr/>
              </p:nvSpPr>
              <p:spPr>
                <a:xfrm>
                  <a:off x="2481945" y="1809207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  <a:alpha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5" name="그룹 54">
                <a:extLst>
                  <a:ext uri="{FF2B5EF4-FFF2-40B4-BE49-F238E27FC236}">
                    <a16:creationId xmlns:a16="http://schemas.microsoft.com/office/drawing/2014/main" id="{D9B20517-9ACB-FC88-B3FB-21704AB660CB}"/>
                  </a:ext>
                </a:extLst>
              </p:cNvPr>
              <p:cNvGrpSpPr/>
              <p:nvPr/>
            </p:nvGrpSpPr>
            <p:grpSpPr>
              <a:xfrm>
                <a:off x="1062453" y="3888382"/>
                <a:ext cx="1613262" cy="1482635"/>
                <a:chOff x="1776549" y="1103811"/>
                <a:chExt cx="1058094" cy="1058094"/>
              </a:xfrm>
            </p:grpSpPr>
            <p:sp>
              <p:nvSpPr>
                <p:cNvPr id="66" name="직사각형 65">
                  <a:extLst>
                    <a:ext uri="{FF2B5EF4-FFF2-40B4-BE49-F238E27FC236}">
                      <a16:creationId xmlns:a16="http://schemas.microsoft.com/office/drawing/2014/main" id="{FB12E242-C75B-728A-0106-21A1CDDAFCDF}"/>
                    </a:ext>
                  </a:extLst>
                </p:cNvPr>
                <p:cNvSpPr/>
                <p:nvPr/>
              </p:nvSpPr>
              <p:spPr>
                <a:xfrm>
                  <a:off x="1776549" y="1103811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alpha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+1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7" name="직사각형 66">
                  <a:extLst>
                    <a:ext uri="{FF2B5EF4-FFF2-40B4-BE49-F238E27FC236}">
                      <a16:creationId xmlns:a16="http://schemas.microsoft.com/office/drawing/2014/main" id="{8E1FB3B3-131D-0CE1-F042-CA0334E74E29}"/>
                    </a:ext>
                  </a:extLst>
                </p:cNvPr>
                <p:cNvSpPr/>
                <p:nvPr/>
              </p:nvSpPr>
              <p:spPr>
                <a:xfrm>
                  <a:off x="2129247" y="1103811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alpha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8" name="직사각형 67">
                  <a:extLst>
                    <a:ext uri="{FF2B5EF4-FFF2-40B4-BE49-F238E27FC236}">
                      <a16:creationId xmlns:a16="http://schemas.microsoft.com/office/drawing/2014/main" id="{4BF0DFAA-53FC-86C1-0625-4B215200C42F}"/>
                    </a:ext>
                  </a:extLst>
                </p:cNvPr>
                <p:cNvSpPr/>
                <p:nvPr/>
              </p:nvSpPr>
              <p:spPr>
                <a:xfrm>
                  <a:off x="2481945" y="1103811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alpha val="8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+1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9" name="직사각형 68">
                  <a:extLst>
                    <a:ext uri="{FF2B5EF4-FFF2-40B4-BE49-F238E27FC236}">
                      <a16:creationId xmlns:a16="http://schemas.microsoft.com/office/drawing/2014/main" id="{1AF0972F-9D88-2350-B04A-F882AED5103D}"/>
                    </a:ext>
                  </a:extLst>
                </p:cNvPr>
                <p:cNvSpPr/>
                <p:nvPr/>
              </p:nvSpPr>
              <p:spPr>
                <a:xfrm>
                  <a:off x="1776549" y="1456509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0" name="직사각형 69">
                  <a:extLst>
                    <a:ext uri="{FF2B5EF4-FFF2-40B4-BE49-F238E27FC236}">
                      <a16:creationId xmlns:a16="http://schemas.microsoft.com/office/drawing/2014/main" id="{50CEA61A-F0BA-B63A-A2F0-EA322DEB7AB9}"/>
                    </a:ext>
                  </a:extLst>
                </p:cNvPr>
                <p:cNvSpPr/>
                <p:nvPr/>
              </p:nvSpPr>
              <p:spPr>
                <a:xfrm>
                  <a:off x="2129247" y="1456509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1" name="직사각형 70">
                  <a:extLst>
                    <a:ext uri="{FF2B5EF4-FFF2-40B4-BE49-F238E27FC236}">
                      <a16:creationId xmlns:a16="http://schemas.microsoft.com/office/drawing/2014/main" id="{8A01B778-9A83-30FA-AABF-39F57E5299A6}"/>
                    </a:ext>
                  </a:extLst>
                </p:cNvPr>
                <p:cNvSpPr/>
                <p:nvPr/>
              </p:nvSpPr>
              <p:spPr>
                <a:xfrm>
                  <a:off x="2481945" y="1456509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alpha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+1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2" name="직사각형 71">
                  <a:extLst>
                    <a:ext uri="{FF2B5EF4-FFF2-40B4-BE49-F238E27FC236}">
                      <a16:creationId xmlns:a16="http://schemas.microsoft.com/office/drawing/2014/main" id="{115C42C7-D0F5-F561-92BA-D76C1D6164A3}"/>
                    </a:ext>
                  </a:extLst>
                </p:cNvPr>
                <p:cNvSpPr/>
                <p:nvPr/>
              </p:nvSpPr>
              <p:spPr>
                <a:xfrm>
                  <a:off x="1776549" y="1809207"/>
                  <a:ext cx="352698" cy="352698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+1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3" name="직사각형 72">
                  <a:extLst>
                    <a:ext uri="{FF2B5EF4-FFF2-40B4-BE49-F238E27FC236}">
                      <a16:creationId xmlns:a16="http://schemas.microsoft.com/office/drawing/2014/main" id="{3E4BC251-B0CD-9889-9A7E-AE8601066AEF}"/>
                    </a:ext>
                  </a:extLst>
                </p:cNvPr>
                <p:cNvSpPr/>
                <p:nvPr/>
              </p:nvSpPr>
              <p:spPr>
                <a:xfrm>
                  <a:off x="2129247" y="1809207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4" name="직사각형 73">
                  <a:extLst>
                    <a:ext uri="{FF2B5EF4-FFF2-40B4-BE49-F238E27FC236}">
                      <a16:creationId xmlns:a16="http://schemas.microsoft.com/office/drawing/2014/main" id="{847D900E-CCDA-2872-0C1B-AB0AC9C0F8E3}"/>
                    </a:ext>
                  </a:extLst>
                </p:cNvPr>
                <p:cNvSpPr/>
                <p:nvPr/>
              </p:nvSpPr>
              <p:spPr>
                <a:xfrm>
                  <a:off x="2481945" y="1809207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alpha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+1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6" name="그룹 55">
                <a:extLst>
                  <a:ext uri="{FF2B5EF4-FFF2-40B4-BE49-F238E27FC236}">
                    <a16:creationId xmlns:a16="http://schemas.microsoft.com/office/drawing/2014/main" id="{DA54B46B-873E-82D9-4546-83E28578D281}"/>
                  </a:ext>
                </a:extLst>
              </p:cNvPr>
              <p:cNvGrpSpPr/>
              <p:nvPr/>
            </p:nvGrpSpPr>
            <p:grpSpPr>
              <a:xfrm>
                <a:off x="964488" y="3992878"/>
                <a:ext cx="1613262" cy="1482635"/>
                <a:chOff x="1776549" y="1103811"/>
                <a:chExt cx="1058094" cy="1058094"/>
              </a:xfrm>
            </p:grpSpPr>
            <p:sp>
              <p:nvSpPr>
                <p:cNvPr id="57" name="직사각형 56">
                  <a:extLst>
                    <a:ext uri="{FF2B5EF4-FFF2-40B4-BE49-F238E27FC236}">
                      <a16:creationId xmlns:a16="http://schemas.microsoft.com/office/drawing/2014/main" id="{C878EB94-007D-1FC1-5C0B-058695C0B185}"/>
                    </a:ext>
                  </a:extLst>
                </p:cNvPr>
                <p:cNvSpPr/>
                <p:nvPr/>
              </p:nvSpPr>
              <p:spPr>
                <a:xfrm>
                  <a:off x="1776549" y="1103811"/>
                  <a:ext cx="352698" cy="352698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+1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8" name="직사각형 57">
                  <a:extLst>
                    <a:ext uri="{FF2B5EF4-FFF2-40B4-BE49-F238E27FC236}">
                      <a16:creationId xmlns:a16="http://schemas.microsoft.com/office/drawing/2014/main" id="{4F541164-B07E-5BFB-2816-D4E317E62383}"/>
                    </a:ext>
                  </a:extLst>
                </p:cNvPr>
                <p:cNvSpPr/>
                <p:nvPr/>
              </p:nvSpPr>
              <p:spPr>
                <a:xfrm>
                  <a:off x="2129247" y="1103811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9" name="직사각형 58">
                  <a:extLst>
                    <a:ext uri="{FF2B5EF4-FFF2-40B4-BE49-F238E27FC236}">
                      <a16:creationId xmlns:a16="http://schemas.microsoft.com/office/drawing/2014/main" id="{D0CD1DE6-5A89-37A0-0CAB-700D36214E30}"/>
                    </a:ext>
                  </a:extLst>
                </p:cNvPr>
                <p:cNvSpPr/>
                <p:nvPr/>
              </p:nvSpPr>
              <p:spPr>
                <a:xfrm>
                  <a:off x="2481945" y="1103811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0" name="직사각형 59">
                  <a:extLst>
                    <a:ext uri="{FF2B5EF4-FFF2-40B4-BE49-F238E27FC236}">
                      <a16:creationId xmlns:a16="http://schemas.microsoft.com/office/drawing/2014/main" id="{3649C42A-E94B-7B38-8419-D99C5E3A5F61}"/>
                    </a:ext>
                  </a:extLst>
                </p:cNvPr>
                <p:cNvSpPr/>
                <p:nvPr/>
              </p:nvSpPr>
              <p:spPr>
                <a:xfrm>
                  <a:off x="1776549" y="1456509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1" name="직사각형 60">
                  <a:extLst>
                    <a:ext uri="{FF2B5EF4-FFF2-40B4-BE49-F238E27FC236}">
                      <a16:creationId xmlns:a16="http://schemas.microsoft.com/office/drawing/2014/main" id="{04E5F6EB-1676-8360-C9C1-D0D1CEB032B3}"/>
                    </a:ext>
                  </a:extLst>
                </p:cNvPr>
                <p:cNvSpPr/>
                <p:nvPr/>
              </p:nvSpPr>
              <p:spPr>
                <a:xfrm>
                  <a:off x="2129247" y="1456509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2" name="직사각형 61">
                  <a:extLst>
                    <a:ext uri="{FF2B5EF4-FFF2-40B4-BE49-F238E27FC236}">
                      <a16:creationId xmlns:a16="http://schemas.microsoft.com/office/drawing/2014/main" id="{5A7DAD16-BC1D-80E5-1A94-CB4901DE78BC}"/>
                    </a:ext>
                  </a:extLst>
                </p:cNvPr>
                <p:cNvSpPr/>
                <p:nvPr/>
              </p:nvSpPr>
              <p:spPr>
                <a:xfrm>
                  <a:off x="2481945" y="1456509"/>
                  <a:ext cx="352698" cy="352698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+1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3" name="직사각형 62">
                  <a:extLst>
                    <a:ext uri="{FF2B5EF4-FFF2-40B4-BE49-F238E27FC236}">
                      <a16:creationId xmlns:a16="http://schemas.microsoft.com/office/drawing/2014/main" id="{F16C4291-5E5C-319B-5785-8283FE06C6E1}"/>
                    </a:ext>
                  </a:extLst>
                </p:cNvPr>
                <p:cNvSpPr/>
                <p:nvPr/>
              </p:nvSpPr>
              <p:spPr>
                <a:xfrm>
                  <a:off x="1776549" y="1809207"/>
                  <a:ext cx="352698" cy="352698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+1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4" name="직사각형 63">
                  <a:extLst>
                    <a:ext uri="{FF2B5EF4-FFF2-40B4-BE49-F238E27FC236}">
                      <a16:creationId xmlns:a16="http://schemas.microsoft.com/office/drawing/2014/main" id="{839CDD19-C694-E507-1B2B-DFEDF942FC26}"/>
                    </a:ext>
                  </a:extLst>
                </p:cNvPr>
                <p:cNvSpPr/>
                <p:nvPr/>
              </p:nvSpPr>
              <p:spPr>
                <a:xfrm>
                  <a:off x="2129247" y="1809207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5" name="직사각형 64">
                  <a:extLst>
                    <a:ext uri="{FF2B5EF4-FFF2-40B4-BE49-F238E27FC236}">
                      <a16:creationId xmlns:a16="http://schemas.microsoft.com/office/drawing/2014/main" id="{269DC7DF-28C0-4A31-BF45-2AA5920445F6}"/>
                    </a:ext>
                  </a:extLst>
                </p:cNvPr>
                <p:cNvSpPr/>
                <p:nvPr/>
              </p:nvSpPr>
              <p:spPr>
                <a:xfrm>
                  <a:off x="2481945" y="1809207"/>
                  <a:ext cx="352698" cy="352698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+1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77E7E6D-3670-3E07-7967-976BE319B67F}"/>
                </a:ext>
              </a:extLst>
            </p:cNvPr>
            <p:cNvSpPr txBox="1"/>
            <p:nvPr/>
          </p:nvSpPr>
          <p:spPr>
            <a:xfrm>
              <a:off x="2723606" y="4286800"/>
              <a:ext cx="87521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   </a:t>
              </a:r>
              <a:r>
                <a:rPr lang="en-US" altLang="ko-KR" sz="3200" dirty="0"/>
                <a:t>…</a:t>
              </a:r>
              <a:endParaRPr lang="ko-KR" altLang="en-US" sz="3200" dirty="0"/>
            </a:p>
          </p:txBody>
        </p:sp>
        <p:cxnSp>
          <p:nvCxnSpPr>
            <p:cNvPr id="8" name="직선 화살표 연결선 7">
              <a:extLst>
                <a:ext uri="{FF2B5EF4-FFF2-40B4-BE49-F238E27FC236}">
                  <a16:creationId xmlns:a16="http://schemas.microsoft.com/office/drawing/2014/main" id="{D60A377A-E83A-3260-750B-7FF89E9A90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97475" y="5181600"/>
              <a:ext cx="330200" cy="346075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42B27BD3-7699-238D-84C0-985B290BEABF}"/>
                    </a:ext>
                  </a:extLst>
                </p:cNvPr>
                <p:cNvSpPr txBox="1"/>
                <p:nvPr/>
              </p:nvSpPr>
              <p:spPr>
                <a:xfrm>
                  <a:off x="5197475" y="5237072"/>
                  <a:ext cx="106253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42B27BD3-7699-238D-84C0-985B290BEA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97475" y="5237072"/>
                  <a:ext cx="1062536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직선 화살표 연결선 9">
              <a:extLst>
                <a:ext uri="{FF2B5EF4-FFF2-40B4-BE49-F238E27FC236}">
                  <a16:creationId xmlns:a16="http://schemas.microsoft.com/office/drawing/2014/main" id="{95C90DF4-97A0-5052-E17A-726FD56610E5}"/>
                </a:ext>
              </a:extLst>
            </p:cNvPr>
            <p:cNvCxnSpPr>
              <a:cxnSpLocks/>
            </p:cNvCxnSpPr>
            <p:nvPr/>
          </p:nvCxnSpPr>
          <p:spPr>
            <a:xfrm>
              <a:off x="964488" y="3429000"/>
              <a:ext cx="4489255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3DCD72F9-3969-92AA-7EF4-4E6A19202354}"/>
                    </a:ext>
                  </a:extLst>
                </p:cNvPr>
                <p:cNvSpPr txBox="1"/>
                <p:nvPr/>
              </p:nvSpPr>
              <p:spPr>
                <a:xfrm>
                  <a:off x="2648947" y="2972843"/>
                  <a:ext cx="106253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3DCD72F9-3969-92AA-7EF4-4E6A192023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8947" y="2972843"/>
                  <a:ext cx="1062536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56B86A67-FE79-2990-6449-B7BF04DD7FAA}"/>
                </a:ext>
              </a:extLst>
            </p:cNvPr>
            <p:cNvGrpSpPr/>
            <p:nvPr/>
          </p:nvGrpSpPr>
          <p:grpSpPr>
            <a:xfrm>
              <a:off x="3510216" y="3693875"/>
              <a:ext cx="1907149" cy="1781638"/>
              <a:chOff x="964488" y="3693875"/>
              <a:chExt cx="1907149" cy="1781638"/>
            </a:xfrm>
          </p:grpSpPr>
          <p:grpSp>
            <p:nvGrpSpPr>
              <p:cNvPr id="13" name="그룹 12">
                <a:extLst>
                  <a:ext uri="{FF2B5EF4-FFF2-40B4-BE49-F238E27FC236}">
                    <a16:creationId xmlns:a16="http://schemas.microsoft.com/office/drawing/2014/main" id="{C8500A13-2898-102B-9D17-93D57D7CA1A8}"/>
                  </a:ext>
                </a:extLst>
              </p:cNvPr>
              <p:cNvGrpSpPr/>
              <p:nvPr/>
            </p:nvGrpSpPr>
            <p:grpSpPr>
              <a:xfrm>
                <a:off x="1258375" y="3693875"/>
                <a:ext cx="1613262" cy="1483400"/>
                <a:chOff x="1776549" y="1103265"/>
                <a:chExt cx="1058094" cy="1058640"/>
              </a:xfrm>
            </p:grpSpPr>
            <p:sp>
              <p:nvSpPr>
                <p:cNvPr id="44" name="직사각형 43">
                  <a:extLst>
                    <a:ext uri="{FF2B5EF4-FFF2-40B4-BE49-F238E27FC236}">
                      <a16:creationId xmlns:a16="http://schemas.microsoft.com/office/drawing/2014/main" id="{9163CCB4-B747-917F-EA73-E8474B7EB83C}"/>
                    </a:ext>
                  </a:extLst>
                </p:cNvPr>
                <p:cNvSpPr/>
                <p:nvPr/>
              </p:nvSpPr>
              <p:spPr>
                <a:xfrm>
                  <a:off x="1776549" y="1103811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alpha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+1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5" name="직사각형 44">
                  <a:extLst>
                    <a:ext uri="{FF2B5EF4-FFF2-40B4-BE49-F238E27FC236}">
                      <a16:creationId xmlns:a16="http://schemas.microsoft.com/office/drawing/2014/main" id="{D813E9DD-192E-1797-5D32-83F6909E3D17}"/>
                    </a:ext>
                  </a:extLst>
                </p:cNvPr>
                <p:cNvSpPr/>
                <p:nvPr/>
              </p:nvSpPr>
              <p:spPr>
                <a:xfrm>
                  <a:off x="2131603" y="1103265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  <a:alpha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+1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6" name="직사각형 45">
                  <a:extLst>
                    <a:ext uri="{FF2B5EF4-FFF2-40B4-BE49-F238E27FC236}">
                      <a16:creationId xmlns:a16="http://schemas.microsoft.com/office/drawing/2014/main" id="{BAF55B09-5EC8-3761-0514-BA3FBDE80927}"/>
                    </a:ext>
                  </a:extLst>
                </p:cNvPr>
                <p:cNvSpPr/>
                <p:nvPr/>
              </p:nvSpPr>
              <p:spPr>
                <a:xfrm>
                  <a:off x="2481945" y="1103811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alpha val="8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7" name="직사각형 46">
                  <a:extLst>
                    <a:ext uri="{FF2B5EF4-FFF2-40B4-BE49-F238E27FC236}">
                      <a16:creationId xmlns:a16="http://schemas.microsoft.com/office/drawing/2014/main" id="{D07A9BE1-FCD4-12C8-40DE-3B3ECF9AF423}"/>
                    </a:ext>
                  </a:extLst>
                </p:cNvPr>
                <p:cNvSpPr/>
                <p:nvPr/>
              </p:nvSpPr>
              <p:spPr>
                <a:xfrm>
                  <a:off x="1776549" y="1456509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8" name="직사각형 47">
                  <a:extLst>
                    <a:ext uri="{FF2B5EF4-FFF2-40B4-BE49-F238E27FC236}">
                      <a16:creationId xmlns:a16="http://schemas.microsoft.com/office/drawing/2014/main" id="{8E8B36E0-F1A3-4777-A74F-AB695B8B020A}"/>
                    </a:ext>
                  </a:extLst>
                </p:cNvPr>
                <p:cNvSpPr/>
                <p:nvPr/>
              </p:nvSpPr>
              <p:spPr>
                <a:xfrm>
                  <a:off x="2129247" y="1456509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9" name="직사각형 48">
                  <a:extLst>
                    <a:ext uri="{FF2B5EF4-FFF2-40B4-BE49-F238E27FC236}">
                      <a16:creationId xmlns:a16="http://schemas.microsoft.com/office/drawing/2014/main" id="{57B4F138-4212-B7A4-CD2A-15E0ADC7B842}"/>
                    </a:ext>
                  </a:extLst>
                </p:cNvPr>
                <p:cNvSpPr/>
                <p:nvPr/>
              </p:nvSpPr>
              <p:spPr>
                <a:xfrm>
                  <a:off x="2481945" y="1456509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  <a:alpha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0" name="직사각형 49">
                  <a:extLst>
                    <a:ext uri="{FF2B5EF4-FFF2-40B4-BE49-F238E27FC236}">
                      <a16:creationId xmlns:a16="http://schemas.microsoft.com/office/drawing/2014/main" id="{9014D098-4EEF-893B-A62C-590EA9AB33A9}"/>
                    </a:ext>
                  </a:extLst>
                </p:cNvPr>
                <p:cNvSpPr/>
                <p:nvPr/>
              </p:nvSpPr>
              <p:spPr>
                <a:xfrm>
                  <a:off x="1776549" y="1809207"/>
                  <a:ext cx="352698" cy="352698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+1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1" name="직사각형 50">
                  <a:extLst>
                    <a:ext uri="{FF2B5EF4-FFF2-40B4-BE49-F238E27FC236}">
                      <a16:creationId xmlns:a16="http://schemas.microsoft.com/office/drawing/2014/main" id="{FD2CD591-CB0B-DE7E-73CD-B7C42099B892}"/>
                    </a:ext>
                  </a:extLst>
                </p:cNvPr>
                <p:cNvSpPr/>
                <p:nvPr/>
              </p:nvSpPr>
              <p:spPr>
                <a:xfrm>
                  <a:off x="2129247" y="1809207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2" name="직사각형 51">
                  <a:extLst>
                    <a:ext uri="{FF2B5EF4-FFF2-40B4-BE49-F238E27FC236}">
                      <a16:creationId xmlns:a16="http://schemas.microsoft.com/office/drawing/2014/main" id="{F9BB6B60-7C20-3579-CE57-9E8605559A31}"/>
                    </a:ext>
                  </a:extLst>
                </p:cNvPr>
                <p:cNvSpPr/>
                <p:nvPr/>
              </p:nvSpPr>
              <p:spPr>
                <a:xfrm>
                  <a:off x="2481945" y="1809207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alpha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4" name="그룹 13">
                <a:extLst>
                  <a:ext uri="{FF2B5EF4-FFF2-40B4-BE49-F238E27FC236}">
                    <a16:creationId xmlns:a16="http://schemas.microsoft.com/office/drawing/2014/main" id="{8ED0E25E-5616-5512-DBDE-D9FD931DDBD5}"/>
                  </a:ext>
                </a:extLst>
              </p:cNvPr>
              <p:cNvGrpSpPr/>
              <p:nvPr/>
            </p:nvGrpSpPr>
            <p:grpSpPr>
              <a:xfrm>
                <a:off x="1160418" y="3796948"/>
                <a:ext cx="1613262" cy="1482635"/>
                <a:chOff x="1776549" y="1103811"/>
                <a:chExt cx="1058094" cy="1058094"/>
              </a:xfrm>
            </p:grpSpPr>
            <p:sp>
              <p:nvSpPr>
                <p:cNvPr id="35" name="직사각형 34">
                  <a:extLst>
                    <a:ext uri="{FF2B5EF4-FFF2-40B4-BE49-F238E27FC236}">
                      <a16:creationId xmlns:a16="http://schemas.microsoft.com/office/drawing/2014/main" id="{1321DD5C-F6F8-266C-A0D5-0FB20A6E4A17}"/>
                    </a:ext>
                  </a:extLst>
                </p:cNvPr>
                <p:cNvSpPr/>
                <p:nvPr/>
              </p:nvSpPr>
              <p:spPr>
                <a:xfrm>
                  <a:off x="1776549" y="1103811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alpha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+1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6" name="직사각형 35">
                  <a:extLst>
                    <a:ext uri="{FF2B5EF4-FFF2-40B4-BE49-F238E27FC236}">
                      <a16:creationId xmlns:a16="http://schemas.microsoft.com/office/drawing/2014/main" id="{27DD0E87-F655-2BD0-57E7-F89BF802D122}"/>
                    </a:ext>
                  </a:extLst>
                </p:cNvPr>
                <p:cNvSpPr/>
                <p:nvPr/>
              </p:nvSpPr>
              <p:spPr>
                <a:xfrm>
                  <a:off x="2129247" y="1103811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  <a:alpha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7" name="직사각형 36">
                  <a:extLst>
                    <a:ext uri="{FF2B5EF4-FFF2-40B4-BE49-F238E27FC236}">
                      <a16:creationId xmlns:a16="http://schemas.microsoft.com/office/drawing/2014/main" id="{F009158E-B5C0-2CF3-CF5B-54975B4F65EB}"/>
                    </a:ext>
                  </a:extLst>
                </p:cNvPr>
                <p:cNvSpPr/>
                <p:nvPr/>
              </p:nvSpPr>
              <p:spPr>
                <a:xfrm>
                  <a:off x="2481945" y="1103811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  <a:alpha val="8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+1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8" name="직사각형 37">
                  <a:extLst>
                    <a:ext uri="{FF2B5EF4-FFF2-40B4-BE49-F238E27FC236}">
                      <a16:creationId xmlns:a16="http://schemas.microsoft.com/office/drawing/2014/main" id="{428C6195-4DE9-3DD3-526B-7E01DBE22D32}"/>
                    </a:ext>
                  </a:extLst>
                </p:cNvPr>
                <p:cNvSpPr/>
                <p:nvPr/>
              </p:nvSpPr>
              <p:spPr>
                <a:xfrm>
                  <a:off x="1776549" y="1456509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9" name="직사각형 38">
                  <a:extLst>
                    <a:ext uri="{FF2B5EF4-FFF2-40B4-BE49-F238E27FC236}">
                      <a16:creationId xmlns:a16="http://schemas.microsoft.com/office/drawing/2014/main" id="{FAD8759B-18D7-BB29-412E-C6EC08706991}"/>
                    </a:ext>
                  </a:extLst>
                </p:cNvPr>
                <p:cNvSpPr/>
                <p:nvPr/>
              </p:nvSpPr>
              <p:spPr>
                <a:xfrm>
                  <a:off x="2129247" y="1456509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0" name="직사각형 39">
                  <a:extLst>
                    <a:ext uri="{FF2B5EF4-FFF2-40B4-BE49-F238E27FC236}">
                      <a16:creationId xmlns:a16="http://schemas.microsoft.com/office/drawing/2014/main" id="{EA8B7E9B-6F91-4044-634A-9C28BB246728}"/>
                    </a:ext>
                  </a:extLst>
                </p:cNvPr>
                <p:cNvSpPr/>
                <p:nvPr/>
              </p:nvSpPr>
              <p:spPr>
                <a:xfrm>
                  <a:off x="2481945" y="1456509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alpha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1" name="직사각형 40">
                  <a:extLst>
                    <a:ext uri="{FF2B5EF4-FFF2-40B4-BE49-F238E27FC236}">
                      <a16:creationId xmlns:a16="http://schemas.microsoft.com/office/drawing/2014/main" id="{7E3546C2-A0A8-40AF-8B9D-31608EBF9A46}"/>
                    </a:ext>
                  </a:extLst>
                </p:cNvPr>
                <p:cNvSpPr/>
                <p:nvPr/>
              </p:nvSpPr>
              <p:spPr>
                <a:xfrm>
                  <a:off x="1776549" y="1809207"/>
                  <a:ext cx="352698" cy="352698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+1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2" name="직사각형 41">
                  <a:extLst>
                    <a:ext uri="{FF2B5EF4-FFF2-40B4-BE49-F238E27FC236}">
                      <a16:creationId xmlns:a16="http://schemas.microsoft.com/office/drawing/2014/main" id="{9B3C263B-4B64-B8B2-85C4-1693FC8DC339}"/>
                    </a:ext>
                  </a:extLst>
                </p:cNvPr>
                <p:cNvSpPr/>
                <p:nvPr/>
              </p:nvSpPr>
              <p:spPr>
                <a:xfrm>
                  <a:off x="2129247" y="1809207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3" name="직사각형 42">
                  <a:extLst>
                    <a:ext uri="{FF2B5EF4-FFF2-40B4-BE49-F238E27FC236}">
                      <a16:creationId xmlns:a16="http://schemas.microsoft.com/office/drawing/2014/main" id="{7C3275C2-82BA-196B-76E2-FA4FA5EB7FD2}"/>
                    </a:ext>
                  </a:extLst>
                </p:cNvPr>
                <p:cNvSpPr/>
                <p:nvPr/>
              </p:nvSpPr>
              <p:spPr>
                <a:xfrm>
                  <a:off x="2481945" y="1809207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  <a:alpha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5" name="그룹 14">
                <a:extLst>
                  <a:ext uri="{FF2B5EF4-FFF2-40B4-BE49-F238E27FC236}">
                    <a16:creationId xmlns:a16="http://schemas.microsoft.com/office/drawing/2014/main" id="{5F56D937-ABBF-9FD6-EC34-146566A13521}"/>
                  </a:ext>
                </a:extLst>
              </p:cNvPr>
              <p:cNvGrpSpPr/>
              <p:nvPr/>
            </p:nvGrpSpPr>
            <p:grpSpPr>
              <a:xfrm>
                <a:off x="1062453" y="3888382"/>
                <a:ext cx="1613262" cy="1482635"/>
                <a:chOff x="1776549" y="1103811"/>
                <a:chExt cx="1058094" cy="1058094"/>
              </a:xfrm>
            </p:grpSpPr>
            <p:sp>
              <p:nvSpPr>
                <p:cNvPr id="26" name="직사각형 25">
                  <a:extLst>
                    <a:ext uri="{FF2B5EF4-FFF2-40B4-BE49-F238E27FC236}">
                      <a16:creationId xmlns:a16="http://schemas.microsoft.com/office/drawing/2014/main" id="{E6507F4E-630E-8AC2-AA86-CB9143578458}"/>
                    </a:ext>
                  </a:extLst>
                </p:cNvPr>
                <p:cNvSpPr/>
                <p:nvPr/>
              </p:nvSpPr>
              <p:spPr>
                <a:xfrm>
                  <a:off x="1776549" y="1103811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  <a:alpha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+1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" name="직사각형 26">
                  <a:extLst>
                    <a:ext uri="{FF2B5EF4-FFF2-40B4-BE49-F238E27FC236}">
                      <a16:creationId xmlns:a16="http://schemas.microsoft.com/office/drawing/2014/main" id="{0187DA84-D146-3699-526E-DCE102658845}"/>
                    </a:ext>
                  </a:extLst>
                </p:cNvPr>
                <p:cNvSpPr/>
                <p:nvPr/>
              </p:nvSpPr>
              <p:spPr>
                <a:xfrm>
                  <a:off x="2129247" y="1103811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alpha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" name="직사각형 27">
                  <a:extLst>
                    <a:ext uri="{FF2B5EF4-FFF2-40B4-BE49-F238E27FC236}">
                      <a16:creationId xmlns:a16="http://schemas.microsoft.com/office/drawing/2014/main" id="{5ACAF93B-3A28-D0BD-8BA5-30D79C3BB714}"/>
                    </a:ext>
                  </a:extLst>
                </p:cNvPr>
                <p:cNvSpPr/>
                <p:nvPr/>
              </p:nvSpPr>
              <p:spPr>
                <a:xfrm>
                  <a:off x="2481945" y="1103811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alpha val="8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+1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9" name="직사각형 28">
                  <a:extLst>
                    <a:ext uri="{FF2B5EF4-FFF2-40B4-BE49-F238E27FC236}">
                      <a16:creationId xmlns:a16="http://schemas.microsoft.com/office/drawing/2014/main" id="{AD5DEBC0-8825-A67C-A830-9686FEDCD263}"/>
                    </a:ext>
                  </a:extLst>
                </p:cNvPr>
                <p:cNvSpPr/>
                <p:nvPr/>
              </p:nvSpPr>
              <p:spPr>
                <a:xfrm>
                  <a:off x="1776549" y="1456509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0" name="직사각형 29">
                  <a:extLst>
                    <a:ext uri="{FF2B5EF4-FFF2-40B4-BE49-F238E27FC236}">
                      <a16:creationId xmlns:a16="http://schemas.microsoft.com/office/drawing/2014/main" id="{67F1BBB2-EF4B-2AA3-E1FB-9AAAB4317DFA}"/>
                    </a:ext>
                  </a:extLst>
                </p:cNvPr>
                <p:cNvSpPr/>
                <p:nvPr/>
              </p:nvSpPr>
              <p:spPr>
                <a:xfrm>
                  <a:off x="2129247" y="1456509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1" name="직사각형 30">
                  <a:extLst>
                    <a:ext uri="{FF2B5EF4-FFF2-40B4-BE49-F238E27FC236}">
                      <a16:creationId xmlns:a16="http://schemas.microsoft.com/office/drawing/2014/main" id="{6B538EC4-B9A7-B1E2-DB08-6BFF4A936B10}"/>
                    </a:ext>
                  </a:extLst>
                </p:cNvPr>
                <p:cNvSpPr/>
                <p:nvPr/>
              </p:nvSpPr>
              <p:spPr>
                <a:xfrm>
                  <a:off x="2481945" y="1456509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  <a:alpha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+1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2" name="직사각형 31">
                  <a:extLst>
                    <a:ext uri="{FF2B5EF4-FFF2-40B4-BE49-F238E27FC236}">
                      <a16:creationId xmlns:a16="http://schemas.microsoft.com/office/drawing/2014/main" id="{117362BA-682F-A50D-4B27-984FDACE64A1}"/>
                    </a:ext>
                  </a:extLst>
                </p:cNvPr>
                <p:cNvSpPr/>
                <p:nvPr/>
              </p:nvSpPr>
              <p:spPr>
                <a:xfrm>
                  <a:off x="1776549" y="1809207"/>
                  <a:ext cx="352698" cy="352698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+1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3" name="직사각형 32">
                  <a:extLst>
                    <a:ext uri="{FF2B5EF4-FFF2-40B4-BE49-F238E27FC236}">
                      <a16:creationId xmlns:a16="http://schemas.microsoft.com/office/drawing/2014/main" id="{15ABFDDD-865D-E791-D75C-5426AFB4FB8A}"/>
                    </a:ext>
                  </a:extLst>
                </p:cNvPr>
                <p:cNvSpPr/>
                <p:nvPr/>
              </p:nvSpPr>
              <p:spPr>
                <a:xfrm>
                  <a:off x="2129247" y="1809207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4" name="직사각형 33">
                  <a:extLst>
                    <a:ext uri="{FF2B5EF4-FFF2-40B4-BE49-F238E27FC236}">
                      <a16:creationId xmlns:a16="http://schemas.microsoft.com/office/drawing/2014/main" id="{485FAA17-84F0-C1BC-64F2-2B24AEF23AFB}"/>
                    </a:ext>
                  </a:extLst>
                </p:cNvPr>
                <p:cNvSpPr/>
                <p:nvPr/>
              </p:nvSpPr>
              <p:spPr>
                <a:xfrm>
                  <a:off x="2481945" y="1809207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  <a:alpha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+1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6" name="그룹 15">
                <a:extLst>
                  <a:ext uri="{FF2B5EF4-FFF2-40B4-BE49-F238E27FC236}">
                    <a16:creationId xmlns:a16="http://schemas.microsoft.com/office/drawing/2014/main" id="{C3B3B8ED-3238-5442-1823-A4DD54E5B00F}"/>
                  </a:ext>
                </a:extLst>
              </p:cNvPr>
              <p:cNvGrpSpPr/>
              <p:nvPr/>
            </p:nvGrpSpPr>
            <p:grpSpPr>
              <a:xfrm>
                <a:off x="964488" y="3992878"/>
                <a:ext cx="1613262" cy="1482635"/>
                <a:chOff x="1776549" y="1103811"/>
                <a:chExt cx="1058094" cy="1058094"/>
              </a:xfrm>
            </p:grpSpPr>
            <p:sp>
              <p:nvSpPr>
                <p:cNvPr id="17" name="직사각형 16">
                  <a:extLst>
                    <a:ext uri="{FF2B5EF4-FFF2-40B4-BE49-F238E27FC236}">
                      <a16:creationId xmlns:a16="http://schemas.microsoft.com/office/drawing/2014/main" id="{229748F2-CE6C-9662-B4B0-692C7AFFEAD7}"/>
                    </a:ext>
                  </a:extLst>
                </p:cNvPr>
                <p:cNvSpPr/>
                <p:nvPr/>
              </p:nvSpPr>
              <p:spPr>
                <a:xfrm>
                  <a:off x="1776549" y="1103811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" name="직사각형 17">
                  <a:extLst>
                    <a:ext uri="{FF2B5EF4-FFF2-40B4-BE49-F238E27FC236}">
                      <a16:creationId xmlns:a16="http://schemas.microsoft.com/office/drawing/2014/main" id="{86062559-03F0-53F2-E882-7089E707A700}"/>
                    </a:ext>
                  </a:extLst>
                </p:cNvPr>
                <p:cNvSpPr/>
                <p:nvPr/>
              </p:nvSpPr>
              <p:spPr>
                <a:xfrm>
                  <a:off x="2129247" y="1103811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" name="직사각형 18">
                  <a:extLst>
                    <a:ext uri="{FF2B5EF4-FFF2-40B4-BE49-F238E27FC236}">
                      <a16:creationId xmlns:a16="http://schemas.microsoft.com/office/drawing/2014/main" id="{FDF8EACB-3118-C078-8980-70BA3EBEB379}"/>
                    </a:ext>
                  </a:extLst>
                </p:cNvPr>
                <p:cNvSpPr/>
                <p:nvPr/>
              </p:nvSpPr>
              <p:spPr>
                <a:xfrm>
                  <a:off x="2481945" y="1103811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" name="직사각형 19">
                  <a:extLst>
                    <a:ext uri="{FF2B5EF4-FFF2-40B4-BE49-F238E27FC236}">
                      <a16:creationId xmlns:a16="http://schemas.microsoft.com/office/drawing/2014/main" id="{59EE8084-D068-4F69-9279-C72230E2FD29}"/>
                    </a:ext>
                  </a:extLst>
                </p:cNvPr>
                <p:cNvSpPr/>
                <p:nvPr/>
              </p:nvSpPr>
              <p:spPr>
                <a:xfrm>
                  <a:off x="1776549" y="1456509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" name="직사각형 20">
                  <a:extLst>
                    <a:ext uri="{FF2B5EF4-FFF2-40B4-BE49-F238E27FC236}">
                      <a16:creationId xmlns:a16="http://schemas.microsoft.com/office/drawing/2014/main" id="{B4C54FBF-AD6C-342C-C8B6-2DE0A0DEF7AF}"/>
                    </a:ext>
                  </a:extLst>
                </p:cNvPr>
                <p:cNvSpPr/>
                <p:nvPr/>
              </p:nvSpPr>
              <p:spPr>
                <a:xfrm>
                  <a:off x="2129247" y="1456509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+1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" name="직사각형 21">
                  <a:extLst>
                    <a:ext uri="{FF2B5EF4-FFF2-40B4-BE49-F238E27FC236}">
                      <a16:creationId xmlns:a16="http://schemas.microsoft.com/office/drawing/2014/main" id="{DD8A30DB-A617-5D5C-37F4-97CF733AB521}"/>
                    </a:ext>
                  </a:extLst>
                </p:cNvPr>
                <p:cNvSpPr/>
                <p:nvPr/>
              </p:nvSpPr>
              <p:spPr>
                <a:xfrm>
                  <a:off x="2481945" y="1456509"/>
                  <a:ext cx="352698" cy="352698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+1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" name="직사각형 22">
                  <a:extLst>
                    <a:ext uri="{FF2B5EF4-FFF2-40B4-BE49-F238E27FC236}">
                      <a16:creationId xmlns:a16="http://schemas.microsoft.com/office/drawing/2014/main" id="{B3D71C98-AE19-F1BE-868D-5E38B6585B49}"/>
                    </a:ext>
                  </a:extLst>
                </p:cNvPr>
                <p:cNvSpPr/>
                <p:nvPr/>
              </p:nvSpPr>
              <p:spPr>
                <a:xfrm>
                  <a:off x="1776549" y="1809207"/>
                  <a:ext cx="352698" cy="352698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+1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4" name="직사각형 23">
                  <a:extLst>
                    <a:ext uri="{FF2B5EF4-FFF2-40B4-BE49-F238E27FC236}">
                      <a16:creationId xmlns:a16="http://schemas.microsoft.com/office/drawing/2014/main" id="{C9CB8991-7A03-ACD0-8E2B-F5EE38C9365E}"/>
                    </a:ext>
                  </a:extLst>
                </p:cNvPr>
                <p:cNvSpPr/>
                <p:nvPr/>
              </p:nvSpPr>
              <p:spPr>
                <a:xfrm>
                  <a:off x="2129247" y="1809207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+1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5" name="직사각형 24">
                  <a:extLst>
                    <a:ext uri="{FF2B5EF4-FFF2-40B4-BE49-F238E27FC236}">
                      <a16:creationId xmlns:a16="http://schemas.microsoft.com/office/drawing/2014/main" id="{FA2A4E0E-E62C-7AA5-170E-755D7F89D4DB}"/>
                    </a:ext>
                  </a:extLst>
                </p:cNvPr>
                <p:cNvSpPr/>
                <p:nvPr/>
              </p:nvSpPr>
              <p:spPr>
                <a:xfrm>
                  <a:off x="2481945" y="1809207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p:grpSp>
        </p:grpSp>
      </p:grpSp>
      <p:grpSp>
        <p:nvGrpSpPr>
          <p:cNvPr id="93" name="그룹 92">
            <a:extLst>
              <a:ext uri="{FF2B5EF4-FFF2-40B4-BE49-F238E27FC236}">
                <a16:creationId xmlns:a16="http://schemas.microsoft.com/office/drawing/2014/main" id="{E9D6E598-5664-54D1-C360-D300AF303991}"/>
              </a:ext>
            </a:extLst>
          </p:cNvPr>
          <p:cNvGrpSpPr/>
          <p:nvPr/>
        </p:nvGrpSpPr>
        <p:grpSpPr>
          <a:xfrm>
            <a:off x="7672026" y="667330"/>
            <a:ext cx="3431254" cy="5523340"/>
            <a:chOff x="8287657" y="529771"/>
            <a:chExt cx="3214447" cy="5174343"/>
          </a:xfrm>
        </p:grpSpPr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8EE20E23-63CB-778A-2008-753ACB2E8F2A}"/>
                </a:ext>
              </a:extLst>
            </p:cNvPr>
            <p:cNvSpPr txBox="1"/>
            <p:nvPr/>
          </p:nvSpPr>
          <p:spPr>
            <a:xfrm>
              <a:off x="9325429" y="529771"/>
              <a:ext cx="20755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 err="1"/>
                <a:t>CodeBook</a:t>
              </a:r>
              <a:endParaRPr lang="ko-KR" altLang="en-US" dirty="0"/>
            </a:p>
          </p:txBody>
        </p:sp>
        <p:grpSp>
          <p:nvGrpSpPr>
            <p:cNvPr id="95" name="그룹 94">
              <a:extLst>
                <a:ext uri="{FF2B5EF4-FFF2-40B4-BE49-F238E27FC236}">
                  <a16:creationId xmlns:a16="http://schemas.microsoft.com/office/drawing/2014/main" id="{C0ECBB02-A230-64E9-3EAC-493ED02C277A}"/>
                </a:ext>
              </a:extLst>
            </p:cNvPr>
            <p:cNvGrpSpPr/>
            <p:nvPr/>
          </p:nvGrpSpPr>
          <p:grpSpPr>
            <a:xfrm>
              <a:off x="9456084" y="1024970"/>
              <a:ext cx="965173" cy="887022"/>
              <a:chOff x="1776549" y="1103811"/>
              <a:chExt cx="1058094" cy="1058094"/>
            </a:xfrm>
          </p:grpSpPr>
          <p:sp>
            <p:nvSpPr>
              <p:cNvPr id="134" name="직사각형 133">
                <a:extLst>
                  <a:ext uri="{FF2B5EF4-FFF2-40B4-BE49-F238E27FC236}">
                    <a16:creationId xmlns:a16="http://schemas.microsoft.com/office/drawing/2014/main" id="{EB5BD193-E1E8-340E-1FD7-DFD1CAAD7F18}"/>
                  </a:ext>
                </a:extLst>
              </p:cNvPr>
              <p:cNvSpPr/>
              <p:nvPr/>
            </p:nvSpPr>
            <p:spPr>
              <a:xfrm>
                <a:off x="1776549" y="1103811"/>
                <a:ext cx="352698" cy="35269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tx1"/>
                    </a:solidFill>
                  </a:rPr>
                  <a:t>-1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5" name="직사각형 134">
                <a:extLst>
                  <a:ext uri="{FF2B5EF4-FFF2-40B4-BE49-F238E27FC236}">
                    <a16:creationId xmlns:a16="http://schemas.microsoft.com/office/drawing/2014/main" id="{B694CE16-3562-A3CA-DF88-658EFB5DC32E}"/>
                  </a:ext>
                </a:extLst>
              </p:cNvPr>
              <p:cNvSpPr/>
              <p:nvPr/>
            </p:nvSpPr>
            <p:spPr>
              <a:xfrm>
                <a:off x="2129247" y="1103811"/>
                <a:ext cx="352698" cy="35269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tx1"/>
                    </a:solidFill>
                  </a:rPr>
                  <a:t>-1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6" name="직사각형 135">
                <a:extLst>
                  <a:ext uri="{FF2B5EF4-FFF2-40B4-BE49-F238E27FC236}">
                    <a16:creationId xmlns:a16="http://schemas.microsoft.com/office/drawing/2014/main" id="{187FD75A-C3F9-727C-D53F-A95D64BFECBF}"/>
                  </a:ext>
                </a:extLst>
              </p:cNvPr>
              <p:cNvSpPr/>
              <p:nvPr/>
            </p:nvSpPr>
            <p:spPr>
              <a:xfrm>
                <a:off x="2481945" y="1103811"/>
                <a:ext cx="352698" cy="35269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tx1"/>
                    </a:solidFill>
                  </a:rPr>
                  <a:t>-1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7" name="직사각형 136">
                <a:extLst>
                  <a:ext uri="{FF2B5EF4-FFF2-40B4-BE49-F238E27FC236}">
                    <a16:creationId xmlns:a16="http://schemas.microsoft.com/office/drawing/2014/main" id="{281BABB5-7222-9A93-B3C3-14753909595E}"/>
                  </a:ext>
                </a:extLst>
              </p:cNvPr>
              <p:cNvSpPr/>
              <p:nvPr/>
            </p:nvSpPr>
            <p:spPr>
              <a:xfrm>
                <a:off x="1776549" y="1456509"/>
                <a:ext cx="352698" cy="35269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tx1"/>
                    </a:solidFill>
                  </a:rPr>
                  <a:t>-1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8" name="직사각형 137">
                <a:extLst>
                  <a:ext uri="{FF2B5EF4-FFF2-40B4-BE49-F238E27FC236}">
                    <a16:creationId xmlns:a16="http://schemas.microsoft.com/office/drawing/2014/main" id="{CCE93717-F97C-73AB-7545-9A8CD3A3B11A}"/>
                  </a:ext>
                </a:extLst>
              </p:cNvPr>
              <p:cNvSpPr/>
              <p:nvPr/>
            </p:nvSpPr>
            <p:spPr>
              <a:xfrm>
                <a:off x="2129247" y="1456509"/>
                <a:ext cx="352698" cy="35269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tx1"/>
                    </a:solidFill>
                  </a:rPr>
                  <a:t>-1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9" name="직사각형 138">
                <a:extLst>
                  <a:ext uri="{FF2B5EF4-FFF2-40B4-BE49-F238E27FC236}">
                    <a16:creationId xmlns:a16="http://schemas.microsoft.com/office/drawing/2014/main" id="{7AFFDA44-9ABC-9F36-598A-0C2186EA8B7C}"/>
                  </a:ext>
                </a:extLst>
              </p:cNvPr>
              <p:cNvSpPr/>
              <p:nvPr/>
            </p:nvSpPr>
            <p:spPr>
              <a:xfrm>
                <a:off x="2481945" y="1456509"/>
                <a:ext cx="352698" cy="35269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tx1"/>
                    </a:solidFill>
                  </a:rPr>
                  <a:t>-1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0" name="직사각형 139">
                <a:extLst>
                  <a:ext uri="{FF2B5EF4-FFF2-40B4-BE49-F238E27FC236}">
                    <a16:creationId xmlns:a16="http://schemas.microsoft.com/office/drawing/2014/main" id="{F24550E0-E810-BD23-8B5F-A0D3DEFF2C86}"/>
                  </a:ext>
                </a:extLst>
              </p:cNvPr>
              <p:cNvSpPr/>
              <p:nvPr/>
            </p:nvSpPr>
            <p:spPr>
              <a:xfrm>
                <a:off x="1776549" y="1809207"/>
                <a:ext cx="352698" cy="35269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tx1"/>
                    </a:solidFill>
                  </a:rPr>
                  <a:t>-1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1" name="직사각형 140">
                <a:extLst>
                  <a:ext uri="{FF2B5EF4-FFF2-40B4-BE49-F238E27FC236}">
                    <a16:creationId xmlns:a16="http://schemas.microsoft.com/office/drawing/2014/main" id="{4DB9D5F8-09F5-1E92-5FB5-F1EA5EA53C0E}"/>
                  </a:ext>
                </a:extLst>
              </p:cNvPr>
              <p:cNvSpPr/>
              <p:nvPr/>
            </p:nvSpPr>
            <p:spPr>
              <a:xfrm>
                <a:off x="2129247" y="1809207"/>
                <a:ext cx="352698" cy="35269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tx1"/>
                    </a:solidFill>
                  </a:rPr>
                  <a:t>-1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2" name="직사각형 141">
                <a:extLst>
                  <a:ext uri="{FF2B5EF4-FFF2-40B4-BE49-F238E27FC236}">
                    <a16:creationId xmlns:a16="http://schemas.microsoft.com/office/drawing/2014/main" id="{92DBBD71-4D50-3569-60CC-873BF66E92EC}"/>
                  </a:ext>
                </a:extLst>
              </p:cNvPr>
              <p:cNvSpPr/>
              <p:nvPr/>
            </p:nvSpPr>
            <p:spPr>
              <a:xfrm>
                <a:off x="2481945" y="1809207"/>
                <a:ext cx="352698" cy="35269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tx1"/>
                    </a:solidFill>
                  </a:rPr>
                  <a:t>-1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96" name="그룹 95">
              <a:extLst>
                <a:ext uri="{FF2B5EF4-FFF2-40B4-BE49-F238E27FC236}">
                  <a16:creationId xmlns:a16="http://schemas.microsoft.com/office/drawing/2014/main" id="{EC726112-3C31-EF58-B1C6-B97203E22ED2}"/>
                </a:ext>
              </a:extLst>
            </p:cNvPr>
            <p:cNvGrpSpPr/>
            <p:nvPr/>
          </p:nvGrpSpPr>
          <p:grpSpPr>
            <a:xfrm>
              <a:off x="9456083" y="2333532"/>
              <a:ext cx="965173" cy="887022"/>
              <a:chOff x="1776549" y="1103811"/>
              <a:chExt cx="1058094" cy="1058094"/>
            </a:xfrm>
          </p:grpSpPr>
          <p:sp>
            <p:nvSpPr>
              <p:cNvPr id="125" name="직사각형 124">
                <a:extLst>
                  <a:ext uri="{FF2B5EF4-FFF2-40B4-BE49-F238E27FC236}">
                    <a16:creationId xmlns:a16="http://schemas.microsoft.com/office/drawing/2014/main" id="{48BB08A1-94C9-0F7E-3E6A-8847891AF369}"/>
                  </a:ext>
                </a:extLst>
              </p:cNvPr>
              <p:cNvSpPr/>
              <p:nvPr/>
            </p:nvSpPr>
            <p:spPr>
              <a:xfrm>
                <a:off x="1776549" y="1103811"/>
                <a:ext cx="352698" cy="35269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tx1"/>
                    </a:solidFill>
                  </a:rPr>
                  <a:t>-1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6" name="직사각형 125">
                <a:extLst>
                  <a:ext uri="{FF2B5EF4-FFF2-40B4-BE49-F238E27FC236}">
                    <a16:creationId xmlns:a16="http://schemas.microsoft.com/office/drawing/2014/main" id="{508F6E86-6843-BE11-D353-E1AEF5398A63}"/>
                  </a:ext>
                </a:extLst>
              </p:cNvPr>
              <p:cNvSpPr/>
              <p:nvPr/>
            </p:nvSpPr>
            <p:spPr>
              <a:xfrm>
                <a:off x="2129247" y="1103811"/>
                <a:ext cx="352698" cy="352698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tx1"/>
                    </a:solidFill>
                  </a:rPr>
                  <a:t>+1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7" name="직사각형 126">
                <a:extLst>
                  <a:ext uri="{FF2B5EF4-FFF2-40B4-BE49-F238E27FC236}">
                    <a16:creationId xmlns:a16="http://schemas.microsoft.com/office/drawing/2014/main" id="{D7397938-C3FA-79E6-052E-D6C055DA54F7}"/>
                  </a:ext>
                </a:extLst>
              </p:cNvPr>
              <p:cNvSpPr/>
              <p:nvPr/>
            </p:nvSpPr>
            <p:spPr>
              <a:xfrm>
                <a:off x="2481945" y="1103811"/>
                <a:ext cx="352698" cy="35269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tx1"/>
                    </a:solidFill>
                  </a:rPr>
                  <a:t>-1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8" name="직사각형 127">
                <a:extLst>
                  <a:ext uri="{FF2B5EF4-FFF2-40B4-BE49-F238E27FC236}">
                    <a16:creationId xmlns:a16="http://schemas.microsoft.com/office/drawing/2014/main" id="{D446D669-6801-6FD5-D2D6-D1B4A5744382}"/>
                  </a:ext>
                </a:extLst>
              </p:cNvPr>
              <p:cNvSpPr/>
              <p:nvPr/>
            </p:nvSpPr>
            <p:spPr>
              <a:xfrm>
                <a:off x="1776549" y="1456509"/>
                <a:ext cx="352698" cy="35269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tx1"/>
                    </a:solidFill>
                  </a:rPr>
                  <a:t>-1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9" name="직사각형 128">
                <a:extLst>
                  <a:ext uri="{FF2B5EF4-FFF2-40B4-BE49-F238E27FC236}">
                    <a16:creationId xmlns:a16="http://schemas.microsoft.com/office/drawing/2014/main" id="{F7E01278-B799-2D2E-1C39-B8242B257A2B}"/>
                  </a:ext>
                </a:extLst>
              </p:cNvPr>
              <p:cNvSpPr/>
              <p:nvPr/>
            </p:nvSpPr>
            <p:spPr>
              <a:xfrm>
                <a:off x="2129247" y="1456509"/>
                <a:ext cx="352698" cy="352698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tx1"/>
                    </a:solidFill>
                  </a:rPr>
                  <a:t>+1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0" name="직사각형 129">
                <a:extLst>
                  <a:ext uri="{FF2B5EF4-FFF2-40B4-BE49-F238E27FC236}">
                    <a16:creationId xmlns:a16="http://schemas.microsoft.com/office/drawing/2014/main" id="{61DAF20B-86E8-626D-C735-EF2A756DD095}"/>
                  </a:ext>
                </a:extLst>
              </p:cNvPr>
              <p:cNvSpPr/>
              <p:nvPr/>
            </p:nvSpPr>
            <p:spPr>
              <a:xfrm>
                <a:off x="2481945" y="1456509"/>
                <a:ext cx="352698" cy="35269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tx1"/>
                    </a:solidFill>
                  </a:rPr>
                  <a:t>-1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1" name="직사각형 130">
                <a:extLst>
                  <a:ext uri="{FF2B5EF4-FFF2-40B4-BE49-F238E27FC236}">
                    <a16:creationId xmlns:a16="http://schemas.microsoft.com/office/drawing/2014/main" id="{76FF1944-6513-4B5C-E434-FD45849A5F8D}"/>
                  </a:ext>
                </a:extLst>
              </p:cNvPr>
              <p:cNvSpPr/>
              <p:nvPr/>
            </p:nvSpPr>
            <p:spPr>
              <a:xfrm>
                <a:off x="1776549" y="1809207"/>
                <a:ext cx="352698" cy="35269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tx1"/>
                    </a:solidFill>
                  </a:rPr>
                  <a:t>-1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2" name="직사각형 131">
                <a:extLst>
                  <a:ext uri="{FF2B5EF4-FFF2-40B4-BE49-F238E27FC236}">
                    <a16:creationId xmlns:a16="http://schemas.microsoft.com/office/drawing/2014/main" id="{25EF7F20-6AD5-F9C0-3633-DABC1F5E4A22}"/>
                  </a:ext>
                </a:extLst>
              </p:cNvPr>
              <p:cNvSpPr/>
              <p:nvPr/>
            </p:nvSpPr>
            <p:spPr>
              <a:xfrm>
                <a:off x="2129247" y="1809207"/>
                <a:ext cx="352698" cy="352698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tx1"/>
                    </a:solidFill>
                  </a:rPr>
                  <a:t>+1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3" name="직사각형 132">
                <a:extLst>
                  <a:ext uri="{FF2B5EF4-FFF2-40B4-BE49-F238E27FC236}">
                    <a16:creationId xmlns:a16="http://schemas.microsoft.com/office/drawing/2014/main" id="{24107BE5-530E-C494-CF11-C0FAF97D0737}"/>
                  </a:ext>
                </a:extLst>
              </p:cNvPr>
              <p:cNvSpPr/>
              <p:nvPr/>
            </p:nvSpPr>
            <p:spPr>
              <a:xfrm>
                <a:off x="2481945" y="1809207"/>
                <a:ext cx="352698" cy="35269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tx1"/>
                    </a:solidFill>
                  </a:rPr>
                  <a:t>-1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4E174A6F-4F14-3B99-2CB3-61B8FBB191D2}"/>
                </a:ext>
              </a:extLst>
            </p:cNvPr>
            <p:cNvSpPr txBox="1"/>
            <p:nvPr/>
          </p:nvSpPr>
          <p:spPr>
            <a:xfrm>
              <a:off x="9777807" y="1964200"/>
              <a:ext cx="492443" cy="369333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ko-KR" sz="2000" dirty="0"/>
                <a:t>…</a:t>
              </a:r>
              <a:endParaRPr lang="ko-KR" altLang="en-US" sz="2000" dirty="0"/>
            </a:p>
          </p:txBody>
        </p:sp>
        <p:grpSp>
          <p:nvGrpSpPr>
            <p:cNvPr id="98" name="그룹 97">
              <a:extLst>
                <a:ext uri="{FF2B5EF4-FFF2-40B4-BE49-F238E27FC236}">
                  <a16:creationId xmlns:a16="http://schemas.microsoft.com/office/drawing/2014/main" id="{58A12BF7-FD0B-658D-72C2-B8066ED9F89D}"/>
                </a:ext>
              </a:extLst>
            </p:cNvPr>
            <p:cNvGrpSpPr/>
            <p:nvPr/>
          </p:nvGrpSpPr>
          <p:grpSpPr>
            <a:xfrm>
              <a:off x="9456083" y="3637446"/>
              <a:ext cx="965173" cy="887022"/>
              <a:chOff x="1776549" y="1103811"/>
              <a:chExt cx="1058094" cy="1058094"/>
            </a:xfrm>
          </p:grpSpPr>
          <p:sp>
            <p:nvSpPr>
              <p:cNvPr id="116" name="직사각형 115">
                <a:extLst>
                  <a:ext uri="{FF2B5EF4-FFF2-40B4-BE49-F238E27FC236}">
                    <a16:creationId xmlns:a16="http://schemas.microsoft.com/office/drawing/2014/main" id="{3AE3EF86-8014-29B5-7AE7-B06981FF7F45}"/>
                  </a:ext>
                </a:extLst>
              </p:cNvPr>
              <p:cNvSpPr/>
              <p:nvPr/>
            </p:nvSpPr>
            <p:spPr>
              <a:xfrm>
                <a:off x="1776549" y="1103811"/>
                <a:ext cx="352698" cy="352698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tx1"/>
                    </a:solidFill>
                  </a:rPr>
                  <a:t>+1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7" name="직사각형 116">
                <a:extLst>
                  <a:ext uri="{FF2B5EF4-FFF2-40B4-BE49-F238E27FC236}">
                    <a16:creationId xmlns:a16="http://schemas.microsoft.com/office/drawing/2014/main" id="{E338FAC4-84A0-402D-C737-E86E2879CA3E}"/>
                  </a:ext>
                </a:extLst>
              </p:cNvPr>
              <p:cNvSpPr/>
              <p:nvPr/>
            </p:nvSpPr>
            <p:spPr>
              <a:xfrm>
                <a:off x="2129247" y="1103811"/>
                <a:ext cx="352698" cy="352698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tx1"/>
                    </a:solidFill>
                  </a:rPr>
                  <a:t>+1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8" name="직사각형 117">
                <a:extLst>
                  <a:ext uri="{FF2B5EF4-FFF2-40B4-BE49-F238E27FC236}">
                    <a16:creationId xmlns:a16="http://schemas.microsoft.com/office/drawing/2014/main" id="{0D30D30A-690A-0C44-576E-45539575C85F}"/>
                  </a:ext>
                </a:extLst>
              </p:cNvPr>
              <p:cNvSpPr/>
              <p:nvPr/>
            </p:nvSpPr>
            <p:spPr>
              <a:xfrm>
                <a:off x="2481945" y="1103811"/>
                <a:ext cx="352698" cy="352698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tx1"/>
                    </a:solidFill>
                  </a:rPr>
                  <a:t>+1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9" name="직사각형 118">
                <a:extLst>
                  <a:ext uri="{FF2B5EF4-FFF2-40B4-BE49-F238E27FC236}">
                    <a16:creationId xmlns:a16="http://schemas.microsoft.com/office/drawing/2014/main" id="{8501B250-0F3F-FEB2-F983-2E86B0E0BA48}"/>
                  </a:ext>
                </a:extLst>
              </p:cNvPr>
              <p:cNvSpPr/>
              <p:nvPr/>
            </p:nvSpPr>
            <p:spPr>
              <a:xfrm>
                <a:off x="1776549" y="1456509"/>
                <a:ext cx="352698" cy="35269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tx1"/>
                    </a:solidFill>
                  </a:rPr>
                  <a:t>-1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0" name="직사각형 119">
                <a:extLst>
                  <a:ext uri="{FF2B5EF4-FFF2-40B4-BE49-F238E27FC236}">
                    <a16:creationId xmlns:a16="http://schemas.microsoft.com/office/drawing/2014/main" id="{8E9055A8-91B6-8C98-D070-6E7FD4135D12}"/>
                  </a:ext>
                </a:extLst>
              </p:cNvPr>
              <p:cNvSpPr/>
              <p:nvPr/>
            </p:nvSpPr>
            <p:spPr>
              <a:xfrm>
                <a:off x="2129247" y="1456509"/>
                <a:ext cx="352698" cy="35269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tx1"/>
                    </a:solidFill>
                  </a:rPr>
                  <a:t>-1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1" name="직사각형 120">
                <a:extLst>
                  <a:ext uri="{FF2B5EF4-FFF2-40B4-BE49-F238E27FC236}">
                    <a16:creationId xmlns:a16="http://schemas.microsoft.com/office/drawing/2014/main" id="{82CCD7FC-D194-D493-4757-0568EAF63A65}"/>
                  </a:ext>
                </a:extLst>
              </p:cNvPr>
              <p:cNvSpPr/>
              <p:nvPr/>
            </p:nvSpPr>
            <p:spPr>
              <a:xfrm>
                <a:off x="2481945" y="1456509"/>
                <a:ext cx="352698" cy="35269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tx1"/>
                    </a:solidFill>
                  </a:rPr>
                  <a:t>-1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2" name="직사각형 121">
                <a:extLst>
                  <a:ext uri="{FF2B5EF4-FFF2-40B4-BE49-F238E27FC236}">
                    <a16:creationId xmlns:a16="http://schemas.microsoft.com/office/drawing/2014/main" id="{45698178-208F-C85D-C6FE-55A750193BE3}"/>
                  </a:ext>
                </a:extLst>
              </p:cNvPr>
              <p:cNvSpPr/>
              <p:nvPr/>
            </p:nvSpPr>
            <p:spPr>
              <a:xfrm>
                <a:off x="1776549" y="1809207"/>
                <a:ext cx="352698" cy="352698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tx1"/>
                    </a:solidFill>
                  </a:rPr>
                  <a:t>+1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3" name="직사각형 122">
                <a:extLst>
                  <a:ext uri="{FF2B5EF4-FFF2-40B4-BE49-F238E27FC236}">
                    <a16:creationId xmlns:a16="http://schemas.microsoft.com/office/drawing/2014/main" id="{15EA093B-962A-5539-A74E-2425A3F5E9FB}"/>
                  </a:ext>
                </a:extLst>
              </p:cNvPr>
              <p:cNvSpPr/>
              <p:nvPr/>
            </p:nvSpPr>
            <p:spPr>
              <a:xfrm>
                <a:off x="2129247" y="1809207"/>
                <a:ext cx="352698" cy="352698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tx1"/>
                    </a:solidFill>
                  </a:rPr>
                  <a:t>+1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4" name="직사각형 123">
                <a:extLst>
                  <a:ext uri="{FF2B5EF4-FFF2-40B4-BE49-F238E27FC236}">
                    <a16:creationId xmlns:a16="http://schemas.microsoft.com/office/drawing/2014/main" id="{E67EB7B5-9EFC-DCFF-F404-0FDD931E6895}"/>
                  </a:ext>
                </a:extLst>
              </p:cNvPr>
              <p:cNvSpPr/>
              <p:nvPr/>
            </p:nvSpPr>
            <p:spPr>
              <a:xfrm>
                <a:off x="2481945" y="1809207"/>
                <a:ext cx="352698" cy="352698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tx1"/>
                    </a:solidFill>
                  </a:rPr>
                  <a:t>+1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FC61824D-00F1-493F-63CD-BC7B01455F11}"/>
                </a:ext>
              </a:extLst>
            </p:cNvPr>
            <p:cNvSpPr txBox="1"/>
            <p:nvPr/>
          </p:nvSpPr>
          <p:spPr>
            <a:xfrm>
              <a:off x="9777807" y="3307203"/>
              <a:ext cx="492443" cy="369333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ko-KR" sz="2000" dirty="0"/>
                <a:t>…</a:t>
              </a:r>
              <a:endParaRPr lang="ko-KR" altLang="en-US" sz="2000" dirty="0"/>
            </a:p>
          </p:txBody>
        </p:sp>
        <p:grpSp>
          <p:nvGrpSpPr>
            <p:cNvPr id="100" name="그룹 99">
              <a:extLst>
                <a:ext uri="{FF2B5EF4-FFF2-40B4-BE49-F238E27FC236}">
                  <a16:creationId xmlns:a16="http://schemas.microsoft.com/office/drawing/2014/main" id="{6C6C4C6B-EF99-648B-C5FA-423FD8CC5EDF}"/>
                </a:ext>
              </a:extLst>
            </p:cNvPr>
            <p:cNvGrpSpPr/>
            <p:nvPr/>
          </p:nvGrpSpPr>
          <p:grpSpPr>
            <a:xfrm>
              <a:off x="9456082" y="4719382"/>
              <a:ext cx="965173" cy="887022"/>
              <a:chOff x="1776549" y="1103811"/>
              <a:chExt cx="1058094" cy="1058094"/>
            </a:xfrm>
          </p:grpSpPr>
          <p:sp>
            <p:nvSpPr>
              <p:cNvPr id="107" name="직사각형 106">
                <a:extLst>
                  <a:ext uri="{FF2B5EF4-FFF2-40B4-BE49-F238E27FC236}">
                    <a16:creationId xmlns:a16="http://schemas.microsoft.com/office/drawing/2014/main" id="{8A8BDF57-01C9-ECC8-4D5B-26BB216BD210}"/>
                  </a:ext>
                </a:extLst>
              </p:cNvPr>
              <p:cNvSpPr/>
              <p:nvPr/>
            </p:nvSpPr>
            <p:spPr>
              <a:xfrm>
                <a:off x="1776549" y="1103811"/>
                <a:ext cx="352698" cy="352698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tx1"/>
                    </a:solidFill>
                  </a:rPr>
                  <a:t>+1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8" name="직사각형 107">
                <a:extLst>
                  <a:ext uri="{FF2B5EF4-FFF2-40B4-BE49-F238E27FC236}">
                    <a16:creationId xmlns:a16="http://schemas.microsoft.com/office/drawing/2014/main" id="{DAF320F0-73B7-5906-078E-3126B72DC30F}"/>
                  </a:ext>
                </a:extLst>
              </p:cNvPr>
              <p:cNvSpPr/>
              <p:nvPr/>
            </p:nvSpPr>
            <p:spPr>
              <a:xfrm>
                <a:off x="2129247" y="1103811"/>
                <a:ext cx="352698" cy="352698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tx1"/>
                    </a:solidFill>
                  </a:rPr>
                  <a:t>+1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9" name="직사각형 108">
                <a:extLst>
                  <a:ext uri="{FF2B5EF4-FFF2-40B4-BE49-F238E27FC236}">
                    <a16:creationId xmlns:a16="http://schemas.microsoft.com/office/drawing/2014/main" id="{6B78C12A-6E46-1D9C-82C6-9BC5B4968241}"/>
                  </a:ext>
                </a:extLst>
              </p:cNvPr>
              <p:cNvSpPr/>
              <p:nvPr/>
            </p:nvSpPr>
            <p:spPr>
              <a:xfrm>
                <a:off x="2481945" y="1103811"/>
                <a:ext cx="352698" cy="352698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tx1"/>
                    </a:solidFill>
                  </a:rPr>
                  <a:t>+1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0" name="직사각형 109">
                <a:extLst>
                  <a:ext uri="{FF2B5EF4-FFF2-40B4-BE49-F238E27FC236}">
                    <a16:creationId xmlns:a16="http://schemas.microsoft.com/office/drawing/2014/main" id="{664CEF97-B88F-8BBD-70E3-F266E593AE2A}"/>
                  </a:ext>
                </a:extLst>
              </p:cNvPr>
              <p:cNvSpPr/>
              <p:nvPr/>
            </p:nvSpPr>
            <p:spPr>
              <a:xfrm>
                <a:off x="1776549" y="1456509"/>
                <a:ext cx="352698" cy="352698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tx1"/>
                    </a:solidFill>
                  </a:rPr>
                  <a:t>+1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1" name="직사각형 110">
                <a:extLst>
                  <a:ext uri="{FF2B5EF4-FFF2-40B4-BE49-F238E27FC236}">
                    <a16:creationId xmlns:a16="http://schemas.microsoft.com/office/drawing/2014/main" id="{F96AF95E-AEE7-5CFA-9688-94BF51A34B07}"/>
                  </a:ext>
                </a:extLst>
              </p:cNvPr>
              <p:cNvSpPr/>
              <p:nvPr/>
            </p:nvSpPr>
            <p:spPr>
              <a:xfrm>
                <a:off x="2129247" y="1456509"/>
                <a:ext cx="352698" cy="352698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tx1"/>
                    </a:solidFill>
                  </a:rPr>
                  <a:t>+1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2" name="직사각형 111">
                <a:extLst>
                  <a:ext uri="{FF2B5EF4-FFF2-40B4-BE49-F238E27FC236}">
                    <a16:creationId xmlns:a16="http://schemas.microsoft.com/office/drawing/2014/main" id="{0CE78C6B-CFC0-6265-5575-8F99C77F8814}"/>
                  </a:ext>
                </a:extLst>
              </p:cNvPr>
              <p:cNvSpPr/>
              <p:nvPr/>
            </p:nvSpPr>
            <p:spPr>
              <a:xfrm>
                <a:off x="2481945" y="1456509"/>
                <a:ext cx="352698" cy="352698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tx1"/>
                    </a:solidFill>
                  </a:rPr>
                  <a:t>+1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3" name="직사각형 112">
                <a:extLst>
                  <a:ext uri="{FF2B5EF4-FFF2-40B4-BE49-F238E27FC236}">
                    <a16:creationId xmlns:a16="http://schemas.microsoft.com/office/drawing/2014/main" id="{A36AB25F-D5A4-B523-CD6B-437003D7FE0B}"/>
                  </a:ext>
                </a:extLst>
              </p:cNvPr>
              <p:cNvSpPr/>
              <p:nvPr/>
            </p:nvSpPr>
            <p:spPr>
              <a:xfrm>
                <a:off x="1776549" y="1809207"/>
                <a:ext cx="352698" cy="352698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tx1"/>
                    </a:solidFill>
                  </a:rPr>
                  <a:t>+1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4" name="직사각형 113">
                <a:extLst>
                  <a:ext uri="{FF2B5EF4-FFF2-40B4-BE49-F238E27FC236}">
                    <a16:creationId xmlns:a16="http://schemas.microsoft.com/office/drawing/2014/main" id="{ECB292D3-144F-0A2D-174C-BFA6ABB73560}"/>
                  </a:ext>
                </a:extLst>
              </p:cNvPr>
              <p:cNvSpPr/>
              <p:nvPr/>
            </p:nvSpPr>
            <p:spPr>
              <a:xfrm>
                <a:off x="2129247" y="1809207"/>
                <a:ext cx="352698" cy="352698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tx1"/>
                    </a:solidFill>
                  </a:rPr>
                  <a:t>+1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5" name="직사각형 114">
                <a:extLst>
                  <a:ext uri="{FF2B5EF4-FFF2-40B4-BE49-F238E27FC236}">
                    <a16:creationId xmlns:a16="http://schemas.microsoft.com/office/drawing/2014/main" id="{62826DF4-791D-4126-1992-880CF8CB1537}"/>
                  </a:ext>
                </a:extLst>
              </p:cNvPr>
              <p:cNvSpPr/>
              <p:nvPr/>
            </p:nvSpPr>
            <p:spPr>
              <a:xfrm>
                <a:off x="2481945" y="1809207"/>
                <a:ext cx="352698" cy="352698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tx1"/>
                    </a:solidFill>
                  </a:rPr>
                  <a:t>+1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01" name="직선 화살표 연결선 100">
              <a:extLst>
                <a:ext uri="{FF2B5EF4-FFF2-40B4-BE49-F238E27FC236}">
                  <a16:creationId xmlns:a16="http://schemas.microsoft.com/office/drawing/2014/main" id="{F722E416-0874-2645-162F-52C5DFCABA21}"/>
                </a:ext>
              </a:extLst>
            </p:cNvPr>
            <p:cNvCxnSpPr/>
            <p:nvPr/>
          </p:nvCxnSpPr>
          <p:spPr>
            <a:xfrm>
              <a:off x="10762343" y="1024970"/>
              <a:ext cx="0" cy="4679144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93943F61-F61A-AB44-E71B-EF497F0468AA}"/>
                    </a:ext>
                  </a:extLst>
                </p:cNvPr>
                <p:cNvSpPr txBox="1"/>
                <p:nvPr/>
              </p:nvSpPr>
              <p:spPr>
                <a:xfrm>
                  <a:off x="10875009" y="3220554"/>
                  <a:ext cx="62709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ko-KR" altLang="en-US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sup>
                        </m:sSup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93943F61-F61A-AB44-E71B-EF497F0468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75009" y="3220554"/>
                  <a:ext cx="627095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B50AA4B7-F3F6-D3B4-B4C0-E16C02E7EF63}"/>
                </a:ext>
              </a:extLst>
            </p:cNvPr>
            <p:cNvSpPr txBox="1"/>
            <p:nvPr/>
          </p:nvSpPr>
          <p:spPr>
            <a:xfrm>
              <a:off x="8287657" y="534984"/>
              <a:ext cx="20755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index</a:t>
              </a:r>
              <a:endParaRPr lang="ko-KR" altLang="en-US" dirty="0"/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5B104DB3-C2C0-46FC-F337-23E96B1933DE}"/>
                </a:ext>
              </a:extLst>
            </p:cNvPr>
            <p:cNvSpPr txBox="1"/>
            <p:nvPr/>
          </p:nvSpPr>
          <p:spPr>
            <a:xfrm>
              <a:off x="8511746" y="1234547"/>
              <a:ext cx="7737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0</a:t>
              </a:r>
              <a:endParaRPr lang="ko-KR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TextBox 104">
                  <a:extLst>
                    <a:ext uri="{FF2B5EF4-FFF2-40B4-BE49-F238E27FC236}">
                      <a16:creationId xmlns:a16="http://schemas.microsoft.com/office/drawing/2014/main" id="{23B9303C-D9CF-CF25-8E9A-A77B3646B358}"/>
                    </a:ext>
                  </a:extLst>
                </p:cNvPr>
                <p:cNvSpPr txBox="1"/>
                <p:nvPr/>
              </p:nvSpPr>
              <p:spPr>
                <a:xfrm>
                  <a:off x="8287657" y="3859462"/>
                  <a:ext cx="93970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ko-KR" altLang="en-US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sup>
                        </m:s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105" name="TextBox 104">
                  <a:extLst>
                    <a:ext uri="{FF2B5EF4-FFF2-40B4-BE49-F238E27FC236}">
                      <a16:creationId xmlns:a16="http://schemas.microsoft.com/office/drawing/2014/main" id="{23B9303C-D9CF-CF25-8E9A-A77B3646B3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87657" y="3859462"/>
                  <a:ext cx="939709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TextBox 105">
                  <a:extLst>
                    <a:ext uri="{FF2B5EF4-FFF2-40B4-BE49-F238E27FC236}">
                      <a16:creationId xmlns:a16="http://schemas.microsoft.com/office/drawing/2014/main" id="{6448B61F-1E74-C298-DD6B-8D4AC7B12F1E}"/>
                    </a:ext>
                  </a:extLst>
                </p:cNvPr>
                <p:cNvSpPr txBox="1"/>
                <p:nvPr/>
              </p:nvSpPr>
              <p:spPr>
                <a:xfrm>
                  <a:off x="8443963" y="4941398"/>
                  <a:ext cx="62709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ko-KR" altLang="en-US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sup>
                        </m:sSup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106" name="TextBox 105">
                  <a:extLst>
                    <a:ext uri="{FF2B5EF4-FFF2-40B4-BE49-F238E27FC236}">
                      <a16:creationId xmlns:a16="http://schemas.microsoft.com/office/drawing/2014/main" id="{6448B61F-1E74-C298-DD6B-8D4AC7B12F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43963" y="4941398"/>
                  <a:ext cx="627095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3" name="TextBox 142">
            <a:extLst>
              <a:ext uri="{FF2B5EF4-FFF2-40B4-BE49-F238E27FC236}">
                <a16:creationId xmlns:a16="http://schemas.microsoft.com/office/drawing/2014/main" id="{51296A13-4147-E124-8C37-1EE42839D8F9}"/>
              </a:ext>
            </a:extLst>
          </p:cNvPr>
          <p:cNvSpPr txBox="1"/>
          <p:nvPr/>
        </p:nvSpPr>
        <p:spPr>
          <a:xfrm>
            <a:off x="2073124" y="4603655"/>
            <a:ext cx="2476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 layer(512 pattern)</a:t>
            </a:r>
            <a:endParaRPr lang="ko-KR" altLang="en-US" dirty="0"/>
          </a:p>
        </p:txBody>
      </p:sp>
      <p:sp>
        <p:nvSpPr>
          <p:cNvPr id="144" name="왼쪽 중괄호 143">
            <a:extLst>
              <a:ext uri="{FF2B5EF4-FFF2-40B4-BE49-F238E27FC236}">
                <a16:creationId xmlns:a16="http://schemas.microsoft.com/office/drawing/2014/main" id="{79A04CD9-0E80-31A1-FA4C-3AE6C96B94EE}"/>
              </a:ext>
            </a:extLst>
          </p:cNvPr>
          <p:cNvSpPr/>
          <p:nvPr/>
        </p:nvSpPr>
        <p:spPr>
          <a:xfrm>
            <a:off x="6985290" y="863604"/>
            <a:ext cx="343424" cy="5222766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5" name="화살표: 오른쪽 144">
            <a:extLst>
              <a:ext uri="{FF2B5EF4-FFF2-40B4-BE49-F238E27FC236}">
                <a16:creationId xmlns:a16="http://schemas.microsoft.com/office/drawing/2014/main" id="{35BA05DF-9C5C-1AE9-739C-A9AB8EE0ED27}"/>
              </a:ext>
            </a:extLst>
          </p:cNvPr>
          <p:cNvSpPr/>
          <p:nvPr/>
        </p:nvSpPr>
        <p:spPr>
          <a:xfrm>
            <a:off x="5913491" y="3270932"/>
            <a:ext cx="704325" cy="408110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37543DD8-AB2C-38F0-9911-E1C039D0D849}"/>
                  </a:ext>
                </a:extLst>
              </p:cNvPr>
              <p:cNvSpPr txBox="1"/>
              <p:nvPr/>
            </p:nvSpPr>
            <p:spPr>
              <a:xfrm>
                <a:off x="10103689" y="239229"/>
                <a:ext cx="1574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altLang="ko-KR" dirty="0"/>
                  <a:t> </a:t>
                </a:r>
                <a:r>
                  <a:rPr lang="en-US" altLang="ko-KR"/>
                  <a:t>= 1,2…8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37543DD8-AB2C-38F0-9911-E1C039D0D8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3689" y="239229"/>
                <a:ext cx="1574800" cy="369332"/>
              </a:xfrm>
              <a:prstGeom prst="rect">
                <a:avLst/>
              </a:prstGeom>
              <a:blipFill>
                <a:blip r:embed="rId7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241279D-BCC2-A841-0FCB-F82A7F0BD141}"/>
                  </a:ext>
                </a:extLst>
              </p:cNvPr>
              <p:cNvSpPr txBox="1"/>
              <p:nvPr/>
            </p:nvSpPr>
            <p:spPr>
              <a:xfrm>
                <a:off x="8076290" y="6289356"/>
                <a:ext cx="24764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/>
                  <a:t>A layer(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ko-KR" altLang="en-US" i="1" smtClean="0">
                            <a:latin typeface="Cambria Math" panose="02040503050406030204" pitchFamily="18" charset="0"/>
                          </a:rPr>
                          <m:t>𝜏</m:t>
                        </m:r>
                      </m:sup>
                    </m:sSup>
                  </m:oMath>
                </a14:m>
                <a:r>
                  <a:rPr lang="en-US" altLang="ko-KR" dirty="0"/>
                  <a:t> pattern)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241279D-BCC2-A841-0FCB-F82A7F0BD1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6290" y="6289356"/>
                <a:ext cx="2476499" cy="369332"/>
              </a:xfrm>
              <a:prstGeom prst="rect">
                <a:avLst/>
              </a:prstGeom>
              <a:blipFill>
                <a:blip r:embed="rId8"/>
                <a:stretch>
                  <a:fillRect l="-2217" t="-10000" b="-2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7" name="TextBox 146">
            <a:extLst>
              <a:ext uri="{FF2B5EF4-FFF2-40B4-BE49-F238E27FC236}">
                <a16:creationId xmlns:a16="http://schemas.microsoft.com/office/drawing/2014/main" id="{56B3B2CE-4FB0-194D-D5C3-D4B68C5A5A4E}"/>
              </a:ext>
            </a:extLst>
          </p:cNvPr>
          <p:cNvSpPr txBox="1"/>
          <p:nvPr/>
        </p:nvSpPr>
        <p:spPr>
          <a:xfrm>
            <a:off x="7980457" y="297997"/>
            <a:ext cx="185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Just</a:t>
            </a:r>
            <a:r>
              <a:rPr lang="ko-KR" altLang="en-US" dirty="0"/>
              <a:t> </a:t>
            </a:r>
            <a:r>
              <a:rPr lang="en-US" altLang="ko-KR" dirty="0"/>
              <a:t>mapping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185718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AF4D09-746C-883E-365C-3D467DF83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index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F5F877-A20D-8966-4562-A0B0D0E68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3</a:t>
            </a:fld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C82761E2-AA88-FE48-43CD-A6052A2B3C6E}"/>
              </a:ext>
            </a:extLst>
          </p:cNvPr>
          <p:cNvGrpSpPr/>
          <p:nvPr/>
        </p:nvGrpSpPr>
        <p:grpSpPr>
          <a:xfrm>
            <a:off x="9714411" y="586924"/>
            <a:ext cx="1613262" cy="1482635"/>
            <a:chOff x="1776549" y="1103811"/>
            <a:chExt cx="1058094" cy="1058094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EC591B4B-5FFE-797A-91A9-36940450AE8A}"/>
                </a:ext>
              </a:extLst>
            </p:cNvPr>
            <p:cNvSpPr/>
            <p:nvPr/>
          </p:nvSpPr>
          <p:spPr>
            <a:xfrm>
              <a:off x="1776549" y="1103811"/>
              <a:ext cx="352698" cy="35269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+1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7AA067F9-E499-4F2D-47C8-C501E592050E}"/>
                </a:ext>
              </a:extLst>
            </p:cNvPr>
            <p:cNvSpPr/>
            <p:nvPr/>
          </p:nvSpPr>
          <p:spPr>
            <a:xfrm>
              <a:off x="2129247" y="1103811"/>
              <a:ext cx="352698" cy="35269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-1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0FDBD22F-CC42-4E3B-32D4-E99E051E440E}"/>
                </a:ext>
              </a:extLst>
            </p:cNvPr>
            <p:cNvSpPr/>
            <p:nvPr/>
          </p:nvSpPr>
          <p:spPr>
            <a:xfrm>
              <a:off x="2481945" y="1103811"/>
              <a:ext cx="352698" cy="35269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-1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E76DE83F-BB21-798C-D490-86BEEB0C510B}"/>
                </a:ext>
              </a:extLst>
            </p:cNvPr>
            <p:cNvSpPr/>
            <p:nvPr/>
          </p:nvSpPr>
          <p:spPr>
            <a:xfrm>
              <a:off x="1776549" y="1456509"/>
              <a:ext cx="352698" cy="35269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-1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DA63A070-5005-E0A4-B994-3C3454F0DE67}"/>
                </a:ext>
              </a:extLst>
            </p:cNvPr>
            <p:cNvSpPr/>
            <p:nvPr/>
          </p:nvSpPr>
          <p:spPr>
            <a:xfrm>
              <a:off x="2129247" y="1456509"/>
              <a:ext cx="352698" cy="35269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-1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AB339F25-9F8E-7DBB-0129-F57E0BCE1DEC}"/>
                </a:ext>
              </a:extLst>
            </p:cNvPr>
            <p:cNvSpPr/>
            <p:nvPr/>
          </p:nvSpPr>
          <p:spPr>
            <a:xfrm>
              <a:off x="2481945" y="1456509"/>
              <a:ext cx="352698" cy="35269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+1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6436033B-D64D-087E-16EC-89D67E5713D6}"/>
                </a:ext>
              </a:extLst>
            </p:cNvPr>
            <p:cNvSpPr/>
            <p:nvPr/>
          </p:nvSpPr>
          <p:spPr>
            <a:xfrm>
              <a:off x="1776549" y="1809207"/>
              <a:ext cx="352698" cy="35269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+1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23F1B196-B45C-4E47-F504-8846E64371C8}"/>
                </a:ext>
              </a:extLst>
            </p:cNvPr>
            <p:cNvSpPr/>
            <p:nvPr/>
          </p:nvSpPr>
          <p:spPr>
            <a:xfrm>
              <a:off x="2129247" y="1809207"/>
              <a:ext cx="352698" cy="35269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-1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C9923707-EF9E-CD27-226F-3688EBABD1C8}"/>
                </a:ext>
              </a:extLst>
            </p:cNvPr>
            <p:cNvSpPr/>
            <p:nvPr/>
          </p:nvSpPr>
          <p:spPr>
            <a:xfrm>
              <a:off x="2481945" y="1809207"/>
              <a:ext cx="352698" cy="35269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+1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E5244ED5-BC3E-B97B-821E-0DDADE3E7C4D}"/>
              </a:ext>
            </a:extLst>
          </p:cNvPr>
          <p:cNvGrpSpPr/>
          <p:nvPr/>
        </p:nvGrpSpPr>
        <p:grpSpPr>
          <a:xfrm>
            <a:off x="2893451" y="2293361"/>
            <a:ext cx="2149697" cy="736601"/>
            <a:chOff x="4230914" y="1193798"/>
            <a:chExt cx="2149697" cy="736601"/>
          </a:xfrm>
        </p:grpSpPr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15072339-9A37-E3C1-E754-073BC06BD926}"/>
                </a:ext>
              </a:extLst>
            </p:cNvPr>
            <p:cNvGrpSpPr/>
            <p:nvPr/>
          </p:nvGrpSpPr>
          <p:grpSpPr>
            <a:xfrm>
              <a:off x="4230914" y="1523999"/>
              <a:ext cx="2032000" cy="406400"/>
              <a:chOff x="1480457" y="1182914"/>
              <a:chExt cx="2032000" cy="406400"/>
            </a:xfrm>
          </p:grpSpPr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2F69E2C6-9568-D99B-B897-6A8773674562}"/>
                  </a:ext>
                </a:extLst>
              </p:cNvPr>
              <p:cNvSpPr/>
              <p:nvPr/>
            </p:nvSpPr>
            <p:spPr>
              <a:xfrm>
                <a:off x="1480457" y="1182914"/>
                <a:ext cx="406400" cy="406400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>
                    <a:solidFill>
                      <a:schemeClr val="tx1"/>
                    </a:solidFill>
                  </a:rPr>
                  <a:t>+1</a:t>
                </a:r>
                <a:endParaRPr lang="ko-KR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362E2731-CEAD-B466-63CE-680603EE2993}"/>
                  </a:ext>
                </a:extLst>
              </p:cNvPr>
              <p:cNvSpPr/>
              <p:nvPr/>
            </p:nvSpPr>
            <p:spPr>
              <a:xfrm>
                <a:off x="1886857" y="1182914"/>
                <a:ext cx="406400" cy="4064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>
                    <a:solidFill>
                      <a:schemeClr val="tx1"/>
                    </a:solidFill>
                  </a:rPr>
                  <a:t>0</a:t>
                </a:r>
                <a:endParaRPr lang="ko-KR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1DBB08E9-4F23-FAEC-7C3F-6752873A2966}"/>
                  </a:ext>
                </a:extLst>
              </p:cNvPr>
              <p:cNvSpPr/>
              <p:nvPr/>
            </p:nvSpPr>
            <p:spPr>
              <a:xfrm>
                <a:off x="2293257" y="1182914"/>
                <a:ext cx="406400" cy="406400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>
                    <a:solidFill>
                      <a:schemeClr val="tx1"/>
                    </a:solidFill>
                  </a:rPr>
                  <a:t>+1</a:t>
                </a:r>
                <a:endParaRPr lang="ko-KR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0D258D03-B47C-4262-7DC8-CA03F61DBB6E}"/>
                  </a:ext>
                </a:extLst>
              </p:cNvPr>
              <p:cNvSpPr/>
              <p:nvPr/>
            </p:nvSpPr>
            <p:spPr>
              <a:xfrm>
                <a:off x="2699657" y="1182914"/>
                <a:ext cx="406400" cy="406400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>
                    <a:solidFill>
                      <a:schemeClr val="tx1"/>
                    </a:solidFill>
                  </a:rPr>
                  <a:t>+1</a:t>
                </a:r>
                <a:endParaRPr lang="ko-KR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4" name="직사각형 33">
                <a:extLst>
                  <a:ext uri="{FF2B5EF4-FFF2-40B4-BE49-F238E27FC236}">
                    <a16:creationId xmlns:a16="http://schemas.microsoft.com/office/drawing/2014/main" id="{32DFF00E-CD1F-7039-E030-1E8610D3DD71}"/>
                  </a:ext>
                </a:extLst>
              </p:cNvPr>
              <p:cNvSpPr/>
              <p:nvPr/>
            </p:nvSpPr>
            <p:spPr>
              <a:xfrm>
                <a:off x="3106057" y="1182914"/>
                <a:ext cx="406400" cy="4064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>
                    <a:solidFill>
                      <a:schemeClr val="tx1"/>
                    </a:solidFill>
                  </a:rPr>
                  <a:t>0</a:t>
                </a:r>
                <a:endParaRPr lang="ko-KR" altLang="en-US" sz="14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F0BD21A-36BB-1874-9CC6-8EBAB79AE523}"/>
                </a:ext>
              </a:extLst>
            </p:cNvPr>
            <p:cNvSpPr txBox="1"/>
            <p:nvPr/>
          </p:nvSpPr>
          <p:spPr>
            <a:xfrm>
              <a:off x="4230914" y="1193800"/>
              <a:ext cx="4590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16</a:t>
              </a:r>
              <a:endParaRPr lang="ko-KR" altLang="en-US" sz="1400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F18B33F-64F6-D4A7-7708-EF3FAD75BD9B}"/>
                </a:ext>
              </a:extLst>
            </p:cNvPr>
            <p:cNvSpPr txBox="1"/>
            <p:nvPr/>
          </p:nvSpPr>
          <p:spPr>
            <a:xfrm>
              <a:off x="4689928" y="1193799"/>
              <a:ext cx="4590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8</a:t>
              </a:r>
              <a:endParaRPr lang="ko-KR" altLang="en-US" sz="1400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9035689-7C1F-C128-29C6-BFB716D5A6B0}"/>
                </a:ext>
              </a:extLst>
            </p:cNvPr>
            <p:cNvSpPr txBox="1"/>
            <p:nvPr/>
          </p:nvSpPr>
          <p:spPr>
            <a:xfrm>
              <a:off x="5116509" y="1193798"/>
              <a:ext cx="4590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4</a:t>
              </a:r>
              <a:endParaRPr lang="ko-KR" altLang="en-US" sz="1400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A2A8B23-29AE-84CC-5FAD-1F4042B671C6}"/>
                </a:ext>
              </a:extLst>
            </p:cNvPr>
            <p:cNvSpPr txBox="1"/>
            <p:nvPr/>
          </p:nvSpPr>
          <p:spPr>
            <a:xfrm>
              <a:off x="5495016" y="1193798"/>
              <a:ext cx="4590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2</a:t>
              </a:r>
              <a:endParaRPr lang="ko-KR" altLang="en-US" sz="1400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479AC8A-A21A-11A5-7047-ABD10C30B325}"/>
                </a:ext>
              </a:extLst>
            </p:cNvPr>
            <p:cNvSpPr txBox="1"/>
            <p:nvPr/>
          </p:nvSpPr>
          <p:spPr>
            <a:xfrm>
              <a:off x="5921597" y="1193798"/>
              <a:ext cx="4590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1</a:t>
              </a:r>
              <a:endParaRPr lang="ko-KR" altLang="en-US" sz="1400" dirty="0"/>
            </a:p>
          </p:txBody>
        </p:sp>
      </p:grp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13417DF1-0963-ACA8-C038-4E37BB2E6649}"/>
              </a:ext>
            </a:extLst>
          </p:cNvPr>
          <p:cNvCxnSpPr/>
          <p:nvPr/>
        </p:nvCxnSpPr>
        <p:spPr>
          <a:xfrm>
            <a:off x="5139358" y="2860598"/>
            <a:ext cx="8273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C1B3B0AC-7751-6CAB-CFAA-8461416BD979}"/>
                  </a:ext>
                </a:extLst>
              </p:cNvPr>
              <p:cNvSpPr txBox="1"/>
              <p:nvPr/>
            </p:nvSpPr>
            <p:spPr>
              <a:xfrm>
                <a:off x="5966672" y="2636291"/>
                <a:ext cx="18918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(10110)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dirty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22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endParaRPr lang="ko-KR" altLang="en-US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C1B3B0AC-7751-6CAB-CFAA-8461416BD9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6672" y="2636291"/>
                <a:ext cx="1891848" cy="369332"/>
              </a:xfrm>
              <a:prstGeom prst="rect">
                <a:avLst/>
              </a:prstGeom>
              <a:blipFill>
                <a:blip r:embed="rId2"/>
                <a:stretch>
                  <a:fillRect l="-968" t="-8197" b="-245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401F92FC-31C8-BDBE-9CB1-A35664C7C404}"/>
              </a:ext>
            </a:extLst>
          </p:cNvPr>
          <p:cNvSpPr txBox="1"/>
          <p:nvPr/>
        </p:nvSpPr>
        <p:spPr>
          <a:xfrm>
            <a:off x="335462" y="1410275"/>
            <a:ext cx="6014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Adopt index of codebook for each binary kernel</a:t>
            </a:r>
            <a:endParaRPr lang="ko-KR" altLang="en-US" dirty="0"/>
          </a:p>
        </p:txBody>
      </p:sp>
      <p:grpSp>
        <p:nvGrpSpPr>
          <p:cNvPr id="242" name="그룹 241">
            <a:extLst>
              <a:ext uri="{FF2B5EF4-FFF2-40B4-BE49-F238E27FC236}">
                <a16:creationId xmlns:a16="http://schemas.microsoft.com/office/drawing/2014/main" id="{2CC813F4-4539-13E6-E7CB-B9E77B6F36DA}"/>
              </a:ext>
            </a:extLst>
          </p:cNvPr>
          <p:cNvGrpSpPr/>
          <p:nvPr/>
        </p:nvGrpSpPr>
        <p:grpSpPr>
          <a:xfrm>
            <a:off x="1315503" y="3720421"/>
            <a:ext cx="1592419" cy="2415947"/>
            <a:chOff x="502703" y="3792992"/>
            <a:chExt cx="1592419" cy="2415947"/>
          </a:xfrm>
        </p:grpSpPr>
        <p:grpSp>
          <p:nvGrpSpPr>
            <p:cNvPr id="88" name="그룹 87">
              <a:extLst>
                <a:ext uri="{FF2B5EF4-FFF2-40B4-BE49-F238E27FC236}">
                  <a16:creationId xmlns:a16="http://schemas.microsoft.com/office/drawing/2014/main" id="{B45ED0A1-28EA-AD05-9F0C-B3550D273D97}"/>
                </a:ext>
              </a:extLst>
            </p:cNvPr>
            <p:cNvGrpSpPr/>
            <p:nvPr/>
          </p:nvGrpSpPr>
          <p:grpSpPr>
            <a:xfrm>
              <a:off x="502703" y="3792992"/>
              <a:ext cx="1592419" cy="2415947"/>
              <a:chOff x="8021410" y="529771"/>
              <a:chExt cx="3410556" cy="5174343"/>
            </a:xfrm>
          </p:grpSpPr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4D090E98-9339-DD37-02F5-F6254E6C7177}"/>
                  </a:ext>
                </a:extLst>
              </p:cNvPr>
              <p:cNvSpPr txBox="1"/>
              <p:nvPr/>
            </p:nvSpPr>
            <p:spPr>
              <a:xfrm>
                <a:off x="9325429" y="529771"/>
                <a:ext cx="2075544" cy="4943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900" dirty="0" err="1"/>
                  <a:t>CodeBook</a:t>
                </a:r>
                <a:endParaRPr lang="ko-KR" altLang="en-US" sz="900" dirty="0"/>
              </a:p>
            </p:txBody>
          </p:sp>
          <p:grpSp>
            <p:nvGrpSpPr>
              <p:cNvPr id="90" name="그룹 89">
                <a:extLst>
                  <a:ext uri="{FF2B5EF4-FFF2-40B4-BE49-F238E27FC236}">
                    <a16:creationId xmlns:a16="http://schemas.microsoft.com/office/drawing/2014/main" id="{58FE280B-250C-B678-55FA-F76517FB1E96}"/>
                  </a:ext>
                </a:extLst>
              </p:cNvPr>
              <p:cNvGrpSpPr/>
              <p:nvPr/>
            </p:nvGrpSpPr>
            <p:grpSpPr>
              <a:xfrm>
                <a:off x="9456084" y="1024970"/>
                <a:ext cx="965173" cy="887022"/>
                <a:chOff x="1776549" y="1103811"/>
                <a:chExt cx="1058094" cy="1058094"/>
              </a:xfrm>
            </p:grpSpPr>
            <p:sp>
              <p:nvSpPr>
                <p:cNvPr id="129" name="직사각형 128">
                  <a:extLst>
                    <a:ext uri="{FF2B5EF4-FFF2-40B4-BE49-F238E27FC236}">
                      <a16:creationId xmlns:a16="http://schemas.microsoft.com/office/drawing/2014/main" id="{87298A41-A6A8-AE74-A1CB-FB9B30D506DE}"/>
                    </a:ext>
                  </a:extLst>
                </p:cNvPr>
                <p:cNvSpPr/>
                <p:nvPr/>
              </p:nvSpPr>
              <p:spPr>
                <a:xfrm>
                  <a:off x="1776549" y="1103811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0" name="직사각형 129">
                  <a:extLst>
                    <a:ext uri="{FF2B5EF4-FFF2-40B4-BE49-F238E27FC236}">
                      <a16:creationId xmlns:a16="http://schemas.microsoft.com/office/drawing/2014/main" id="{EC3D2016-B3A0-3A48-B330-39138BFD11A3}"/>
                    </a:ext>
                  </a:extLst>
                </p:cNvPr>
                <p:cNvSpPr/>
                <p:nvPr/>
              </p:nvSpPr>
              <p:spPr>
                <a:xfrm>
                  <a:off x="2129247" y="1103811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1" name="직사각형 130">
                  <a:extLst>
                    <a:ext uri="{FF2B5EF4-FFF2-40B4-BE49-F238E27FC236}">
                      <a16:creationId xmlns:a16="http://schemas.microsoft.com/office/drawing/2014/main" id="{D14E4ACB-9B95-877E-8B55-4DCE0EF2B10E}"/>
                    </a:ext>
                  </a:extLst>
                </p:cNvPr>
                <p:cNvSpPr/>
                <p:nvPr/>
              </p:nvSpPr>
              <p:spPr>
                <a:xfrm>
                  <a:off x="2481945" y="1103811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2" name="직사각형 131">
                  <a:extLst>
                    <a:ext uri="{FF2B5EF4-FFF2-40B4-BE49-F238E27FC236}">
                      <a16:creationId xmlns:a16="http://schemas.microsoft.com/office/drawing/2014/main" id="{B84DE384-01EB-694E-9D79-F19431955B9A}"/>
                    </a:ext>
                  </a:extLst>
                </p:cNvPr>
                <p:cNvSpPr/>
                <p:nvPr/>
              </p:nvSpPr>
              <p:spPr>
                <a:xfrm>
                  <a:off x="1776549" y="1456509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3" name="직사각형 132">
                  <a:extLst>
                    <a:ext uri="{FF2B5EF4-FFF2-40B4-BE49-F238E27FC236}">
                      <a16:creationId xmlns:a16="http://schemas.microsoft.com/office/drawing/2014/main" id="{444B2AE1-6D78-572A-AA9C-1D157402AC32}"/>
                    </a:ext>
                  </a:extLst>
                </p:cNvPr>
                <p:cNvSpPr/>
                <p:nvPr/>
              </p:nvSpPr>
              <p:spPr>
                <a:xfrm>
                  <a:off x="2129247" y="1456509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4" name="직사각형 133">
                  <a:extLst>
                    <a:ext uri="{FF2B5EF4-FFF2-40B4-BE49-F238E27FC236}">
                      <a16:creationId xmlns:a16="http://schemas.microsoft.com/office/drawing/2014/main" id="{4D893C46-F53D-BC9F-485E-56B7288E62BF}"/>
                    </a:ext>
                  </a:extLst>
                </p:cNvPr>
                <p:cNvSpPr/>
                <p:nvPr/>
              </p:nvSpPr>
              <p:spPr>
                <a:xfrm>
                  <a:off x="2481945" y="1456509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5" name="직사각형 134">
                  <a:extLst>
                    <a:ext uri="{FF2B5EF4-FFF2-40B4-BE49-F238E27FC236}">
                      <a16:creationId xmlns:a16="http://schemas.microsoft.com/office/drawing/2014/main" id="{DDA0FF15-3DD5-ECD6-FF89-C103F289B671}"/>
                    </a:ext>
                  </a:extLst>
                </p:cNvPr>
                <p:cNvSpPr/>
                <p:nvPr/>
              </p:nvSpPr>
              <p:spPr>
                <a:xfrm>
                  <a:off x="1776549" y="1809207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6" name="직사각형 135">
                  <a:extLst>
                    <a:ext uri="{FF2B5EF4-FFF2-40B4-BE49-F238E27FC236}">
                      <a16:creationId xmlns:a16="http://schemas.microsoft.com/office/drawing/2014/main" id="{C501B441-0E92-3B09-C53A-840F6E71FE39}"/>
                    </a:ext>
                  </a:extLst>
                </p:cNvPr>
                <p:cNvSpPr/>
                <p:nvPr/>
              </p:nvSpPr>
              <p:spPr>
                <a:xfrm>
                  <a:off x="2129247" y="1809207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7" name="직사각형 136">
                  <a:extLst>
                    <a:ext uri="{FF2B5EF4-FFF2-40B4-BE49-F238E27FC236}">
                      <a16:creationId xmlns:a16="http://schemas.microsoft.com/office/drawing/2014/main" id="{431398A7-07BB-BF19-2653-F0A368FDDDFD}"/>
                    </a:ext>
                  </a:extLst>
                </p:cNvPr>
                <p:cNvSpPr/>
                <p:nvPr/>
              </p:nvSpPr>
              <p:spPr>
                <a:xfrm>
                  <a:off x="2481945" y="1809207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91" name="그룹 90">
                <a:extLst>
                  <a:ext uri="{FF2B5EF4-FFF2-40B4-BE49-F238E27FC236}">
                    <a16:creationId xmlns:a16="http://schemas.microsoft.com/office/drawing/2014/main" id="{6339925A-3283-BBEA-541D-270FF36A69CA}"/>
                  </a:ext>
                </a:extLst>
              </p:cNvPr>
              <p:cNvGrpSpPr/>
              <p:nvPr/>
            </p:nvGrpSpPr>
            <p:grpSpPr>
              <a:xfrm>
                <a:off x="9456083" y="2333532"/>
                <a:ext cx="965173" cy="887022"/>
                <a:chOff x="1776549" y="1103811"/>
                <a:chExt cx="1058094" cy="1058094"/>
              </a:xfrm>
            </p:grpSpPr>
            <p:sp>
              <p:nvSpPr>
                <p:cNvPr id="120" name="직사각형 119">
                  <a:extLst>
                    <a:ext uri="{FF2B5EF4-FFF2-40B4-BE49-F238E27FC236}">
                      <a16:creationId xmlns:a16="http://schemas.microsoft.com/office/drawing/2014/main" id="{10158F9B-CBF4-F353-A408-87946455CA88}"/>
                    </a:ext>
                  </a:extLst>
                </p:cNvPr>
                <p:cNvSpPr/>
                <p:nvPr/>
              </p:nvSpPr>
              <p:spPr>
                <a:xfrm>
                  <a:off x="1776549" y="1103811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1" name="직사각형 120">
                  <a:extLst>
                    <a:ext uri="{FF2B5EF4-FFF2-40B4-BE49-F238E27FC236}">
                      <a16:creationId xmlns:a16="http://schemas.microsoft.com/office/drawing/2014/main" id="{01C8D71E-2459-B350-591C-3B5D819858B3}"/>
                    </a:ext>
                  </a:extLst>
                </p:cNvPr>
                <p:cNvSpPr/>
                <p:nvPr/>
              </p:nvSpPr>
              <p:spPr>
                <a:xfrm>
                  <a:off x="2129247" y="1103811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2" name="직사각형 121">
                  <a:extLst>
                    <a:ext uri="{FF2B5EF4-FFF2-40B4-BE49-F238E27FC236}">
                      <a16:creationId xmlns:a16="http://schemas.microsoft.com/office/drawing/2014/main" id="{0E8C48EF-1179-DA24-1B69-E8B58809DFDC}"/>
                    </a:ext>
                  </a:extLst>
                </p:cNvPr>
                <p:cNvSpPr/>
                <p:nvPr/>
              </p:nvSpPr>
              <p:spPr>
                <a:xfrm>
                  <a:off x="2481945" y="1103811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3" name="직사각형 122">
                  <a:extLst>
                    <a:ext uri="{FF2B5EF4-FFF2-40B4-BE49-F238E27FC236}">
                      <a16:creationId xmlns:a16="http://schemas.microsoft.com/office/drawing/2014/main" id="{3A793CAE-8479-8144-0993-0B52AB50A8E7}"/>
                    </a:ext>
                  </a:extLst>
                </p:cNvPr>
                <p:cNvSpPr/>
                <p:nvPr/>
              </p:nvSpPr>
              <p:spPr>
                <a:xfrm>
                  <a:off x="1776549" y="1456509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4" name="직사각형 123">
                  <a:extLst>
                    <a:ext uri="{FF2B5EF4-FFF2-40B4-BE49-F238E27FC236}">
                      <a16:creationId xmlns:a16="http://schemas.microsoft.com/office/drawing/2014/main" id="{85E1529A-B15B-FD2D-6440-C51BA5EC1241}"/>
                    </a:ext>
                  </a:extLst>
                </p:cNvPr>
                <p:cNvSpPr/>
                <p:nvPr/>
              </p:nvSpPr>
              <p:spPr>
                <a:xfrm>
                  <a:off x="2129247" y="1456509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5" name="직사각형 124">
                  <a:extLst>
                    <a:ext uri="{FF2B5EF4-FFF2-40B4-BE49-F238E27FC236}">
                      <a16:creationId xmlns:a16="http://schemas.microsoft.com/office/drawing/2014/main" id="{F0631875-A839-6C89-BA47-513BE5228CAD}"/>
                    </a:ext>
                  </a:extLst>
                </p:cNvPr>
                <p:cNvSpPr/>
                <p:nvPr/>
              </p:nvSpPr>
              <p:spPr>
                <a:xfrm>
                  <a:off x="2481945" y="1456509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6" name="직사각형 125">
                  <a:extLst>
                    <a:ext uri="{FF2B5EF4-FFF2-40B4-BE49-F238E27FC236}">
                      <a16:creationId xmlns:a16="http://schemas.microsoft.com/office/drawing/2014/main" id="{45A361BB-40E3-6EFF-32A0-C4C4BF94DF9E}"/>
                    </a:ext>
                  </a:extLst>
                </p:cNvPr>
                <p:cNvSpPr/>
                <p:nvPr/>
              </p:nvSpPr>
              <p:spPr>
                <a:xfrm>
                  <a:off x="1776549" y="1809207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7" name="직사각형 126">
                  <a:extLst>
                    <a:ext uri="{FF2B5EF4-FFF2-40B4-BE49-F238E27FC236}">
                      <a16:creationId xmlns:a16="http://schemas.microsoft.com/office/drawing/2014/main" id="{89AA1AE6-2607-790A-ED7B-2DCBF82D053E}"/>
                    </a:ext>
                  </a:extLst>
                </p:cNvPr>
                <p:cNvSpPr/>
                <p:nvPr/>
              </p:nvSpPr>
              <p:spPr>
                <a:xfrm>
                  <a:off x="2129247" y="1809207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8" name="직사각형 127">
                  <a:extLst>
                    <a:ext uri="{FF2B5EF4-FFF2-40B4-BE49-F238E27FC236}">
                      <a16:creationId xmlns:a16="http://schemas.microsoft.com/office/drawing/2014/main" id="{8F5B82D4-C8D4-329A-1DAC-533CABC24EB1}"/>
                    </a:ext>
                  </a:extLst>
                </p:cNvPr>
                <p:cNvSpPr/>
                <p:nvPr/>
              </p:nvSpPr>
              <p:spPr>
                <a:xfrm>
                  <a:off x="2481945" y="1809207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CCE0A4B5-153A-E6E1-9C09-27689EAC89A2}"/>
                  </a:ext>
                </a:extLst>
              </p:cNvPr>
              <p:cNvSpPr txBox="1"/>
              <p:nvPr/>
            </p:nvSpPr>
            <p:spPr>
              <a:xfrm>
                <a:off x="9640799" y="1892281"/>
                <a:ext cx="692137" cy="369333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r>
                  <a:rPr lang="en-US" altLang="ko-KR" sz="900" dirty="0"/>
                  <a:t>…</a:t>
                </a:r>
                <a:endParaRPr lang="ko-KR" altLang="en-US" sz="900" dirty="0"/>
              </a:p>
            </p:txBody>
          </p:sp>
          <p:grpSp>
            <p:nvGrpSpPr>
              <p:cNvPr id="93" name="그룹 92">
                <a:extLst>
                  <a:ext uri="{FF2B5EF4-FFF2-40B4-BE49-F238E27FC236}">
                    <a16:creationId xmlns:a16="http://schemas.microsoft.com/office/drawing/2014/main" id="{E3C652E0-2C47-1B99-FA64-298A4D18C95C}"/>
                  </a:ext>
                </a:extLst>
              </p:cNvPr>
              <p:cNvGrpSpPr/>
              <p:nvPr/>
            </p:nvGrpSpPr>
            <p:grpSpPr>
              <a:xfrm>
                <a:off x="9456081" y="3637446"/>
                <a:ext cx="965175" cy="887022"/>
                <a:chOff x="1776547" y="1103811"/>
                <a:chExt cx="1058096" cy="1058094"/>
              </a:xfrm>
            </p:grpSpPr>
            <p:sp>
              <p:nvSpPr>
                <p:cNvPr id="111" name="직사각형 110">
                  <a:extLst>
                    <a:ext uri="{FF2B5EF4-FFF2-40B4-BE49-F238E27FC236}">
                      <a16:creationId xmlns:a16="http://schemas.microsoft.com/office/drawing/2014/main" id="{F6B7E1FF-6D2C-DA06-D0E6-612032CA1647}"/>
                    </a:ext>
                  </a:extLst>
                </p:cNvPr>
                <p:cNvSpPr/>
                <p:nvPr/>
              </p:nvSpPr>
              <p:spPr>
                <a:xfrm>
                  <a:off x="1776549" y="1103811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2" name="직사각형 111">
                  <a:extLst>
                    <a:ext uri="{FF2B5EF4-FFF2-40B4-BE49-F238E27FC236}">
                      <a16:creationId xmlns:a16="http://schemas.microsoft.com/office/drawing/2014/main" id="{E1C5EFD5-91A8-0E6E-B762-A9573D9C051B}"/>
                    </a:ext>
                  </a:extLst>
                </p:cNvPr>
                <p:cNvSpPr/>
                <p:nvPr/>
              </p:nvSpPr>
              <p:spPr>
                <a:xfrm>
                  <a:off x="2129247" y="1103811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3" name="직사각형 112">
                  <a:extLst>
                    <a:ext uri="{FF2B5EF4-FFF2-40B4-BE49-F238E27FC236}">
                      <a16:creationId xmlns:a16="http://schemas.microsoft.com/office/drawing/2014/main" id="{CF6EBA96-C58D-0798-8B99-DA1093C46FBB}"/>
                    </a:ext>
                  </a:extLst>
                </p:cNvPr>
                <p:cNvSpPr/>
                <p:nvPr/>
              </p:nvSpPr>
              <p:spPr>
                <a:xfrm>
                  <a:off x="2481945" y="1103811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4" name="직사각형 113">
                  <a:extLst>
                    <a:ext uri="{FF2B5EF4-FFF2-40B4-BE49-F238E27FC236}">
                      <a16:creationId xmlns:a16="http://schemas.microsoft.com/office/drawing/2014/main" id="{E0C0F248-0FF2-1941-4881-EB3A8CF64A6A}"/>
                    </a:ext>
                  </a:extLst>
                </p:cNvPr>
                <p:cNvSpPr/>
                <p:nvPr/>
              </p:nvSpPr>
              <p:spPr>
                <a:xfrm>
                  <a:off x="1776547" y="1456506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5" name="직사각형 114">
                  <a:extLst>
                    <a:ext uri="{FF2B5EF4-FFF2-40B4-BE49-F238E27FC236}">
                      <a16:creationId xmlns:a16="http://schemas.microsoft.com/office/drawing/2014/main" id="{CB6002E6-C112-E16E-752F-9117368DCFF8}"/>
                    </a:ext>
                  </a:extLst>
                </p:cNvPr>
                <p:cNvSpPr/>
                <p:nvPr/>
              </p:nvSpPr>
              <p:spPr>
                <a:xfrm>
                  <a:off x="2129247" y="1456509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6" name="직사각형 115">
                  <a:extLst>
                    <a:ext uri="{FF2B5EF4-FFF2-40B4-BE49-F238E27FC236}">
                      <a16:creationId xmlns:a16="http://schemas.microsoft.com/office/drawing/2014/main" id="{0A0AD024-7035-5821-D34A-C06968ABE99B}"/>
                    </a:ext>
                  </a:extLst>
                </p:cNvPr>
                <p:cNvSpPr/>
                <p:nvPr/>
              </p:nvSpPr>
              <p:spPr>
                <a:xfrm>
                  <a:off x="2481945" y="1456509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7" name="직사각형 116">
                  <a:extLst>
                    <a:ext uri="{FF2B5EF4-FFF2-40B4-BE49-F238E27FC236}">
                      <a16:creationId xmlns:a16="http://schemas.microsoft.com/office/drawing/2014/main" id="{019F9461-42A5-27B8-BCE4-3816D6CCEAC9}"/>
                    </a:ext>
                  </a:extLst>
                </p:cNvPr>
                <p:cNvSpPr/>
                <p:nvPr/>
              </p:nvSpPr>
              <p:spPr>
                <a:xfrm>
                  <a:off x="1776549" y="1809207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" name="직사각형 117">
                  <a:extLst>
                    <a:ext uri="{FF2B5EF4-FFF2-40B4-BE49-F238E27FC236}">
                      <a16:creationId xmlns:a16="http://schemas.microsoft.com/office/drawing/2014/main" id="{22972627-5DB8-E817-061F-D5DEA7355D53}"/>
                    </a:ext>
                  </a:extLst>
                </p:cNvPr>
                <p:cNvSpPr/>
                <p:nvPr/>
              </p:nvSpPr>
              <p:spPr>
                <a:xfrm>
                  <a:off x="2129247" y="1809207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9" name="직사각형 118">
                  <a:extLst>
                    <a:ext uri="{FF2B5EF4-FFF2-40B4-BE49-F238E27FC236}">
                      <a16:creationId xmlns:a16="http://schemas.microsoft.com/office/drawing/2014/main" id="{7846E049-A879-C069-F232-00E9A54156DA}"/>
                    </a:ext>
                  </a:extLst>
                </p:cNvPr>
                <p:cNvSpPr/>
                <p:nvPr/>
              </p:nvSpPr>
              <p:spPr>
                <a:xfrm>
                  <a:off x="2481945" y="1809207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C5F8C70B-F377-290B-A052-6E289D989185}"/>
                  </a:ext>
                </a:extLst>
              </p:cNvPr>
              <p:cNvSpPr txBox="1"/>
              <p:nvPr/>
            </p:nvSpPr>
            <p:spPr>
              <a:xfrm>
                <a:off x="9667806" y="3222093"/>
                <a:ext cx="692137" cy="369333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r>
                  <a:rPr lang="en-US" altLang="ko-KR" sz="900" dirty="0"/>
                  <a:t>…</a:t>
                </a:r>
                <a:endParaRPr lang="ko-KR" altLang="en-US" sz="900" dirty="0"/>
              </a:p>
            </p:txBody>
          </p:sp>
          <p:grpSp>
            <p:nvGrpSpPr>
              <p:cNvPr id="95" name="그룹 94">
                <a:extLst>
                  <a:ext uri="{FF2B5EF4-FFF2-40B4-BE49-F238E27FC236}">
                    <a16:creationId xmlns:a16="http://schemas.microsoft.com/office/drawing/2014/main" id="{6AD614E8-B0EA-6B1A-8A3E-D005E6929017}"/>
                  </a:ext>
                </a:extLst>
              </p:cNvPr>
              <p:cNvGrpSpPr/>
              <p:nvPr/>
            </p:nvGrpSpPr>
            <p:grpSpPr>
              <a:xfrm>
                <a:off x="9456082" y="4719382"/>
                <a:ext cx="965173" cy="887022"/>
                <a:chOff x="1776549" y="1103811"/>
                <a:chExt cx="1058094" cy="1058094"/>
              </a:xfrm>
            </p:grpSpPr>
            <p:sp>
              <p:nvSpPr>
                <p:cNvPr id="102" name="직사각형 101">
                  <a:extLst>
                    <a:ext uri="{FF2B5EF4-FFF2-40B4-BE49-F238E27FC236}">
                      <a16:creationId xmlns:a16="http://schemas.microsoft.com/office/drawing/2014/main" id="{FBDF54D5-624C-09DF-F0FF-1926E2CA00F0}"/>
                    </a:ext>
                  </a:extLst>
                </p:cNvPr>
                <p:cNvSpPr/>
                <p:nvPr/>
              </p:nvSpPr>
              <p:spPr>
                <a:xfrm>
                  <a:off x="1776549" y="1103811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3" name="직사각형 102">
                  <a:extLst>
                    <a:ext uri="{FF2B5EF4-FFF2-40B4-BE49-F238E27FC236}">
                      <a16:creationId xmlns:a16="http://schemas.microsoft.com/office/drawing/2014/main" id="{3E558C2D-A5ED-FF92-D208-F1E4ED9A0000}"/>
                    </a:ext>
                  </a:extLst>
                </p:cNvPr>
                <p:cNvSpPr/>
                <p:nvPr/>
              </p:nvSpPr>
              <p:spPr>
                <a:xfrm>
                  <a:off x="2129247" y="1103811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4" name="직사각형 103">
                  <a:extLst>
                    <a:ext uri="{FF2B5EF4-FFF2-40B4-BE49-F238E27FC236}">
                      <a16:creationId xmlns:a16="http://schemas.microsoft.com/office/drawing/2014/main" id="{B8C8B6F2-9D47-D822-60BC-9809F43B4FFB}"/>
                    </a:ext>
                  </a:extLst>
                </p:cNvPr>
                <p:cNvSpPr/>
                <p:nvPr/>
              </p:nvSpPr>
              <p:spPr>
                <a:xfrm>
                  <a:off x="2481945" y="1103811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5" name="직사각형 104">
                  <a:extLst>
                    <a:ext uri="{FF2B5EF4-FFF2-40B4-BE49-F238E27FC236}">
                      <a16:creationId xmlns:a16="http://schemas.microsoft.com/office/drawing/2014/main" id="{68539D39-D9C5-4A49-3DAC-028A618A234F}"/>
                    </a:ext>
                  </a:extLst>
                </p:cNvPr>
                <p:cNvSpPr/>
                <p:nvPr/>
              </p:nvSpPr>
              <p:spPr>
                <a:xfrm>
                  <a:off x="1776549" y="1456509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6" name="직사각형 105">
                  <a:extLst>
                    <a:ext uri="{FF2B5EF4-FFF2-40B4-BE49-F238E27FC236}">
                      <a16:creationId xmlns:a16="http://schemas.microsoft.com/office/drawing/2014/main" id="{2168B2C1-2E2E-0866-B8A4-CECB7F617D26}"/>
                    </a:ext>
                  </a:extLst>
                </p:cNvPr>
                <p:cNvSpPr/>
                <p:nvPr/>
              </p:nvSpPr>
              <p:spPr>
                <a:xfrm>
                  <a:off x="2129247" y="1456509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7" name="직사각형 106">
                  <a:extLst>
                    <a:ext uri="{FF2B5EF4-FFF2-40B4-BE49-F238E27FC236}">
                      <a16:creationId xmlns:a16="http://schemas.microsoft.com/office/drawing/2014/main" id="{85768DEC-92AB-0E78-F212-613E9C69AF97}"/>
                    </a:ext>
                  </a:extLst>
                </p:cNvPr>
                <p:cNvSpPr/>
                <p:nvPr/>
              </p:nvSpPr>
              <p:spPr>
                <a:xfrm>
                  <a:off x="2481945" y="1456509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8" name="직사각형 107">
                  <a:extLst>
                    <a:ext uri="{FF2B5EF4-FFF2-40B4-BE49-F238E27FC236}">
                      <a16:creationId xmlns:a16="http://schemas.microsoft.com/office/drawing/2014/main" id="{7A372EF0-2DBC-0141-776D-C413B52167AF}"/>
                    </a:ext>
                  </a:extLst>
                </p:cNvPr>
                <p:cNvSpPr/>
                <p:nvPr/>
              </p:nvSpPr>
              <p:spPr>
                <a:xfrm>
                  <a:off x="1776549" y="1809207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9" name="직사각형 108">
                  <a:extLst>
                    <a:ext uri="{FF2B5EF4-FFF2-40B4-BE49-F238E27FC236}">
                      <a16:creationId xmlns:a16="http://schemas.microsoft.com/office/drawing/2014/main" id="{2FCAC4A0-62BB-CBE1-AB8C-75E347AD1813}"/>
                    </a:ext>
                  </a:extLst>
                </p:cNvPr>
                <p:cNvSpPr/>
                <p:nvPr/>
              </p:nvSpPr>
              <p:spPr>
                <a:xfrm>
                  <a:off x="2129247" y="1809207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0" name="직사각형 109">
                  <a:extLst>
                    <a:ext uri="{FF2B5EF4-FFF2-40B4-BE49-F238E27FC236}">
                      <a16:creationId xmlns:a16="http://schemas.microsoft.com/office/drawing/2014/main" id="{658ABA8E-55FA-337D-76DB-81ABBB0220E7}"/>
                    </a:ext>
                  </a:extLst>
                </p:cNvPr>
                <p:cNvSpPr/>
                <p:nvPr/>
              </p:nvSpPr>
              <p:spPr>
                <a:xfrm>
                  <a:off x="2481945" y="1809207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</p:grpSp>
          <p:cxnSp>
            <p:nvCxnSpPr>
              <p:cNvPr id="96" name="직선 화살표 연결선 95">
                <a:extLst>
                  <a:ext uri="{FF2B5EF4-FFF2-40B4-BE49-F238E27FC236}">
                    <a16:creationId xmlns:a16="http://schemas.microsoft.com/office/drawing/2014/main" id="{1146AAFD-3ABC-8605-A920-CF3E60557B7A}"/>
                  </a:ext>
                </a:extLst>
              </p:cNvPr>
              <p:cNvCxnSpPr/>
              <p:nvPr/>
            </p:nvCxnSpPr>
            <p:spPr>
              <a:xfrm>
                <a:off x="10762343" y="1024970"/>
                <a:ext cx="0" cy="4679144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7" name="TextBox 96">
                    <a:extLst>
                      <a:ext uri="{FF2B5EF4-FFF2-40B4-BE49-F238E27FC236}">
                        <a16:creationId xmlns:a16="http://schemas.microsoft.com/office/drawing/2014/main" id="{14C912E3-6E7E-A182-1C9A-DCC0148FDB6C}"/>
                      </a:ext>
                    </a:extLst>
                  </p:cNvPr>
                  <p:cNvSpPr txBox="1"/>
                  <p:nvPr/>
                </p:nvSpPr>
                <p:spPr>
                  <a:xfrm>
                    <a:off x="10804872" y="2777042"/>
                    <a:ext cx="627094" cy="37241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p>
                          </m:sSup>
                        </m:oMath>
                      </m:oMathPara>
                    </a14:m>
                    <a:endParaRPr lang="ko-KR" altLang="en-US" dirty="0"/>
                  </a:p>
                </p:txBody>
              </p:sp>
            </mc:Choice>
            <mc:Fallback xmlns="">
              <p:sp>
                <p:nvSpPr>
                  <p:cNvPr id="97" name="TextBox 96">
                    <a:extLst>
                      <a:ext uri="{FF2B5EF4-FFF2-40B4-BE49-F238E27FC236}">
                        <a16:creationId xmlns:a16="http://schemas.microsoft.com/office/drawing/2014/main" id="{14C912E3-6E7E-A182-1C9A-DCC0148FDB6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804872" y="2777042"/>
                    <a:ext cx="627094" cy="372411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r="-27083" b="-100000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979D7CC3-0855-C1ED-6C84-3A677ECD0741}"/>
                  </a:ext>
                </a:extLst>
              </p:cNvPr>
              <p:cNvSpPr txBox="1"/>
              <p:nvPr/>
            </p:nvSpPr>
            <p:spPr>
              <a:xfrm>
                <a:off x="8287657" y="534984"/>
                <a:ext cx="2075544" cy="4943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900" dirty="0"/>
                  <a:t>index</a:t>
                </a:r>
                <a:endParaRPr lang="ko-KR" altLang="en-US" sz="900" dirty="0"/>
              </a:p>
            </p:txBody>
          </p: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A6ADFF76-3EA5-22DC-7B1B-E0FFF2BE3246}"/>
                  </a:ext>
                </a:extLst>
              </p:cNvPr>
              <p:cNvSpPr txBox="1"/>
              <p:nvPr/>
            </p:nvSpPr>
            <p:spPr>
              <a:xfrm>
                <a:off x="8511746" y="1234547"/>
                <a:ext cx="773793" cy="4943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900" dirty="0"/>
                  <a:t>0</a:t>
                </a:r>
                <a:endParaRPr lang="ko-KR" altLang="en-US" sz="9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0" name="TextBox 99">
                    <a:extLst>
                      <a:ext uri="{FF2B5EF4-FFF2-40B4-BE49-F238E27FC236}">
                        <a16:creationId xmlns:a16="http://schemas.microsoft.com/office/drawing/2014/main" id="{B33E4506-0B04-A22D-7B61-120475309EB6}"/>
                      </a:ext>
                    </a:extLst>
                  </p:cNvPr>
                  <p:cNvSpPr txBox="1"/>
                  <p:nvPr/>
                </p:nvSpPr>
                <p:spPr>
                  <a:xfrm>
                    <a:off x="8021410" y="3852192"/>
                    <a:ext cx="1470790" cy="49781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ko-KR" sz="9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9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ko-KR" sz="9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p>
                          </m:sSup>
                          <m:r>
                            <a:rPr lang="en-US" altLang="ko-KR" sz="9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oMath>
                      </m:oMathPara>
                    </a14:m>
                    <a:endParaRPr lang="ko-KR" altLang="en-US" sz="900" dirty="0"/>
                  </a:p>
                </p:txBody>
              </p:sp>
            </mc:Choice>
            <mc:Fallback xmlns="">
              <p:sp>
                <p:nvSpPr>
                  <p:cNvPr id="100" name="TextBox 99">
                    <a:extLst>
                      <a:ext uri="{FF2B5EF4-FFF2-40B4-BE49-F238E27FC236}">
                        <a16:creationId xmlns:a16="http://schemas.microsoft.com/office/drawing/2014/main" id="{B33E4506-0B04-A22D-7B61-120475309EB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21410" y="3852192"/>
                    <a:ext cx="1470790" cy="49781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1" name="TextBox 100">
                    <a:extLst>
                      <a:ext uri="{FF2B5EF4-FFF2-40B4-BE49-F238E27FC236}">
                        <a16:creationId xmlns:a16="http://schemas.microsoft.com/office/drawing/2014/main" id="{4CD6D8C7-8916-AFE0-549C-AF5787CCDFE9}"/>
                      </a:ext>
                    </a:extLst>
                  </p:cNvPr>
                  <p:cNvSpPr txBox="1"/>
                  <p:nvPr/>
                </p:nvSpPr>
                <p:spPr>
                  <a:xfrm>
                    <a:off x="8443964" y="4941398"/>
                    <a:ext cx="627094" cy="49781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ko-KR" sz="9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9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ko-KR" sz="9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p>
                          </m:sSup>
                        </m:oMath>
                      </m:oMathPara>
                    </a14:m>
                    <a:endParaRPr lang="ko-KR" altLang="en-US" sz="900" dirty="0"/>
                  </a:p>
                </p:txBody>
              </p:sp>
            </mc:Choice>
            <mc:Fallback xmlns="">
              <p:sp>
                <p:nvSpPr>
                  <p:cNvPr id="101" name="TextBox 100">
                    <a:extLst>
                      <a:ext uri="{FF2B5EF4-FFF2-40B4-BE49-F238E27FC236}">
                        <a16:creationId xmlns:a16="http://schemas.microsoft.com/office/drawing/2014/main" id="{4CD6D8C7-8916-AFE0-549C-AF5787CCDFE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43964" y="4941398"/>
                    <a:ext cx="627094" cy="49781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88" name="TextBox 187">
              <a:extLst>
                <a:ext uri="{FF2B5EF4-FFF2-40B4-BE49-F238E27FC236}">
                  <a16:creationId xmlns:a16="http://schemas.microsoft.com/office/drawing/2014/main" id="{DD69CDCD-CFE5-74D7-A2E9-23A4E82DE95C}"/>
                </a:ext>
              </a:extLst>
            </p:cNvPr>
            <p:cNvSpPr txBox="1"/>
            <p:nvPr/>
          </p:nvSpPr>
          <p:spPr>
            <a:xfrm>
              <a:off x="731644" y="4726847"/>
              <a:ext cx="36129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/>
                <a:t>22</a:t>
              </a:r>
              <a:endParaRPr lang="ko-KR" altLang="en-US" sz="900" dirty="0"/>
            </a:p>
          </p:txBody>
        </p:sp>
      </p:grpSp>
      <p:sp>
        <p:nvSpPr>
          <p:cNvPr id="189" name="TextBox 188">
            <a:extLst>
              <a:ext uri="{FF2B5EF4-FFF2-40B4-BE49-F238E27FC236}">
                <a16:creationId xmlns:a16="http://schemas.microsoft.com/office/drawing/2014/main" id="{2ED32C70-D013-CA7C-0405-E32F5B8D4F54}"/>
              </a:ext>
            </a:extLst>
          </p:cNvPr>
          <p:cNvSpPr txBox="1"/>
          <p:nvPr/>
        </p:nvSpPr>
        <p:spPr>
          <a:xfrm>
            <a:off x="2942212" y="4769692"/>
            <a:ext cx="2523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Codebook[22]</a:t>
            </a:r>
            <a:endParaRPr lang="ko-KR" altLang="en-US" dirty="0"/>
          </a:p>
        </p:txBody>
      </p:sp>
      <p:cxnSp>
        <p:nvCxnSpPr>
          <p:cNvPr id="190" name="직선 화살표 연결선 189">
            <a:extLst>
              <a:ext uri="{FF2B5EF4-FFF2-40B4-BE49-F238E27FC236}">
                <a16:creationId xmlns:a16="http://schemas.microsoft.com/office/drawing/2014/main" id="{57BCA3A7-FA85-6E56-FD0D-601020AE7147}"/>
              </a:ext>
            </a:extLst>
          </p:cNvPr>
          <p:cNvCxnSpPr/>
          <p:nvPr/>
        </p:nvCxnSpPr>
        <p:spPr>
          <a:xfrm>
            <a:off x="4638115" y="4977490"/>
            <a:ext cx="8273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1" name="TextBox 190">
            <a:extLst>
              <a:ext uri="{FF2B5EF4-FFF2-40B4-BE49-F238E27FC236}">
                <a16:creationId xmlns:a16="http://schemas.microsoft.com/office/drawing/2014/main" id="{75654114-B430-307C-BED7-D8E1E0CE641F}"/>
              </a:ext>
            </a:extLst>
          </p:cNvPr>
          <p:cNvSpPr txBox="1"/>
          <p:nvPr/>
        </p:nvSpPr>
        <p:spPr>
          <a:xfrm>
            <a:off x="8800288" y="237816"/>
            <a:ext cx="20799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Original kernel</a:t>
            </a:r>
            <a:endParaRPr lang="ko-KR" altLang="en-US" dirty="0"/>
          </a:p>
        </p:txBody>
      </p:sp>
      <p:grpSp>
        <p:nvGrpSpPr>
          <p:cNvPr id="243" name="그룹 242">
            <a:extLst>
              <a:ext uri="{FF2B5EF4-FFF2-40B4-BE49-F238E27FC236}">
                <a16:creationId xmlns:a16="http://schemas.microsoft.com/office/drawing/2014/main" id="{612993B8-0AE6-4AFA-02C5-7B521517B7A2}"/>
              </a:ext>
            </a:extLst>
          </p:cNvPr>
          <p:cNvGrpSpPr/>
          <p:nvPr/>
        </p:nvGrpSpPr>
        <p:grpSpPr>
          <a:xfrm>
            <a:off x="6335129" y="4280319"/>
            <a:ext cx="1613262" cy="1482635"/>
            <a:chOff x="1776549" y="1103811"/>
            <a:chExt cx="1058094" cy="1058094"/>
          </a:xfrm>
        </p:grpSpPr>
        <p:sp>
          <p:nvSpPr>
            <p:cNvPr id="244" name="직사각형 243">
              <a:extLst>
                <a:ext uri="{FF2B5EF4-FFF2-40B4-BE49-F238E27FC236}">
                  <a16:creationId xmlns:a16="http://schemas.microsoft.com/office/drawing/2014/main" id="{BA3C5B94-AD80-13EB-9D14-1A60156BBC85}"/>
                </a:ext>
              </a:extLst>
            </p:cNvPr>
            <p:cNvSpPr/>
            <p:nvPr/>
          </p:nvSpPr>
          <p:spPr>
            <a:xfrm>
              <a:off x="1776549" y="1103811"/>
              <a:ext cx="352698" cy="35269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+1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45" name="직사각형 244">
              <a:extLst>
                <a:ext uri="{FF2B5EF4-FFF2-40B4-BE49-F238E27FC236}">
                  <a16:creationId xmlns:a16="http://schemas.microsoft.com/office/drawing/2014/main" id="{35F06DEC-C136-01D3-39AB-725F06F4A70E}"/>
                </a:ext>
              </a:extLst>
            </p:cNvPr>
            <p:cNvSpPr/>
            <p:nvPr/>
          </p:nvSpPr>
          <p:spPr>
            <a:xfrm>
              <a:off x="2129247" y="1103811"/>
              <a:ext cx="352698" cy="35269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-1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46" name="직사각형 245">
              <a:extLst>
                <a:ext uri="{FF2B5EF4-FFF2-40B4-BE49-F238E27FC236}">
                  <a16:creationId xmlns:a16="http://schemas.microsoft.com/office/drawing/2014/main" id="{A331294F-42FF-A7AA-9D24-B3D0C6EF2E8C}"/>
                </a:ext>
              </a:extLst>
            </p:cNvPr>
            <p:cNvSpPr/>
            <p:nvPr/>
          </p:nvSpPr>
          <p:spPr>
            <a:xfrm>
              <a:off x="2481945" y="1103811"/>
              <a:ext cx="352698" cy="352698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+1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47" name="직사각형 246">
              <a:extLst>
                <a:ext uri="{FF2B5EF4-FFF2-40B4-BE49-F238E27FC236}">
                  <a16:creationId xmlns:a16="http://schemas.microsoft.com/office/drawing/2014/main" id="{1BA09874-3F80-DF06-EEF5-A94FB95B3FCC}"/>
                </a:ext>
              </a:extLst>
            </p:cNvPr>
            <p:cNvSpPr/>
            <p:nvPr/>
          </p:nvSpPr>
          <p:spPr>
            <a:xfrm>
              <a:off x="1776549" y="1456509"/>
              <a:ext cx="352698" cy="35269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+1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48" name="직사각형 247">
              <a:extLst>
                <a:ext uri="{FF2B5EF4-FFF2-40B4-BE49-F238E27FC236}">
                  <a16:creationId xmlns:a16="http://schemas.microsoft.com/office/drawing/2014/main" id="{5B14DA96-4DC3-11FC-4463-D4868FF09178}"/>
                </a:ext>
              </a:extLst>
            </p:cNvPr>
            <p:cNvSpPr/>
            <p:nvPr/>
          </p:nvSpPr>
          <p:spPr>
            <a:xfrm>
              <a:off x="2129247" y="1456509"/>
              <a:ext cx="352698" cy="35269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-1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49" name="직사각형 248">
              <a:extLst>
                <a:ext uri="{FF2B5EF4-FFF2-40B4-BE49-F238E27FC236}">
                  <a16:creationId xmlns:a16="http://schemas.microsoft.com/office/drawing/2014/main" id="{D8E2244D-B553-D0FC-71A9-6B8F0B2F9E05}"/>
                </a:ext>
              </a:extLst>
            </p:cNvPr>
            <p:cNvSpPr/>
            <p:nvPr/>
          </p:nvSpPr>
          <p:spPr>
            <a:xfrm>
              <a:off x="2481945" y="1456509"/>
              <a:ext cx="352698" cy="35269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+1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50" name="직사각형 249">
              <a:extLst>
                <a:ext uri="{FF2B5EF4-FFF2-40B4-BE49-F238E27FC236}">
                  <a16:creationId xmlns:a16="http://schemas.microsoft.com/office/drawing/2014/main" id="{8F1B066A-1C55-8F4A-506F-CF97B7D82F88}"/>
                </a:ext>
              </a:extLst>
            </p:cNvPr>
            <p:cNvSpPr/>
            <p:nvPr/>
          </p:nvSpPr>
          <p:spPr>
            <a:xfrm>
              <a:off x="1776549" y="1809207"/>
              <a:ext cx="352698" cy="35269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+1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51" name="직사각형 250">
              <a:extLst>
                <a:ext uri="{FF2B5EF4-FFF2-40B4-BE49-F238E27FC236}">
                  <a16:creationId xmlns:a16="http://schemas.microsoft.com/office/drawing/2014/main" id="{F730C05C-076E-5EAC-2F91-52768B55DD54}"/>
                </a:ext>
              </a:extLst>
            </p:cNvPr>
            <p:cNvSpPr/>
            <p:nvPr/>
          </p:nvSpPr>
          <p:spPr>
            <a:xfrm>
              <a:off x="2129247" y="1809207"/>
              <a:ext cx="352698" cy="35269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-1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52" name="직사각형 251">
              <a:extLst>
                <a:ext uri="{FF2B5EF4-FFF2-40B4-BE49-F238E27FC236}">
                  <a16:creationId xmlns:a16="http://schemas.microsoft.com/office/drawing/2014/main" id="{65FE900E-7D15-09EE-55DA-F58873086EC8}"/>
                </a:ext>
              </a:extLst>
            </p:cNvPr>
            <p:cNvSpPr/>
            <p:nvPr/>
          </p:nvSpPr>
          <p:spPr>
            <a:xfrm>
              <a:off x="2481945" y="1809207"/>
              <a:ext cx="352698" cy="35269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+1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536366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B0BE10-8834-CF23-BEE4-0DF0AD9A6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Storing Weight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5DEA8CE-1776-9055-439B-21D25B6FC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4</a:t>
            </a:fld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008AE0CF-A184-D2BC-565C-A5E5E4A204C8}"/>
              </a:ext>
            </a:extLst>
          </p:cNvPr>
          <p:cNvGrpSpPr/>
          <p:nvPr/>
        </p:nvGrpSpPr>
        <p:grpSpPr>
          <a:xfrm>
            <a:off x="534732" y="1656056"/>
            <a:ext cx="5331480" cy="2651443"/>
            <a:chOff x="964488" y="2972843"/>
            <a:chExt cx="5295523" cy="2633561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6E52DE33-8766-27C1-9DE3-4F0902D4F8C1}"/>
                </a:ext>
              </a:extLst>
            </p:cNvPr>
            <p:cNvGrpSpPr/>
            <p:nvPr/>
          </p:nvGrpSpPr>
          <p:grpSpPr>
            <a:xfrm>
              <a:off x="964488" y="3694640"/>
              <a:ext cx="1907149" cy="1780873"/>
              <a:chOff x="964488" y="3694640"/>
              <a:chExt cx="1907149" cy="1780873"/>
            </a:xfrm>
          </p:grpSpPr>
          <p:grpSp>
            <p:nvGrpSpPr>
              <p:cNvPr id="53" name="그룹 52">
                <a:extLst>
                  <a:ext uri="{FF2B5EF4-FFF2-40B4-BE49-F238E27FC236}">
                    <a16:creationId xmlns:a16="http://schemas.microsoft.com/office/drawing/2014/main" id="{7B12FC32-851A-F508-BB32-DA652DCDE0E1}"/>
                  </a:ext>
                </a:extLst>
              </p:cNvPr>
              <p:cNvGrpSpPr/>
              <p:nvPr/>
            </p:nvGrpSpPr>
            <p:grpSpPr>
              <a:xfrm>
                <a:off x="1258375" y="3694640"/>
                <a:ext cx="1613262" cy="1482635"/>
                <a:chOff x="1776549" y="1103811"/>
                <a:chExt cx="1058094" cy="1058094"/>
              </a:xfrm>
            </p:grpSpPr>
            <p:sp>
              <p:nvSpPr>
                <p:cNvPr id="84" name="직사각형 83">
                  <a:extLst>
                    <a:ext uri="{FF2B5EF4-FFF2-40B4-BE49-F238E27FC236}">
                      <a16:creationId xmlns:a16="http://schemas.microsoft.com/office/drawing/2014/main" id="{B1A42103-0875-2543-0E7D-3A7DFD8FDC52}"/>
                    </a:ext>
                  </a:extLst>
                </p:cNvPr>
                <p:cNvSpPr/>
                <p:nvPr/>
              </p:nvSpPr>
              <p:spPr>
                <a:xfrm>
                  <a:off x="1776549" y="1103811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alpha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+1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5" name="직사각형 84">
                  <a:extLst>
                    <a:ext uri="{FF2B5EF4-FFF2-40B4-BE49-F238E27FC236}">
                      <a16:creationId xmlns:a16="http://schemas.microsoft.com/office/drawing/2014/main" id="{6E23768A-80F3-7909-0FA5-F09C6BCA3CB3}"/>
                    </a:ext>
                  </a:extLst>
                </p:cNvPr>
                <p:cNvSpPr/>
                <p:nvPr/>
              </p:nvSpPr>
              <p:spPr>
                <a:xfrm>
                  <a:off x="2129247" y="1103811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alpha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+1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6" name="직사각형 85">
                  <a:extLst>
                    <a:ext uri="{FF2B5EF4-FFF2-40B4-BE49-F238E27FC236}">
                      <a16:creationId xmlns:a16="http://schemas.microsoft.com/office/drawing/2014/main" id="{66452915-DB1F-08D4-61BF-CF662F0A3777}"/>
                    </a:ext>
                  </a:extLst>
                </p:cNvPr>
                <p:cNvSpPr/>
                <p:nvPr/>
              </p:nvSpPr>
              <p:spPr>
                <a:xfrm>
                  <a:off x="2481945" y="1103811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  <a:alpha val="8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7" name="직사각형 86">
                  <a:extLst>
                    <a:ext uri="{FF2B5EF4-FFF2-40B4-BE49-F238E27FC236}">
                      <a16:creationId xmlns:a16="http://schemas.microsoft.com/office/drawing/2014/main" id="{ACC04BA7-BBB2-1AB6-B3B5-31C69CC348AC}"/>
                    </a:ext>
                  </a:extLst>
                </p:cNvPr>
                <p:cNvSpPr/>
                <p:nvPr/>
              </p:nvSpPr>
              <p:spPr>
                <a:xfrm>
                  <a:off x="1776549" y="1456509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8" name="직사각형 87">
                  <a:extLst>
                    <a:ext uri="{FF2B5EF4-FFF2-40B4-BE49-F238E27FC236}">
                      <a16:creationId xmlns:a16="http://schemas.microsoft.com/office/drawing/2014/main" id="{E6AB0A8C-892D-2969-60B8-28E2E1709F72}"/>
                    </a:ext>
                  </a:extLst>
                </p:cNvPr>
                <p:cNvSpPr/>
                <p:nvPr/>
              </p:nvSpPr>
              <p:spPr>
                <a:xfrm>
                  <a:off x="2129247" y="1456509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9" name="직사각형 88">
                  <a:extLst>
                    <a:ext uri="{FF2B5EF4-FFF2-40B4-BE49-F238E27FC236}">
                      <a16:creationId xmlns:a16="http://schemas.microsoft.com/office/drawing/2014/main" id="{7F7710BD-689D-7DDD-5C66-3D1360522DFC}"/>
                    </a:ext>
                  </a:extLst>
                </p:cNvPr>
                <p:cNvSpPr/>
                <p:nvPr/>
              </p:nvSpPr>
              <p:spPr>
                <a:xfrm>
                  <a:off x="2481945" y="1456509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  <a:alpha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0" name="직사각형 89">
                  <a:extLst>
                    <a:ext uri="{FF2B5EF4-FFF2-40B4-BE49-F238E27FC236}">
                      <a16:creationId xmlns:a16="http://schemas.microsoft.com/office/drawing/2014/main" id="{3CE9C82E-BFC8-8CDC-036A-6E12BD89E66B}"/>
                    </a:ext>
                  </a:extLst>
                </p:cNvPr>
                <p:cNvSpPr/>
                <p:nvPr/>
              </p:nvSpPr>
              <p:spPr>
                <a:xfrm>
                  <a:off x="1776549" y="1809207"/>
                  <a:ext cx="352698" cy="352698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+1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1" name="직사각형 90">
                  <a:extLst>
                    <a:ext uri="{FF2B5EF4-FFF2-40B4-BE49-F238E27FC236}">
                      <a16:creationId xmlns:a16="http://schemas.microsoft.com/office/drawing/2014/main" id="{95B4ECFB-FF80-2C64-7FBA-653215E1D2FF}"/>
                    </a:ext>
                  </a:extLst>
                </p:cNvPr>
                <p:cNvSpPr/>
                <p:nvPr/>
              </p:nvSpPr>
              <p:spPr>
                <a:xfrm>
                  <a:off x="2129247" y="1809207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2" name="직사각형 91">
                  <a:extLst>
                    <a:ext uri="{FF2B5EF4-FFF2-40B4-BE49-F238E27FC236}">
                      <a16:creationId xmlns:a16="http://schemas.microsoft.com/office/drawing/2014/main" id="{F18F0CFF-0586-A955-1249-6282178C07F1}"/>
                    </a:ext>
                  </a:extLst>
                </p:cNvPr>
                <p:cNvSpPr/>
                <p:nvPr/>
              </p:nvSpPr>
              <p:spPr>
                <a:xfrm>
                  <a:off x="2481945" y="1809207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  <a:alpha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4" name="그룹 53">
                <a:extLst>
                  <a:ext uri="{FF2B5EF4-FFF2-40B4-BE49-F238E27FC236}">
                    <a16:creationId xmlns:a16="http://schemas.microsoft.com/office/drawing/2014/main" id="{0DEEC0A7-AFDA-5790-D80D-462CE8F8591A}"/>
                  </a:ext>
                </a:extLst>
              </p:cNvPr>
              <p:cNvGrpSpPr/>
              <p:nvPr/>
            </p:nvGrpSpPr>
            <p:grpSpPr>
              <a:xfrm>
                <a:off x="1160418" y="3796948"/>
                <a:ext cx="1613262" cy="1482635"/>
                <a:chOff x="1776549" y="1103811"/>
                <a:chExt cx="1058094" cy="1058094"/>
              </a:xfrm>
            </p:grpSpPr>
            <p:sp>
              <p:nvSpPr>
                <p:cNvPr id="75" name="직사각형 74">
                  <a:extLst>
                    <a:ext uri="{FF2B5EF4-FFF2-40B4-BE49-F238E27FC236}">
                      <a16:creationId xmlns:a16="http://schemas.microsoft.com/office/drawing/2014/main" id="{A701364A-31C6-E765-5971-546159918CCF}"/>
                    </a:ext>
                  </a:extLst>
                </p:cNvPr>
                <p:cNvSpPr/>
                <p:nvPr/>
              </p:nvSpPr>
              <p:spPr>
                <a:xfrm>
                  <a:off x="1776549" y="1103811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  <a:alpha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+1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6" name="직사각형 75">
                  <a:extLst>
                    <a:ext uri="{FF2B5EF4-FFF2-40B4-BE49-F238E27FC236}">
                      <a16:creationId xmlns:a16="http://schemas.microsoft.com/office/drawing/2014/main" id="{436C8BBB-B207-FF6B-536F-E7BED5E1D091}"/>
                    </a:ext>
                  </a:extLst>
                </p:cNvPr>
                <p:cNvSpPr/>
                <p:nvPr/>
              </p:nvSpPr>
              <p:spPr>
                <a:xfrm>
                  <a:off x="2129247" y="1103811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  <a:alpha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7" name="직사각형 76">
                  <a:extLst>
                    <a:ext uri="{FF2B5EF4-FFF2-40B4-BE49-F238E27FC236}">
                      <a16:creationId xmlns:a16="http://schemas.microsoft.com/office/drawing/2014/main" id="{C3C8FC2F-9234-4996-5C2D-A3F7AF690747}"/>
                    </a:ext>
                  </a:extLst>
                </p:cNvPr>
                <p:cNvSpPr/>
                <p:nvPr/>
              </p:nvSpPr>
              <p:spPr>
                <a:xfrm>
                  <a:off x="2481945" y="1103811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alpha val="8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+1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8" name="직사각형 77">
                  <a:extLst>
                    <a:ext uri="{FF2B5EF4-FFF2-40B4-BE49-F238E27FC236}">
                      <a16:creationId xmlns:a16="http://schemas.microsoft.com/office/drawing/2014/main" id="{2BA24C3F-A39F-25DF-535C-05AE1B7DAB71}"/>
                    </a:ext>
                  </a:extLst>
                </p:cNvPr>
                <p:cNvSpPr/>
                <p:nvPr/>
              </p:nvSpPr>
              <p:spPr>
                <a:xfrm>
                  <a:off x="1776549" y="1456509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9" name="직사각형 78">
                  <a:extLst>
                    <a:ext uri="{FF2B5EF4-FFF2-40B4-BE49-F238E27FC236}">
                      <a16:creationId xmlns:a16="http://schemas.microsoft.com/office/drawing/2014/main" id="{ED9B87D9-A3C3-4D4B-B45A-2DE1F62A74F1}"/>
                    </a:ext>
                  </a:extLst>
                </p:cNvPr>
                <p:cNvSpPr/>
                <p:nvPr/>
              </p:nvSpPr>
              <p:spPr>
                <a:xfrm>
                  <a:off x="2129247" y="1456509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0" name="직사각형 79">
                  <a:extLst>
                    <a:ext uri="{FF2B5EF4-FFF2-40B4-BE49-F238E27FC236}">
                      <a16:creationId xmlns:a16="http://schemas.microsoft.com/office/drawing/2014/main" id="{AA8EC50D-D9EB-958C-3141-DEE68C5EE8FC}"/>
                    </a:ext>
                  </a:extLst>
                </p:cNvPr>
                <p:cNvSpPr/>
                <p:nvPr/>
              </p:nvSpPr>
              <p:spPr>
                <a:xfrm>
                  <a:off x="2481945" y="1456509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  <a:alpha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1" name="직사각형 80">
                  <a:extLst>
                    <a:ext uri="{FF2B5EF4-FFF2-40B4-BE49-F238E27FC236}">
                      <a16:creationId xmlns:a16="http://schemas.microsoft.com/office/drawing/2014/main" id="{ACB4DAF6-2F03-BC6B-03C8-29ABC0445C22}"/>
                    </a:ext>
                  </a:extLst>
                </p:cNvPr>
                <p:cNvSpPr/>
                <p:nvPr/>
              </p:nvSpPr>
              <p:spPr>
                <a:xfrm>
                  <a:off x="1776549" y="1809207"/>
                  <a:ext cx="352698" cy="352698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+1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2" name="직사각형 81">
                  <a:extLst>
                    <a:ext uri="{FF2B5EF4-FFF2-40B4-BE49-F238E27FC236}">
                      <a16:creationId xmlns:a16="http://schemas.microsoft.com/office/drawing/2014/main" id="{9D7A8169-978C-A365-E355-711614F97917}"/>
                    </a:ext>
                  </a:extLst>
                </p:cNvPr>
                <p:cNvSpPr/>
                <p:nvPr/>
              </p:nvSpPr>
              <p:spPr>
                <a:xfrm>
                  <a:off x="2129247" y="1809207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3" name="직사각형 82">
                  <a:extLst>
                    <a:ext uri="{FF2B5EF4-FFF2-40B4-BE49-F238E27FC236}">
                      <a16:creationId xmlns:a16="http://schemas.microsoft.com/office/drawing/2014/main" id="{37A9AFAB-7DBD-4920-0153-9EBD932616DB}"/>
                    </a:ext>
                  </a:extLst>
                </p:cNvPr>
                <p:cNvSpPr/>
                <p:nvPr/>
              </p:nvSpPr>
              <p:spPr>
                <a:xfrm>
                  <a:off x="2481945" y="1809207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  <a:alpha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5" name="그룹 54">
                <a:extLst>
                  <a:ext uri="{FF2B5EF4-FFF2-40B4-BE49-F238E27FC236}">
                    <a16:creationId xmlns:a16="http://schemas.microsoft.com/office/drawing/2014/main" id="{F7C8D0B2-0AC6-CD83-27E6-408868C02383}"/>
                  </a:ext>
                </a:extLst>
              </p:cNvPr>
              <p:cNvGrpSpPr/>
              <p:nvPr/>
            </p:nvGrpSpPr>
            <p:grpSpPr>
              <a:xfrm>
                <a:off x="1062453" y="3888382"/>
                <a:ext cx="1613262" cy="1482635"/>
                <a:chOff x="1776549" y="1103811"/>
                <a:chExt cx="1058094" cy="1058094"/>
              </a:xfrm>
            </p:grpSpPr>
            <p:sp>
              <p:nvSpPr>
                <p:cNvPr id="66" name="직사각형 65">
                  <a:extLst>
                    <a:ext uri="{FF2B5EF4-FFF2-40B4-BE49-F238E27FC236}">
                      <a16:creationId xmlns:a16="http://schemas.microsoft.com/office/drawing/2014/main" id="{7A418085-772F-2D50-4448-327FB669BD4C}"/>
                    </a:ext>
                  </a:extLst>
                </p:cNvPr>
                <p:cNvSpPr/>
                <p:nvPr/>
              </p:nvSpPr>
              <p:spPr>
                <a:xfrm>
                  <a:off x="1776549" y="1103811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alpha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+1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7" name="직사각형 66">
                  <a:extLst>
                    <a:ext uri="{FF2B5EF4-FFF2-40B4-BE49-F238E27FC236}">
                      <a16:creationId xmlns:a16="http://schemas.microsoft.com/office/drawing/2014/main" id="{C7D5D239-0A37-83F8-31D5-E86C42FDA320}"/>
                    </a:ext>
                  </a:extLst>
                </p:cNvPr>
                <p:cNvSpPr/>
                <p:nvPr/>
              </p:nvSpPr>
              <p:spPr>
                <a:xfrm>
                  <a:off x="2129247" y="1103811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alpha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8" name="직사각형 67">
                  <a:extLst>
                    <a:ext uri="{FF2B5EF4-FFF2-40B4-BE49-F238E27FC236}">
                      <a16:creationId xmlns:a16="http://schemas.microsoft.com/office/drawing/2014/main" id="{F64EDB3D-10F1-D9CD-9A8C-E9263F3E0448}"/>
                    </a:ext>
                  </a:extLst>
                </p:cNvPr>
                <p:cNvSpPr/>
                <p:nvPr/>
              </p:nvSpPr>
              <p:spPr>
                <a:xfrm>
                  <a:off x="2481945" y="1103811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alpha val="8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+1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9" name="직사각형 68">
                  <a:extLst>
                    <a:ext uri="{FF2B5EF4-FFF2-40B4-BE49-F238E27FC236}">
                      <a16:creationId xmlns:a16="http://schemas.microsoft.com/office/drawing/2014/main" id="{AE1FCA17-C2BE-E74E-C2F9-8188A335D1E0}"/>
                    </a:ext>
                  </a:extLst>
                </p:cNvPr>
                <p:cNvSpPr/>
                <p:nvPr/>
              </p:nvSpPr>
              <p:spPr>
                <a:xfrm>
                  <a:off x="1776549" y="1456509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0" name="직사각형 69">
                  <a:extLst>
                    <a:ext uri="{FF2B5EF4-FFF2-40B4-BE49-F238E27FC236}">
                      <a16:creationId xmlns:a16="http://schemas.microsoft.com/office/drawing/2014/main" id="{E256C77C-EF9E-5BA9-BC95-A8213BB9F23B}"/>
                    </a:ext>
                  </a:extLst>
                </p:cNvPr>
                <p:cNvSpPr/>
                <p:nvPr/>
              </p:nvSpPr>
              <p:spPr>
                <a:xfrm>
                  <a:off x="2129247" y="1456509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1" name="직사각형 70">
                  <a:extLst>
                    <a:ext uri="{FF2B5EF4-FFF2-40B4-BE49-F238E27FC236}">
                      <a16:creationId xmlns:a16="http://schemas.microsoft.com/office/drawing/2014/main" id="{28BAAAF4-4BE4-1ED7-CE3A-594211563176}"/>
                    </a:ext>
                  </a:extLst>
                </p:cNvPr>
                <p:cNvSpPr/>
                <p:nvPr/>
              </p:nvSpPr>
              <p:spPr>
                <a:xfrm>
                  <a:off x="2481945" y="1456509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alpha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+1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2" name="직사각형 71">
                  <a:extLst>
                    <a:ext uri="{FF2B5EF4-FFF2-40B4-BE49-F238E27FC236}">
                      <a16:creationId xmlns:a16="http://schemas.microsoft.com/office/drawing/2014/main" id="{5B5C7D79-9385-926F-748C-0FF4A724BD28}"/>
                    </a:ext>
                  </a:extLst>
                </p:cNvPr>
                <p:cNvSpPr/>
                <p:nvPr/>
              </p:nvSpPr>
              <p:spPr>
                <a:xfrm>
                  <a:off x="1776549" y="1809207"/>
                  <a:ext cx="352698" cy="352698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+1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3" name="직사각형 72">
                  <a:extLst>
                    <a:ext uri="{FF2B5EF4-FFF2-40B4-BE49-F238E27FC236}">
                      <a16:creationId xmlns:a16="http://schemas.microsoft.com/office/drawing/2014/main" id="{44B3AC08-66BF-1A58-F7F0-D101AB7D485E}"/>
                    </a:ext>
                  </a:extLst>
                </p:cNvPr>
                <p:cNvSpPr/>
                <p:nvPr/>
              </p:nvSpPr>
              <p:spPr>
                <a:xfrm>
                  <a:off x="2129247" y="1809207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4" name="직사각형 73">
                  <a:extLst>
                    <a:ext uri="{FF2B5EF4-FFF2-40B4-BE49-F238E27FC236}">
                      <a16:creationId xmlns:a16="http://schemas.microsoft.com/office/drawing/2014/main" id="{57387EA5-EE99-7A90-22C3-9A75425C4CEC}"/>
                    </a:ext>
                  </a:extLst>
                </p:cNvPr>
                <p:cNvSpPr/>
                <p:nvPr/>
              </p:nvSpPr>
              <p:spPr>
                <a:xfrm>
                  <a:off x="2481945" y="1809207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alpha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+1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6" name="그룹 55">
                <a:extLst>
                  <a:ext uri="{FF2B5EF4-FFF2-40B4-BE49-F238E27FC236}">
                    <a16:creationId xmlns:a16="http://schemas.microsoft.com/office/drawing/2014/main" id="{969C5C19-27B0-ECB5-8860-C78E4540A3B2}"/>
                  </a:ext>
                </a:extLst>
              </p:cNvPr>
              <p:cNvGrpSpPr/>
              <p:nvPr/>
            </p:nvGrpSpPr>
            <p:grpSpPr>
              <a:xfrm>
                <a:off x="964488" y="3992878"/>
                <a:ext cx="1613262" cy="1482635"/>
                <a:chOff x="1776549" y="1103811"/>
                <a:chExt cx="1058094" cy="1058094"/>
              </a:xfrm>
            </p:grpSpPr>
            <p:sp>
              <p:nvSpPr>
                <p:cNvPr id="57" name="직사각형 56">
                  <a:extLst>
                    <a:ext uri="{FF2B5EF4-FFF2-40B4-BE49-F238E27FC236}">
                      <a16:creationId xmlns:a16="http://schemas.microsoft.com/office/drawing/2014/main" id="{B383B0B1-C02D-31D0-D31E-D7FFDDD790AA}"/>
                    </a:ext>
                  </a:extLst>
                </p:cNvPr>
                <p:cNvSpPr/>
                <p:nvPr/>
              </p:nvSpPr>
              <p:spPr>
                <a:xfrm>
                  <a:off x="1776549" y="1103811"/>
                  <a:ext cx="352698" cy="352698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+1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8" name="직사각형 57">
                  <a:extLst>
                    <a:ext uri="{FF2B5EF4-FFF2-40B4-BE49-F238E27FC236}">
                      <a16:creationId xmlns:a16="http://schemas.microsoft.com/office/drawing/2014/main" id="{131C2540-03C2-5DB3-4C79-D0A932FCC0E1}"/>
                    </a:ext>
                  </a:extLst>
                </p:cNvPr>
                <p:cNvSpPr/>
                <p:nvPr/>
              </p:nvSpPr>
              <p:spPr>
                <a:xfrm>
                  <a:off x="2129247" y="1103811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9" name="직사각형 58">
                  <a:extLst>
                    <a:ext uri="{FF2B5EF4-FFF2-40B4-BE49-F238E27FC236}">
                      <a16:creationId xmlns:a16="http://schemas.microsoft.com/office/drawing/2014/main" id="{DB2885EB-0A59-27FA-10B3-9C8A33BCA1AA}"/>
                    </a:ext>
                  </a:extLst>
                </p:cNvPr>
                <p:cNvSpPr/>
                <p:nvPr/>
              </p:nvSpPr>
              <p:spPr>
                <a:xfrm>
                  <a:off x="2481945" y="1103811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0" name="직사각형 59">
                  <a:extLst>
                    <a:ext uri="{FF2B5EF4-FFF2-40B4-BE49-F238E27FC236}">
                      <a16:creationId xmlns:a16="http://schemas.microsoft.com/office/drawing/2014/main" id="{1F680118-FDCF-6868-B69B-300EC7492489}"/>
                    </a:ext>
                  </a:extLst>
                </p:cNvPr>
                <p:cNvSpPr/>
                <p:nvPr/>
              </p:nvSpPr>
              <p:spPr>
                <a:xfrm>
                  <a:off x="1776549" y="1456509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1" name="직사각형 60">
                  <a:extLst>
                    <a:ext uri="{FF2B5EF4-FFF2-40B4-BE49-F238E27FC236}">
                      <a16:creationId xmlns:a16="http://schemas.microsoft.com/office/drawing/2014/main" id="{AE48D192-59A3-D725-6E4F-73291AAD007F}"/>
                    </a:ext>
                  </a:extLst>
                </p:cNvPr>
                <p:cNvSpPr/>
                <p:nvPr/>
              </p:nvSpPr>
              <p:spPr>
                <a:xfrm>
                  <a:off x="2129247" y="1456509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2" name="직사각형 61">
                  <a:extLst>
                    <a:ext uri="{FF2B5EF4-FFF2-40B4-BE49-F238E27FC236}">
                      <a16:creationId xmlns:a16="http://schemas.microsoft.com/office/drawing/2014/main" id="{379EF9A0-D4E2-3B9C-007A-88310E304C14}"/>
                    </a:ext>
                  </a:extLst>
                </p:cNvPr>
                <p:cNvSpPr/>
                <p:nvPr/>
              </p:nvSpPr>
              <p:spPr>
                <a:xfrm>
                  <a:off x="2481945" y="1456509"/>
                  <a:ext cx="352698" cy="352698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+1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3" name="직사각형 62">
                  <a:extLst>
                    <a:ext uri="{FF2B5EF4-FFF2-40B4-BE49-F238E27FC236}">
                      <a16:creationId xmlns:a16="http://schemas.microsoft.com/office/drawing/2014/main" id="{4844D7CC-7803-010E-0C1A-3DFC11E5BE91}"/>
                    </a:ext>
                  </a:extLst>
                </p:cNvPr>
                <p:cNvSpPr/>
                <p:nvPr/>
              </p:nvSpPr>
              <p:spPr>
                <a:xfrm>
                  <a:off x="1776549" y="1809207"/>
                  <a:ext cx="352698" cy="352698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+1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4" name="직사각형 63">
                  <a:extLst>
                    <a:ext uri="{FF2B5EF4-FFF2-40B4-BE49-F238E27FC236}">
                      <a16:creationId xmlns:a16="http://schemas.microsoft.com/office/drawing/2014/main" id="{B2B67E92-314C-0535-83FE-8D3BD637245A}"/>
                    </a:ext>
                  </a:extLst>
                </p:cNvPr>
                <p:cNvSpPr/>
                <p:nvPr/>
              </p:nvSpPr>
              <p:spPr>
                <a:xfrm>
                  <a:off x="2129247" y="1809207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5" name="직사각형 64">
                  <a:extLst>
                    <a:ext uri="{FF2B5EF4-FFF2-40B4-BE49-F238E27FC236}">
                      <a16:creationId xmlns:a16="http://schemas.microsoft.com/office/drawing/2014/main" id="{F6746511-0FFB-8899-7471-2644F25D5D29}"/>
                    </a:ext>
                  </a:extLst>
                </p:cNvPr>
                <p:cNvSpPr/>
                <p:nvPr/>
              </p:nvSpPr>
              <p:spPr>
                <a:xfrm>
                  <a:off x="2481945" y="1809207"/>
                  <a:ext cx="352698" cy="352698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+1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13D7519-619C-1BD0-B1DE-EF021519CD42}"/>
                </a:ext>
              </a:extLst>
            </p:cNvPr>
            <p:cNvSpPr txBox="1"/>
            <p:nvPr/>
          </p:nvSpPr>
          <p:spPr>
            <a:xfrm>
              <a:off x="2723606" y="4286800"/>
              <a:ext cx="87521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   </a:t>
              </a:r>
              <a:r>
                <a:rPr lang="en-US" altLang="ko-KR" sz="3200" dirty="0"/>
                <a:t>…</a:t>
              </a:r>
              <a:endParaRPr lang="ko-KR" altLang="en-US" sz="3200" dirty="0"/>
            </a:p>
          </p:txBody>
        </p:sp>
        <p:cxnSp>
          <p:nvCxnSpPr>
            <p:cNvPr id="8" name="직선 화살표 연결선 7">
              <a:extLst>
                <a:ext uri="{FF2B5EF4-FFF2-40B4-BE49-F238E27FC236}">
                  <a16:creationId xmlns:a16="http://schemas.microsoft.com/office/drawing/2014/main" id="{F74386FC-CF05-3AAD-E5C3-CA3D34FAFC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97475" y="5181600"/>
              <a:ext cx="330200" cy="346075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6C160CEB-BB24-7A9C-644A-87DC1BF0620E}"/>
                    </a:ext>
                  </a:extLst>
                </p:cNvPr>
                <p:cNvSpPr txBox="1"/>
                <p:nvPr/>
              </p:nvSpPr>
              <p:spPr>
                <a:xfrm>
                  <a:off x="5197475" y="5237072"/>
                  <a:ext cx="106253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6C160CEB-BB24-7A9C-644A-87DC1BF062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97475" y="5237072"/>
                  <a:ext cx="1062536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직선 화살표 연결선 9">
              <a:extLst>
                <a:ext uri="{FF2B5EF4-FFF2-40B4-BE49-F238E27FC236}">
                  <a16:creationId xmlns:a16="http://schemas.microsoft.com/office/drawing/2014/main" id="{697462D9-38E4-7ED5-0B27-5ABD23FFA866}"/>
                </a:ext>
              </a:extLst>
            </p:cNvPr>
            <p:cNvCxnSpPr>
              <a:cxnSpLocks/>
            </p:cNvCxnSpPr>
            <p:nvPr/>
          </p:nvCxnSpPr>
          <p:spPr>
            <a:xfrm>
              <a:off x="964488" y="3429000"/>
              <a:ext cx="4489255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4A19513F-1D5B-1475-6036-F144377C3EB1}"/>
                    </a:ext>
                  </a:extLst>
                </p:cNvPr>
                <p:cNvSpPr txBox="1"/>
                <p:nvPr/>
              </p:nvSpPr>
              <p:spPr>
                <a:xfrm>
                  <a:off x="2648947" y="2972843"/>
                  <a:ext cx="106253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4A19513F-1D5B-1475-6036-F144377C3E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8947" y="2972843"/>
                  <a:ext cx="1062536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D561388B-D95C-0125-2716-D7904259A50E}"/>
                </a:ext>
              </a:extLst>
            </p:cNvPr>
            <p:cNvGrpSpPr/>
            <p:nvPr/>
          </p:nvGrpSpPr>
          <p:grpSpPr>
            <a:xfrm>
              <a:off x="3510216" y="3694639"/>
              <a:ext cx="1907149" cy="1780874"/>
              <a:chOff x="964488" y="3694639"/>
              <a:chExt cx="1907149" cy="1780874"/>
            </a:xfrm>
          </p:grpSpPr>
          <p:grpSp>
            <p:nvGrpSpPr>
              <p:cNvPr id="13" name="그룹 12">
                <a:extLst>
                  <a:ext uri="{FF2B5EF4-FFF2-40B4-BE49-F238E27FC236}">
                    <a16:creationId xmlns:a16="http://schemas.microsoft.com/office/drawing/2014/main" id="{448E76DB-5403-D9AD-E80E-B5D40C296465}"/>
                  </a:ext>
                </a:extLst>
              </p:cNvPr>
              <p:cNvGrpSpPr/>
              <p:nvPr/>
            </p:nvGrpSpPr>
            <p:grpSpPr>
              <a:xfrm>
                <a:off x="1258375" y="3694639"/>
                <a:ext cx="1613262" cy="1482634"/>
                <a:chOff x="1776549" y="1103811"/>
                <a:chExt cx="1058094" cy="1058094"/>
              </a:xfrm>
            </p:grpSpPr>
            <p:sp>
              <p:nvSpPr>
                <p:cNvPr id="44" name="직사각형 43">
                  <a:extLst>
                    <a:ext uri="{FF2B5EF4-FFF2-40B4-BE49-F238E27FC236}">
                      <a16:creationId xmlns:a16="http://schemas.microsoft.com/office/drawing/2014/main" id="{43A49419-55CF-C415-3B7B-594D0A7C531C}"/>
                    </a:ext>
                  </a:extLst>
                </p:cNvPr>
                <p:cNvSpPr/>
                <p:nvPr/>
              </p:nvSpPr>
              <p:spPr>
                <a:xfrm>
                  <a:off x="1776549" y="1103811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alpha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+1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5" name="직사각형 44">
                  <a:extLst>
                    <a:ext uri="{FF2B5EF4-FFF2-40B4-BE49-F238E27FC236}">
                      <a16:creationId xmlns:a16="http://schemas.microsoft.com/office/drawing/2014/main" id="{93A14D2B-B937-85A1-8A43-CE1B127E3BA5}"/>
                    </a:ext>
                  </a:extLst>
                </p:cNvPr>
                <p:cNvSpPr/>
                <p:nvPr/>
              </p:nvSpPr>
              <p:spPr>
                <a:xfrm>
                  <a:off x="2128564" y="1104856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  <a:alpha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+1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6" name="직사각형 45">
                  <a:extLst>
                    <a:ext uri="{FF2B5EF4-FFF2-40B4-BE49-F238E27FC236}">
                      <a16:creationId xmlns:a16="http://schemas.microsoft.com/office/drawing/2014/main" id="{E2971636-E5CC-148D-5CED-A7DD53E8AF94}"/>
                    </a:ext>
                  </a:extLst>
                </p:cNvPr>
                <p:cNvSpPr/>
                <p:nvPr/>
              </p:nvSpPr>
              <p:spPr>
                <a:xfrm>
                  <a:off x="2481945" y="1103811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alpha val="8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7" name="직사각형 46">
                  <a:extLst>
                    <a:ext uri="{FF2B5EF4-FFF2-40B4-BE49-F238E27FC236}">
                      <a16:creationId xmlns:a16="http://schemas.microsoft.com/office/drawing/2014/main" id="{CFF4DC7A-2B29-E23D-55EF-D5CEFE8E53D8}"/>
                    </a:ext>
                  </a:extLst>
                </p:cNvPr>
                <p:cNvSpPr/>
                <p:nvPr/>
              </p:nvSpPr>
              <p:spPr>
                <a:xfrm>
                  <a:off x="1776549" y="1456509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8" name="직사각형 47">
                  <a:extLst>
                    <a:ext uri="{FF2B5EF4-FFF2-40B4-BE49-F238E27FC236}">
                      <a16:creationId xmlns:a16="http://schemas.microsoft.com/office/drawing/2014/main" id="{7A1B1423-9E9B-CBB7-B786-295809854D6C}"/>
                    </a:ext>
                  </a:extLst>
                </p:cNvPr>
                <p:cNvSpPr/>
                <p:nvPr/>
              </p:nvSpPr>
              <p:spPr>
                <a:xfrm>
                  <a:off x="2129247" y="1456509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9" name="직사각형 48">
                  <a:extLst>
                    <a:ext uri="{FF2B5EF4-FFF2-40B4-BE49-F238E27FC236}">
                      <a16:creationId xmlns:a16="http://schemas.microsoft.com/office/drawing/2014/main" id="{7812C36C-DCD5-EC05-E076-74E114B3F8C9}"/>
                    </a:ext>
                  </a:extLst>
                </p:cNvPr>
                <p:cNvSpPr/>
                <p:nvPr/>
              </p:nvSpPr>
              <p:spPr>
                <a:xfrm>
                  <a:off x="2481945" y="1456509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  <a:alpha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0" name="직사각형 49">
                  <a:extLst>
                    <a:ext uri="{FF2B5EF4-FFF2-40B4-BE49-F238E27FC236}">
                      <a16:creationId xmlns:a16="http://schemas.microsoft.com/office/drawing/2014/main" id="{5AB7D28B-6F3F-866A-CBA6-03DD543BA3AC}"/>
                    </a:ext>
                  </a:extLst>
                </p:cNvPr>
                <p:cNvSpPr/>
                <p:nvPr/>
              </p:nvSpPr>
              <p:spPr>
                <a:xfrm>
                  <a:off x="1776549" y="1809207"/>
                  <a:ext cx="352698" cy="352698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+1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1" name="직사각형 50">
                  <a:extLst>
                    <a:ext uri="{FF2B5EF4-FFF2-40B4-BE49-F238E27FC236}">
                      <a16:creationId xmlns:a16="http://schemas.microsoft.com/office/drawing/2014/main" id="{D5C22996-3990-37A7-BC5A-BEEEDEA8D082}"/>
                    </a:ext>
                  </a:extLst>
                </p:cNvPr>
                <p:cNvSpPr/>
                <p:nvPr/>
              </p:nvSpPr>
              <p:spPr>
                <a:xfrm>
                  <a:off x="2129247" y="1809207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2" name="직사각형 51">
                  <a:extLst>
                    <a:ext uri="{FF2B5EF4-FFF2-40B4-BE49-F238E27FC236}">
                      <a16:creationId xmlns:a16="http://schemas.microsoft.com/office/drawing/2014/main" id="{254B7596-B680-C57E-D39A-B85FDAABEF73}"/>
                    </a:ext>
                  </a:extLst>
                </p:cNvPr>
                <p:cNvSpPr/>
                <p:nvPr/>
              </p:nvSpPr>
              <p:spPr>
                <a:xfrm>
                  <a:off x="2481945" y="1809207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alpha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4" name="그룹 13">
                <a:extLst>
                  <a:ext uri="{FF2B5EF4-FFF2-40B4-BE49-F238E27FC236}">
                    <a16:creationId xmlns:a16="http://schemas.microsoft.com/office/drawing/2014/main" id="{1D9F90EF-AB5B-E63D-2292-88ECCB3E4C8E}"/>
                  </a:ext>
                </a:extLst>
              </p:cNvPr>
              <p:cNvGrpSpPr/>
              <p:nvPr/>
            </p:nvGrpSpPr>
            <p:grpSpPr>
              <a:xfrm>
                <a:off x="1160418" y="3796948"/>
                <a:ext cx="1613262" cy="1482635"/>
                <a:chOff x="1776549" y="1103811"/>
                <a:chExt cx="1058094" cy="1058094"/>
              </a:xfrm>
            </p:grpSpPr>
            <p:sp>
              <p:nvSpPr>
                <p:cNvPr id="35" name="직사각형 34">
                  <a:extLst>
                    <a:ext uri="{FF2B5EF4-FFF2-40B4-BE49-F238E27FC236}">
                      <a16:creationId xmlns:a16="http://schemas.microsoft.com/office/drawing/2014/main" id="{57A6FA3A-0C85-59AA-2090-FA8F636A65C9}"/>
                    </a:ext>
                  </a:extLst>
                </p:cNvPr>
                <p:cNvSpPr/>
                <p:nvPr/>
              </p:nvSpPr>
              <p:spPr>
                <a:xfrm>
                  <a:off x="1776549" y="1103811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alpha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+1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6" name="직사각형 35">
                  <a:extLst>
                    <a:ext uri="{FF2B5EF4-FFF2-40B4-BE49-F238E27FC236}">
                      <a16:creationId xmlns:a16="http://schemas.microsoft.com/office/drawing/2014/main" id="{90EA4199-A3B1-354F-FB0B-36411EB2881D}"/>
                    </a:ext>
                  </a:extLst>
                </p:cNvPr>
                <p:cNvSpPr/>
                <p:nvPr/>
              </p:nvSpPr>
              <p:spPr>
                <a:xfrm>
                  <a:off x="2129247" y="1103811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  <a:alpha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7" name="직사각형 36">
                  <a:extLst>
                    <a:ext uri="{FF2B5EF4-FFF2-40B4-BE49-F238E27FC236}">
                      <a16:creationId xmlns:a16="http://schemas.microsoft.com/office/drawing/2014/main" id="{06FAE7FE-6B8A-1294-118B-57A9D33C7B1D}"/>
                    </a:ext>
                  </a:extLst>
                </p:cNvPr>
                <p:cNvSpPr/>
                <p:nvPr/>
              </p:nvSpPr>
              <p:spPr>
                <a:xfrm>
                  <a:off x="2481945" y="1103811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  <a:alpha val="8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+1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8" name="직사각형 37">
                  <a:extLst>
                    <a:ext uri="{FF2B5EF4-FFF2-40B4-BE49-F238E27FC236}">
                      <a16:creationId xmlns:a16="http://schemas.microsoft.com/office/drawing/2014/main" id="{9159A4B4-5B2C-EE33-7303-7460AE96B273}"/>
                    </a:ext>
                  </a:extLst>
                </p:cNvPr>
                <p:cNvSpPr/>
                <p:nvPr/>
              </p:nvSpPr>
              <p:spPr>
                <a:xfrm>
                  <a:off x="1776549" y="1456509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9" name="직사각형 38">
                  <a:extLst>
                    <a:ext uri="{FF2B5EF4-FFF2-40B4-BE49-F238E27FC236}">
                      <a16:creationId xmlns:a16="http://schemas.microsoft.com/office/drawing/2014/main" id="{5658A252-ED5F-5374-8BA4-3496223003A3}"/>
                    </a:ext>
                  </a:extLst>
                </p:cNvPr>
                <p:cNvSpPr/>
                <p:nvPr/>
              </p:nvSpPr>
              <p:spPr>
                <a:xfrm>
                  <a:off x="2129247" y="1456509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0" name="직사각형 39">
                  <a:extLst>
                    <a:ext uri="{FF2B5EF4-FFF2-40B4-BE49-F238E27FC236}">
                      <a16:creationId xmlns:a16="http://schemas.microsoft.com/office/drawing/2014/main" id="{166E1391-97D2-533F-3570-9387DFC4A7BB}"/>
                    </a:ext>
                  </a:extLst>
                </p:cNvPr>
                <p:cNvSpPr/>
                <p:nvPr/>
              </p:nvSpPr>
              <p:spPr>
                <a:xfrm>
                  <a:off x="2481945" y="1456509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alpha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1" name="직사각형 40">
                  <a:extLst>
                    <a:ext uri="{FF2B5EF4-FFF2-40B4-BE49-F238E27FC236}">
                      <a16:creationId xmlns:a16="http://schemas.microsoft.com/office/drawing/2014/main" id="{A7ED4E61-10D1-5D96-7DB8-886F396CD993}"/>
                    </a:ext>
                  </a:extLst>
                </p:cNvPr>
                <p:cNvSpPr/>
                <p:nvPr/>
              </p:nvSpPr>
              <p:spPr>
                <a:xfrm>
                  <a:off x="1776549" y="1809207"/>
                  <a:ext cx="352698" cy="352698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+1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2" name="직사각형 41">
                  <a:extLst>
                    <a:ext uri="{FF2B5EF4-FFF2-40B4-BE49-F238E27FC236}">
                      <a16:creationId xmlns:a16="http://schemas.microsoft.com/office/drawing/2014/main" id="{D1E67F10-4E58-664E-A8C2-213051770A43}"/>
                    </a:ext>
                  </a:extLst>
                </p:cNvPr>
                <p:cNvSpPr/>
                <p:nvPr/>
              </p:nvSpPr>
              <p:spPr>
                <a:xfrm>
                  <a:off x="2129247" y="1809207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3" name="직사각형 42">
                  <a:extLst>
                    <a:ext uri="{FF2B5EF4-FFF2-40B4-BE49-F238E27FC236}">
                      <a16:creationId xmlns:a16="http://schemas.microsoft.com/office/drawing/2014/main" id="{5A2A276E-F3E6-35C9-93D0-FF1DFFF865E4}"/>
                    </a:ext>
                  </a:extLst>
                </p:cNvPr>
                <p:cNvSpPr/>
                <p:nvPr/>
              </p:nvSpPr>
              <p:spPr>
                <a:xfrm>
                  <a:off x="2481945" y="1809207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  <a:alpha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5" name="그룹 14">
                <a:extLst>
                  <a:ext uri="{FF2B5EF4-FFF2-40B4-BE49-F238E27FC236}">
                    <a16:creationId xmlns:a16="http://schemas.microsoft.com/office/drawing/2014/main" id="{53A95E92-B0D4-6908-6585-0081F1910347}"/>
                  </a:ext>
                </a:extLst>
              </p:cNvPr>
              <p:cNvGrpSpPr/>
              <p:nvPr/>
            </p:nvGrpSpPr>
            <p:grpSpPr>
              <a:xfrm>
                <a:off x="1062453" y="3888382"/>
                <a:ext cx="1613262" cy="1482635"/>
                <a:chOff x="1776549" y="1103811"/>
                <a:chExt cx="1058094" cy="1058094"/>
              </a:xfrm>
            </p:grpSpPr>
            <p:sp>
              <p:nvSpPr>
                <p:cNvPr id="26" name="직사각형 25">
                  <a:extLst>
                    <a:ext uri="{FF2B5EF4-FFF2-40B4-BE49-F238E27FC236}">
                      <a16:creationId xmlns:a16="http://schemas.microsoft.com/office/drawing/2014/main" id="{7F0BCBE6-2A95-5FBB-2FB3-C815D6215705}"/>
                    </a:ext>
                  </a:extLst>
                </p:cNvPr>
                <p:cNvSpPr/>
                <p:nvPr/>
              </p:nvSpPr>
              <p:spPr>
                <a:xfrm>
                  <a:off x="1776549" y="1103811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  <a:alpha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+1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" name="직사각형 26">
                  <a:extLst>
                    <a:ext uri="{FF2B5EF4-FFF2-40B4-BE49-F238E27FC236}">
                      <a16:creationId xmlns:a16="http://schemas.microsoft.com/office/drawing/2014/main" id="{01925926-3B8D-B68D-E346-FAF771763456}"/>
                    </a:ext>
                  </a:extLst>
                </p:cNvPr>
                <p:cNvSpPr/>
                <p:nvPr/>
              </p:nvSpPr>
              <p:spPr>
                <a:xfrm>
                  <a:off x="2129247" y="1103811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alpha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" name="직사각형 27">
                  <a:extLst>
                    <a:ext uri="{FF2B5EF4-FFF2-40B4-BE49-F238E27FC236}">
                      <a16:creationId xmlns:a16="http://schemas.microsoft.com/office/drawing/2014/main" id="{68794355-3FE1-6F81-C9CD-E4C3C38CBDEE}"/>
                    </a:ext>
                  </a:extLst>
                </p:cNvPr>
                <p:cNvSpPr/>
                <p:nvPr/>
              </p:nvSpPr>
              <p:spPr>
                <a:xfrm>
                  <a:off x="2481945" y="1103811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alpha val="8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+1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9" name="직사각형 28">
                  <a:extLst>
                    <a:ext uri="{FF2B5EF4-FFF2-40B4-BE49-F238E27FC236}">
                      <a16:creationId xmlns:a16="http://schemas.microsoft.com/office/drawing/2014/main" id="{804049DF-8634-2DBE-F96D-F23E60302B8A}"/>
                    </a:ext>
                  </a:extLst>
                </p:cNvPr>
                <p:cNvSpPr/>
                <p:nvPr/>
              </p:nvSpPr>
              <p:spPr>
                <a:xfrm>
                  <a:off x="1776549" y="1456509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0" name="직사각형 29">
                  <a:extLst>
                    <a:ext uri="{FF2B5EF4-FFF2-40B4-BE49-F238E27FC236}">
                      <a16:creationId xmlns:a16="http://schemas.microsoft.com/office/drawing/2014/main" id="{5784DDFD-5B8E-582A-6BFB-B2B2903650DE}"/>
                    </a:ext>
                  </a:extLst>
                </p:cNvPr>
                <p:cNvSpPr/>
                <p:nvPr/>
              </p:nvSpPr>
              <p:spPr>
                <a:xfrm>
                  <a:off x="2129247" y="1456509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1" name="직사각형 30">
                  <a:extLst>
                    <a:ext uri="{FF2B5EF4-FFF2-40B4-BE49-F238E27FC236}">
                      <a16:creationId xmlns:a16="http://schemas.microsoft.com/office/drawing/2014/main" id="{3E44304D-9C2B-4D5B-73E5-FD53F8ED0179}"/>
                    </a:ext>
                  </a:extLst>
                </p:cNvPr>
                <p:cNvSpPr/>
                <p:nvPr/>
              </p:nvSpPr>
              <p:spPr>
                <a:xfrm>
                  <a:off x="2481945" y="1456509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  <a:alpha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+1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2" name="직사각형 31">
                  <a:extLst>
                    <a:ext uri="{FF2B5EF4-FFF2-40B4-BE49-F238E27FC236}">
                      <a16:creationId xmlns:a16="http://schemas.microsoft.com/office/drawing/2014/main" id="{22661176-5E5A-A891-DD8F-1118F1318CB7}"/>
                    </a:ext>
                  </a:extLst>
                </p:cNvPr>
                <p:cNvSpPr/>
                <p:nvPr/>
              </p:nvSpPr>
              <p:spPr>
                <a:xfrm>
                  <a:off x="1776549" y="1809207"/>
                  <a:ext cx="352698" cy="352698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+1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3" name="직사각형 32">
                  <a:extLst>
                    <a:ext uri="{FF2B5EF4-FFF2-40B4-BE49-F238E27FC236}">
                      <a16:creationId xmlns:a16="http://schemas.microsoft.com/office/drawing/2014/main" id="{9F6B549F-5F8F-6B0E-106B-9199F6BD4A5E}"/>
                    </a:ext>
                  </a:extLst>
                </p:cNvPr>
                <p:cNvSpPr/>
                <p:nvPr/>
              </p:nvSpPr>
              <p:spPr>
                <a:xfrm>
                  <a:off x="2129247" y="1809207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4" name="직사각형 33">
                  <a:extLst>
                    <a:ext uri="{FF2B5EF4-FFF2-40B4-BE49-F238E27FC236}">
                      <a16:creationId xmlns:a16="http://schemas.microsoft.com/office/drawing/2014/main" id="{2987C9A7-469F-5ECA-01BF-9EC08E81A61C}"/>
                    </a:ext>
                  </a:extLst>
                </p:cNvPr>
                <p:cNvSpPr/>
                <p:nvPr/>
              </p:nvSpPr>
              <p:spPr>
                <a:xfrm>
                  <a:off x="2481945" y="1809207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  <a:alpha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+1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6" name="그룹 15">
                <a:extLst>
                  <a:ext uri="{FF2B5EF4-FFF2-40B4-BE49-F238E27FC236}">
                    <a16:creationId xmlns:a16="http://schemas.microsoft.com/office/drawing/2014/main" id="{AF8DCB1A-4641-D025-643C-B5FD2EFFA7D0}"/>
                  </a:ext>
                </a:extLst>
              </p:cNvPr>
              <p:cNvGrpSpPr/>
              <p:nvPr/>
            </p:nvGrpSpPr>
            <p:grpSpPr>
              <a:xfrm>
                <a:off x="964488" y="3992878"/>
                <a:ext cx="1613262" cy="1482635"/>
                <a:chOff x="1776549" y="1103811"/>
                <a:chExt cx="1058094" cy="1058094"/>
              </a:xfrm>
            </p:grpSpPr>
            <p:sp>
              <p:nvSpPr>
                <p:cNvPr id="17" name="직사각형 16">
                  <a:extLst>
                    <a:ext uri="{FF2B5EF4-FFF2-40B4-BE49-F238E27FC236}">
                      <a16:creationId xmlns:a16="http://schemas.microsoft.com/office/drawing/2014/main" id="{FF07C411-2529-EA9A-BCF6-872EA1D9248F}"/>
                    </a:ext>
                  </a:extLst>
                </p:cNvPr>
                <p:cNvSpPr/>
                <p:nvPr/>
              </p:nvSpPr>
              <p:spPr>
                <a:xfrm>
                  <a:off x="1776549" y="1103811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" name="직사각형 17">
                  <a:extLst>
                    <a:ext uri="{FF2B5EF4-FFF2-40B4-BE49-F238E27FC236}">
                      <a16:creationId xmlns:a16="http://schemas.microsoft.com/office/drawing/2014/main" id="{63D9A1DA-A06C-B812-A036-5591B6FE87BB}"/>
                    </a:ext>
                  </a:extLst>
                </p:cNvPr>
                <p:cNvSpPr/>
                <p:nvPr/>
              </p:nvSpPr>
              <p:spPr>
                <a:xfrm>
                  <a:off x="2129247" y="1103811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" name="직사각형 18">
                  <a:extLst>
                    <a:ext uri="{FF2B5EF4-FFF2-40B4-BE49-F238E27FC236}">
                      <a16:creationId xmlns:a16="http://schemas.microsoft.com/office/drawing/2014/main" id="{50EA27AD-16E7-F55A-0BD1-133D0CBE42EF}"/>
                    </a:ext>
                  </a:extLst>
                </p:cNvPr>
                <p:cNvSpPr/>
                <p:nvPr/>
              </p:nvSpPr>
              <p:spPr>
                <a:xfrm>
                  <a:off x="2481945" y="1103811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" name="직사각형 19">
                  <a:extLst>
                    <a:ext uri="{FF2B5EF4-FFF2-40B4-BE49-F238E27FC236}">
                      <a16:creationId xmlns:a16="http://schemas.microsoft.com/office/drawing/2014/main" id="{7197BE8E-C940-F953-E07D-B5124A596392}"/>
                    </a:ext>
                  </a:extLst>
                </p:cNvPr>
                <p:cNvSpPr/>
                <p:nvPr/>
              </p:nvSpPr>
              <p:spPr>
                <a:xfrm>
                  <a:off x="1776549" y="1456509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" name="직사각형 20">
                  <a:extLst>
                    <a:ext uri="{FF2B5EF4-FFF2-40B4-BE49-F238E27FC236}">
                      <a16:creationId xmlns:a16="http://schemas.microsoft.com/office/drawing/2014/main" id="{0B81E8C0-856D-3E3A-2E60-2FDDFFE19A0B}"/>
                    </a:ext>
                  </a:extLst>
                </p:cNvPr>
                <p:cNvSpPr/>
                <p:nvPr/>
              </p:nvSpPr>
              <p:spPr>
                <a:xfrm>
                  <a:off x="2129247" y="1456509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+1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" name="직사각형 21">
                  <a:extLst>
                    <a:ext uri="{FF2B5EF4-FFF2-40B4-BE49-F238E27FC236}">
                      <a16:creationId xmlns:a16="http://schemas.microsoft.com/office/drawing/2014/main" id="{B49DDD88-5535-16CD-C167-D00768B9B09D}"/>
                    </a:ext>
                  </a:extLst>
                </p:cNvPr>
                <p:cNvSpPr/>
                <p:nvPr/>
              </p:nvSpPr>
              <p:spPr>
                <a:xfrm>
                  <a:off x="2481945" y="1456509"/>
                  <a:ext cx="352698" cy="352698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+1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" name="직사각형 22">
                  <a:extLst>
                    <a:ext uri="{FF2B5EF4-FFF2-40B4-BE49-F238E27FC236}">
                      <a16:creationId xmlns:a16="http://schemas.microsoft.com/office/drawing/2014/main" id="{CFAD6928-0E2E-A4BA-08D1-74FCDE2162E3}"/>
                    </a:ext>
                  </a:extLst>
                </p:cNvPr>
                <p:cNvSpPr/>
                <p:nvPr/>
              </p:nvSpPr>
              <p:spPr>
                <a:xfrm>
                  <a:off x="1776549" y="1809207"/>
                  <a:ext cx="352698" cy="352698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+1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4" name="직사각형 23">
                  <a:extLst>
                    <a:ext uri="{FF2B5EF4-FFF2-40B4-BE49-F238E27FC236}">
                      <a16:creationId xmlns:a16="http://schemas.microsoft.com/office/drawing/2014/main" id="{137A12A3-4E12-D97F-8403-B9BED9E54F78}"/>
                    </a:ext>
                  </a:extLst>
                </p:cNvPr>
                <p:cNvSpPr/>
                <p:nvPr/>
              </p:nvSpPr>
              <p:spPr>
                <a:xfrm>
                  <a:off x="2129247" y="1809207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+1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5" name="직사각형 24">
                  <a:extLst>
                    <a:ext uri="{FF2B5EF4-FFF2-40B4-BE49-F238E27FC236}">
                      <a16:creationId xmlns:a16="http://schemas.microsoft.com/office/drawing/2014/main" id="{D4A9CE15-F5FB-3BF3-BDAF-B56D0DD8DA5C}"/>
                    </a:ext>
                  </a:extLst>
                </p:cNvPr>
                <p:cNvSpPr/>
                <p:nvPr/>
              </p:nvSpPr>
              <p:spPr>
                <a:xfrm>
                  <a:off x="2481945" y="1809207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p:grpSp>
        </p:grpSp>
      </p:grpSp>
      <p:grpSp>
        <p:nvGrpSpPr>
          <p:cNvPr id="93" name="그룹 92">
            <a:extLst>
              <a:ext uri="{FF2B5EF4-FFF2-40B4-BE49-F238E27FC236}">
                <a16:creationId xmlns:a16="http://schemas.microsoft.com/office/drawing/2014/main" id="{84A13DE8-2FCF-AA0E-C331-8AC07F6FEFC4}"/>
              </a:ext>
            </a:extLst>
          </p:cNvPr>
          <p:cNvGrpSpPr/>
          <p:nvPr/>
        </p:nvGrpSpPr>
        <p:grpSpPr>
          <a:xfrm>
            <a:off x="6567853" y="2375021"/>
            <a:ext cx="5493374" cy="1312527"/>
            <a:chOff x="1538514" y="4842449"/>
            <a:chExt cx="5493374" cy="1312527"/>
          </a:xfrm>
        </p:grpSpPr>
        <p:cxnSp>
          <p:nvCxnSpPr>
            <p:cNvPr id="94" name="직선 화살표 연결선 93">
              <a:extLst>
                <a:ext uri="{FF2B5EF4-FFF2-40B4-BE49-F238E27FC236}">
                  <a16:creationId xmlns:a16="http://schemas.microsoft.com/office/drawing/2014/main" id="{90563F93-34AD-FDB4-ACD0-8FD32C7CD4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62700" y="5785644"/>
              <a:ext cx="162719" cy="252016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95" name="그룹 94">
              <a:extLst>
                <a:ext uri="{FF2B5EF4-FFF2-40B4-BE49-F238E27FC236}">
                  <a16:creationId xmlns:a16="http://schemas.microsoft.com/office/drawing/2014/main" id="{3B24F8F3-589D-777F-DA13-3BE383686CE0}"/>
                </a:ext>
              </a:extLst>
            </p:cNvPr>
            <p:cNvGrpSpPr/>
            <p:nvPr/>
          </p:nvGrpSpPr>
          <p:grpSpPr>
            <a:xfrm>
              <a:off x="1538514" y="4842449"/>
              <a:ext cx="5493374" cy="1312527"/>
              <a:chOff x="1538514" y="4842449"/>
              <a:chExt cx="5493374" cy="1312527"/>
            </a:xfrm>
          </p:grpSpPr>
          <p:grpSp>
            <p:nvGrpSpPr>
              <p:cNvPr id="96" name="그룹 95">
                <a:extLst>
                  <a:ext uri="{FF2B5EF4-FFF2-40B4-BE49-F238E27FC236}">
                    <a16:creationId xmlns:a16="http://schemas.microsoft.com/office/drawing/2014/main" id="{557A2C0E-07CD-3968-EE01-8B11669170A2}"/>
                  </a:ext>
                </a:extLst>
              </p:cNvPr>
              <p:cNvGrpSpPr/>
              <p:nvPr/>
            </p:nvGrpSpPr>
            <p:grpSpPr>
              <a:xfrm>
                <a:off x="1538514" y="5404755"/>
                <a:ext cx="2165350" cy="546102"/>
                <a:chOff x="1538514" y="5404755"/>
                <a:chExt cx="2165350" cy="546102"/>
              </a:xfrm>
            </p:grpSpPr>
            <p:grpSp>
              <p:nvGrpSpPr>
                <p:cNvPr id="134" name="그룹 133">
                  <a:extLst>
                    <a:ext uri="{FF2B5EF4-FFF2-40B4-BE49-F238E27FC236}">
                      <a16:creationId xmlns:a16="http://schemas.microsoft.com/office/drawing/2014/main" id="{96F6A9A4-805E-68D1-325C-5D241E4DADE6}"/>
                    </a:ext>
                  </a:extLst>
                </p:cNvPr>
                <p:cNvGrpSpPr/>
                <p:nvPr/>
              </p:nvGrpSpPr>
              <p:grpSpPr>
                <a:xfrm>
                  <a:off x="1671860" y="5404755"/>
                  <a:ext cx="2032004" cy="406400"/>
                  <a:chOff x="1480457" y="1182914"/>
                  <a:chExt cx="2032004" cy="406400"/>
                </a:xfrm>
              </p:grpSpPr>
              <p:sp>
                <p:nvSpPr>
                  <p:cNvPr id="157" name="직사각형 156">
                    <a:extLst>
                      <a:ext uri="{FF2B5EF4-FFF2-40B4-BE49-F238E27FC236}">
                        <a16:creationId xmlns:a16="http://schemas.microsoft.com/office/drawing/2014/main" id="{6DC5700B-3E95-9645-2463-A1CD9F3DA8DB}"/>
                      </a:ext>
                    </a:extLst>
                  </p:cNvPr>
                  <p:cNvSpPr/>
                  <p:nvPr/>
                </p:nvSpPr>
                <p:spPr>
                  <a:xfrm>
                    <a:off x="1480457" y="1182914"/>
                    <a:ext cx="406400" cy="406400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  <a:alpha val="85000"/>
                    </a:schemeClr>
                  </a:solidFill>
                  <a:ln>
                    <a:solidFill>
                      <a:schemeClr val="accent1">
                        <a:shade val="15000"/>
                        <a:alpha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 dirty="0"/>
                  </a:p>
                </p:txBody>
              </p:sp>
              <p:sp>
                <p:nvSpPr>
                  <p:cNvPr id="158" name="직사각형 157">
                    <a:extLst>
                      <a:ext uri="{FF2B5EF4-FFF2-40B4-BE49-F238E27FC236}">
                        <a16:creationId xmlns:a16="http://schemas.microsoft.com/office/drawing/2014/main" id="{C6FFF827-92C9-C19D-323D-48338F2941FE}"/>
                      </a:ext>
                    </a:extLst>
                  </p:cNvPr>
                  <p:cNvSpPr/>
                  <p:nvPr/>
                </p:nvSpPr>
                <p:spPr>
                  <a:xfrm>
                    <a:off x="1886857" y="1182914"/>
                    <a:ext cx="406400" cy="406400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solidFill>
                      <a:schemeClr val="accent1">
                        <a:shade val="15000"/>
                        <a:alpha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dirty="0"/>
                  </a:p>
                </p:txBody>
              </p:sp>
              <p:sp>
                <p:nvSpPr>
                  <p:cNvPr id="159" name="직사각형 158">
                    <a:extLst>
                      <a:ext uri="{FF2B5EF4-FFF2-40B4-BE49-F238E27FC236}">
                        <a16:creationId xmlns:a16="http://schemas.microsoft.com/office/drawing/2014/main" id="{0A6F5F72-DF9E-1581-3021-5F6768FADB8B}"/>
                      </a:ext>
                    </a:extLst>
                  </p:cNvPr>
                  <p:cNvSpPr/>
                  <p:nvPr/>
                </p:nvSpPr>
                <p:spPr>
                  <a:xfrm>
                    <a:off x="2293257" y="1182914"/>
                    <a:ext cx="406400" cy="406400"/>
                  </a:xfrm>
                  <a:prstGeom prst="rect">
                    <a:avLst/>
                  </a:prstGeom>
                  <a:ln>
                    <a:solidFill>
                      <a:schemeClr val="accent1">
                        <a:shade val="15000"/>
                        <a:alpha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 dirty="0"/>
                  </a:p>
                </p:txBody>
              </p:sp>
              <p:sp>
                <p:nvSpPr>
                  <p:cNvPr id="160" name="직사각형 159">
                    <a:extLst>
                      <a:ext uri="{FF2B5EF4-FFF2-40B4-BE49-F238E27FC236}">
                        <a16:creationId xmlns:a16="http://schemas.microsoft.com/office/drawing/2014/main" id="{839F0A4E-9982-7BA5-4620-269209E195EE}"/>
                      </a:ext>
                    </a:extLst>
                  </p:cNvPr>
                  <p:cNvSpPr/>
                  <p:nvPr/>
                </p:nvSpPr>
                <p:spPr>
                  <a:xfrm>
                    <a:off x="2699657" y="1182914"/>
                    <a:ext cx="406400" cy="406400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  <a:ln>
                    <a:solidFill>
                      <a:schemeClr val="accent1">
                        <a:shade val="15000"/>
                        <a:alpha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 dirty="0"/>
                  </a:p>
                </p:txBody>
              </p:sp>
              <p:sp>
                <p:nvSpPr>
                  <p:cNvPr id="161" name="직사각형 160">
                    <a:extLst>
                      <a:ext uri="{FF2B5EF4-FFF2-40B4-BE49-F238E27FC236}">
                        <a16:creationId xmlns:a16="http://schemas.microsoft.com/office/drawing/2014/main" id="{CC04A5F5-3FF6-2619-9639-ED0129A0AE9A}"/>
                      </a:ext>
                    </a:extLst>
                  </p:cNvPr>
                  <p:cNvSpPr/>
                  <p:nvPr/>
                </p:nvSpPr>
                <p:spPr>
                  <a:xfrm>
                    <a:off x="3106057" y="1182914"/>
                    <a:ext cx="406400" cy="406400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solidFill>
                      <a:schemeClr val="accent1">
                        <a:shade val="15000"/>
                        <a:alpha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 dirty="0"/>
                  </a:p>
                </p:txBody>
              </p:sp>
              <p:sp>
                <p:nvSpPr>
                  <p:cNvPr id="162" name="직사각형 161">
                    <a:extLst>
                      <a:ext uri="{FF2B5EF4-FFF2-40B4-BE49-F238E27FC236}">
                        <a16:creationId xmlns:a16="http://schemas.microsoft.com/office/drawing/2014/main" id="{43C65262-EA90-F946-BA65-C7CD0910AD39}"/>
                      </a:ext>
                    </a:extLst>
                  </p:cNvPr>
                  <p:cNvSpPr/>
                  <p:nvPr/>
                </p:nvSpPr>
                <p:spPr>
                  <a:xfrm>
                    <a:off x="1886861" y="1182914"/>
                    <a:ext cx="406400" cy="406400"/>
                  </a:xfrm>
                  <a:prstGeom prst="rect">
                    <a:avLst/>
                  </a:prstGeom>
                  <a:solidFill>
                    <a:schemeClr val="accent1">
                      <a:alpha val="85000"/>
                    </a:schemeClr>
                  </a:solidFill>
                  <a:ln>
                    <a:solidFill>
                      <a:schemeClr val="accent1">
                        <a:shade val="15000"/>
                        <a:alpha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dirty="0"/>
                  </a:p>
                </p:txBody>
              </p:sp>
              <p:sp>
                <p:nvSpPr>
                  <p:cNvPr id="163" name="직사각형 162">
                    <a:extLst>
                      <a:ext uri="{FF2B5EF4-FFF2-40B4-BE49-F238E27FC236}">
                        <a16:creationId xmlns:a16="http://schemas.microsoft.com/office/drawing/2014/main" id="{73A85AC0-F526-5C80-E442-3D1262816EF8}"/>
                      </a:ext>
                    </a:extLst>
                  </p:cNvPr>
                  <p:cNvSpPr/>
                  <p:nvPr/>
                </p:nvSpPr>
                <p:spPr>
                  <a:xfrm>
                    <a:off x="2293261" y="1182914"/>
                    <a:ext cx="406400" cy="406400"/>
                  </a:xfrm>
                  <a:prstGeom prst="rect">
                    <a:avLst/>
                  </a:prstGeom>
                  <a:solidFill>
                    <a:schemeClr val="accent1">
                      <a:alpha val="85000"/>
                    </a:schemeClr>
                  </a:solidFill>
                  <a:ln>
                    <a:solidFill>
                      <a:schemeClr val="accent1">
                        <a:shade val="15000"/>
                        <a:alpha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 dirty="0"/>
                  </a:p>
                </p:txBody>
              </p:sp>
              <p:sp>
                <p:nvSpPr>
                  <p:cNvPr id="164" name="직사각형 163">
                    <a:extLst>
                      <a:ext uri="{FF2B5EF4-FFF2-40B4-BE49-F238E27FC236}">
                        <a16:creationId xmlns:a16="http://schemas.microsoft.com/office/drawing/2014/main" id="{91C5104C-0A7F-D538-CBD3-69887418136B}"/>
                      </a:ext>
                    </a:extLst>
                  </p:cNvPr>
                  <p:cNvSpPr/>
                  <p:nvPr/>
                </p:nvSpPr>
                <p:spPr>
                  <a:xfrm>
                    <a:off x="2699661" y="1182914"/>
                    <a:ext cx="406400" cy="406400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  <a:alpha val="85000"/>
                    </a:schemeClr>
                  </a:solidFill>
                  <a:ln>
                    <a:solidFill>
                      <a:schemeClr val="accent1">
                        <a:shade val="15000"/>
                        <a:alpha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 dirty="0"/>
                  </a:p>
                </p:txBody>
              </p:sp>
              <p:sp>
                <p:nvSpPr>
                  <p:cNvPr id="165" name="직사각형 164">
                    <a:extLst>
                      <a:ext uri="{FF2B5EF4-FFF2-40B4-BE49-F238E27FC236}">
                        <a16:creationId xmlns:a16="http://schemas.microsoft.com/office/drawing/2014/main" id="{4EEA36CA-A7C2-6EF6-D2EE-424D73D69377}"/>
                      </a:ext>
                    </a:extLst>
                  </p:cNvPr>
                  <p:cNvSpPr/>
                  <p:nvPr/>
                </p:nvSpPr>
                <p:spPr>
                  <a:xfrm>
                    <a:off x="3106061" y="1182914"/>
                    <a:ext cx="406400" cy="406400"/>
                  </a:xfrm>
                  <a:prstGeom prst="rect">
                    <a:avLst/>
                  </a:prstGeom>
                  <a:solidFill>
                    <a:schemeClr val="accent1">
                      <a:alpha val="85000"/>
                    </a:schemeClr>
                  </a:solidFill>
                  <a:ln>
                    <a:solidFill>
                      <a:schemeClr val="accent1">
                        <a:shade val="15000"/>
                        <a:alpha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 dirty="0"/>
                  </a:p>
                </p:txBody>
              </p:sp>
            </p:grpSp>
            <p:grpSp>
              <p:nvGrpSpPr>
                <p:cNvPr id="135" name="그룹 134">
                  <a:extLst>
                    <a:ext uri="{FF2B5EF4-FFF2-40B4-BE49-F238E27FC236}">
                      <a16:creationId xmlns:a16="http://schemas.microsoft.com/office/drawing/2014/main" id="{98BDEC29-F1A5-9EC1-0B2F-FB95E815449D}"/>
                    </a:ext>
                  </a:extLst>
                </p:cNvPr>
                <p:cNvGrpSpPr/>
                <p:nvPr/>
              </p:nvGrpSpPr>
              <p:grpSpPr>
                <a:xfrm>
                  <a:off x="1633760" y="5449206"/>
                  <a:ext cx="2032004" cy="406400"/>
                  <a:chOff x="1480457" y="1182914"/>
                  <a:chExt cx="2032004" cy="406400"/>
                </a:xfrm>
              </p:grpSpPr>
              <p:sp>
                <p:nvSpPr>
                  <p:cNvPr id="148" name="직사각형 147">
                    <a:extLst>
                      <a:ext uri="{FF2B5EF4-FFF2-40B4-BE49-F238E27FC236}">
                        <a16:creationId xmlns:a16="http://schemas.microsoft.com/office/drawing/2014/main" id="{8EB31E7A-8715-553C-DF5B-D816F9B437F8}"/>
                      </a:ext>
                    </a:extLst>
                  </p:cNvPr>
                  <p:cNvSpPr/>
                  <p:nvPr/>
                </p:nvSpPr>
                <p:spPr>
                  <a:xfrm>
                    <a:off x="1480457" y="1182914"/>
                    <a:ext cx="406400" cy="406400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  <a:alpha val="85000"/>
                    </a:schemeClr>
                  </a:solidFill>
                  <a:ln>
                    <a:solidFill>
                      <a:schemeClr val="accent1">
                        <a:shade val="15000"/>
                        <a:alpha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 dirty="0"/>
                  </a:p>
                </p:txBody>
              </p:sp>
              <p:sp>
                <p:nvSpPr>
                  <p:cNvPr id="149" name="직사각형 148">
                    <a:extLst>
                      <a:ext uri="{FF2B5EF4-FFF2-40B4-BE49-F238E27FC236}">
                        <a16:creationId xmlns:a16="http://schemas.microsoft.com/office/drawing/2014/main" id="{4FAAB30E-6269-D176-BA86-7CF3671F3A5E}"/>
                      </a:ext>
                    </a:extLst>
                  </p:cNvPr>
                  <p:cNvSpPr/>
                  <p:nvPr/>
                </p:nvSpPr>
                <p:spPr>
                  <a:xfrm>
                    <a:off x="1886857" y="1182914"/>
                    <a:ext cx="406400" cy="406400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solidFill>
                      <a:schemeClr val="accent1">
                        <a:shade val="15000"/>
                        <a:alpha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dirty="0"/>
                  </a:p>
                </p:txBody>
              </p:sp>
              <p:sp>
                <p:nvSpPr>
                  <p:cNvPr id="150" name="직사각형 149">
                    <a:extLst>
                      <a:ext uri="{FF2B5EF4-FFF2-40B4-BE49-F238E27FC236}">
                        <a16:creationId xmlns:a16="http://schemas.microsoft.com/office/drawing/2014/main" id="{E9298CD6-BA50-CA9E-975B-773BCAE75C34}"/>
                      </a:ext>
                    </a:extLst>
                  </p:cNvPr>
                  <p:cNvSpPr/>
                  <p:nvPr/>
                </p:nvSpPr>
                <p:spPr>
                  <a:xfrm>
                    <a:off x="2293257" y="1182914"/>
                    <a:ext cx="406400" cy="406400"/>
                  </a:xfrm>
                  <a:prstGeom prst="rect">
                    <a:avLst/>
                  </a:prstGeom>
                  <a:ln>
                    <a:solidFill>
                      <a:schemeClr val="accent1">
                        <a:shade val="15000"/>
                        <a:alpha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 dirty="0"/>
                  </a:p>
                </p:txBody>
              </p:sp>
              <p:sp>
                <p:nvSpPr>
                  <p:cNvPr id="151" name="직사각형 150">
                    <a:extLst>
                      <a:ext uri="{FF2B5EF4-FFF2-40B4-BE49-F238E27FC236}">
                        <a16:creationId xmlns:a16="http://schemas.microsoft.com/office/drawing/2014/main" id="{F00AC7B7-027A-57EC-CC96-3EF1880ED978}"/>
                      </a:ext>
                    </a:extLst>
                  </p:cNvPr>
                  <p:cNvSpPr/>
                  <p:nvPr/>
                </p:nvSpPr>
                <p:spPr>
                  <a:xfrm>
                    <a:off x="2699657" y="1182914"/>
                    <a:ext cx="406400" cy="406400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  <a:ln>
                    <a:solidFill>
                      <a:schemeClr val="accent1">
                        <a:shade val="15000"/>
                        <a:alpha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 dirty="0"/>
                  </a:p>
                </p:txBody>
              </p:sp>
              <p:sp>
                <p:nvSpPr>
                  <p:cNvPr id="152" name="직사각형 151">
                    <a:extLst>
                      <a:ext uri="{FF2B5EF4-FFF2-40B4-BE49-F238E27FC236}">
                        <a16:creationId xmlns:a16="http://schemas.microsoft.com/office/drawing/2014/main" id="{0FFF60F1-E6E0-9B2B-F3BA-9CC7FC10A9AB}"/>
                      </a:ext>
                    </a:extLst>
                  </p:cNvPr>
                  <p:cNvSpPr/>
                  <p:nvPr/>
                </p:nvSpPr>
                <p:spPr>
                  <a:xfrm>
                    <a:off x="3106057" y="1182914"/>
                    <a:ext cx="406400" cy="406400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solidFill>
                      <a:schemeClr val="accent1">
                        <a:shade val="15000"/>
                        <a:alpha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 dirty="0"/>
                  </a:p>
                </p:txBody>
              </p:sp>
              <p:sp>
                <p:nvSpPr>
                  <p:cNvPr id="153" name="직사각형 152">
                    <a:extLst>
                      <a:ext uri="{FF2B5EF4-FFF2-40B4-BE49-F238E27FC236}">
                        <a16:creationId xmlns:a16="http://schemas.microsoft.com/office/drawing/2014/main" id="{174E5886-D0EC-FC3A-E998-4BB446AC920F}"/>
                      </a:ext>
                    </a:extLst>
                  </p:cNvPr>
                  <p:cNvSpPr/>
                  <p:nvPr/>
                </p:nvSpPr>
                <p:spPr>
                  <a:xfrm>
                    <a:off x="1886861" y="1182914"/>
                    <a:ext cx="406400" cy="406400"/>
                  </a:xfrm>
                  <a:prstGeom prst="rect">
                    <a:avLst/>
                  </a:prstGeom>
                  <a:solidFill>
                    <a:schemeClr val="accent1">
                      <a:alpha val="85000"/>
                    </a:schemeClr>
                  </a:solidFill>
                  <a:ln>
                    <a:solidFill>
                      <a:schemeClr val="accent1">
                        <a:shade val="15000"/>
                        <a:alpha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dirty="0"/>
                  </a:p>
                </p:txBody>
              </p:sp>
              <p:sp>
                <p:nvSpPr>
                  <p:cNvPr id="154" name="직사각형 153">
                    <a:extLst>
                      <a:ext uri="{FF2B5EF4-FFF2-40B4-BE49-F238E27FC236}">
                        <a16:creationId xmlns:a16="http://schemas.microsoft.com/office/drawing/2014/main" id="{53658AB7-2105-DD57-9394-F2EA06C69A83}"/>
                      </a:ext>
                    </a:extLst>
                  </p:cNvPr>
                  <p:cNvSpPr/>
                  <p:nvPr/>
                </p:nvSpPr>
                <p:spPr>
                  <a:xfrm>
                    <a:off x="2293261" y="1182914"/>
                    <a:ext cx="406400" cy="406400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  <a:alpha val="85000"/>
                    </a:schemeClr>
                  </a:solidFill>
                  <a:ln>
                    <a:solidFill>
                      <a:schemeClr val="accent1">
                        <a:shade val="15000"/>
                        <a:alpha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 dirty="0"/>
                  </a:p>
                </p:txBody>
              </p:sp>
              <p:sp>
                <p:nvSpPr>
                  <p:cNvPr id="155" name="직사각형 154">
                    <a:extLst>
                      <a:ext uri="{FF2B5EF4-FFF2-40B4-BE49-F238E27FC236}">
                        <a16:creationId xmlns:a16="http://schemas.microsoft.com/office/drawing/2014/main" id="{9C9DC808-C83C-BA0B-1EF4-AE02FE720C44}"/>
                      </a:ext>
                    </a:extLst>
                  </p:cNvPr>
                  <p:cNvSpPr/>
                  <p:nvPr/>
                </p:nvSpPr>
                <p:spPr>
                  <a:xfrm>
                    <a:off x="2699661" y="1182914"/>
                    <a:ext cx="406400" cy="406400"/>
                  </a:xfrm>
                  <a:prstGeom prst="rect">
                    <a:avLst/>
                  </a:prstGeom>
                  <a:solidFill>
                    <a:schemeClr val="accent1">
                      <a:alpha val="85000"/>
                    </a:schemeClr>
                  </a:solidFill>
                  <a:ln>
                    <a:solidFill>
                      <a:schemeClr val="accent1">
                        <a:shade val="15000"/>
                        <a:alpha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 dirty="0"/>
                  </a:p>
                </p:txBody>
              </p:sp>
              <p:sp>
                <p:nvSpPr>
                  <p:cNvPr id="156" name="직사각형 155">
                    <a:extLst>
                      <a:ext uri="{FF2B5EF4-FFF2-40B4-BE49-F238E27FC236}">
                        <a16:creationId xmlns:a16="http://schemas.microsoft.com/office/drawing/2014/main" id="{EC06B6DB-1671-AE58-EA49-11BCDC75E132}"/>
                      </a:ext>
                    </a:extLst>
                  </p:cNvPr>
                  <p:cNvSpPr/>
                  <p:nvPr/>
                </p:nvSpPr>
                <p:spPr>
                  <a:xfrm>
                    <a:off x="3106061" y="1182914"/>
                    <a:ext cx="406400" cy="406400"/>
                  </a:xfrm>
                  <a:prstGeom prst="rect">
                    <a:avLst/>
                  </a:prstGeom>
                  <a:solidFill>
                    <a:schemeClr val="accent1">
                      <a:lumMod val="20000"/>
                      <a:lumOff val="80000"/>
                      <a:alpha val="85000"/>
                    </a:schemeClr>
                  </a:solidFill>
                  <a:ln>
                    <a:solidFill>
                      <a:schemeClr val="accent1">
                        <a:shade val="15000"/>
                        <a:alpha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 dirty="0"/>
                  </a:p>
                </p:txBody>
              </p:sp>
            </p:grpSp>
            <p:grpSp>
              <p:nvGrpSpPr>
                <p:cNvPr id="136" name="그룹 135">
                  <a:extLst>
                    <a:ext uri="{FF2B5EF4-FFF2-40B4-BE49-F238E27FC236}">
                      <a16:creationId xmlns:a16="http://schemas.microsoft.com/office/drawing/2014/main" id="{F93A003F-0B4C-54C3-A995-DFDEF8CAC867}"/>
                    </a:ext>
                  </a:extLst>
                </p:cNvPr>
                <p:cNvGrpSpPr/>
                <p:nvPr/>
              </p:nvGrpSpPr>
              <p:grpSpPr>
                <a:xfrm>
                  <a:off x="1586139" y="5496832"/>
                  <a:ext cx="2032000" cy="406400"/>
                  <a:chOff x="1480457" y="1182914"/>
                  <a:chExt cx="2032000" cy="406400"/>
                </a:xfrm>
              </p:grpSpPr>
              <p:sp>
                <p:nvSpPr>
                  <p:cNvPr id="143" name="직사각형 142">
                    <a:extLst>
                      <a:ext uri="{FF2B5EF4-FFF2-40B4-BE49-F238E27FC236}">
                        <a16:creationId xmlns:a16="http://schemas.microsoft.com/office/drawing/2014/main" id="{4CE684F9-904E-68D2-DE11-0C94C708A714}"/>
                      </a:ext>
                    </a:extLst>
                  </p:cNvPr>
                  <p:cNvSpPr/>
                  <p:nvPr/>
                </p:nvSpPr>
                <p:spPr>
                  <a:xfrm>
                    <a:off x="1480457" y="1182914"/>
                    <a:ext cx="406400" cy="406400"/>
                  </a:xfrm>
                  <a:prstGeom prst="rect">
                    <a:avLst/>
                  </a:prstGeom>
                  <a:solidFill>
                    <a:schemeClr val="accent1">
                      <a:alpha val="85000"/>
                    </a:schemeClr>
                  </a:solidFill>
                  <a:ln>
                    <a:solidFill>
                      <a:schemeClr val="accent1">
                        <a:shade val="15000"/>
                        <a:alpha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 dirty="0"/>
                  </a:p>
                </p:txBody>
              </p:sp>
              <p:sp>
                <p:nvSpPr>
                  <p:cNvPr id="144" name="직사각형 143">
                    <a:extLst>
                      <a:ext uri="{FF2B5EF4-FFF2-40B4-BE49-F238E27FC236}">
                        <a16:creationId xmlns:a16="http://schemas.microsoft.com/office/drawing/2014/main" id="{C24C9EDF-E02A-E066-B8E8-84F0A66F6319}"/>
                      </a:ext>
                    </a:extLst>
                  </p:cNvPr>
                  <p:cNvSpPr/>
                  <p:nvPr/>
                </p:nvSpPr>
                <p:spPr>
                  <a:xfrm>
                    <a:off x="1886857" y="1182914"/>
                    <a:ext cx="406400" cy="406400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  <a:alpha val="85000"/>
                    </a:schemeClr>
                  </a:solidFill>
                  <a:ln>
                    <a:solidFill>
                      <a:schemeClr val="accent1">
                        <a:shade val="15000"/>
                        <a:alpha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dirty="0"/>
                  </a:p>
                </p:txBody>
              </p:sp>
              <p:sp>
                <p:nvSpPr>
                  <p:cNvPr id="145" name="직사각형 144">
                    <a:extLst>
                      <a:ext uri="{FF2B5EF4-FFF2-40B4-BE49-F238E27FC236}">
                        <a16:creationId xmlns:a16="http://schemas.microsoft.com/office/drawing/2014/main" id="{AD328299-88EB-5CF8-2EB2-A57E33967B36}"/>
                      </a:ext>
                    </a:extLst>
                  </p:cNvPr>
                  <p:cNvSpPr/>
                  <p:nvPr/>
                </p:nvSpPr>
                <p:spPr>
                  <a:xfrm>
                    <a:off x="2293257" y="1182914"/>
                    <a:ext cx="406400" cy="406400"/>
                  </a:xfrm>
                  <a:prstGeom prst="rect">
                    <a:avLst/>
                  </a:prstGeom>
                  <a:solidFill>
                    <a:schemeClr val="accent1">
                      <a:alpha val="85000"/>
                    </a:schemeClr>
                  </a:solidFill>
                  <a:ln>
                    <a:solidFill>
                      <a:schemeClr val="accent1">
                        <a:shade val="15000"/>
                        <a:alpha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 dirty="0"/>
                  </a:p>
                </p:txBody>
              </p:sp>
              <p:sp>
                <p:nvSpPr>
                  <p:cNvPr id="146" name="직사각형 145">
                    <a:extLst>
                      <a:ext uri="{FF2B5EF4-FFF2-40B4-BE49-F238E27FC236}">
                        <a16:creationId xmlns:a16="http://schemas.microsoft.com/office/drawing/2014/main" id="{B657779B-BC57-7F7B-9BDC-695D1BF49360}"/>
                      </a:ext>
                    </a:extLst>
                  </p:cNvPr>
                  <p:cNvSpPr/>
                  <p:nvPr/>
                </p:nvSpPr>
                <p:spPr>
                  <a:xfrm>
                    <a:off x="2699657" y="1182914"/>
                    <a:ext cx="406400" cy="406400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  <a:alpha val="85000"/>
                    </a:schemeClr>
                  </a:solidFill>
                  <a:ln>
                    <a:solidFill>
                      <a:schemeClr val="accent1">
                        <a:shade val="15000"/>
                        <a:alpha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 dirty="0"/>
                  </a:p>
                </p:txBody>
              </p:sp>
              <p:sp>
                <p:nvSpPr>
                  <p:cNvPr id="147" name="직사각형 146">
                    <a:extLst>
                      <a:ext uri="{FF2B5EF4-FFF2-40B4-BE49-F238E27FC236}">
                        <a16:creationId xmlns:a16="http://schemas.microsoft.com/office/drawing/2014/main" id="{983F5658-2F77-9773-99BA-7CF351CEC7C6}"/>
                      </a:ext>
                    </a:extLst>
                  </p:cNvPr>
                  <p:cNvSpPr/>
                  <p:nvPr/>
                </p:nvSpPr>
                <p:spPr>
                  <a:xfrm>
                    <a:off x="3106057" y="1182914"/>
                    <a:ext cx="406400" cy="406400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  <a:alpha val="85000"/>
                    </a:schemeClr>
                  </a:solidFill>
                  <a:ln>
                    <a:solidFill>
                      <a:schemeClr val="accent1">
                        <a:shade val="15000"/>
                        <a:alpha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 dirty="0"/>
                  </a:p>
                </p:txBody>
              </p:sp>
            </p:grpSp>
            <p:grpSp>
              <p:nvGrpSpPr>
                <p:cNvPr id="137" name="그룹 136">
                  <a:extLst>
                    <a:ext uri="{FF2B5EF4-FFF2-40B4-BE49-F238E27FC236}">
                      <a16:creationId xmlns:a16="http://schemas.microsoft.com/office/drawing/2014/main" id="{CF70FEF1-FF8D-662F-2B00-21CBD8C1251E}"/>
                    </a:ext>
                  </a:extLst>
                </p:cNvPr>
                <p:cNvGrpSpPr/>
                <p:nvPr/>
              </p:nvGrpSpPr>
              <p:grpSpPr>
                <a:xfrm>
                  <a:off x="1538514" y="5544457"/>
                  <a:ext cx="2032000" cy="406400"/>
                  <a:chOff x="1480457" y="1182914"/>
                  <a:chExt cx="2032000" cy="406400"/>
                </a:xfrm>
              </p:grpSpPr>
              <p:sp>
                <p:nvSpPr>
                  <p:cNvPr id="138" name="직사각형 137">
                    <a:extLst>
                      <a:ext uri="{FF2B5EF4-FFF2-40B4-BE49-F238E27FC236}">
                        <a16:creationId xmlns:a16="http://schemas.microsoft.com/office/drawing/2014/main" id="{357E17E1-0619-888D-EF49-2BE2E31B5872}"/>
                      </a:ext>
                    </a:extLst>
                  </p:cNvPr>
                  <p:cNvSpPr/>
                  <p:nvPr/>
                </p:nvSpPr>
                <p:spPr>
                  <a:xfrm>
                    <a:off x="1480457" y="1182914"/>
                    <a:ext cx="406400" cy="406400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 dirty="0"/>
                  </a:p>
                </p:txBody>
              </p:sp>
              <p:sp>
                <p:nvSpPr>
                  <p:cNvPr id="139" name="직사각형 138">
                    <a:extLst>
                      <a:ext uri="{FF2B5EF4-FFF2-40B4-BE49-F238E27FC236}">
                        <a16:creationId xmlns:a16="http://schemas.microsoft.com/office/drawing/2014/main" id="{DA701EFC-8AC8-41C7-3EB9-8CBD74FF305B}"/>
                      </a:ext>
                    </a:extLst>
                  </p:cNvPr>
                  <p:cNvSpPr/>
                  <p:nvPr/>
                </p:nvSpPr>
                <p:spPr>
                  <a:xfrm>
                    <a:off x="1886857" y="1182914"/>
                    <a:ext cx="406400" cy="406400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dirty="0"/>
                  </a:p>
                </p:txBody>
              </p:sp>
              <p:sp>
                <p:nvSpPr>
                  <p:cNvPr id="140" name="직사각형 139">
                    <a:extLst>
                      <a:ext uri="{FF2B5EF4-FFF2-40B4-BE49-F238E27FC236}">
                        <a16:creationId xmlns:a16="http://schemas.microsoft.com/office/drawing/2014/main" id="{1F3C232B-EA8F-2684-95C5-DB012D428440}"/>
                      </a:ext>
                    </a:extLst>
                  </p:cNvPr>
                  <p:cNvSpPr/>
                  <p:nvPr/>
                </p:nvSpPr>
                <p:spPr>
                  <a:xfrm>
                    <a:off x="2293257" y="1182914"/>
                    <a:ext cx="406400" cy="406400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 dirty="0"/>
                  </a:p>
                </p:txBody>
              </p:sp>
              <p:sp>
                <p:nvSpPr>
                  <p:cNvPr id="141" name="직사각형 140">
                    <a:extLst>
                      <a:ext uri="{FF2B5EF4-FFF2-40B4-BE49-F238E27FC236}">
                        <a16:creationId xmlns:a16="http://schemas.microsoft.com/office/drawing/2014/main" id="{00CADD52-CEF8-1878-ED71-EBF59C10C5AB}"/>
                      </a:ext>
                    </a:extLst>
                  </p:cNvPr>
                  <p:cNvSpPr/>
                  <p:nvPr/>
                </p:nvSpPr>
                <p:spPr>
                  <a:xfrm>
                    <a:off x="2699653" y="1182914"/>
                    <a:ext cx="406400" cy="406400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 dirty="0"/>
                  </a:p>
                </p:txBody>
              </p:sp>
              <p:sp>
                <p:nvSpPr>
                  <p:cNvPr id="142" name="직사각형 141">
                    <a:extLst>
                      <a:ext uri="{FF2B5EF4-FFF2-40B4-BE49-F238E27FC236}">
                        <a16:creationId xmlns:a16="http://schemas.microsoft.com/office/drawing/2014/main" id="{074C06AB-DD53-EBE8-5790-F804777AC8CD}"/>
                      </a:ext>
                    </a:extLst>
                  </p:cNvPr>
                  <p:cNvSpPr/>
                  <p:nvPr/>
                </p:nvSpPr>
                <p:spPr>
                  <a:xfrm>
                    <a:off x="3106057" y="1182914"/>
                    <a:ext cx="406400" cy="406400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 dirty="0"/>
                  </a:p>
                </p:txBody>
              </p:sp>
            </p:grpSp>
          </p:grp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3BF8CCDB-B9CC-C0A8-1111-30CA15ACA837}"/>
                  </a:ext>
                </a:extLst>
              </p:cNvPr>
              <p:cNvSpPr txBox="1"/>
              <p:nvPr/>
            </p:nvSpPr>
            <p:spPr>
              <a:xfrm>
                <a:off x="3538688" y="5240929"/>
                <a:ext cx="1098626" cy="7340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/>
                  <a:t>   </a:t>
                </a:r>
                <a:r>
                  <a:rPr lang="en-US" altLang="ko-KR" sz="3200" dirty="0"/>
                  <a:t>…</a:t>
                </a:r>
                <a:endParaRPr lang="ko-KR" altLang="en-US" sz="3200" dirty="0"/>
              </a:p>
            </p:txBody>
          </p:sp>
          <p:grpSp>
            <p:nvGrpSpPr>
              <p:cNvPr id="98" name="그룹 97">
                <a:extLst>
                  <a:ext uri="{FF2B5EF4-FFF2-40B4-BE49-F238E27FC236}">
                    <a16:creationId xmlns:a16="http://schemas.microsoft.com/office/drawing/2014/main" id="{A5F90308-41B5-C7CA-9DEE-B9D7EC37E501}"/>
                  </a:ext>
                </a:extLst>
              </p:cNvPr>
              <p:cNvGrpSpPr/>
              <p:nvPr/>
            </p:nvGrpSpPr>
            <p:grpSpPr>
              <a:xfrm>
                <a:off x="4265763" y="5404755"/>
                <a:ext cx="2165350" cy="546102"/>
                <a:chOff x="1538514" y="5404755"/>
                <a:chExt cx="2165350" cy="546102"/>
              </a:xfrm>
            </p:grpSpPr>
            <p:grpSp>
              <p:nvGrpSpPr>
                <p:cNvPr id="102" name="그룹 101">
                  <a:extLst>
                    <a:ext uri="{FF2B5EF4-FFF2-40B4-BE49-F238E27FC236}">
                      <a16:creationId xmlns:a16="http://schemas.microsoft.com/office/drawing/2014/main" id="{1D92826F-9FB9-FD42-5F5A-F75B0B1004A7}"/>
                    </a:ext>
                  </a:extLst>
                </p:cNvPr>
                <p:cNvGrpSpPr/>
                <p:nvPr/>
              </p:nvGrpSpPr>
              <p:grpSpPr>
                <a:xfrm>
                  <a:off x="1671860" y="5404755"/>
                  <a:ext cx="2032004" cy="406400"/>
                  <a:chOff x="1480457" y="1182914"/>
                  <a:chExt cx="2032004" cy="406400"/>
                </a:xfrm>
              </p:grpSpPr>
              <p:sp>
                <p:nvSpPr>
                  <p:cNvPr id="125" name="직사각형 124">
                    <a:extLst>
                      <a:ext uri="{FF2B5EF4-FFF2-40B4-BE49-F238E27FC236}">
                        <a16:creationId xmlns:a16="http://schemas.microsoft.com/office/drawing/2014/main" id="{A36FDD3D-8B52-6B2C-E688-EB147F875015}"/>
                      </a:ext>
                    </a:extLst>
                  </p:cNvPr>
                  <p:cNvSpPr/>
                  <p:nvPr/>
                </p:nvSpPr>
                <p:spPr>
                  <a:xfrm>
                    <a:off x="1480457" y="1182914"/>
                    <a:ext cx="406400" cy="406400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  <a:alpha val="85000"/>
                    </a:schemeClr>
                  </a:solidFill>
                  <a:ln>
                    <a:solidFill>
                      <a:schemeClr val="accent1">
                        <a:shade val="15000"/>
                        <a:alpha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 dirty="0"/>
                  </a:p>
                </p:txBody>
              </p:sp>
              <p:sp>
                <p:nvSpPr>
                  <p:cNvPr id="126" name="직사각형 125">
                    <a:extLst>
                      <a:ext uri="{FF2B5EF4-FFF2-40B4-BE49-F238E27FC236}">
                        <a16:creationId xmlns:a16="http://schemas.microsoft.com/office/drawing/2014/main" id="{A72E2DD4-458A-F106-88DC-D4E0BB8EBA4D}"/>
                      </a:ext>
                    </a:extLst>
                  </p:cNvPr>
                  <p:cNvSpPr/>
                  <p:nvPr/>
                </p:nvSpPr>
                <p:spPr>
                  <a:xfrm>
                    <a:off x="1886857" y="1182914"/>
                    <a:ext cx="406400" cy="406400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solidFill>
                      <a:schemeClr val="accent1">
                        <a:shade val="15000"/>
                        <a:alpha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dirty="0"/>
                  </a:p>
                </p:txBody>
              </p:sp>
              <p:sp>
                <p:nvSpPr>
                  <p:cNvPr id="127" name="직사각형 126">
                    <a:extLst>
                      <a:ext uri="{FF2B5EF4-FFF2-40B4-BE49-F238E27FC236}">
                        <a16:creationId xmlns:a16="http://schemas.microsoft.com/office/drawing/2014/main" id="{A1299D46-9D46-6A78-1BDC-AA300A61E60B}"/>
                      </a:ext>
                    </a:extLst>
                  </p:cNvPr>
                  <p:cNvSpPr/>
                  <p:nvPr/>
                </p:nvSpPr>
                <p:spPr>
                  <a:xfrm>
                    <a:off x="2293257" y="1182914"/>
                    <a:ext cx="406400" cy="406400"/>
                  </a:xfrm>
                  <a:prstGeom prst="rect">
                    <a:avLst/>
                  </a:prstGeom>
                  <a:ln>
                    <a:solidFill>
                      <a:schemeClr val="accent1">
                        <a:shade val="15000"/>
                        <a:alpha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 dirty="0"/>
                  </a:p>
                </p:txBody>
              </p:sp>
              <p:sp>
                <p:nvSpPr>
                  <p:cNvPr id="128" name="직사각형 127">
                    <a:extLst>
                      <a:ext uri="{FF2B5EF4-FFF2-40B4-BE49-F238E27FC236}">
                        <a16:creationId xmlns:a16="http://schemas.microsoft.com/office/drawing/2014/main" id="{7C35AEEA-B994-93A6-7401-FAFCD72DF1B4}"/>
                      </a:ext>
                    </a:extLst>
                  </p:cNvPr>
                  <p:cNvSpPr/>
                  <p:nvPr/>
                </p:nvSpPr>
                <p:spPr>
                  <a:xfrm>
                    <a:off x="2699657" y="1182914"/>
                    <a:ext cx="406400" cy="406400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  <a:ln>
                    <a:solidFill>
                      <a:schemeClr val="accent1">
                        <a:shade val="15000"/>
                        <a:alpha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 dirty="0"/>
                  </a:p>
                </p:txBody>
              </p:sp>
              <p:sp>
                <p:nvSpPr>
                  <p:cNvPr id="129" name="직사각형 128">
                    <a:extLst>
                      <a:ext uri="{FF2B5EF4-FFF2-40B4-BE49-F238E27FC236}">
                        <a16:creationId xmlns:a16="http://schemas.microsoft.com/office/drawing/2014/main" id="{42D72CCE-9A02-60EA-8D01-4F12E1B2A1B6}"/>
                      </a:ext>
                    </a:extLst>
                  </p:cNvPr>
                  <p:cNvSpPr/>
                  <p:nvPr/>
                </p:nvSpPr>
                <p:spPr>
                  <a:xfrm>
                    <a:off x="3106057" y="1182914"/>
                    <a:ext cx="406400" cy="406400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solidFill>
                      <a:schemeClr val="accent1">
                        <a:shade val="15000"/>
                        <a:alpha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 dirty="0"/>
                  </a:p>
                </p:txBody>
              </p:sp>
              <p:sp>
                <p:nvSpPr>
                  <p:cNvPr id="130" name="직사각형 129">
                    <a:extLst>
                      <a:ext uri="{FF2B5EF4-FFF2-40B4-BE49-F238E27FC236}">
                        <a16:creationId xmlns:a16="http://schemas.microsoft.com/office/drawing/2014/main" id="{EE5465BF-962D-F2D1-0082-F377EA39FA54}"/>
                      </a:ext>
                    </a:extLst>
                  </p:cNvPr>
                  <p:cNvSpPr/>
                  <p:nvPr/>
                </p:nvSpPr>
                <p:spPr>
                  <a:xfrm>
                    <a:off x="1886861" y="1182914"/>
                    <a:ext cx="406400" cy="406400"/>
                  </a:xfrm>
                  <a:prstGeom prst="rect">
                    <a:avLst/>
                  </a:prstGeom>
                  <a:solidFill>
                    <a:schemeClr val="accent1">
                      <a:alpha val="85000"/>
                    </a:schemeClr>
                  </a:solidFill>
                  <a:ln>
                    <a:solidFill>
                      <a:schemeClr val="accent1">
                        <a:shade val="15000"/>
                        <a:alpha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dirty="0"/>
                  </a:p>
                </p:txBody>
              </p:sp>
              <p:sp>
                <p:nvSpPr>
                  <p:cNvPr id="131" name="직사각형 130">
                    <a:extLst>
                      <a:ext uri="{FF2B5EF4-FFF2-40B4-BE49-F238E27FC236}">
                        <a16:creationId xmlns:a16="http://schemas.microsoft.com/office/drawing/2014/main" id="{F0C3B9FE-F16A-3E13-2235-1F95A2DD4EBF}"/>
                      </a:ext>
                    </a:extLst>
                  </p:cNvPr>
                  <p:cNvSpPr/>
                  <p:nvPr/>
                </p:nvSpPr>
                <p:spPr>
                  <a:xfrm>
                    <a:off x="2293261" y="1182914"/>
                    <a:ext cx="406400" cy="406400"/>
                  </a:xfrm>
                  <a:prstGeom prst="rect">
                    <a:avLst/>
                  </a:prstGeom>
                  <a:solidFill>
                    <a:schemeClr val="accent1">
                      <a:alpha val="85000"/>
                    </a:schemeClr>
                  </a:solidFill>
                  <a:ln>
                    <a:solidFill>
                      <a:schemeClr val="accent1">
                        <a:shade val="15000"/>
                        <a:alpha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 dirty="0"/>
                  </a:p>
                </p:txBody>
              </p:sp>
              <p:sp>
                <p:nvSpPr>
                  <p:cNvPr id="132" name="직사각형 131">
                    <a:extLst>
                      <a:ext uri="{FF2B5EF4-FFF2-40B4-BE49-F238E27FC236}">
                        <a16:creationId xmlns:a16="http://schemas.microsoft.com/office/drawing/2014/main" id="{9E5165D0-CA84-A69A-CBBA-959B02431C3B}"/>
                      </a:ext>
                    </a:extLst>
                  </p:cNvPr>
                  <p:cNvSpPr/>
                  <p:nvPr/>
                </p:nvSpPr>
                <p:spPr>
                  <a:xfrm>
                    <a:off x="2699661" y="1182914"/>
                    <a:ext cx="406400" cy="406400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  <a:alpha val="85000"/>
                    </a:schemeClr>
                  </a:solidFill>
                  <a:ln>
                    <a:solidFill>
                      <a:schemeClr val="accent1">
                        <a:shade val="15000"/>
                        <a:alpha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 dirty="0"/>
                  </a:p>
                </p:txBody>
              </p:sp>
              <p:sp>
                <p:nvSpPr>
                  <p:cNvPr id="133" name="직사각형 132">
                    <a:extLst>
                      <a:ext uri="{FF2B5EF4-FFF2-40B4-BE49-F238E27FC236}">
                        <a16:creationId xmlns:a16="http://schemas.microsoft.com/office/drawing/2014/main" id="{C6390036-2110-FB0B-A68D-0C17905DE35F}"/>
                      </a:ext>
                    </a:extLst>
                  </p:cNvPr>
                  <p:cNvSpPr/>
                  <p:nvPr/>
                </p:nvSpPr>
                <p:spPr>
                  <a:xfrm>
                    <a:off x="3106061" y="1182914"/>
                    <a:ext cx="406400" cy="406400"/>
                  </a:xfrm>
                  <a:prstGeom prst="rect">
                    <a:avLst/>
                  </a:prstGeom>
                  <a:solidFill>
                    <a:schemeClr val="accent1">
                      <a:alpha val="85000"/>
                    </a:schemeClr>
                  </a:solidFill>
                  <a:ln>
                    <a:solidFill>
                      <a:schemeClr val="accent1">
                        <a:shade val="15000"/>
                        <a:alpha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 dirty="0"/>
                  </a:p>
                </p:txBody>
              </p:sp>
            </p:grpSp>
            <p:grpSp>
              <p:nvGrpSpPr>
                <p:cNvPr id="103" name="그룹 102">
                  <a:extLst>
                    <a:ext uri="{FF2B5EF4-FFF2-40B4-BE49-F238E27FC236}">
                      <a16:creationId xmlns:a16="http://schemas.microsoft.com/office/drawing/2014/main" id="{DE57C327-985A-D1A8-95BC-E48768706A3C}"/>
                    </a:ext>
                  </a:extLst>
                </p:cNvPr>
                <p:cNvGrpSpPr/>
                <p:nvPr/>
              </p:nvGrpSpPr>
              <p:grpSpPr>
                <a:xfrm>
                  <a:off x="1633760" y="5449206"/>
                  <a:ext cx="2032004" cy="406400"/>
                  <a:chOff x="1480457" y="1182914"/>
                  <a:chExt cx="2032004" cy="406400"/>
                </a:xfrm>
              </p:grpSpPr>
              <p:sp>
                <p:nvSpPr>
                  <p:cNvPr id="116" name="직사각형 115">
                    <a:extLst>
                      <a:ext uri="{FF2B5EF4-FFF2-40B4-BE49-F238E27FC236}">
                        <a16:creationId xmlns:a16="http://schemas.microsoft.com/office/drawing/2014/main" id="{87C7196E-6A69-57B8-06F4-1FAF405C2227}"/>
                      </a:ext>
                    </a:extLst>
                  </p:cNvPr>
                  <p:cNvSpPr/>
                  <p:nvPr/>
                </p:nvSpPr>
                <p:spPr>
                  <a:xfrm>
                    <a:off x="1480457" y="1182914"/>
                    <a:ext cx="406400" cy="406400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  <a:alpha val="85000"/>
                    </a:schemeClr>
                  </a:solidFill>
                  <a:ln>
                    <a:solidFill>
                      <a:schemeClr val="accent1">
                        <a:shade val="15000"/>
                        <a:alpha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 dirty="0"/>
                  </a:p>
                </p:txBody>
              </p:sp>
              <p:sp>
                <p:nvSpPr>
                  <p:cNvPr id="117" name="직사각형 116">
                    <a:extLst>
                      <a:ext uri="{FF2B5EF4-FFF2-40B4-BE49-F238E27FC236}">
                        <a16:creationId xmlns:a16="http://schemas.microsoft.com/office/drawing/2014/main" id="{77B475B1-1DC0-FCBF-274F-FE4F586724DE}"/>
                      </a:ext>
                    </a:extLst>
                  </p:cNvPr>
                  <p:cNvSpPr/>
                  <p:nvPr/>
                </p:nvSpPr>
                <p:spPr>
                  <a:xfrm>
                    <a:off x="1886857" y="1182914"/>
                    <a:ext cx="406400" cy="406400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solidFill>
                      <a:schemeClr val="accent1">
                        <a:shade val="15000"/>
                        <a:alpha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dirty="0"/>
                  </a:p>
                </p:txBody>
              </p:sp>
              <p:sp>
                <p:nvSpPr>
                  <p:cNvPr id="118" name="직사각형 117">
                    <a:extLst>
                      <a:ext uri="{FF2B5EF4-FFF2-40B4-BE49-F238E27FC236}">
                        <a16:creationId xmlns:a16="http://schemas.microsoft.com/office/drawing/2014/main" id="{E333AA23-9636-28F5-2648-46307027A54C}"/>
                      </a:ext>
                    </a:extLst>
                  </p:cNvPr>
                  <p:cNvSpPr/>
                  <p:nvPr/>
                </p:nvSpPr>
                <p:spPr>
                  <a:xfrm>
                    <a:off x="2293257" y="1182914"/>
                    <a:ext cx="406400" cy="406400"/>
                  </a:xfrm>
                  <a:prstGeom prst="rect">
                    <a:avLst/>
                  </a:prstGeom>
                  <a:ln>
                    <a:solidFill>
                      <a:schemeClr val="accent1">
                        <a:shade val="15000"/>
                        <a:alpha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 dirty="0"/>
                  </a:p>
                </p:txBody>
              </p:sp>
              <p:sp>
                <p:nvSpPr>
                  <p:cNvPr id="119" name="직사각형 118">
                    <a:extLst>
                      <a:ext uri="{FF2B5EF4-FFF2-40B4-BE49-F238E27FC236}">
                        <a16:creationId xmlns:a16="http://schemas.microsoft.com/office/drawing/2014/main" id="{81F4359A-8DC0-393A-634C-5AC7039EF766}"/>
                      </a:ext>
                    </a:extLst>
                  </p:cNvPr>
                  <p:cNvSpPr/>
                  <p:nvPr/>
                </p:nvSpPr>
                <p:spPr>
                  <a:xfrm>
                    <a:off x="2699657" y="1182914"/>
                    <a:ext cx="406400" cy="406400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  <a:ln>
                    <a:solidFill>
                      <a:schemeClr val="accent1">
                        <a:shade val="15000"/>
                        <a:alpha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 dirty="0"/>
                  </a:p>
                </p:txBody>
              </p:sp>
              <p:sp>
                <p:nvSpPr>
                  <p:cNvPr id="120" name="직사각형 119">
                    <a:extLst>
                      <a:ext uri="{FF2B5EF4-FFF2-40B4-BE49-F238E27FC236}">
                        <a16:creationId xmlns:a16="http://schemas.microsoft.com/office/drawing/2014/main" id="{7CC1BF83-2C7E-95D1-AF51-71B6D6732517}"/>
                      </a:ext>
                    </a:extLst>
                  </p:cNvPr>
                  <p:cNvSpPr/>
                  <p:nvPr/>
                </p:nvSpPr>
                <p:spPr>
                  <a:xfrm>
                    <a:off x="3106057" y="1182914"/>
                    <a:ext cx="406400" cy="406400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solidFill>
                      <a:schemeClr val="accent1">
                        <a:shade val="15000"/>
                        <a:alpha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 dirty="0"/>
                  </a:p>
                </p:txBody>
              </p:sp>
              <p:sp>
                <p:nvSpPr>
                  <p:cNvPr id="121" name="직사각형 120">
                    <a:extLst>
                      <a:ext uri="{FF2B5EF4-FFF2-40B4-BE49-F238E27FC236}">
                        <a16:creationId xmlns:a16="http://schemas.microsoft.com/office/drawing/2014/main" id="{5A5FC13D-9AF1-2BD3-88B2-E2FE97BA6531}"/>
                      </a:ext>
                    </a:extLst>
                  </p:cNvPr>
                  <p:cNvSpPr/>
                  <p:nvPr/>
                </p:nvSpPr>
                <p:spPr>
                  <a:xfrm>
                    <a:off x="1886861" y="1182914"/>
                    <a:ext cx="406400" cy="406400"/>
                  </a:xfrm>
                  <a:prstGeom prst="rect">
                    <a:avLst/>
                  </a:prstGeom>
                  <a:solidFill>
                    <a:schemeClr val="accent1">
                      <a:alpha val="85000"/>
                    </a:schemeClr>
                  </a:solidFill>
                  <a:ln>
                    <a:solidFill>
                      <a:schemeClr val="accent1">
                        <a:shade val="15000"/>
                        <a:alpha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dirty="0"/>
                  </a:p>
                </p:txBody>
              </p:sp>
              <p:sp>
                <p:nvSpPr>
                  <p:cNvPr id="122" name="직사각형 121">
                    <a:extLst>
                      <a:ext uri="{FF2B5EF4-FFF2-40B4-BE49-F238E27FC236}">
                        <a16:creationId xmlns:a16="http://schemas.microsoft.com/office/drawing/2014/main" id="{22C2B82F-1BEC-F7E7-0CE6-ED52E34EA5D0}"/>
                      </a:ext>
                    </a:extLst>
                  </p:cNvPr>
                  <p:cNvSpPr/>
                  <p:nvPr/>
                </p:nvSpPr>
                <p:spPr>
                  <a:xfrm>
                    <a:off x="2293261" y="1182914"/>
                    <a:ext cx="406400" cy="406400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  <a:alpha val="85000"/>
                    </a:schemeClr>
                  </a:solidFill>
                  <a:ln>
                    <a:solidFill>
                      <a:schemeClr val="accent1">
                        <a:shade val="15000"/>
                        <a:alpha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 dirty="0"/>
                  </a:p>
                </p:txBody>
              </p:sp>
              <p:sp>
                <p:nvSpPr>
                  <p:cNvPr id="123" name="직사각형 122">
                    <a:extLst>
                      <a:ext uri="{FF2B5EF4-FFF2-40B4-BE49-F238E27FC236}">
                        <a16:creationId xmlns:a16="http://schemas.microsoft.com/office/drawing/2014/main" id="{F082B37E-C364-98EB-D96E-59A9487D4250}"/>
                      </a:ext>
                    </a:extLst>
                  </p:cNvPr>
                  <p:cNvSpPr/>
                  <p:nvPr/>
                </p:nvSpPr>
                <p:spPr>
                  <a:xfrm>
                    <a:off x="2699661" y="1182914"/>
                    <a:ext cx="406400" cy="406400"/>
                  </a:xfrm>
                  <a:prstGeom prst="rect">
                    <a:avLst/>
                  </a:prstGeom>
                  <a:solidFill>
                    <a:schemeClr val="accent1">
                      <a:alpha val="85000"/>
                    </a:schemeClr>
                  </a:solidFill>
                  <a:ln>
                    <a:solidFill>
                      <a:schemeClr val="accent1">
                        <a:shade val="15000"/>
                        <a:alpha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 dirty="0"/>
                  </a:p>
                </p:txBody>
              </p:sp>
              <p:sp>
                <p:nvSpPr>
                  <p:cNvPr id="124" name="직사각형 123">
                    <a:extLst>
                      <a:ext uri="{FF2B5EF4-FFF2-40B4-BE49-F238E27FC236}">
                        <a16:creationId xmlns:a16="http://schemas.microsoft.com/office/drawing/2014/main" id="{C3B22BC6-D0D3-5AA2-D7F7-9CFC9B6190FE}"/>
                      </a:ext>
                    </a:extLst>
                  </p:cNvPr>
                  <p:cNvSpPr/>
                  <p:nvPr/>
                </p:nvSpPr>
                <p:spPr>
                  <a:xfrm>
                    <a:off x="3106061" y="1182914"/>
                    <a:ext cx="406400" cy="406400"/>
                  </a:xfrm>
                  <a:prstGeom prst="rect">
                    <a:avLst/>
                  </a:prstGeom>
                  <a:solidFill>
                    <a:schemeClr val="accent1">
                      <a:lumMod val="20000"/>
                      <a:lumOff val="80000"/>
                      <a:alpha val="85000"/>
                    </a:schemeClr>
                  </a:solidFill>
                  <a:ln>
                    <a:solidFill>
                      <a:schemeClr val="accent1">
                        <a:shade val="15000"/>
                        <a:alpha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 dirty="0"/>
                  </a:p>
                </p:txBody>
              </p:sp>
            </p:grpSp>
            <p:grpSp>
              <p:nvGrpSpPr>
                <p:cNvPr id="104" name="그룹 103">
                  <a:extLst>
                    <a:ext uri="{FF2B5EF4-FFF2-40B4-BE49-F238E27FC236}">
                      <a16:creationId xmlns:a16="http://schemas.microsoft.com/office/drawing/2014/main" id="{1EF60BB9-D681-AFAB-9FF5-96978CF0C614}"/>
                    </a:ext>
                  </a:extLst>
                </p:cNvPr>
                <p:cNvGrpSpPr/>
                <p:nvPr/>
              </p:nvGrpSpPr>
              <p:grpSpPr>
                <a:xfrm>
                  <a:off x="1586139" y="5496832"/>
                  <a:ext cx="2032000" cy="406400"/>
                  <a:chOff x="1480457" y="1182914"/>
                  <a:chExt cx="2032000" cy="406400"/>
                </a:xfrm>
              </p:grpSpPr>
              <p:sp>
                <p:nvSpPr>
                  <p:cNvPr id="111" name="직사각형 110">
                    <a:extLst>
                      <a:ext uri="{FF2B5EF4-FFF2-40B4-BE49-F238E27FC236}">
                        <a16:creationId xmlns:a16="http://schemas.microsoft.com/office/drawing/2014/main" id="{3393BE58-4350-11DE-60EF-0FB0A1788086}"/>
                      </a:ext>
                    </a:extLst>
                  </p:cNvPr>
                  <p:cNvSpPr/>
                  <p:nvPr/>
                </p:nvSpPr>
                <p:spPr>
                  <a:xfrm>
                    <a:off x="1480457" y="1182914"/>
                    <a:ext cx="406400" cy="406400"/>
                  </a:xfrm>
                  <a:prstGeom prst="rect">
                    <a:avLst/>
                  </a:prstGeom>
                  <a:solidFill>
                    <a:schemeClr val="accent1">
                      <a:alpha val="85000"/>
                    </a:schemeClr>
                  </a:solidFill>
                  <a:ln>
                    <a:solidFill>
                      <a:schemeClr val="accent1">
                        <a:shade val="15000"/>
                        <a:alpha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 dirty="0"/>
                  </a:p>
                </p:txBody>
              </p:sp>
              <p:sp>
                <p:nvSpPr>
                  <p:cNvPr id="112" name="직사각형 111">
                    <a:extLst>
                      <a:ext uri="{FF2B5EF4-FFF2-40B4-BE49-F238E27FC236}">
                        <a16:creationId xmlns:a16="http://schemas.microsoft.com/office/drawing/2014/main" id="{5AD844F8-1BD6-B902-8C2F-4564B0E373CA}"/>
                      </a:ext>
                    </a:extLst>
                  </p:cNvPr>
                  <p:cNvSpPr/>
                  <p:nvPr/>
                </p:nvSpPr>
                <p:spPr>
                  <a:xfrm>
                    <a:off x="1886857" y="1182914"/>
                    <a:ext cx="406400" cy="406400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  <a:alpha val="85000"/>
                    </a:schemeClr>
                  </a:solidFill>
                  <a:ln>
                    <a:solidFill>
                      <a:schemeClr val="accent1">
                        <a:shade val="15000"/>
                        <a:alpha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dirty="0"/>
                  </a:p>
                </p:txBody>
              </p:sp>
              <p:sp>
                <p:nvSpPr>
                  <p:cNvPr id="113" name="직사각형 112">
                    <a:extLst>
                      <a:ext uri="{FF2B5EF4-FFF2-40B4-BE49-F238E27FC236}">
                        <a16:creationId xmlns:a16="http://schemas.microsoft.com/office/drawing/2014/main" id="{08246BEB-4BC9-89F0-9530-48986EE6191F}"/>
                      </a:ext>
                    </a:extLst>
                  </p:cNvPr>
                  <p:cNvSpPr/>
                  <p:nvPr/>
                </p:nvSpPr>
                <p:spPr>
                  <a:xfrm>
                    <a:off x="2293257" y="1182914"/>
                    <a:ext cx="406400" cy="406400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  <a:alpha val="85000"/>
                    </a:schemeClr>
                  </a:solidFill>
                  <a:ln>
                    <a:solidFill>
                      <a:schemeClr val="accent1">
                        <a:shade val="15000"/>
                        <a:alpha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 dirty="0"/>
                  </a:p>
                </p:txBody>
              </p:sp>
              <p:sp>
                <p:nvSpPr>
                  <p:cNvPr id="114" name="직사각형 113">
                    <a:extLst>
                      <a:ext uri="{FF2B5EF4-FFF2-40B4-BE49-F238E27FC236}">
                        <a16:creationId xmlns:a16="http://schemas.microsoft.com/office/drawing/2014/main" id="{43113602-379C-0E7C-EE41-A9ED6C6E0712}"/>
                      </a:ext>
                    </a:extLst>
                  </p:cNvPr>
                  <p:cNvSpPr/>
                  <p:nvPr/>
                </p:nvSpPr>
                <p:spPr>
                  <a:xfrm>
                    <a:off x="2699657" y="1182914"/>
                    <a:ext cx="406400" cy="406400"/>
                  </a:xfrm>
                  <a:prstGeom prst="rect">
                    <a:avLst/>
                  </a:prstGeom>
                  <a:solidFill>
                    <a:schemeClr val="accent1">
                      <a:alpha val="85000"/>
                    </a:schemeClr>
                  </a:solidFill>
                  <a:ln>
                    <a:solidFill>
                      <a:schemeClr val="accent1">
                        <a:shade val="15000"/>
                        <a:alpha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 dirty="0"/>
                  </a:p>
                </p:txBody>
              </p:sp>
              <p:sp>
                <p:nvSpPr>
                  <p:cNvPr id="115" name="직사각형 114">
                    <a:extLst>
                      <a:ext uri="{FF2B5EF4-FFF2-40B4-BE49-F238E27FC236}">
                        <a16:creationId xmlns:a16="http://schemas.microsoft.com/office/drawing/2014/main" id="{8AD38BE6-4B71-2571-9077-D0B74B106CC6}"/>
                      </a:ext>
                    </a:extLst>
                  </p:cNvPr>
                  <p:cNvSpPr/>
                  <p:nvPr/>
                </p:nvSpPr>
                <p:spPr>
                  <a:xfrm>
                    <a:off x="3106057" y="1182914"/>
                    <a:ext cx="406400" cy="406400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  <a:alpha val="85000"/>
                    </a:schemeClr>
                  </a:solidFill>
                  <a:ln>
                    <a:solidFill>
                      <a:schemeClr val="accent1">
                        <a:shade val="15000"/>
                        <a:alpha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 dirty="0"/>
                  </a:p>
                </p:txBody>
              </p:sp>
            </p:grpSp>
            <p:grpSp>
              <p:nvGrpSpPr>
                <p:cNvPr id="105" name="그룹 104">
                  <a:extLst>
                    <a:ext uri="{FF2B5EF4-FFF2-40B4-BE49-F238E27FC236}">
                      <a16:creationId xmlns:a16="http://schemas.microsoft.com/office/drawing/2014/main" id="{A8AC63CC-34A9-F8FB-C5A8-B16699C07AC0}"/>
                    </a:ext>
                  </a:extLst>
                </p:cNvPr>
                <p:cNvGrpSpPr/>
                <p:nvPr/>
              </p:nvGrpSpPr>
              <p:grpSpPr>
                <a:xfrm>
                  <a:off x="1538514" y="5544457"/>
                  <a:ext cx="2032000" cy="406400"/>
                  <a:chOff x="1480457" y="1182914"/>
                  <a:chExt cx="2032000" cy="406400"/>
                </a:xfrm>
              </p:grpSpPr>
              <p:sp>
                <p:nvSpPr>
                  <p:cNvPr id="106" name="직사각형 105">
                    <a:extLst>
                      <a:ext uri="{FF2B5EF4-FFF2-40B4-BE49-F238E27FC236}">
                        <a16:creationId xmlns:a16="http://schemas.microsoft.com/office/drawing/2014/main" id="{F40C903E-E955-4D10-A407-300A4C2E9D1F}"/>
                      </a:ext>
                    </a:extLst>
                  </p:cNvPr>
                  <p:cNvSpPr/>
                  <p:nvPr/>
                </p:nvSpPr>
                <p:spPr>
                  <a:xfrm>
                    <a:off x="1480457" y="1182914"/>
                    <a:ext cx="406400" cy="406400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 dirty="0"/>
                  </a:p>
                </p:txBody>
              </p:sp>
              <p:sp>
                <p:nvSpPr>
                  <p:cNvPr id="107" name="직사각형 106">
                    <a:extLst>
                      <a:ext uri="{FF2B5EF4-FFF2-40B4-BE49-F238E27FC236}">
                        <a16:creationId xmlns:a16="http://schemas.microsoft.com/office/drawing/2014/main" id="{D97F1CD9-5823-7BC0-17C5-1D0F81E40275}"/>
                      </a:ext>
                    </a:extLst>
                  </p:cNvPr>
                  <p:cNvSpPr/>
                  <p:nvPr/>
                </p:nvSpPr>
                <p:spPr>
                  <a:xfrm>
                    <a:off x="1886857" y="1182914"/>
                    <a:ext cx="406400" cy="406400"/>
                  </a:xfrm>
                  <a:prstGeom prst="rect">
                    <a:avLst/>
                  </a:prstGeom>
                  <a:solidFill>
                    <a:schemeClr val="accent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dirty="0"/>
                  </a:p>
                </p:txBody>
              </p:sp>
              <p:sp>
                <p:nvSpPr>
                  <p:cNvPr id="108" name="직사각형 107">
                    <a:extLst>
                      <a:ext uri="{FF2B5EF4-FFF2-40B4-BE49-F238E27FC236}">
                        <a16:creationId xmlns:a16="http://schemas.microsoft.com/office/drawing/2014/main" id="{DED0B6B8-C7C0-E6CF-DB6C-A362FCC38B3B}"/>
                      </a:ext>
                    </a:extLst>
                  </p:cNvPr>
                  <p:cNvSpPr/>
                  <p:nvPr/>
                </p:nvSpPr>
                <p:spPr>
                  <a:xfrm>
                    <a:off x="2293257" y="1182914"/>
                    <a:ext cx="406400" cy="406400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 dirty="0"/>
                  </a:p>
                </p:txBody>
              </p:sp>
              <p:sp>
                <p:nvSpPr>
                  <p:cNvPr id="109" name="직사각형 108">
                    <a:extLst>
                      <a:ext uri="{FF2B5EF4-FFF2-40B4-BE49-F238E27FC236}">
                        <a16:creationId xmlns:a16="http://schemas.microsoft.com/office/drawing/2014/main" id="{A8E67EA1-5FA6-4F21-82CB-00233115334A}"/>
                      </a:ext>
                    </a:extLst>
                  </p:cNvPr>
                  <p:cNvSpPr/>
                  <p:nvPr/>
                </p:nvSpPr>
                <p:spPr>
                  <a:xfrm>
                    <a:off x="2699653" y="1182914"/>
                    <a:ext cx="406400" cy="406400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 dirty="0"/>
                  </a:p>
                </p:txBody>
              </p:sp>
              <p:sp>
                <p:nvSpPr>
                  <p:cNvPr id="110" name="직사각형 109">
                    <a:extLst>
                      <a:ext uri="{FF2B5EF4-FFF2-40B4-BE49-F238E27FC236}">
                        <a16:creationId xmlns:a16="http://schemas.microsoft.com/office/drawing/2014/main" id="{BF52EBCE-78D3-377A-996C-261477DC47D3}"/>
                      </a:ext>
                    </a:extLst>
                  </p:cNvPr>
                  <p:cNvSpPr/>
                  <p:nvPr/>
                </p:nvSpPr>
                <p:spPr>
                  <a:xfrm>
                    <a:off x="3106057" y="1182914"/>
                    <a:ext cx="406400" cy="406400"/>
                  </a:xfrm>
                  <a:prstGeom prst="rect">
                    <a:avLst/>
                  </a:prstGeom>
                  <a:solidFill>
                    <a:schemeClr val="accent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 dirty="0"/>
                  </a:p>
                </p:txBody>
              </p:sp>
            </p:grpSp>
          </p:grpSp>
          <p:cxnSp>
            <p:nvCxnSpPr>
              <p:cNvPr id="99" name="직선 화살표 연결선 98">
                <a:extLst>
                  <a:ext uri="{FF2B5EF4-FFF2-40B4-BE49-F238E27FC236}">
                    <a16:creationId xmlns:a16="http://schemas.microsoft.com/office/drawing/2014/main" id="{6051206D-0488-E058-3E92-BB368E19F5F2}"/>
                  </a:ext>
                </a:extLst>
              </p:cNvPr>
              <p:cNvCxnSpPr/>
              <p:nvPr/>
            </p:nvCxnSpPr>
            <p:spPr>
              <a:xfrm>
                <a:off x="1690914" y="5279029"/>
                <a:ext cx="4671786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0" name="TextBox 99">
                    <a:extLst>
                      <a:ext uri="{FF2B5EF4-FFF2-40B4-BE49-F238E27FC236}">
                        <a16:creationId xmlns:a16="http://schemas.microsoft.com/office/drawing/2014/main" id="{C1D0CACA-B1FC-8A7C-EF24-15AA7D2D372B}"/>
                      </a:ext>
                    </a:extLst>
                  </p:cNvPr>
                  <p:cNvSpPr txBox="1"/>
                  <p:nvPr/>
                </p:nvSpPr>
                <p:spPr>
                  <a:xfrm>
                    <a:off x="3516916" y="4842449"/>
                    <a:ext cx="887262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/>
                  </a:p>
                </p:txBody>
              </p:sp>
            </mc:Choice>
            <mc:Fallback xmlns="">
              <p:sp>
                <p:nvSpPr>
                  <p:cNvPr id="100" name="TextBox 99">
                    <a:extLst>
                      <a:ext uri="{FF2B5EF4-FFF2-40B4-BE49-F238E27FC236}">
                        <a16:creationId xmlns:a16="http://schemas.microsoft.com/office/drawing/2014/main" id="{C1D0CACA-B1FC-8A7C-EF24-15AA7D2D372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16916" y="4842449"/>
                    <a:ext cx="887262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1" name="TextBox 100">
                    <a:extLst>
                      <a:ext uri="{FF2B5EF4-FFF2-40B4-BE49-F238E27FC236}">
                        <a16:creationId xmlns:a16="http://schemas.microsoft.com/office/drawing/2014/main" id="{C034CEEE-F3D5-9A7C-6029-A21A264EAA0A}"/>
                      </a:ext>
                    </a:extLst>
                  </p:cNvPr>
                  <p:cNvSpPr txBox="1"/>
                  <p:nvPr/>
                </p:nvSpPr>
                <p:spPr>
                  <a:xfrm>
                    <a:off x="6444059" y="5785644"/>
                    <a:ext cx="587829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/>
                  </a:p>
                </p:txBody>
              </p:sp>
            </mc:Choice>
            <mc:Fallback xmlns="">
              <p:sp>
                <p:nvSpPr>
                  <p:cNvPr id="101" name="TextBox 100">
                    <a:extLst>
                      <a:ext uri="{FF2B5EF4-FFF2-40B4-BE49-F238E27FC236}">
                        <a16:creationId xmlns:a16="http://schemas.microsoft.com/office/drawing/2014/main" id="{C034CEEE-F3D5-9A7C-6029-A21A264EAA0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44059" y="5785644"/>
                    <a:ext cx="587829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FFD68368-2027-218A-1D7A-1F1373022CF6}"/>
                  </a:ext>
                </a:extLst>
              </p:cNvPr>
              <p:cNvSpPr txBox="1"/>
              <p:nvPr/>
            </p:nvSpPr>
            <p:spPr>
              <a:xfrm>
                <a:off x="329743" y="4431305"/>
                <a:ext cx="483325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dirty="0"/>
                  <a:t>BNN : total </a:t>
                </a:r>
                <a:r>
                  <a:rPr lang="en-US" altLang="ko-KR" dirty="0" err="1"/>
                  <a:t>parmeter</a:t>
                </a:r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9 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 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bits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FFD68368-2027-218A-1D7A-1F1373022C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743" y="4431305"/>
                <a:ext cx="4833258" cy="369332"/>
              </a:xfrm>
              <a:prstGeom prst="rect">
                <a:avLst/>
              </a:prstGeom>
              <a:blipFill>
                <a:blip r:embed="rId6"/>
                <a:stretch>
                  <a:fillRect l="-757" t="-9836" b="-245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F0742C4F-4713-CC83-B80D-2F42B34F1802}"/>
                  </a:ext>
                </a:extLst>
              </p:cNvPr>
              <p:cNvSpPr txBox="1"/>
              <p:nvPr/>
            </p:nvSpPr>
            <p:spPr>
              <a:xfrm>
                <a:off x="6408057" y="4348769"/>
                <a:ext cx="5146701" cy="669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dirty="0"/>
                  <a:t>SNN : total parameters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(=5)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+9 × 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ko-KR" alt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(=5)</m:t>
                        </m:r>
                      </m:sup>
                    </m:sSup>
                  </m:oMath>
                </a14:m>
                <a:r>
                  <a:rPr lang="en-US" altLang="ko-KR" dirty="0"/>
                  <a:t> 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F0742C4F-4713-CC83-B80D-2F42B34F18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8057" y="4348769"/>
                <a:ext cx="5146701" cy="669992"/>
              </a:xfrm>
              <a:prstGeom prst="rect">
                <a:avLst/>
              </a:prstGeom>
              <a:blipFill>
                <a:blip r:embed="rId7"/>
                <a:stretch>
                  <a:fillRect l="-711" t="-454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8" name="그룹 167">
            <a:extLst>
              <a:ext uri="{FF2B5EF4-FFF2-40B4-BE49-F238E27FC236}">
                <a16:creationId xmlns:a16="http://schemas.microsoft.com/office/drawing/2014/main" id="{65604877-9A6E-A4E2-106E-2B1A78D0B691}"/>
              </a:ext>
            </a:extLst>
          </p:cNvPr>
          <p:cNvGrpSpPr/>
          <p:nvPr/>
        </p:nvGrpSpPr>
        <p:grpSpPr>
          <a:xfrm>
            <a:off x="10174893" y="176443"/>
            <a:ext cx="1592419" cy="2415947"/>
            <a:chOff x="502703" y="3792992"/>
            <a:chExt cx="1592419" cy="2415947"/>
          </a:xfrm>
        </p:grpSpPr>
        <p:grpSp>
          <p:nvGrpSpPr>
            <p:cNvPr id="169" name="그룹 168">
              <a:extLst>
                <a:ext uri="{FF2B5EF4-FFF2-40B4-BE49-F238E27FC236}">
                  <a16:creationId xmlns:a16="http://schemas.microsoft.com/office/drawing/2014/main" id="{D8512559-479F-ECD8-744B-13C3B20FE7F9}"/>
                </a:ext>
              </a:extLst>
            </p:cNvPr>
            <p:cNvGrpSpPr/>
            <p:nvPr/>
          </p:nvGrpSpPr>
          <p:grpSpPr>
            <a:xfrm>
              <a:off x="502703" y="3792992"/>
              <a:ext cx="1592419" cy="2415947"/>
              <a:chOff x="8021410" y="529771"/>
              <a:chExt cx="3410556" cy="5174343"/>
            </a:xfrm>
          </p:grpSpPr>
          <p:sp>
            <p:nvSpPr>
              <p:cNvPr id="171" name="TextBox 170">
                <a:extLst>
                  <a:ext uri="{FF2B5EF4-FFF2-40B4-BE49-F238E27FC236}">
                    <a16:creationId xmlns:a16="http://schemas.microsoft.com/office/drawing/2014/main" id="{EB911B31-7094-0F0E-F5DA-C32CEFCE3D47}"/>
                  </a:ext>
                </a:extLst>
              </p:cNvPr>
              <p:cNvSpPr txBox="1"/>
              <p:nvPr/>
            </p:nvSpPr>
            <p:spPr>
              <a:xfrm>
                <a:off x="9325429" y="529771"/>
                <a:ext cx="2075544" cy="4943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900" dirty="0" err="1"/>
                  <a:t>CodeBook</a:t>
                </a:r>
                <a:endParaRPr lang="ko-KR" altLang="en-US" sz="900" dirty="0"/>
              </a:p>
            </p:txBody>
          </p:sp>
          <p:grpSp>
            <p:nvGrpSpPr>
              <p:cNvPr id="172" name="그룹 171">
                <a:extLst>
                  <a:ext uri="{FF2B5EF4-FFF2-40B4-BE49-F238E27FC236}">
                    <a16:creationId xmlns:a16="http://schemas.microsoft.com/office/drawing/2014/main" id="{0B506110-19B9-E60B-9E20-A8D052E1B071}"/>
                  </a:ext>
                </a:extLst>
              </p:cNvPr>
              <p:cNvGrpSpPr/>
              <p:nvPr/>
            </p:nvGrpSpPr>
            <p:grpSpPr>
              <a:xfrm>
                <a:off x="9456084" y="1024970"/>
                <a:ext cx="965173" cy="887022"/>
                <a:chOff x="1776549" y="1103811"/>
                <a:chExt cx="1058094" cy="1058094"/>
              </a:xfrm>
            </p:grpSpPr>
            <p:sp>
              <p:nvSpPr>
                <p:cNvPr id="211" name="직사각형 210">
                  <a:extLst>
                    <a:ext uri="{FF2B5EF4-FFF2-40B4-BE49-F238E27FC236}">
                      <a16:creationId xmlns:a16="http://schemas.microsoft.com/office/drawing/2014/main" id="{1AAFC4C9-4E15-F63B-E8D6-F71F80B9875B}"/>
                    </a:ext>
                  </a:extLst>
                </p:cNvPr>
                <p:cNvSpPr/>
                <p:nvPr/>
              </p:nvSpPr>
              <p:spPr>
                <a:xfrm>
                  <a:off x="1776549" y="1103811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2" name="직사각형 211">
                  <a:extLst>
                    <a:ext uri="{FF2B5EF4-FFF2-40B4-BE49-F238E27FC236}">
                      <a16:creationId xmlns:a16="http://schemas.microsoft.com/office/drawing/2014/main" id="{D2AABB9B-FBF3-53EC-98EE-4B51B7617C8F}"/>
                    </a:ext>
                  </a:extLst>
                </p:cNvPr>
                <p:cNvSpPr/>
                <p:nvPr/>
              </p:nvSpPr>
              <p:spPr>
                <a:xfrm>
                  <a:off x="2129247" y="1103811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3" name="직사각형 212">
                  <a:extLst>
                    <a:ext uri="{FF2B5EF4-FFF2-40B4-BE49-F238E27FC236}">
                      <a16:creationId xmlns:a16="http://schemas.microsoft.com/office/drawing/2014/main" id="{53218358-FBCA-E822-8837-4FF6063E164B}"/>
                    </a:ext>
                  </a:extLst>
                </p:cNvPr>
                <p:cNvSpPr/>
                <p:nvPr/>
              </p:nvSpPr>
              <p:spPr>
                <a:xfrm>
                  <a:off x="2481945" y="1103811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4" name="직사각형 213">
                  <a:extLst>
                    <a:ext uri="{FF2B5EF4-FFF2-40B4-BE49-F238E27FC236}">
                      <a16:creationId xmlns:a16="http://schemas.microsoft.com/office/drawing/2014/main" id="{29E0DEE5-6E69-D8A7-0ADD-391B81913E7C}"/>
                    </a:ext>
                  </a:extLst>
                </p:cNvPr>
                <p:cNvSpPr/>
                <p:nvPr/>
              </p:nvSpPr>
              <p:spPr>
                <a:xfrm>
                  <a:off x="1776549" y="1456509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5" name="직사각형 214">
                  <a:extLst>
                    <a:ext uri="{FF2B5EF4-FFF2-40B4-BE49-F238E27FC236}">
                      <a16:creationId xmlns:a16="http://schemas.microsoft.com/office/drawing/2014/main" id="{B238AE5C-6A23-D9FA-7923-A3CA06A07459}"/>
                    </a:ext>
                  </a:extLst>
                </p:cNvPr>
                <p:cNvSpPr/>
                <p:nvPr/>
              </p:nvSpPr>
              <p:spPr>
                <a:xfrm>
                  <a:off x="2129247" y="1456509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6" name="직사각형 215">
                  <a:extLst>
                    <a:ext uri="{FF2B5EF4-FFF2-40B4-BE49-F238E27FC236}">
                      <a16:creationId xmlns:a16="http://schemas.microsoft.com/office/drawing/2014/main" id="{2B6182C1-B151-929C-A88D-B8F39B378D65}"/>
                    </a:ext>
                  </a:extLst>
                </p:cNvPr>
                <p:cNvSpPr/>
                <p:nvPr/>
              </p:nvSpPr>
              <p:spPr>
                <a:xfrm>
                  <a:off x="2481945" y="1456509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7" name="직사각형 216">
                  <a:extLst>
                    <a:ext uri="{FF2B5EF4-FFF2-40B4-BE49-F238E27FC236}">
                      <a16:creationId xmlns:a16="http://schemas.microsoft.com/office/drawing/2014/main" id="{FF6EC10B-783E-1511-AF71-5D51B4E37F32}"/>
                    </a:ext>
                  </a:extLst>
                </p:cNvPr>
                <p:cNvSpPr/>
                <p:nvPr/>
              </p:nvSpPr>
              <p:spPr>
                <a:xfrm>
                  <a:off x="1776549" y="1809207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8" name="직사각형 217">
                  <a:extLst>
                    <a:ext uri="{FF2B5EF4-FFF2-40B4-BE49-F238E27FC236}">
                      <a16:creationId xmlns:a16="http://schemas.microsoft.com/office/drawing/2014/main" id="{A2DA4CF6-A165-53FB-FACA-20BDCA38D8D5}"/>
                    </a:ext>
                  </a:extLst>
                </p:cNvPr>
                <p:cNvSpPr/>
                <p:nvPr/>
              </p:nvSpPr>
              <p:spPr>
                <a:xfrm>
                  <a:off x="2129247" y="1809207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9" name="직사각형 218">
                  <a:extLst>
                    <a:ext uri="{FF2B5EF4-FFF2-40B4-BE49-F238E27FC236}">
                      <a16:creationId xmlns:a16="http://schemas.microsoft.com/office/drawing/2014/main" id="{9665C3AA-EAAB-7C40-0160-21EE9B41A25C}"/>
                    </a:ext>
                  </a:extLst>
                </p:cNvPr>
                <p:cNvSpPr/>
                <p:nvPr/>
              </p:nvSpPr>
              <p:spPr>
                <a:xfrm>
                  <a:off x="2481945" y="1809207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73" name="그룹 172">
                <a:extLst>
                  <a:ext uri="{FF2B5EF4-FFF2-40B4-BE49-F238E27FC236}">
                    <a16:creationId xmlns:a16="http://schemas.microsoft.com/office/drawing/2014/main" id="{E6C80D82-65F4-EBBE-0C8E-2E956D63C6DE}"/>
                  </a:ext>
                </a:extLst>
              </p:cNvPr>
              <p:cNvGrpSpPr/>
              <p:nvPr/>
            </p:nvGrpSpPr>
            <p:grpSpPr>
              <a:xfrm>
                <a:off x="9456083" y="2333532"/>
                <a:ext cx="965173" cy="887022"/>
                <a:chOff x="1776549" y="1103811"/>
                <a:chExt cx="1058094" cy="1058094"/>
              </a:xfrm>
            </p:grpSpPr>
            <p:sp>
              <p:nvSpPr>
                <p:cNvPr id="202" name="직사각형 201">
                  <a:extLst>
                    <a:ext uri="{FF2B5EF4-FFF2-40B4-BE49-F238E27FC236}">
                      <a16:creationId xmlns:a16="http://schemas.microsoft.com/office/drawing/2014/main" id="{A6F90CAC-D8B3-2B67-DCBD-06BDB81388CB}"/>
                    </a:ext>
                  </a:extLst>
                </p:cNvPr>
                <p:cNvSpPr/>
                <p:nvPr/>
              </p:nvSpPr>
              <p:spPr>
                <a:xfrm>
                  <a:off x="1776549" y="1103811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3" name="직사각형 202">
                  <a:extLst>
                    <a:ext uri="{FF2B5EF4-FFF2-40B4-BE49-F238E27FC236}">
                      <a16:creationId xmlns:a16="http://schemas.microsoft.com/office/drawing/2014/main" id="{CA5D406B-AC64-E48B-23FE-11517780B642}"/>
                    </a:ext>
                  </a:extLst>
                </p:cNvPr>
                <p:cNvSpPr/>
                <p:nvPr/>
              </p:nvSpPr>
              <p:spPr>
                <a:xfrm>
                  <a:off x="2129247" y="1103811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4" name="직사각형 203">
                  <a:extLst>
                    <a:ext uri="{FF2B5EF4-FFF2-40B4-BE49-F238E27FC236}">
                      <a16:creationId xmlns:a16="http://schemas.microsoft.com/office/drawing/2014/main" id="{39874D5D-B8C5-8F2F-A51B-430E9A363775}"/>
                    </a:ext>
                  </a:extLst>
                </p:cNvPr>
                <p:cNvSpPr/>
                <p:nvPr/>
              </p:nvSpPr>
              <p:spPr>
                <a:xfrm>
                  <a:off x="2481945" y="1103811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5" name="직사각형 204">
                  <a:extLst>
                    <a:ext uri="{FF2B5EF4-FFF2-40B4-BE49-F238E27FC236}">
                      <a16:creationId xmlns:a16="http://schemas.microsoft.com/office/drawing/2014/main" id="{5E2DF1E0-19DE-010B-B66B-CEA3A8053715}"/>
                    </a:ext>
                  </a:extLst>
                </p:cNvPr>
                <p:cNvSpPr/>
                <p:nvPr/>
              </p:nvSpPr>
              <p:spPr>
                <a:xfrm>
                  <a:off x="1776549" y="1456509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6" name="직사각형 205">
                  <a:extLst>
                    <a:ext uri="{FF2B5EF4-FFF2-40B4-BE49-F238E27FC236}">
                      <a16:creationId xmlns:a16="http://schemas.microsoft.com/office/drawing/2014/main" id="{FFF72FBA-5ED7-BD9E-E1F2-8796039644A1}"/>
                    </a:ext>
                  </a:extLst>
                </p:cNvPr>
                <p:cNvSpPr/>
                <p:nvPr/>
              </p:nvSpPr>
              <p:spPr>
                <a:xfrm>
                  <a:off x="2129247" y="1456509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7" name="직사각형 206">
                  <a:extLst>
                    <a:ext uri="{FF2B5EF4-FFF2-40B4-BE49-F238E27FC236}">
                      <a16:creationId xmlns:a16="http://schemas.microsoft.com/office/drawing/2014/main" id="{75D9A7EA-C65B-131C-6C47-3EDEE0FAA9F4}"/>
                    </a:ext>
                  </a:extLst>
                </p:cNvPr>
                <p:cNvSpPr/>
                <p:nvPr/>
              </p:nvSpPr>
              <p:spPr>
                <a:xfrm>
                  <a:off x="2481945" y="1456509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8" name="직사각형 207">
                  <a:extLst>
                    <a:ext uri="{FF2B5EF4-FFF2-40B4-BE49-F238E27FC236}">
                      <a16:creationId xmlns:a16="http://schemas.microsoft.com/office/drawing/2014/main" id="{A4C1401B-74D1-F226-C2FE-0B10593168C6}"/>
                    </a:ext>
                  </a:extLst>
                </p:cNvPr>
                <p:cNvSpPr/>
                <p:nvPr/>
              </p:nvSpPr>
              <p:spPr>
                <a:xfrm>
                  <a:off x="1776549" y="1809207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9" name="직사각형 208">
                  <a:extLst>
                    <a:ext uri="{FF2B5EF4-FFF2-40B4-BE49-F238E27FC236}">
                      <a16:creationId xmlns:a16="http://schemas.microsoft.com/office/drawing/2014/main" id="{AD82774F-0714-4170-917D-C7F9245A7129}"/>
                    </a:ext>
                  </a:extLst>
                </p:cNvPr>
                <p:cNvSpPr/>
                <p:nvPr/>
              </p:nvSpPr>
              <p:spPr>
                <a:xfrm>
                  <a:off x="2129247" y="1809207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0" name="직사각형 209">
                  <a:extLst>
                    <a:ext uri="{FF2B5EF4-FFF2-40B4-BE49-F238E27FC236}">
                      <a16:creationId xmlns:a16="http://schemas.microsoft.com/office/drawing/2014/main" id="{8613305A-528B-ABF1-4541-D4E255EAD5E2}"/>
                    </a:ext>
                  </a:extLst>
                </p:cNvPr>
                <p:cNvSpPr/>
                <p:nvPr/>
              </p:nvSpPr>
              <p:spPr>
                <a:xfrm>
                  <a:off x="2481945" y="1809207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7BED4D1C-BFBF-1E71-C1B9-66402ACD963F}"/>
                  </a:ext>
                </a:extLst>
              </p:cNvPr>
              <p:cNvSpPr txBox="1"/>
              <p:nvPr/>
            </p:nvSpPr>
            <p:spPr>
              <a:xfrm>
                <a:off x="9640799" y="1892281"/>
                <a:ext cx="692137" cy="369333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r>
                  <a:rPr lang="en-US" altLang="ko-KR" sz="900" dirty="0"/>
                  <a:t>…</a:t>
                </a:r>
                <a:endParaRPr lang="ko-KR" altLang="en-US" sz="900" dirty="0"/>
              </a:p>
            </p:txBody>
          </p:sp>
          <p:grpSp>
            <p:nvGrpSpPr>
              <p:cNvPr id="175" name="그룹 174">
                <a:extLst>
                  <a:ext uri="{FF2B5EF4-FFF2-40B4-BE49-F238E27FC236}">
                    <a16:creationId xmlns:a16="http://schemas.microsoft.com/office/drawing/2014/main" id="{DB4E3F93-021F-BC16-E9BB-363E6493E934}"/>
                  </a:ext>
                </a:extLst>
              </p:cNvPr>
              <p:cNvGrpSpPr/>
              <p:nvPr/>
            </p:nvGrpSpPr>
            <p:grpSpPr>
              <a:xfrm>
                <a:off x="9456081" y="3637446"/>
                <a:ext cx="965175" cy="887022"/>
                <a:chOff x="1776547" y="1103811"/>
                <a:chExt cx="1058096" cy="1058094"/>
              </a:xfrm>
            </p:grpSpPr>
            <p:sp>
              <p:nvSpPr>
                <p:cNvPr id="193" name="직사각형 192">
                  <a:extLst>
                    <a:ext uri="{FF2B5EF4-FFF2-40B4-BE49-F238E27FC236}">
                      <a16:creationId xmlns:a16="http://schemas.microsoft.com/office/drawing/2014/main" id="{20C464AF-7953-356B-470B-519D43A0590D}"/>
                    </a:ext>
                  </a:extLst>
                </p:cNvPr>
                <p:cNvSpPr/>
                <p:nvPr/>
              </p:nvSpPr>
              <p:spPr>
                <a:xfrm>
                  <a:off x="1776549" y="1103811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4" name="직사각형 193">
                  <a:extLst>
                    <a:ext uri="{FF2B5EF4-FFF2-40B4-BE49-F238E27FC236}">
                      <a16:creationId xmlns:a16="http://schemas.microsoft.com/office/drawing/2014/main" id="{2E69379D-C0E3-5599-B222-71EA9409ADEB}"/>
                    </a:ext>
                  </a:extLst>
                </p:cNvPr>
                <p:cNvSpPr/>
                <p:nvPr/>
              </p:nvSpPr>
              <p:spPr>
                <a:xfrm>
                  <a:off x="2129247" y="1103811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5" name="직사각형 194">
                  <a:extLst>
                    <a:ext uri="{FF2B5EF4-FFF2-40B4-BE49-F238E27FC236}">
                      <a16:creationId xmlns:a16="http://schemas.microsoft.com/office/drawing/2014/main" id="{4351B44A-44D8-9459-9F7D-325085B25F69}"/>
                    </a:ext>
                  </a:extLst>
                </p:cNvPr>
                <p:cNvSpPr/>
                <p:nvPr/>
              </p:nvSpPr>
              <p:spPr>
                <a:xfrm>
                  <a:off x="2481945" y="1103811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6" name="직사각형 195">
                  <a:extLst>
                    <a:ext uri="{FF2B5EF4-FFF2-40B4-BE49-F238E27FC236}">
                      <a16:creationId xmlns:a16="http://schemas.microsoft.com/office/drawing/2014/main" id="{62383E7D-8365-0BB0-1A2A-4C8F38A20CDB}"/>
                    </a:ext>
                  </a:extLst>
                </p:cNvPr>
                <p:cNvSpPr/>
                <p:nvPr/>
              </p:nvSpPr>
              <p:spPr>
                <a:xfrm>
                  <a:off x="1776547" y="1456506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7" name="직사각형 196">
                  <a:extLst>
                    <a:ext uri="{FF2B5EF4-FFF2-40B4-BE49-F238E27FC236}">
                      <a16:creationId xmlns:a16="http://schemas.microsoft.com/office/drawing/2014/main" id="{9ECAC848-01FA-4E55-DA8B-B0B3D7BCABD5}"/>
                    </a:ext>
                  </a:extLst>
                </p:cNvPr>
                <p:cNvSpPr/>
                <p:nvPr/>
              </p:nvSpPr>
              <p:spPr>
                <a:xfrm>
                  <a:off x="2129247" y="1456509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8" name="직사각형 197">
                  <a:extLst>
                    <a:ext uri="{FF2B5EF4-FFF2-40B4-BE49-F238E27FC236}">
                      <a16:creationId xmlns:a16="http://schemas.microsoft.com/office/drawing/2014/main" id="{CD6377D8-8AB4-8396-859B-E6499ECC6BCA}"/>
                    </a:ext>
                  </a:extLst>
                </p:cNvPr>
                <p:cNvSpPr/>
                <p:nvPr/>
              </p:nvSpPr>
              <p:spPr>
                <a:xfrm>
                  <a:off x="2481945" y="1456509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9" name="직사각형 198">
                  <a:extLst>
                    <a:ext uri="{FF2B5EF4-FFF2-40B4-BE49-F238E27FC236}">
                      <a16:creationId xmlns:a16="http://schemas.microsoft.com/office/drawing/2014/main" id="{95E92A37-DCF8-1406-83B7-0E276459FBBB}"/>
                    </a:ext>
                  </a:extLst>
                </p:cNvPr>
                <p:cNvSpPr/>
                <p:nvPr/>
              </p:nvSpPr>
              <p:spPr>
                <a:xfrm>
                  <a:off x="1776549" y="1809207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0" name="직사각형 199">
                  <a:extLst>
                    <a:ext uri="{FF2B5EF4-FFF2-40B4-BE49-F238E27FC236}">
                      <a16:creationId xmlns:a16="http://schemas.microsoft.com/office/drawing/2014/main" id="{4A06B11C-E5DF-885E-3708-3A423AC2CF7E}"/>
                    </a:ext>
                  </a:extLst>
                </p:cNvPr>
                <p:cNvSpPr/>
                <p:nvPr/>
              </p:nvSpPr>
              <p:spPr>
                <a:xfrm>
                  <a:off x="2129247" y="1809207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1" name="직사각형 200">
                  <a:extLst>
                    <a:ext uri="{FF2B5EF4-FFF2-40B4-BE49-F238E27FC236}">
                      <a16:creationId xmlns:a16="http://schemas.microsoft.com/office/drawing/2014/main" id="{18999068-CF16-CA4D-AAAE-1B5853922465}"/>
                    </a:ext>
                  </a:extLst>
                </p:cNvPr>
                <p:cNvSpPr/>
                <p:nvPr/>
              </p:nvSpPr>
              <p:spPr>
                <a:xfrm>
                  <a:off x="2481945" y="1809207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5DF3EC94-BC84-ECCA-DCFB-7CA6CCE45900}"/>
                  </a:ext>
                </a:extLst>
              </p:cNvPr>
              <p:cNvSpPr txBox="1"/>
              <p:nvPr/>
            </p:nvSpPr>
            <p:spPr>
              <a:xfrm>
                <a:off x="9667806" y="3222093"/>
                <a:ext cx="692137" cy="369333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r>
                  <a:rPr lang="en-US" altLang="ko-KR" sz="900" dirty="0"/>
                  <a:t>…</a:t>
                </a:r>
                <a:endParaRPr lang="ko-KR" altLang="en-US" sz="900" dirty="0"/>
              </a:p>
            </p:txBody>
          </p:sp>
          <p:grpSp>
            <p:nvGrpSpPr>
              <p:cNvPr id="177" name="그룹 176">
                <a:extLst>
                  <a:ext uri="{FF2B5EF4-FFF2-40B4-BE49-F238E27FC236}">
                    <a16:creationId xmlns:a16="http://schemas.microsoft.com/office/drawing/2014/main" id="{310B9B0D-F245-246E-0562-7A150318AA4D}"/>
                  </a:ext>
                </a:extLst>
              </p:cNvPr>
              <p:cNvGrpSpPr/>
              <p:nvPr/>
            </p:nvGrpSpPr>
            <p:grpSpPr>
              <a:xfrm>
                <a:off x="9456082" y="4719382"/>
                <a:ext cx="965173" cy="887022"/>
                <a:chOff x="1776549" y="1103811"/>
                <a:chExt cx="1058094" cy="1058094"/>
              </a:xfrm>
            </p:grpSpPr>
            <p:sp>
              <p:nvSpPr>
                <p:cNvPr id="184" name="직사각형 183">
                  <a:extLst>
                    <a:ext uri="{FF2B5EF4-FFF2-40B4-BE49-F238E27FC236}">
                      <a16:creationId xmlns:a16="http://schemas.microsoft.com/office/drawing/2014/main" id="{7E4A5F88-81A1-56BA-504B-52761F30D64B}"/>
                    </a:ext>
                  </a:extLst>
                </p:cNvPr>
                <p:cNvSpPr/>
                <p:nvPr/>
              </p:nvSpPr>
              <p:spPr>
                <a:xfrm>
                  <a:off x="1776549" y="1103811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5" name="직사각형 184">
                  <a:extLst>
                    <a:ext uri="{FF2B5EF4-FFF2-40B4-BE49-F238E27FC236}">
                      <a16:creationId xmlns:a16="http://schemas.microsoft.com/office/drawing/2014/main" id="{FC4A7235-8969-29ED-AE39-55455352D457}"/>
                    </a:ext>
                  </a:extLst>
                </p:cNvPr>
                <p:cNvSpPr/>
                <p:nvPr/>
              </p:nvSpPr>
              <p:spPr>
                <a:xfrm>
                  <a:off x="2129247" y="1103811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6" name="직사각형 185">
                  <a:extLst>
                    <a:ext uri="{FF2B5EF4-FFF2-40B4-BE49-F238E27FC236}">
                      <a16:creationId xmlns:a16="http://schemas.microsoft.com/office/drawing/2014/main" id="{E2A0998E-8F64-9AC2-05D9-5F7A464F1294}"/>
                    </a:ext>
                  </a:extLst>
                </p:cNvPr>
                <p:cNvSpPr/>
                <p:nvPr/>
              </p:nvSpPr>
              <p:spPr>
                <a:xfrm>
                  <a:off x="2481945" y="1103811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7" name="직사각형 186">
                  <a:extLst>
                    <a:ext uri="{FF2B5EF4-FFF2-40B4-BE49-F238E27FC236}">
                      <a16:creationId xmlns:a16="http://schemas.microsoft.com/office/drawing/2014/main" id="{FD3833F3-2B47-FC3B-CE4F-49B9D1250849}"/>
                    </a:ext>
                  </a:extLst>
                </p:cNvPr>
                <p:cNvSpPr/>
                <p:nvPr/>
              </p:nvSpPr>
              <p:spPr>
                <a:xfrm>
                  <a:off x="1776549" y="1456509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8" name="직사각형 187">
                  <a:extLst>
                    <a:ext uri="{FF2B5EF4-FFF2-40B4-BE49-F238E27FC236}">
                      <a16:creationId xmlns:a16="http://schemas.microsoft.com/office/drawing/2014/main" id="{4CD74749-C83A-C176-B5C2-2A1F942DF685}"/>
                    </a:ext>
                  </a:extLst>
                </p:cNvPr>
                <p:cNvSpPr/>
                <p:nvPr/>
              </p:nvSpPr>
              <p:spPr>
                <a:xfrm>
                  <a:off x="2129247" y="1456509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9" name="직사각형 188">
                  <a:extLst>
                    <a:ext uri="{FF2B5EF4-FFF2-40B4-BE49-F238E27FC236}">
                      <a16:creationId xmlns:a16="http://schemas.microsoft.com/office/drawing/2014/main" id="{FFAF91A1-1AA8-DD3B-2111-DDD1C1EF2EF3}"/>
                    </a:ext>
                  </a:extLst>
                </p:cNvPr>
                <p:cNvSpPr/>
                <p:nvPr/>
              </p:nvSpPr>
              <p:spPr>
                <a:xfrm>
                  <a:off x="2481945" y="1456509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0" name="직사각형 189">
                  <a:extLst>
                    <a:ext uri="{FF2B5EF4-FFF2-40B4-BE49-F238E27FC236}">
                      <a16:creationId xmlns:a16="http://schemas.microsoft.com/office/drawing/2014/main" id="{26CC396F-A0C8-8FFA-2E79-A1866D5BF4BA}"/>
                    </a:ext>
                  </a:extLst>
                </p:cNvPr>
                <p:cNvSpPr/>
                <p:nvPr/>
              </p:nvSpPr>
              <p:spPr>
                <a:xfrm>
                  <a:off x="1776549" y="1809207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1" name="직사각형 190">
                  <a:extLst>
                    <a:ext uri="{FF2B5EF4-FFF2-40B4-BE49-F238E27FC236}">
                      <a16:creationId xmlns:a16="http://schemas.microsoft.com/office/drawing/2014/main" id="{5287FFAF-2D54-AF2A-CE0B-537A8C743DAF}"/>
                    </a:ext>
                  </a:extLst>
                </p:cNvPr>
                <p:cNvSpPr/>
                <p:nvPr/>
              </p:nvSpPr>
              <p:spPr>
                <a:xfrm>
                  <a:off x="2129247" y="1809207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2" name="직사각형 191">
                  <a:extLst>
                    <a:ext uri="{FF2B5EF4-FFF2-40B4-BE49-F238E27FC236}">
                      <a16:creationId xmlns:a16="http://schemas.microsoft.com/office/drawing/2014/main" id="{8EBC6C85-4ACC-94EF-86A8-E36690F0150E}"/>
                    </a:ext>
                  </a:extLst>
                </p:cNvPr>
                <p:cNvSpPr/>
                <p:nvPr/>
              </p:nvSpPr>
              <p:spPr>
                <a:xfrm>
                  <a:off x="2481945" y="1809207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</p:grpSp>
          <p:cxnSp>
            <p:nvCxnSpPr>
              <p:cNvPr id="178" name="직선 화살표 연결선 177">
                <a:extLst>
                  <a:ext uri="{FF2B5EF4-FFF2-40B4-BE49-F238E27FC236}">
                    <a16:creationId xmlns:a16="http://schemas.microsoft.com/office/drawing/2014/main" id="{0B03A2B7-2534-EFE9-78B8-0A15B001BA51}"/>
                  </a:ext>
                </a:extLst>
              </p:cNvPr>
              <p:cNvCxnSpPr/>
              <p:nvPr/>
            </p:nvCxnSpPr>
            <p:spPr>
              <a:xfrm>
                <a:off x="10762343" y="1024970"/>
                <a:ext cx="0" cy="4679144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9" name="TextBox 178">
                    <a:extLst>
                      <a:ext uri="{FF2B5EF4-FFF2-40B4-BE49-F238E27FC236}">
                        <a16:creationId xmlns:a16="http://schemas.microsoft.com/office/drawing/2014/main" id="{6EA5A300-B2C1-3CB0-93CB-10845A219ACC}"/>
                      </a:ext>
                    </a:extLst>
                  </p:cNvPr>
                  <p:cNvSpPr txBox="1"/>
                  <p:nvPr/>
                </p:nvSpPr>
                <p:spPr>
                  <a:xfrm>
                    <a:off x="10804872" y="2777042"/>
                    <a:ext cx="627094" cy="37241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p>
                          </m:sSup>
                        </m:oMath>
                      </m:oMathPara>
                    </a14:m>
                    <a:endParaRPr lang="ko-KR" altLang="en-US" dirty="0"/>
                  </a:p>
                </p:txBody>
              </p:sp>
            </mc:Choice>
            <mc:Fallback xmlns="">
              <p:sp>
                <p:nvSpPr>
                  <p:cNvPr id="179" name="TextBox 178">
                    <a:extLst>
                      <a:ext uri="{FF2B5EF4-FFF2-40B4-BE49-F238E27FC236}">
                        <a16:creationId xmlns:a16="http://schemas.microsoft.com/office/drawing/2014/main" id="{6EA5A300-B2C1-3CB0-93CB-10845A219AC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804872" y="2777042"/>
                    <a:ext cx="627094" cy="372411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r="-29167" b="-100000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33827EEF-EBE7-1B12-9D85-184D73316D11}"/>
                  </a:ext>
                </a:extLst>
              </p:cNvPr>
              <p:cNvSpPr txBox="1"/>
              <p:nvPr/>
            </p:nvSpPr>
            <p:spPr>
              <a:xfrm>
                <a:off x="8287657" y="534984"/>
                <a:ext cx="2075544" cy="4943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900" dirty="0"/>
                  <a:t>index</a:t>
                </a:r>
                <a:endParaRPr lang="ko-KR" altLang="en-US" sz="900" dirty="0"/>
              </a:p>
            </p:txBody>
          </p:sp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5336C228-AD2B-84ED-6B58-C4D3C2A1608A}"/>
                  </a:ext>
                </a:extLst>
              </p:cNvPr>
              <p:cNvSpPr txBox="1"/>
              <p:nvPr/>
            </p:nvSpPr>
            <p:spPr>
              <a:xfrm>
                <a:off x="8511746" y="1234547"/>
                <a:ext cx="773793" cy="4943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900" dirty="0"/>
                  <a:t>0</a:t>
                </a:r>
                <a:endParaRPr lang="ko-KR" altLang="en-US" sz="9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2" name="TextBox 181">
                    <a:extLst>
                      <a:ext uri="{FF2B5EF4-FFF2-40B4-BE49-F238E27FC236}">
                        <a16:creationId xmlns:a16="http://schemas.microsoft.com/office/drawing/2014/main" id="{D0AEFEDC-FAB2-8049-8995-082F5820178D}"/>
                      </a:ext>
                    </a:extLst>
                  </p:cNvPr>
                  <p:cNvSpPr txBox="1"/>
                  <p:nvPr/>
                </p:nvSpPr>
                <p:spPr>
                  <a:xfrm>
                    <a:off x="8021410" y="3852192"/>
                    <a:ext cx="1470790" cy="49781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ko-KR" sz="9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9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ko-KR" sz="9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p>
                          </m:sSup>
                          <m:r>
                            <a:rPr lang="en-US" altLang="ko-KR" sz="9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oMath>
                      </m:oMathPara>
                    </a14:m>
                    <a:endParaRPr lang="ko-KR" altLang="en-US" sz="900" dirty="0"/>
                  </a:p>
                </p:txBody>
              </p:sp>
            </mc:Choice>
            <mc:Fallback xmlns="">
              <p:sp>
                <p:nvSpPr>
                  <p:cNvPr id="182" name="TextBox 181">
                    <a:extLst>
                      <a:ext uri="{FF2B5EF4-FFF2-40B4-BE49-F238E27FC236}">
                        <a16:creationId xmlns:a16="http://schemas.microsoft.com/office/drawing/2014/main" id="{D0AEFEDC-FAB2-8049-8995-082F5820178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21410" y="3852192"/>
                    <a:ext cx="1470790" cy="49781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3" name="TextBox 182">
                    <a:extLst>
                      <a:ext uri="{FF2B5EF4-FFF2-40B4-BE49-F238E27FC236}">
                        <a16:creationId xmlns:a16="http://schemas.microsoft.com/office/drawing/2014/main" id="{EAA3B9B5-E390-86A4-A2E4-D409F4C767DD}"/>
                      </a:ext>
                    </a:extLst>
                  </p:cNvPr>
                  <p:cNvSpPr txBox="1"/>
                  <p:nvPr/>
                </p:nvSpPr>
                <p:spPr>
                  <a:xfrm>
                    <a:off x="8443964" y="4941398"/>
                    <a:ext cx="627094" cy="49781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ko-KR" sz="9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9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ko-KR" sz="9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p>
                          </m:sSup>
                        </m:oMath>
                      </m:oMathPara>
                    </a14:m>
                    <a:endParaRPr lang="ko-KR" altLang="en-US" sz="900" dirty="0"/>
                  </a:p>
                </p:txBody>
              </p:sp>
            </mc:Choice>
            <mc:Fallback xmlns="">
              <p:sp>
                <p:nvSpPr>
                  <p:cNvPr id="183" name="TextBox 182">
                    <a:extLst>
                      <a:ext uri="{FF2B5EF4-FFF2-40B4-BE49-F238E27FC236}">
                        <a16:creationId xmlns:a16="http://schemas.microsoft.com/office/drawing/2014/main" id="{EAA3B9B5-E390-86A4-A2E4-D409F4C767D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43964" y="4941398"/>
                    <a:ext cx="627094" cy="49781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72052964-4476-DE2A-F259-B17E55DF99E0}"/>
                </a:ext>
              </a:extLst>
            </p:cNvPr>
            <p:cNvSpPr txBox="1"/>
            <p:nvPr/>
          </p:nvSpPr>
          <p:spPr>
            <a:xfrm>
              <a:off x="731644" y="4726847"/>
              <a:ext cx="36129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/>
                <a:t>22</a:t>
              </a:r>
              <a:endParaRPr lang="ko-KR" altLang="en-US" sz="900" dirty="0"/>
            </a:p>
          </p:txBody>
        </p:sp>
      </p:grpSp>
      <p:sp>
        <p:nvSpPr>
          <p:cNvPr id="220" name="왼쪽 중괄호 219">
            <a:extLst>
              <a:ext uri="{FF2B5EF4-FFF2-40B4-BE49-F238E27FC236}">
                <a16:creationId xmlns:a16="http://schemas.microsoft.com/office/drawing/2014/main" id="{D52CFA57-7E39-E4F7-8D65-59D37044E4AA}"/>
              </a:ext>
            </a:extLst>
          </p:cNvPr>
          <p:cNvSpPr/>
          <p:nvPr/>
        </p:nvSpPr>
        <p:spPr>
          <a:xfrm rot="16200000">
            <a:off x="7406350" y="2739906"/>
            <a:ext cx="348426" cy="1931383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1" name="TextBox 220">
                <a:extLst>
                  <a:ext uri="{FF2B5EF4-FFF2-40B4-BE49-F238E27FC236}">
                    <a16:creationId xmlns:a16="http://schemas.microsoft.com/office/drawing/2014/main" id="{99EF3BEA-62F2-21B0-D3E8-D5C593DAAEA7}"/>
                  </a:ext>
                </a:extLst>
              </p:cNvPr>
              <p:cNvSpPr txBox="1"/>
              <p:nvPr/>
            </p:nvSpPr>
            <p:spPr>
              <a:xfrm>
                <a:off x="6855734" y="3832580"/>
                <a:ext cx="2438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altLang="ko-KR" dirty="0"/>
                  <a:t>(=5) bit per index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221" name="TextBox 220">
                <a:extLst>
                  <a:ext uri="{FF2B5EF4-FFF2-40B4-BE49-F238E27FC236}">
                    <a16:creationId xmlns:a16="http://schemas.microsoft.com/office/drawing/2014/main" id="{99EF3BEA-62F2-21B0-D3E8-D5C593DAAE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5734" y="3832580"/>
                <a:ext cx="2438400" cy="369332"/>
              </a:xfrm>
              <a:prstGeom prst="rect">
                <a:avLst/>
              </a:prstGeom>
              <a:blipFill>
                <a:blip r:embed="rId11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2" name="같음 기호 221">
            <a:extLst>
              <a:ext uri="{FF2B5EF4-FFF2-40B4-BE49-F238E27FC236}">
                <a16:creationId xmlns:a16="http://schemas.microsoft.com/office/drawing/2014/main" id="{7B0F01A6-DE15-DA51-BC30-7F2567C4FB7E}"/>
              </a:ext>
            </a:extLst>
          </p:cNvPr>
          <p:cNvSpPr/>
          <p:nvPr/>
        </p:nvSpPr>
        <p:spPr>
          <a:xfrm>
            <a:off x="5370286" y="3251200"/>
            <a:ext cx="738116" cy="371840"/>
          </a:xfrm>
          <a:prstGeom prst="mathEqual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12515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B6A744-654B-4680-345A-4206DD458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Layer specific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8F22CA-5426-2720-12BD-C730FFB12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5</a:t>
            </a:fld>
            <a:endParaRPr lang="ko-KR" altLang="en-US"/>
          </a:p>
        </p:txBody>
      </p:sp>
      <p:grpSp>
        <p:nvGrpSpPr>
          <p:cNvPr id="131" name="그룹 130">
            <a:extLst>
              <a:ext uri="{FF2B5EF4-FFF2-40B4-BE49-F238E27FC236}">
                <a16:creationId xmlns:a16="http://schemas.microsoft.com/office/drawing/2014/main" id="{51E38346-97C1-A8C6-B5D9-BB7DC5A9D870}"/>
              </a:ext>
            </a:extLst>
          </p:cNvPr>
          <p:cNvGrpSpPr/>
          <p:nvPr/>
        </p:nvGrpSpPr>
        <p:grpSpPr>
          <a:xfrm>
            <a:off x="1075869" y="745013"/>
            <a:ext cx="4637315" cy="1720600"/>
            <a:chOff x="740228" y="233070"/>
            <a:chExt cx="6180896" cy="2479652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DB34A852-A6BC-9FE5-6BEC-CEEDAC15873B}"/>
                </a:ext>
              </a:extLst>
            </p:cNvPr>
            <p:cNvGrpSpPr/>
            <p:nvPr/>
          </p:nvGrpSpPr>
          <p:grpSpPr>
            <a:xfrm>
              <a:off x="740228" y="938107"/>
              <a:ext cx="4434115" cy="1138344"/>
              <a:chOff x="1538514" y="4842449"/>
              <a:chExt cx="5493374" cy="1410281"/>
            </a:xfrm>
          </p:grpSpPr>
          <p:cxnSp>
            <p:nvCxnSpPr>
              <p:cNvPr id="6" name="직선 화살표 연결선 5">
                <a:extLst>
                  <a:ext uri="{FF2B5EF4-FFF2-40B4-BE49-F238E27FC236}">
                    <a16:creationId xmlns:a16="http://schemas.microsoft.com/office/drawing/2014/main" id="{E67D44DB-4C1F-F85D-CDD6-15DC3A6E9CE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362700" y="5785644"/>
                <a:ext cx="162719" cy="252016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7" name="그룹 6">
                <a:extLst>
                  <a:ext uri="{FF2B5EF4-FFF2-40B4-BE49-F238E27FC236}">
                    <a16:creationId xmlns:a16="http://schemas.microsoft.com/office/drawing/2014/main" id="{34244FE2-EE7F-B26A-BBED-D37B885D3C1F}"/>
                  </a:ext>
                </a:extLst>
              </p:cNvPr>
              <p:cNvGrpSpPr/>
              <p:nvPr/>
            </p:nvGrpSpPr>
            <p:grpSpPr>
              <a:xfrm>
                <a:off x="1538514" y="4842449"/>
                <a:ext cx="5493374" cy="1410281"/>
                <a:chOff x="1538514" y="4842449"/>
                <a:chExt cx="5493374" cy="1410281"/>
              </a:xfrm>
            </p:grpSpPr>
            <p:grpSp>
              <p:nvGrpSpPr>
                <p:cNvPr id="8" name="그룹 7">
                  <a:extLst>
                    <a:ext uri="{FF2B5EF4-FFF2-40B4-BE49-F238E27FC236}">
                      <a16:creationId xmlns:a16="http://schemas.microsoft.com/office/drawing/2014/main" id="{9D84E602-75C3-6561-2A4B-17EA4D221676}"/>
                    </a:ext>
                  </a:extLst>
                </p:cNvPr>
                <p:cNvGrpSpPr/>
                <p:nvPr/>
              </p:nvGrpSpPr>
              <p:grpSpPr>
                <a:xfrm>
                  <a:off x="1538514" y="5404755"/>
                  <a:ext cx="2165350" cy="546102"/>
                  <a:chOff x="1538514" y="5404755"/>
                  <a:chExt cx="2165350" cy="546102"/>
                </a:xfrm>
              </p:grpSpPr>
              <p:grpSp>
                <p:nvGrpSpPr>
                  <p:cNvPr id="46" name="그룹 45">
                    <a:extLst>
                      <a:ext uri="{FF2B5EF4-FFF2-40B4-BE49-F238E27FC236}">
                        <a16:creationId xmlns:a16="http://schemas.microsoft.com/office/drawing/2014/main" id="{F8B537ED-7938-C9BE-6903-405F7848DA30}"/>
                      </a:ext>
                    </a:extLst>
                  </p:cNvPr>
                  <p:cNvGrpSpPr/>
                  <p:nvPr/>
                </p:nvGrpSpPr>
                <p:grpSpPr>
                  <a:xfrm>
                    <a:off x="1671860" y="5404755"/>
                    <a:ext cx="2032004" cy="406400"/>
                    <a:chOff x="1480457" y="1182914"/>
                    <a:chExt cx="2032004" cy="406400"/>
                  </a:xfrm>
                </p:grpSpPr>
                <p:sp>
                  <p:nvSpPr>
                    <p:cNvPr id="69" name="직사각형 68">
                      <a:extLst>
                        <a:ext uri="{FF2B5EF4-FFF2-40B4-BE49-F238E27FC236}">
                          <a16:creationId xmlns:a16="http://schemas.microsoft.com/office/drawing/2014/main" id="{8725A69C-4D26-5D9A-E97A-D4CD5120B8B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80457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lumMod val="40000"/>
                        <a:lumOff val="60000"/>
                        <a:alpha val="85000"/>
                      </a:schemeClr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70" name="직사각형 69">
                      <a:extLst>
                        <a:ext uri="{FF2B5EF4-FFF2-40B4-BE49-F238E27FC236}">
                          <a16:creationId xmlns:a16="http://schemas.microsoft.com/office/drawing/2014/main" id="{2DA55B35-4E42-D3A8-8DE3-2E504790931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86857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sp>
                  <p:nvSpPr>
                    <p:cNvPr id="71" name="직사각형 70">
                      <a:extLst>
                        <a:ext uri="{FF2B5EF4-FFF2-40B4-BE49-F238E27FC236}">
                          <a16:creationId xmlns:a16="http://schemas.microsoft.com/office/drawing/2014/main" id="{EC731C8C-F02E-D277-CF46-D59D51E9B90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93257" y="1182914"/>
                      <a:ext cx="406400" cy="406400"/>
                    </a:xfrm>
                    <a:prstGeom prst="rect">
                      <a:avLst/>
                    </a:prstGeom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72" name="직사각형 71">
                      <a:extLst>
                        <a:ext uri="{FF2B5EF4-FFF2-40B4-BE49-F238E27FC236}">
                          <a16:creationId xmlns:a16="http://schemas.microsoft.com/office/drawing/2014/main" id="{7A143283-281E-1DB1-22B3-BC941595230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99657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lumMod val="40000"/>
                        <a:lumOff val="60000"/>
                      </a:schemeClr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73" name="직사각형 72">
                      <a:extLst>
                        <a:ext uri="{FF2B5EF4-FFF2-40B4-BE49-F238E27FC236}">
                          <a16:creationId xmlns:a16="http://schemas.microsoft.com/office/drawing/2014/main" id="{9BB9DD0F-230C-B314-3807-4B1087654AC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06057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74" name="직사각형 73">
                      <a:extLst>
                        <a:ext uri="{FF2B5EF4-FFF2-40B4-BE49-F238E27FC236}">
                          <a16:creationId xmlns:a16="http://schemas.microsoft.com/office/drawing/2014/main" id="{B85F3371-8B04-B6C5-B2BE-D1DC575FDE5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86861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alpha val="85000"/>
                      </a:schemeClr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sp>
                  <p:nvSpPr>
                    <p:cNvPr id="75" name="직사각형 74">
                      <a:extLst>
                        <a:ext uri="{FF2B5EF4-FFF2-40B4-BE49-F238E27FC236}">
                          <a16:creationId xmlns:a16="http://schemas.microsoft.com/office/drawing/2014/main" id="{9C96E51E-3D64-B570-53DD-9A41C8546F3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93261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alpha val="85000"/>
                      </a:schemeClr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76" name="직사각형 75">
                      <a:extLst>
                        <a:ext uri="{FF2B5EF4-FFF2-40B4-BE49-F238E27FC236}">
                          <a16:creationId xmlns:a16="http://schemas.microsoft.com/office/drawing/2014/main" id="{79C7CAC6-98DF-89F7-3F1F-D67553B29BF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99661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lumMod val="40000"/>
                        <a:lumOff val="60000"/>
                        <a:alpha val="85000"/>
                      </a:schemeClr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77" name="직사각형 76">
                      <a:extLst>
                        <a:ext uri="{FF2B5EF4-FFF2-40B4-BE49-F238E27FC236}">
                          <a16:creationId xmlns:a16="http://schemas.microsoft.com/office/drawing/2014/main" id="{A5B37758-8932-E782-178B-681A316A7EB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06061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alpha val="85000"/>
                      </a:schemeClr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</p:grpSp>
              <p:grpSp>
                <p:nvGrpSpPr>
                  <p:cNvPr id="47" name="그룹 46">
                    <a:extLst>
                      <a:ext uri="{FF2B5EF4-FFF2-40B4-BE49-F238E27FC236}">
                        <a16:creationId xmlns:a16="http://schemas.microsoft.com/office/drawing/2014/main" id="{B83F163D-C1B5-A14D-3C22-71793E8D614A}"/>
                      </a:ext>
                    </a:extLst>
                  </p:cNvPr>
                  <p:cNvGrpSpPr/>
                  <p:nvPr/>
                </p:nvGrpSpPr>
                <p:grpSpPr>
                  <a:xfrm>
                    <a:off x="1633760" y="5449206"/>
                    <a:ext cx="2032004" cy="406400"/>
                    <a:chOff x="1480457" y="1182914"/>
                    <a:chExt cx="2032004" cy="406400"/>
                  </a:xfrm>
                </p:grpSpPr>
                <p:sp>
                  <p:nvSpPr>
                    <p:cNvPr id="60" name="직사각형 59">
                      <a:extLst>
                        <a:ext uri="{FF2B5EF4-FFF2-40B4-BE49-F238E27FC236}">
                          <a16:creationId xmlns:a16="http://schemas.microsoft.com/office/drawing/2014/main" id="{83B3CCA1-F080-661A-87B7-2B4F27130E7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80457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lumMod val="40000"/>
                        <a:lumOff val="60000"/>
                        <a:alpha val="85000"/>
                      </a:schemeClr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61" name="직사각형 60">
                      <a:extLst>
                        <a:ext uri="{FF2B5EF4-FFF2-40B4-BE49-F238E27FC236}">
                          <a16:creationId xmlns:a16="http://schemas.microsoft.com/office/drawing/2014/main" id="{D66A6E4F-F454-3C53-47EA-17E7EA6F6C5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86857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sp>
                  <p:nvSpPr>
                    <p:cNvPr id="62" name="직사각형 61">
                      <a:extLst>
                        <a:ext uri="{FF2B5EF4-FFF2-40B4-BE49-F238E27FC236}">
                          <a16:creationId xmlns:a16="http://schemas.microsoft.com/office/drawing/2014/main" id="{E44D7B97-0F63-3578-B926-F8AE50C36D8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93257" y="1182914"/>
                      <a:ext cx="406400" cy="406400"/>
                    </a:xfrm>
                    <a:prstGeom prst="rect">
                      <a:avLst/>
                    </a:prstGeom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63" name="직사각형 62">
                      <a:extLst>
                        <a:ext uri="{FF2B5EF4-FFF2-40B4-BE49-F238E27FC236}">
                          <a16:creationId xmlns:a16="http://schemas.microsoft.com/office/drawing/2014/main" id="{B1AC344F-A5FA-3743-CBF3-10D87CE717B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99657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lumMod val="40000"/>
                        <a:lumOff val="60000"/>
                      </a:schemeClr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64" name="직사각형 63">
                      <a:extLst>
                        <a:ext uri="{FF2B5EF4-FFF2-40B4-BE49-F238E27FC236}">
                          <a16:creationId xmlns:a16="http://schemas.microsoft.com/office/drawing/2014/main" id="{7A5C7189-1896-D78F-CEED-A740325DC24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06057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65" name="직사각형 64">
                      <a:extLst>
                        <a:ext uri="{FF2B5EF4-FFF2-40B4-BE49-F238E27FC236}">
                          <a16:creationId xmlns:a16="http://schemas.microsoft.com/office/drawing/2014/main" id="{41378CD1-93EB-84FE-2C3C-2C7639D03B7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86861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alpha val="85000"/>
                      </a:schemeClr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sp>
                  <p:nvSpPr>
                    <p:cNvPr id="66" name="직사각형 65">
                      <a:extLst>
                        <a:ext uri="{FF2B5EF4-FFF2-40B4-BE49-F238E27FC236}">
                          <a16:creationId xmlns:a16="http://schemas.microsoft.com/office/drawing/2014/main" id="{467570A0-F93A-98D7-FEBE-08968C56E67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93261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lumMod val="40000"/>
                        <a:lumOff val="60000"/>
                        <a:alpha val="85000"/>
                      </a:schemeClr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67" name="직사각형 66">
                      <a:extLst>
                        <a:ext uri="{FF2B5EF4-FFF2-40B4-BE49-F238E27FC236}">
                          <a16:creationId xmlns:a16="http://schemas.microsoft.com/office/drawing/2014/main" id="{0DBDB7AC-3BC3-245C-31AD-8767F96D607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99661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alpha val="85000"/>
                      </a:schemeClr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68" name="직사각형 67">
                      <a:extLst>
                        <a:ext uri="{FF2B5EF4-FFF2-40B4-BE49-F238E27FC236}">
                          <a16:creationId xmlns:a16="http://schemas.microsoft.com/office/drawing/2014/main" id="{482C4516-E7C4-93A5-D405-3E364E99DEE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06061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lumMod val="20000"/>
                        <a:lumOff val="80000"/>
                        <a:alpha val="85000"/>
                      </a:schemeClr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</p:grpSp>
              <p:grpSp>
                <p:nvGrpSpPr>
                  <p:cNvPr id="48" name="그룹 47">
                    <a:extLst>
                      <a:ext uri="{FF2B5EF4-FFF2-40B4-BE49-F238E27FC236}">
                        <a16:creationId xmlns:a16="http://schemas.microsoft.com/office/drawing/2014/main" id="{B7CA7939-5854-FAD6-754D-C835E14DA91D}"/>
                      </a:ext>
                    </a:extLst>
                  </p:cNvPr>
                  <p:cNvGrpSpPr/>
                  <p:nvPr/>
                </p:nvGrpSpPr>
                <p:grpSpPr>
                  <a:xfrm>
                    <a:off x="1586139" y="5496832"/>
                    <a:ext cx="2032000" cy="406400"/>
                    <a:chOff x="1480457" y="1182914"/>
                    <a:chExt cx="2032000" cy="406400"/>
                  </a:xfrm>
                </p:grpSpPr>
                <p:sp>
                  <p:nvSpPr>
                    <p:cNvPr id="55" name="직사각형 54">
                      <a:extLst>
                        <a:ext uri="{FF2B5EF4-FFF2-40B4-BE49-F238E27FC236}">
                          <a16:creationId xmlns:a16="http://schemas.microsoft.com/office/drawing/2014/main" id="{8C2D1176-A0C2-3026-8691-3C866173500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80457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alpha val="85000"/>
                      </a:schemeClr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56" name="직사각형 55">
                      <a:extLst>
                        <a:ext uri="{FF2B5EF4-FFF2-40B4-BE49-F238E27FC236}">
                          <a16:creationId xmlns:a16="http://schemas.microsoft.com/office/drawing/2014/main" id="{27B9EA1A-C29D-63D4-4842-432B3A7D656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86857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lumMod val="40000"/>
                        <a:lumOff val="60000"/>
                        <a:alpha val="85000"/>
                      </a:schemeClr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sp>
                  <p:nvSpPr>
                    <p:cNvPr id="57" name="직사각형 56">
                      <a:extLst>
                        <a:ext uri="{FF2B5EF4-FFF2-40B4-BE49-F238E27FC236}">
                          <a16:creationId xmlns:a16="http://schemas.microsoft.com/office/drawing/2014/main" id="{2FFAA709-3AD9-70B5-E0C4-5F5C88E9CD4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93257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alpha val="85000"/>
                      </a:schemeClr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58" name="직사각형 57">
                      <a:extLst>
                        <a:ext uri="{FF2B5EF4-FFF2-40B4-BE49-F238E27FC236}">
                          <a16:creationId xmlns:a16="http://schemas.microsoft.com/office/drawing/2014/main" id="{B22C7EBB-F880-3505-452A-CBB3E0DAD8E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99657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lumMod val="40000"/>
                        <a:lumOff val="60000"/>
                        <a:alpha val="85000"/>
                      </a:schemeClr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59" name="직사각형 58">
                      <a:extLst>
                        <a:ext uri="{FF2B5EF4-FFF2-40B4-BE49-F238E27FC236}">
                          <a16:creationId xmlns:a16="http://schemas.microsoft.com/office/drawing/2014/main" id="{D7D94FE6-7712-4671-6BC5-D36C7F981A2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06057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lumMod val="40000"/>
                        <a:lumOff val="60000"/>
                        <a:alpha val="85000"/>
                      </a:schemeClr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</p:grpSp>
              <p:grpSp>
                <p:nvGrpSpPr>
                  <p:cNvPr id="49" name="그룹 48">
                    <a:extLst>
                      <a:ext uri="{FF2B5EF4-FFF2-40B4-BE49-F238E27FC236}">
                        <a16:creationId xmlns:a16="http://schemas.microsoft.com/office/drawing/2014/main" id="{75A9F30E-9438-502C-6220-F227D6BA7A3D}"/>
                      </a:ext>
                    </a:extLst>
                  </p:cNvPr>
                  <p:cNvGrpSpPr/>
                  <p:nvPr/>
                </p:nvGrpSpPr>
                <p:grpSpPr>
                  <a:xfrm>
                    <a:off x="1538514" y="5544457"/>
                    <a:ext cx="2032000" cy="406400"/>
                    <a:chOff x="1480457" y="1182914"/>
                    <a:chExt cx="2032000" cy="406400"/>
                  </a:xfrm>
                </p:grpSpPr>
                <p:sp>
                  <p:nvSpPr>
                    <p:cNvPr id="50" name="직사각형 49">
                      <a:extLst>
                        <a:ext uri="{FF2B5EF4-FFF2-40B4-BE49-F238E27FC236}">
                          <a16:creationId xmlns:a16="http://schemas.microsoft.com/office/drawing/2014/main" id="{5EDF825D-68C0-3B3A-F573-30B4F56EC76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80457" y="1182914"/>
                      <a:ext cx="406400" cy="406400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51" name="직사각형 50">
                      <a:extLst>
                        <a:ext uri="{FF2B5EF4-FFF2-40B4-BE49-F238E27FC236}">
                          <a16:creationId xmlns:a16="http://schemas.microsoft.com/office/drawing/2014/main" id="{FABFC8F5-DABF-E3C0-1A73-121ECAD0931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86857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lumMod val="40000"/>
                        <a:lumOff val="60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sp>
                  <p:nvSpPr>
                    <p:cNvPr id="52" name="직사각형 51">
                      <a:extLst>
                        <a:ext uri="{FF2B5EF4-FFF2-40B4-BE49-F238E27FC236}">
                          <a16:creationId xmlns:a16="http://schemas.microsoft.com/office/drawing/2014/main" id="{403761EB-5BBB-F585-3AD8-1B7863BD370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93257" y="1182914"/>
                      <a:ext cx="406400" cy="406400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53" name="직사각형 52">
                      <a:extLst>
                        <a:ext uri="{FF2B5EF4-FFF2-40B4-BE49-F238E27FC236}">
                          <a16:creationId xmlns:a16="http://schemas.microsoft.com/office/drawing/2014/main" id="{BC123722-73B6-54B3-A4F2-13BA428E85F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99653" y="1182914"/>
                      <a:ext cx="406400" cy="406400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54" name="직사각형 53">
                      <a:extLst>
                        <a:ext uri="{FF2B5EF4-FFF2-40B4-BE49-F238E27FC236}">
                          <a16:creationId xmlns:a16="http://schemas.microsoft.com/office/drawing/2014/main" id="{BB8C5916-9E36-FD67-120F-DFDE7E1D4A8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06057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lumMod val="40000"/>
                        <a:lumOff val="60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</p:grpSp>
            </p:grpSp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4A43B779-556B-07AA-B3C2-4F32F2D16CB0}"/>
                    </a:ext>
                  </a:extLst>
                </p:cNvPr>
                <p:cNvSpPr txBox="1"/>
                <p:nvPr/>
              </p:nvSpPr>
              <p:spPr>
                <a:xfrm>
                  <a:off x="3567147" y="5480820"/>
                  <a:ext cx="1098626" cy="34317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200" dirty="0"/>
                    <a:t>   …</a:t>
                  </a:r>
                  <a:endParaRPr lang="ko-KR" altLang="en-US" sz="1200" dirty="0"/>
                </a:p>
              </p:txBody>
            </p:sp>
            <p:grpSp>
              <p:nvGrpSpPr>
                <p:cNvPr id="10" name="그룹 9">
                  <a:extLst>
                    <a:ext uri="{FF2B5EF4-FFF2-40B4-BE49-F238E27FC236}">
                      <a16:creationId xmlns:a16="http://schemas.microsoft.com/office/drawing/2014/main" id="{B27B8434-62E8-439D-5619-1715397D91CB}"/>
                    </a:ext>
                  </a:extLst>
                </p:cNvPr>
                <p:cNvGrpSpPr/>
                <p:nvPr/>
              </p:nvGrpSpPr>
              <p:grpSpPr>
                <a:xfrm>
                  <a:off x="4265763" y="5404755"/>
                  <a:ext cx="2165350" cy="546102"/>
                  <a:chOff x="1538514" y="5404755"/>
                  <a:chExt cx="2165350" cy="546102"/>
                </a:xfrm>
              </p:grpSpPr>
              <p:grpSp>
                <p:nvGrpSpPr>
                  <p:cNvPr id="14" name="그룹 13">
                    <a:extLst>
                      <a:ext uri="{FF2B5EF4-FFF2-40B4-BE49-F238E27FC236}">
                        <a16:creationId xmlns:a16="http://schemas.microsoft.com/office/drawing/2014/main" id="{E8EAB4D5-2270-254F-C1DE-9D8051B12D0D}"/>
                      </a:ext>
                    </a:extLst>
                  </p:cNvPr>
                  <p:cNvGrpSpPr/>
                  <p:nvPr/>
                </p:nvGrpSpPr>
                <p:grpSpPr>
                  <a:xfrm>
                    <a:off x="1671860" y="5404755"/>
                    <a:ext cx="2032004" cy="406400"/>
                    <a:chOff x="1480457" y="1182914"/>
                    <a:chExt cx="2032004" cy="406400"/>
                  </a:xfrm>
                </p:grpSpPr>
                <p:sp>
                  <p:nvSpPr>
                    <p:cNvPr id="37" name="직사각형 36">
                      <a:extLst>
                        <a:ext uri="{FF2B5EF4-FFF2-40B4-BE49-F238E27FC236}">
                          <a16:creationId xmlns:a16="http://schemas.microsoft.com/office/drawing/2014/main" id="{14F6EAB5-9D0E-EF83-037C-4EEC6A2F441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80457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lumMod val="40000"/>
                        <a:lumOff val="60000"/>
                        <a:alpha val="85000"/>
                      </a:schemeClr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38" name="직사각형 37">
                      <a:extLst>
                        <a:ext uri="{FF2B5EF4-FFF2-40B4-BE49-F238E27FC236}">
                          <a16:creationId xmlns:a16="http://schemas.microsoft.com/office/drawing/2014/main" id="{E325B9FE-888C-CAD1-C512-BA6AC8A1980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86857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sp>
                  <p:nvSpPr>
                    <p:cNvPr id="39" name="직사각형 38">
                      <a:extLst>
                        <a:ext uri="{FF2B5EF4-FFF2-40B4-BE49-F238E27FC236}">
                          <a16:creationId xmlns:a16="http://schemas.microsoft.com/office/drawing/2014/main" id="{22A5FE8E-2171-EDCD-D1D4-2C953B0DDFD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93257" y="1182914"/>
                      <a:ext cx="406400" cy="406400"/>
                    </a:xfrm>
                    <a:prstGeom prst="rect">
                      <a:avLst/>
                    </a:prstGeom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40" name="직사각형 39">
                      <a:extLst>
                        <a:ext uri="{FF2B5EF4-FFF2-40B4-BE49-F238E27FC236}">
                          <a16:creationId xmlns:a16="http://schemas.microsoft.com/office/drawing/2014/main" id="{E9F246C3-6A00-7D6A-DB26-5C0E667C0C3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99657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lumMod val="40000"/>
                        <a:lumOff val="60000"/>
                      </a:schemeClr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41" name="직사각형 40">
                      <a:extLst>
                        <a:ext uri="{FF2B5EF4-FFF2-40B4-BE49-F238E27FC236}">
                          <a16:creationId xmlns:a16="http://schemas.microsoft.com/office/drawing/2014/main" id="{DD8D342F-66C1-9395-9D10-EBFD6315508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06057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42" name="직사각형 41">
                      <a:extLst>
                        <a:ext uri="{FF2B5EF4-FFF2-40B4-BE49-F238E27FC236}">
                          <a16:creationId xmlns:a16="http://schemas.microsoft.com/office/drawing/2014/main" id="{CF602113-BC1C-6E83-03B5-896F5152528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86861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alpha val="85000"/>
                      </a:schemeClr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sp>
                  <p:nvSpPr>
                    <p:cNvPr id="43" name="직사각형 42">
                      <a:extLst>
                        <a:ext uri="{FF2B5EF4-FFF2-40B4-BE49-F238E27FC236}">
                          <a16:creationId xmlns:a16="http://schemas.microsoft.com/office/drawing/2014/main" id="{1DD6D3F2-8103-D125-5AEA-6188C40F752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93261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alpha val="85000"/>
                      </a:schemeClr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44" name="직사각형 43">
                      <a:extLst>
                        <a:ext uri="{FF2B5EF4-FFF2-40B4-BE49-F238E27FC236}">
                          <a16:creationId xmlns:a16="http://schemas.microsoft.com/office/drawing/2014/main" id="{8EF0C341-E82B-4F6D-77F8-F61783060FF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99661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lumMod val="40000"/>
                        <a:lumOff val="60000"/>
                        <a:alpha val="85000"/>
                      </a:schemeClr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45" name="직사각형 44">
                      <a:extLst>
                        <a:ext uri="{FF2B5EF4-FFF2-40B4-BE49-F238E27FC236}">
                          <a16:creationId xmlns:a16="http://schemas.microsoft.com/office/drawing/2014/main" id="{A452AF80-75DA-324D-DC78-A8E3B5FF38B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06061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alpha val="85000"/>
                      </a:schemeClr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</p:grpSp>
              <p:grpSp>
                <p:nvGrpSpPr>
                  <p:cNvPr id="15" name="그룹 14">
                    <a:extLst>
                      <a:ext uri="{FF2B5EF4-FFF2-40B4-BE49-F238E27FC236}">
                        <a16:creationId xmlns:a16="http://schemas.microsoft.com/office/drawing/2014/main" id="{90E193C1-28C0-0934-D1A4-9256D44D0034}"/>
                      </a:ext>
                    </a:extLst>
                  </p:cNvPr>
                  <p:cNvGrpSpPr/>
                  <p:nvPr/>
                </p:nvGrpSpPr>
                <p:grpSpPr>
                  <a:xfrm>
                    <a:off x="1633760" y="5449206"/>
                    <a:ext cx="2032004" cy="406400"/>
                    <a:chOff x="1480457" y="1182914"/>
                    <a:chExt cx="2032004" cy="406400"/>
                  </a:xfrm>
                </p:grpSpPr>
                <p:sp>
                  <p:nvSpPr>
                    <p:cNvPr id="28" name="직사각형 27">
                      <a:extLst>
                        <a:ext uri="{FF2B5EF4-FFF2-40B4-BE49-F238E27FC236}">
                          <a16:creationId xmlns:a16="http://schemas.microsoft.com/office/drawing/2014/main" id="{43AED4E8-3431-4203-06F0-FAC53D9A3A2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80457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lumMod val="40000"/>
                        <a:lumOff val="60000"/>
                        <a:alpha val="85000"/>
                      </a:schemeClr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29" name="직사각형 28">
                      <a:extLst>
                        <a:ext uri="{FF2B5EF4-FFF2-40B4-BE49-F238E27FC236}">
                          <a16:creationId xmlns:a16="http://schemas.microsoft.com/office/drawing/2014/main" id="{B463C9B9-09F6-EEF8-5ED5-4BB9DFA5798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86857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sp>
                  <p:nvSpPr>
                    <p:cNvPr id="30" name="직사각형 29">
                      <a:extLst>
                        <a:ext uri="{FF2B5EF4-FFF2-40B4-BE49-F238E27FC236}">
                          <a16:creationId xmlns:a16="http://schemas.microsoft.com/office/drawing/2014/main" id="{3088519A-8CD0-29C9-6F14-2AD145628FD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93257" y="1182914"/>
                      <a:ext cx="406400" cy="406400"/>
                    </a:xfrm>
                    <a:prstGeom prst="rect">
                      <a:avLst/>
                    </a:prstGeom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31" name="직사각형 30">
                      <a:extLst>
                        <a:ext uri="{FF2B5EF4-FFF2-40B4-BE49-F238E27FC236}">
                          <a16:creationId xmlns:a16="http://schemas.microsoft.com/office/drawing/2014/main" id="{D7F884E6-6ADC-47EF-8DA8-E3434960D26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99657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lumMod val="40000"/>
                        <a:lumOff val="60000"/>
                      </a:schemeClr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32" name="직사각형 31">
                      <a:extLst>
                        <a:ext uri="{FF2B5EF4-FFF2-40B4-BE49-F238E27FC236}">
                          <a16:creationId xmlns:a16="http://schemas.microsoft.com/office/drawing/2014/main" id="{96820381-6E6F-FEBE-F9EE-4D1F5FEAC8F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06057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33" name="직사각형 32">
                      <a:extLst>
                        <a:ext uri="{FF2B5EF4-FFF2-40B4-BE49-F238E27FC236}">
                          <a16:creationId xmlns:a16="http://schemas.microsoft.com/office/drawing/2014/main" id="{84426050-0F25-F7F8-FC8D-D8D343B2A60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86861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alpha val="85000"/>
                      </a:schemeClr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sp>
                  <p:nvSpPr>
                    <p:cNvPr id="34" name="직사각형 33">
                      <a:extLst>
                        <a:ext uri="{FF2B5EF4-FFF2-40B4-BE49-F238E27FC236}">
                          <a16:creationId xmlns:a16="http://schemas.microsoft.com/office/drawing/2014/main" id="{3709D270-392E-490B-FC80-61BF0A3D156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93261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lumMod val="40000"/>
                        <a:lumOff val="60000"/>
                        <a:alpha val="85000"/>
                      </a:schemeClr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35" name="직사각형 34">
                      <a:extLst>
                        <a:ext uri="{FF2B5EF4-FFF2-40B4-BE49-F238E27FC236}">
                          <a16:creationId xmlns:a16="http://schemas.microsoft.com/office/drawing/2014/main" id="{616F2A30-23EB-1D29-FCBF-4852D3FBA40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99661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alpha val="85000"/>
                      </a:schemeClr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36" name="직사각형 35">
                      <a:extLst>
                        <a:ext uri="{FF2B5EF4-FFF2-40B4-BE49-F238E27FC236}">
                          <a16:creationId xmlns:a16="http://schemas.microsoft.com/office/drawing/2014/main" id="{EFFDAE51-1CCC-A7DE-18EC-9470C382336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06061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lumMod val="20000"/>
                        <a:lumOff val="80000"/>
                        <a:alpha val="85000"/>
                      </a:schemeClr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</p:grpSp>
              <p:grpSp>
                <p:nvGrpSpPr>
                  <p:cNvPr id="16" name="그룹 15">
                    <a:extLst>
                      <a:ext uri="{FF2B5EF4-FFF2-40B4-BE49-F238E27FC236}">
                        <a16:creationId xmlns:a16="http://schemas.microsoft.com/office/drawing/2014/main" id="{747C44CE-5FB7-0273-304A-E5FC07789B25}"/>
                      </a:ext>
                    </a:extLst>
                  </p:cNvPr>
                  <p:cNvGrpSpPr/>
                  <p:nvPr/>
                </p:nvGrpSpPr>
                <p:grpSpPr>
                  <a:xfrm>
                    <a:off x="1586139" y="5496832"/>
                    <a:ext cx="2032000" cy="406400"/>
                    <a:chOff x="1480457" y="1182914"/>
                    <a:chExt cx="2032000" cy="406400"/>
                  </a:xfrm>
                </p:grpSpPr>
                <p:sp>
                  <p:nvSpPr>
                    <p:cNvPr id="23" name="직사각형 22">
                      <a:extLst>
                        <a:ext uri="{FF2B5EF4-FFF2-40B4-BE49-F238E27FC236}">
                          <a16:creationId xmlns:a16="http://schemas.microsoft.com/office/drawing/2014/main" id="{73714D75-3A0F-2D21-C5D9-720CB365A16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80457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alpha val="85000"/>
                      </a:schemeClr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24" name="직사각형 23">
                      <a:extLst>
                        <a:ext uri="{FF2B5EF4-FFF2-40B4-BE49-F238E27FC236}">
                          <a16:creationId xmlns:a16="http://schemas.microsoft.com/office/drawing/2014/main" id="{1EB2A530-6B4F-1CBA-E988-172F9B0ED7C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86857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lumMod val="40000"/>
                        <a:lumOff val="60000"/>
                        <a:alpha val="85000"/>
                      </a:schemeClr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sp>
                  <p:nvSpPr>
                    <p:cNvPr id="25" name="직사각형 24">
                      <a:extLst>
                        <a:ext uri="{FF2B5EF4-FFF2-40B4-BE49-F238E27FC236}">
                          <a16:creationId xmlns:a16="http://schemas.microsoft.com/office/drawing/2014/main" id="{60DCA2A9-EC8C-E17B-6E33-F43F9017B62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93257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lumMod val="40000"/>
                        <a:lumOff val="60000"/>
                        <a:alpha val="85000"/>
                      </a:schemeClr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26" name="직사각형 25">
                      <a:extLst>
                        <a:ext uri="{FF2B5EF4-FFF2-40B4-BE49-F238E27FC236}">
                          <a16:creationId xmlns:a16="http://schemas.microsoft.com/office/drawing/2014/main" id="{91E6A850-6733-4801-B7DF-216C6C4FF78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99657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alpha val="85000"/>
                      </a:schemeClr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27" name="직사각형 26">
                      <a:extLst>
                        <a:ext uri="{FF2B5EF4-FFF2-40B4-BE49-F238E27FC236}">
                          <a16:creationId xmlns:a16="http://schemas.microsoft.com/office/drawing/2014/main" id="{6F523FB0-E9FF-CB09-0E80-611BF00EB3B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06057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lumMod val="40000"/>
                        <a:lumOff val="60000"/>
                        <a:alpha val="85000"/>
                      </a:schemeClr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</p:grpSp>
              <p:grpSp>
                <p:nvGrpSpPr>
                  <p:cNvPr id="17" name="그룹 16">
                    <a:extLst>
                      <a:ext uri="{FF2B5EF4-FFF2-40B4-BE49-F238E27FC236}">
                        <a16:creationId xmlns:a16="http://schemas.microsoft.com/office/drawing/2014/main" id="{68151DB3-DD60-AFC3-B5D1-73B44AB72A24}"/>
                      </a:ext>
                    </a:extLst>
                  </p:cNvPr>
                  <p:cNvGrpSpPr/>
                  <p:nvPr/>
                </p:nvGrpSpPr>
                <p:grpSpPr>
                  <a:xfrm>
                    <a:off x="1538514" y="5544457"/>
                    <a:ext cx="2032000" cy="406400"/>
                    <a:chOff x="1480457" y="1182914"/>
                    <a:chExt cx="2032000" cy="406400"/>
                  </a:xfrm>
                </p:grpSpPr>
                <p:sp>
                  <p:nvSpPr>
                    <p:cNvPr id="18" name="직사각형 17">
                      <a:extLst>
                        <a:ext uri="{FF2B5EF4-FFF2-40B4-BE49-F238E27FC236}">
                          <a16:creationId xmlns:a16="http://schemas.microsoft.com/office/drawing/2014/main" id="{A8688E73-65D4-CD06-B6A6-62847C37996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80457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lumMod val="40000"/>
                        <a:lumOff val="6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19" name="직사각형 18">
                      <a:extLst>
                        <a:ext uri="{FF2B5EF4-FFF2-40B4-BE49-F238E27FC236}">
                          <a16:creationId xmlns:a16="http://schemas.microsoft.com/office/drawing/2014/main" id="{34D3C05B-C8C6-33C3-7885-F285A7A1C2C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86857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sp>
                  <p:nvSpPr>
                    <p:cNvPr id="20" name="직사각형 19">
                      <a:extLst>
                        <a:ext uri="{FF2B5EF4-FFF2-40B4-BE49-F238E27FC236}">
                          <a16:creationId xmlns:a16="http://schemas.microsoft.com/office/drawing/2014/main" id="{DCE1BD3F-BC6A-F9DB-D8EB-25FE1F2B832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93257" y="1182914"/>
                      <a:ext cx="406400" cy="406400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21" name="직사각형 20">
                      <a:extLst>
                        <a:ext uri="{FF2B5EF4-FFF2-40B4-BE49-F238E27FC236}">
                          <a16:creationId xmlns:a16="http://schemas.microsoft.com/office/drawing/2014/main" id="{298AD0FE-3056-64B9-84E8-BD736E64DF9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99653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lumMod val="40000"/>
                        <a:lumOff val="60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22" name="직사각형 21">
                      <a:extLst>
                        <a:ext uri="{FF2B5EF4-FFF2-40B4-BE49-F238E27FC236}">
                          <a16:creationId xmlns:a16="http://schemas.microsoft.com/office/drawing/2014/main" id="{5D870C3B-1D61-DB08-9233-C046360A437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06057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</p:grpSp>
            </p:grpSp>
            <p:cxnSp>
              <p:nvCxnSpPr>
                <p:cNvPr id="11" name="직선 화살표 연결선 10">
                  <a:extLst>
                    <a:ext uri="{FF2B5EF4-FFF2-40B4-BE49-F238E27FC236}">
                      <a16:creationId xmlns:a16="http://schemas.microsoft.com/office/drawing/2014/main" id="{6922EFE5-996A-193F-5CBB-8AE21B690578}"/>
                    </a:ext>
                  </a:extLst>
                </p:cNvPr>
                <p:cNvCxnSpPr/>
                <p:nvPr/>
              </p:nvCxnSpPr>
              <p:spPr>
                <a:xfrm>
                  <a:off x="1690914" y="5279029"/>
                  <a:ext cx="4671786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" name="TextBox 11">
                      <a:extLst>
                        <a:ext uri="{FF2B5EF4-FFF2-40B4-BE49-F238E27FC236}">
                          <a16:creationId xmlns:a16="http://schemas.microsoft.com/office/drawing/2014/main" id="{D812E631-A3C5-AEC5-1CAA-9792103CA08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16916" y="4842449"/>
                      <a:ext cx="887262" cy="46708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sz="11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𝑜𝑢𝑡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sz="1100" dirty="0"/>
                    </a:p>
                  </p:txBody>
                </p:sp>
              </mc:Choice>
              <mc:Fallback xmlns="">
                <p:sp>
                  <p:nvSpPr>
                    <p:cNvPr id="12" name="TextBox 11">
                      <a:extLst>
                        <a:ext uri="{FF2B5EF4-FFF2-40B4-BE49-F238E27FC236}">
                          <a16:creationId xmlns:a16="http://schemas.microsoft.com/office/drawing/2014/main" id="{D812E631-A3C5-AEC5-1CAA-9792103CA08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516916" y="4842449"/>
                      <a:ext cx="887262" cy="467086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" name="TextBox 12">
                      <a:extLst>
                        <a:ext uri="{FF2B5EF4-FFF2-40B4-BE49-F238E27FC236}">
                          <a16:creationId xmlns:a16="http://schemas.microsoft.com/office/drawing/2014/main" id="{35757D8E-6ACD-2EC1-DFE9-F21A648CCF8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444059" y="5785644"/>
                      <a:ext cx="587829" cy="46708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sz="11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𝑖𝑛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sz="1100" dirty="0"/>
                    </a:p>
                  </p:txBody>
                </p:sp>
              </mc:Choice>
              <mc:Fallback xmlns="">
                <p:sp>
                  <p:nvSpPr>
                    <p:cNvPr id="13" name="TextBox 12">
                      <a:extLst>
                        <a:ext uri="{FF2B5EF4-FFF2-40B4-BE49-F238E27FC236}">
                          <a16:creationId xmlns:a16="http://schemas.microsoft.com/office/drawing/2014/main" id="{35757D8E-6ACD-2EC1-DFE9-F21A648CCF8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444059" y="5785644"/>
                      <a:ext cx="587829" cy="467086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79" name="그룹 78">
              <a:extLst>
                <a:ext uri="{FF2B5EF4-FFF2-40B4-BE49-F238E27FC236}">
                  <a16:creationId xmlns:a16="http://schemas.microsoft.com/office/drawing/2014/main" id="{9B83DB7D-F33D-8868-BFD4-67EBFF23024A}"/>
                </a:ext>
              </a:extLst>
            </p:cNvPr>
            <p:cNvGrpSpPr/>
            <p:nvPr/>
          </p:nvGrpSpPr>
          <p:grpSpPr>
            <a:xfrm>
              <a:off x="5328704" y="233070"/>
              <a:ext cx="1592420" cy="2479652"/>
              <a:chOff x="8021410" y="393331"/>
              <a:chExt cx="3410556" cy="5310783"/>
            </a:xfrm>
          </p:grpSpPr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E298DCDB-4EF8-1690-F9A9-2B61D4DD9034}"/>
                  </a:ext>
                </a:extLst>
              </p:cNvPr>
              <p:cNvSpPr txBox="1"/>
              <p:nvPr/>
            </p:nvSpPr>
            <p:spPr>
              <a:xfrm>
                <a:off x="9222620" y="417919"/>
                <a:ext cx="2075543" cy="6649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00" dirty="0" err="1"/>
                  <a:t>CodeBook</a:t>
                </a:r>
                <a:endParaRPr lang="ko-KR" altLang="en-US" sz="800" dirty="0"/>
              </a:p>
            </p:txBody>
          </p:sp>
          <p:grpSp>
            <p:nvGrpSpPr>
              <p:cNvPr id="82" name="그룹 81">
                <a:extLst>
                  <a:ext uri="{FF2B5EF4-FFF2-40B4-BE49-F238E27FC236}">
                    <a16:creationId xmlns:a16="http://schemas.microsoft.com/office/drawing/2014/main" id="{B1DABFDA-344E-EB88-AB21-3DF601D95740}"/>
                  </a:ext>
                </a:extLst>
              </p:cNvPr>
              <p:cNvGrpSpPr/>
              <p:nvPr/>
            </p:nvGrpSpPr>
            <p:grpSpPr>
              <a:xfrm>
                <a:off x="9456084" y="1024970"/>
                <a:ext cx="965173" cy="887022"/>
                <a:chOff x="1776549" y="1103811"/>
                <a:chExt cx="1058094" cy="1058094"/>
              </a:xfrm>
            </p:grpSpPr>
            <p:sp>
              <p:nvSpPr>
                <p:cNvPr id="121" name="직사각형 120">
                  <a:extLst>
                    <a:ext uri="{FF2B5EF4-FFF2-40B4-BE49-F238E27FC236}">
                      <a16:creationId xmlns:a16="http://schemas.microsoft.com/office/drawing/2014/main" id="{5AB64B90-DB16-FB29-EF38-93ED0F675B6B}"/>
                    </a:ext>
                  </a:extLst>
                </p:cNvPr>
                <p:cNvSpPr/>
                <p:nvPr/>
              </p:nvSpPr>
              <p:spPr>
                <a:xfrm>
                  <a:off x="1776549" y="1103811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2" name="직사각형 121">
                  <a:extLst>
                    <a:ext uri="{FF2B5EF4-FFF2-40B4-BE49-F238E27FC236}">
                      <a16:creationId xmlns:a16="http://schemas.microsoft.com/office/drawing/2014/main" id="{C0166AF0-A478-D2E9-0304-B96D5DF2FF80}"/>
                    </a:ext>
                  </a:extLst>
                </p:cNvPr>
                <p:cNvSpPr/>
                <p:nvPr/>
              </p:nvSpPr>
              <p:spPr>
                <a:xfrm>
                  <a:off x="2129247" y="1103811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3" name="직사각형 122">
                  <a:extLst>
                    <a:ext uri="{FF2B5EF4-FFF2-40B4-BE49-F238E27FC236}">
                      <a16:creationId xmlns:a16="http://schemas.microsoft.com/office/drawing/2014/main" id="{55841D47-DA72-4061-B431-3D53CFBFF8F8}"/>
                    </a:ext>
                  </a:extLst>
                </p:cNvPr>
                <p:cNvSpPr/>
                <p:nvPr/>
              </p:nvSpPr>
              <p:spPr>
                <a:xfrm>
                  <a:off x="2481945" y="1103811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4" name="직사각형 123">
                  <a:extLst>
                    <a:ext uri="{FF2B5EF4-FFF2-40B4-BE49-F238E27FC236}">
                      <a16:creationId xmlns:a16="http://schemas.microsoft.com/office/drawing/2014/main" id="{5130F8BE-4414-48FD-BC95-7D09539F0A86}"/>
                    </a:ext>
                  </a:extLst>
                </p:cNvPr>
                <p:cNvSpPr/>
                <p:nvPr/>
              </p:nvSpPr>
              <p:spPr>
                <a:xfrm>
                  <a:off x="1776549" y="1456509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5" name="직사각형 124">
                  <a:extLst>
                    <a:ext uri="{FF2B5EF4-FFF2-40B4-BE49-F238E27FC236}">
                      <a16:creationId xmlns:a16="http://schemas.microsoft.com/office/drawing/2014/main" id="{F2E62C78-9F7F-501D-9065-89A4999790BD}"/>
                    </a:ext>
                  </a:extLst>
                </p:cNvPr>
                <p:cNvSpPr/>
                <p:nvPr/>
              </p:nvSpPr>
              <p:spPr>
                <a:xfrm>
                  <a:off x="2129247" y="1456509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6" name="직사각형 125">
                  <a:extLst>
                    <a:ext uri="{FF2B5EF4-FFF2-40B4-BE49-F238E27FC236}">
                      <a16:creationId xmlns:a16="http://schemas.microsoft.com/office/drawing/2014/main" id="{CAAC0BFE-172B-C353-6C8F-A6E01BA9C3CA}"/>
                    </a:ext>
                  </a:extLst>
                </p:cNvPr>
                <p:cNvSpPr/>
                <p:nvPr/>
              </p:nvSpPr>
              <p:spPr>
                <a:xfrm>
                  <a:off x="2481945" y="1456509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7" name="직사각형 126">
                  <a:extLst>
                    <a:ext uri="{FF2B5EF4-FFF2-40B4-BE49-F238E27FC236}">
                      <a16:creationId xmlns:a16="http://schemas.microsoft.com/office/drawing/2014/main" id="{0AF0EC2D-DE73-ECE2-550C-312BCBD0F9B1}"/>
                    </a:ext>
                  </a:extLst>
                </p:cNvPr>
                <p:cNvSpPr/>
                <p:nvPr/>
              </p:nvSpPr>
              <p:spPr>
                <a:xfrm>
                  <a:off x="1776549" y="1809207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8" name="직사각형 127">
                  <a:extLst>
                    <a:ext uri="{FF2B5EF4-FFF2-40B4-BE49-F238E27FC236}">
                      <a16:creationId xmlns:a16="http://schemas.microsoft.com/office/drawing/2014/main" id="{1CC51B01-D0CF-8B52-7873-1F4B905C0D64}"/>
                    </a:ext>
                  </a:extLst>
                </p:cNvPr>
                <p:cNvSpPr/>
                <p:nvPr/>
              </p:nvSpPr>
              <p:spPr>
                <a:xfrm>
                  <a:off x="2129247" y="1809207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9" name="직사각형 128">
                  <a:extLst>
                    <a:ext uri="{FF2B5EF4-FFF2-40B4-BE49-F238E27FC236}">
                      <a16:creationId xmlns:a16="http://schemas.microsoft.com/office/drawing/2014/main" id="{DFC71799-464C-FBFF-0FE7-8520C44B91CD}"/>
                    </a:ext>
                  </a:extLst>
                </p:cNvPr>
                <p:cNvSpPr/>
                <p:nvPr/>
              </p:nvSpPr>
              <p:spPr>
                <a:xfrm>
                  <a:off x="2481943" y="1809207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83" name="그룹 82">
                <a:extLst>
                  <a:ext uri="{FF2B5EF4-FFF2-40B4-BE49-F238E27FC236}">
                    <a16:creationId xmlns:a16="http://schemas.microsoft.com/office/drawing/2014/main" id="{2775D881-5ADD-2784-9706-A4DE05B45033}"/>
                  </a:ext>
                </a:extLst>
              </p:cNvPr>
              <p:cNvGrpSpPr/>
              <p:nvPr/>
            </p:nvGrpSpPr>
            <p:grpSpPr>
              <a:xfrm>
                <a:off x="9456083" y="2333532"/>
                <a:ext cx="965173" cy="887022"/>
                <a:chOff x="1776549" y="1103811"/>
                <a:chExt cx="1058094" cy="1058094"/>
              </a:xfrm>
            </p:grpSpPr>
            <p:sp>
              <p:nvSpPr>
                <p:cNvPr id="112" name="직사각형 111">
                  <a:extLst>
                    <a:ext uri="{FF2B5EF4-FFF2-40B4-BE49-F238E27FC236}">
                      <a16:creationId xmlns:a16="http://schemas.microsoft.com/office/drawing/2014/main" id="{EC3FA346-D649-71F5-3CA3-4B6FD5F3BFFA}"/>
                    </a:ext>
                  </a:extLst>
                </p:cNvPr>
                <p:cNvSpPr/>
                <p:nvPr/>
              </p:nvSpPr>
              <p:spPr>
                <a:xfrm>
                  <a:off x="1776549" y="1103811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3" name="직사각형 112">
                  <a:extLst>
                    <a:ext uri="{FF2B5EF4-FFF2-40B4-BE49-F238E27FC236}">
                      <a16:creationId xmlns:a16="http://schemas.microsoft.com/office/drawing/2014/main" id="{B592FED1-8B51-2D16-E5DB-AD7DA9A8343C}"/>
                    </a:ext>
                  </a:extLst>
                </p:cNvPr>
                <p:cNvSpPr/>
                <p:nvPr/>
              </p:nvSpPr>
              <p:spPr>
                <a:xfrm>
                  <a:off x="2129247" y="1103811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4" name="직사각형 113">
                  <a:extLst>
                    <a:ext uri="{FF2B5EF4-FFF2-40B4-BE49-F238E27FC236}">
                      <a16:creationId xmlns:a16="http://schemas.microsoft.com/office/drawing/2014/main" id="{B4AB3460-1CCC-CBDE-060A-5D3A9156AFED}"/>
                    </a:ext>
                  </a:extLst>
                </p:cNvPr>
                <p:cNvSpPr/>
                <p:nvPr/>
              </p:nvSpPr>
              <p:spPr>
                <a:xfrm>
                  <a:off x="2481945" y="1103811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5" name="직사각형 114">
                  <a:extLst>
                    <a:ext uri="{FF2B5EF4-FFF2-40B4-BE49-F238E27FC236}">
                      <a16:creationId xmlns:a16="http://schemas.microsoft.com/office/drawing/2014/main" id="{8EF7C943-0635-535B-37B9-121B06E0D60A}"/>
                    </a:ext>
                  </a:extLst>
                </p:cNvPr>
                <p:cNvSpPr/>
                <p:nvPr/>
              </p:nvSpPr>
              <p:spPr>
                <a:xfrm>
                  <a:off x="1776549" y="1456509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6" name="직사각형 115">
                  <a:extLst>
                    <a:ext uri="{FF2B5EF4-FFF2-40B4-BE49-F238E27FC236}">
                      <a16:creationId xmlns:a16="http://schemas.microsoft.com/office/drawing/2014/main" id="{3392DEA9-1657-88AC-72D8-514E6ABFE6F4}"/>
                    </a:ext>
                  </a:extLst>
                </p:cNvPr>
                <p:cNvSpPr/>
                <p:nvPr/>
              </p:nvSpPr>
              <p:spPr>
                <a:xfrm>
                  <a:off x="2129247" y="1456509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7" name="직사각형 116">
                  <a:extLst>
                    <a:ext uri="{FF2B5EF4-FFF2-40B4-BE49-F238E27FC236}">
                      <a16:creationId xmlns:a16="http://schemas.microsoft.com/office/drawing/2014/main" id="{E94CB892-9B7E-8190-D395-4B8016F51374}"/>
                    </a:ext>
                  </a:extLst>
                </p:cNvPr>
                <p:cNvSpPr/>
                <p:nvPr/>
              </p:nvSpPr>
              <p:spPr>
                <a:xfrm>
                  <a:off x="2481945" y="1456509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" name="직사각형 117">
                  <a:extLst>
                    <a:ext uri="{FF2B5EF4-FFF2-40B4-BE49-F238E27FC236}">
                      <a16:creationId xmlns:a16="http://schemas.microsoft.com/office/drawing/2014/main" id="{9DB5E694-E6AA-2197-28A9-BC669CEC3AA5}"/>
                    </a:ext>
                  </a:extLst>
                </p:cNvPr>
                <p:cNvSpPr/>
                <p:nvPr/>
              </p:nvSpPr>
              <p:spPr>
                <a:xfrm>
                  <a:off x="1776549" y="1809207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9" name="직사각형 118">
                  <a:extLst>
                    <a:ext uri="{FF2B5EF4-FFF2-40B4-BE49-F238E27FC236}">
                      <a16:creationId xmlns:a16="http://schemas.microsoft.com/office/drawing/2014/main" id="{235E7FA3-D495-FFD1-67A1-687003F884BD}"/>
                    </a:ext>
                  </a:extLst>
                </p:cNvPr>
                <p:cNvSpPr/>
                <p:nvPr/>
              </p:nvSpPr>
              <p:spPr>
                <a:xfrm>
                  <a:off x="2129247" y="1809207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0" name="직사각형 119">
                  <a:extLst>
                    <a:ext uri="{FF2B5EF4-FFF2-40B4-BE49-F238E27FC236}">
                      <a16:creationId xmlns:a16="http://schemas.microsoft.com/office/drawing/2014/main" id="{9436D5EC-9A37-9E08-975B-01AEE62C934C}"/>
                    </a:ext>
                  </a:extLst>
                </p:cNvPr>
                <p:cNvSpPr/>
                <p:nvPr/>
              </p:nvSpPr>
              <p:spPr>
                <a:xfrm>
                  <a:off x="2481945" y="1809207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B7C3BD4E-2F62-B8A9-AD78-7B36035B6980}"/>
                  </a:ext>
                </a:extLst>
              </p:cNvPr>
              <p:cNvSpPr txBox="1"/>
              <p:nvPr/>
            </p:nvSpPr>
            <p:spPr>
              <a:xfrm>
                <a:off x="9640799" y="1892281"/>
                <a:ext cx="692137" cy="369333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r>
                  <a:rPr lang="en-US" altLang="ko-KR" sz="900" dirty="0"/>
                  <a:t>…</a:t>
                </a:r>
                <a:endParaRPr lang="ko-KR" altLang="en-US" sz="900" dirty="0"/>
              </a:p>
            </p:txBody>
          </p:sp>
          <p:grpSp>
            <p:nvGrpSpPr>
              <p:cNvPr id="85" name="그룹 84">
                <a:extLst>
                  <a:ext uri="{FF2B5EF4-FFF2-40B4-BE49-F238E27FC236}">
                    <a16:creationId xmlns:a16="http://schemas.microsoft.com/office/drawing/2014/main" id="{E20EC39D-D7DE-290B-5602-42574ABF0AD2}"/>
                  </a:ext>
                </a:extLst>
              </p:cNvPr>
              <p:cNvGrpSpPr/>
              <p:nvPr/>
            </p:nvGrpSpPr>
            <p:grpSpPr>
              <a:xfrm>
                <a:off x="9456081" y="3637446"/>
                <a:ext cx="965175" cy="887022"/>
                <a:chOff x="1776547" y="1103811"/>
                <a:chExt cx="1058096" cy="1058094"/>
              </a:xfrm>
            </p:grpSpPr>
            <p:sp>
              <p:nvSpPr>
                <p:cNvPr id="103" name="직사각형 102">
                  <a:extLst>
                    <a:ext uri="{FF2B5EF4-FFF2-40B4-BE49-F238E27FC236}">
                      <a16:creationId xmlns:a16="http://schemas.microsoft.com/office/drawing/2014/main" id="{5ED807B2-B9AE-2AEF-8B00-B869C5AA268F}"/>
                    </a:ext>
                  </a:extLst>
                </p:cNvPr>
                <p:cNvSpPr/>
                <p:nvPr/>
              </p:nvSpPr>
              <p:spPr>
                <a:xfrm>
                  <a:off x="1776549" y="1103811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4" name="직사각형 103">
                  <a:extLst>
                    <a:ext uri="{FF2B5EF4-FFF2-40B4-BE49-F238E27FC236}">
                      <a16:creationId xmlns:a16="http://schemas.microsoft.com/office/drawing/2014/main" id="{8B609F92-0933-AFAF-D5FA-299D58DC2104}"/>
                    </a:ext>
                  </a:extLst>
                </p:cNvPr>
                <p:cNvSpPr/>
                <p:nvPr/>
              </p:nvSpPr>
              <p:spPr>
                <a:xfrm>
                  <a:off x="2129247" y="1103811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5" name="직사각형 104">
                  <a:extLst>
                    <a:ext uri="{FF2B5EF4-FFF2-40B4-BE49-F238E27FC236}">
                      <a16:creationId xmlns:a16="http://schemas.microsoft.com/office/drawing/2014/main" id="{31EBF770-E087-AC15-93A5-0A975FC18826}"/>
                    </a:ext>
                  </a:extLst>
                </p:cNvPr>
                <p:cNvSpPr/>
                <p:nvPr/>
              </p:nvSpPr>
              <p:spPr>
                <a:xfrm>
                  <a:off x="2481945" y="1103811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6" name="직사각형 105">
                  <a:extLst>
                    <a:ext uri="{FF2B5EF4-FFF2-40B4-BE49-F238E27FC236}">
                      <a16:creationId xmlns:a16="http://schemas.microsoft.com/office/drawing/2014/main" id="{85E85A21-536D-9E3E-95FE-426CA8DF86B1}"/>
                    </a:ext>
                  </a:extLst>
                </p:cNvPr>
                <p:cNvSpPr/>
                <p:nvPr/>
              </p:nvSpPr>
              <p:spPr>
                <a:xfrm>
                  <a:off x="1776547" y="1456506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7" name="직사각형 106">
                  <a:extLst>
                    <a:ext uri="{FF2B5EF4-FFF2-40B4-BE49-F238E27FC236}">
                      <a16:creationId xmlns:a16="http://schemas.microsoft.com/office/drawing/2014/main" id="{6F5E4AAE-C4DA-4A36-E9DF-396F46D934A5}"/>
                    </a:ext>
                  </a:extLst>
                </p:cNvPr>
                <p:cNvSpPr/>
                <p:nvPr/>
              </p:nvSpPr>
              <p:spPr>
                <a:xfrm>
                  <a:off x="2129247" y="1456509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8" name="직사각형 107">
                  <a:extLst>
                    <a:ext uri="{FF2B5EF4-FFF2-40B4-BE49-F238E27FC236}">
                      <a16:creationId xmlns:a16="http://schemas.microsoft.com/office/drawing/2014/main" id="{4E6F38BF-28D9-14CB-3AC0-51BAC4A29761}"/>
                    </a:ext>
                  </a:extLst>
                </p:cNvPr>
                <p:cNvSpPr/>
                <p:nvPr/>
              </p:nvSpPr>
              <p:spPr>
                <a:xfrm>
                  <a:off x="2481945" y="1456509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9" name="직사각형 108">
                  <a:extLst>
                    <a:ext uri="{FF2B5EF4-FFF2-40B4-BE49-F238E27FC236}">
                      <a16:creationId xmlns:a16="http://schemas.microsoft.com/office/drawing/2014/main" id="{C3EA1A6C-09F5-4517-06F5-99179C5FFB51}"/>
                    </a:ext>
                  </a:extLst>
                </p:cNvPr>
                <p:cNvSpPr/>
                <p:nvPr/>
              </p:nvSpPr>
              <p:spPr>
                <a:xfrm>
                  <a:off x="1776549" y="1809207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0" name="직사각형 109">
                  <a:extLst>
                    <a:ext uri="{FF2B5EF4-FFF2-40B4-BE49-F238E27FC236}">
                      <a16:creationId xmlns:a16="http://schemas.microsoft.com/office/drawing/2014/main" id="{A3AE0075-092B-DE46-AA78-D03DA58C8A5D}"/>
                    </a:ext>
                  </a:extLst>
                </p:cNvPr>
                <p:cNvSpPr/>
                <p:nvPr/>
              </p:nvSpPr>
              <p:spPr>
                <a:xfrm>
                  <a:off x="2129247" y="1809207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" name="직사각형 110">
                  <a:extLst>
                    <a:ext uri="{FF2B5EF4-FFF2-40B4-BE49-F238E27FC236}">
                      <a16:creationId xmlns:a16="http://schemas.microsoft.com/office/drawing/2014/main" id="{D0388D7C-1E8F-79D2-AA24-91ED361025CA}"/>
                    </a:ext>
                  </a:extLst>
                </p:cNvPr>
                <p:cNvSpPr/>
                <p:nvPr/>
              </p:nvSpPr>
              <p:spPr>
                <a:xfrm>
                  <a:off x="2481945" y="1809207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D0C84EED-263A-E255-16EB-03A28994EFBD}"/>
                  </a:ext>
                </a:extLst>
              </p:cNvPr>
              <p:cNvSpPr txBox="1"/>
              <p:nvPr/>
            </p:nvSpPr>
            <p:spPr>
              <a:xfrm>
                <a:off x="9667806" y="3222093"/>
                <a:ext cx="692137" cy="369333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r>
                  <a:rPr lang="en-US" altLang="ko-KR" sz="900" dirty="0"/>
                  <a:t>…</a:t>
                </a:r>
                <a:endParaRPr lang="ko-KR" altLang="en-US" sz="900" dirty="0"/>
              </a:p>
            </p:txBody>
          </p:sp>
          <p:grpSp>
            <p:nvGrpSpPr>
              <p:cNvPr id="87" name="그룹 86">
                <a:extLst>
                  <a:ext uri="{FF2B5EF4-FFF2-40B4-BE49-F238E27FC236}">
                    <a16:creationId xmlns:a16="http://schemas.microsoft.com/office/drawing/2014/main" id="{4FDA4D54-ACA7-0493-46D1-866C29B891EE}"/>
                  </a:ext>
                </a:extLst>
              </p:cNvPr>
              <p:cNvGrpSpPr/>
              <p:nvPr/>
            </p:nvGrpSpPr>
            <p:grpSpPr>
              <a:xfrm>
                <a:off x="9456082" y="4719382"/>
                <a:ext cx="965173" cy="887022"/>
                <a:chOff x="1776549" y="1103811"/>
                <a:chExt cx="1058094" cy="1058094"/>
              </a:xfrm>
            </p:grpSpPr>
            <p:sp>
              <p:nvSpPr>
                <p:cNvPr id="94" name="직사각형 93">
                  <a:extLst>
                    <a:ext uri="{FF2B5EF4-FFF2-40B4-BE49-F238E27FC236}">
                      <a16:creationId xmlns:a16="http://schemas.microsoft.com/office/drawing/2014/main" id="{8E6F8526-92A0-1B4A-55B1-62003CC77316}"/>
                    </a:ext>
                  </a:extLst>
                </p:cNvPr>
                <p:cNvSpPr/>
                <p:nvPr/>
              </p:nvSpPr>
              <p:spPr>
                <a:xfrm>
                  <a:off x="1776549" y="1103811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5" name="직사각형 94">
                  <a:extLst>
                    <a:ext uri="{FF2B5EF4-FFF2-40B4-BE49-F238E27FC236}">
                      <a16:creationId xmlns:a16="http://schemas.microsoft.com/office/drawing/2014/main" id="{875B9002-ABC0-FF3D-87FF-2DC14EE39E13}"/>
                    </a:ext>
                  </a:extLst>
                </p:cNvPr>
                <p:cNvSpPr/>
                <p:nvPr/>
              </p:nvSpPr>
              <p:spPr>
                <a:xfrm>
                  <a:off x="2129247" y="1103811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6" name="직사각형 95">
                  <a:extLst>
                    <a:ext uri="{FF2B5EF4-FFF2-40B4-BE49-F238E27FC236}">
                      <a16:creationId xmlns:a16="http://schemas.microsoft.com/office/drawing/2014/main" id="{6360FB1F-2B55-6FB1-DD71-4D60D9C68678}"/>
                    </a:ext>
                  </a:extLst>
                </p:cNvPr>
                <p:cNvSpPr/>
                <p:nvPr/>
              </p:nvSpPr>
              <p:spPr>
                <a:xfrm>
                  <a:off x="2481945" y="1103811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7" name="직사각형 96">
                  <a:extLst>
                    <a:ext uri="{FF2B5EF4-FFF2-40B4-BE49-F238E27FC236}">
                      <a16:creationId xmlns:a16="http://schemas.microsoft.com/office/drawing/2014/main" id="{142B41F6-F42D-5FB7-7868-73443D210270}"/>
                    </a:ext>
                  </a:extLst>
                </p:cNvPr>
                <p:cNvSpPr/>
                <p:nvPr/>
              </p:nvSpPr>
              <p:spPr>
                <a:xfrm>
                  <a:off x="1776549" y="1456509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8" name="직사각형 97">
                  <a:extLst>
                    <a:ext uri="{FF2B5EF4-FFF2-40B4-BE49-F238E27FC236}">
                      <a16:creationId xmlns:a16="http://schemas.microsoft.com/office/drawing/2014/main" id="{A53255E9-2DC2-3D2B-2E87-F7048F3F53E6}"/>
                    </a:ext>
                  </a:extLst>
                </p:cNvPr>
                <p:cNvSpPr/>
                <p:nvPr/>
              </p:nvSpPr>
              <p:spPr>
                <a:xfrm>
                  <a:off x="2129247" y="1456509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9" name="직사각형 98">
                  <a:extLst>
                    <a:ext uri="{FF2B5EF4-FFF2-40B4-BE49-F238E27FC236}">
                      <a16:creationId xmlns:a16="http://schemas.microsoft.com/office/drawing/2014/main" id="{BFC71BDD-0D9E-198A-6ADA-A014FC6C7634}"/>
                    </a:ext>
                  </a:extLst>
                </p:cNvPr>
                <p:cNvSpPr/>
                <p:nvPr/>
              </p:nvSpPr>
              <p:spPr>
                <a:xfrm>
                  <a:off x="2481945" y="1456509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0" name="직사각형 99">
                  <a:extLst>
                    <a:ext uri="{FF2B5EF4-FFF2-40B4-BE49-F238E27FC236}">
                      <a16:creationId xmlns:a16="http://schemas.microsoft.com/office/drawing/2014/main" id="{846CB60F-0DD3-9BFB-DD72-F672A19672A4}"/>
                    </a:ext>
                  </a:extLst>
                </p:cNvPr>
                <p:cNvSpPr/>
                <p:nvPr/>
              </p:nvSpPr>
              <p:spPr>
                <a:xfrm>
                  <a:off x="1776549" y="1809207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1" name="직사각형 100">
                  <a:extLst>
                    <a:ext uri="{FF2B5EF4-FFF2-40B4-BE49-F238E27FC236}">
                      <a16:creationId xmlns:a16="http://schemas.microsoft.com/office/drawing/2014/main" id="{C2474DE2-D6DF-3282-09BA-B9347AE859B9}"/>
                    </a:ext>
                  </a:extLst>
                </p:cNvPr>
                <p:cNvSpPr/>
                <p:nvPr/>
              </p:nvSpPr>
              <p:spPr>
                <a:xfrm>
                  <a:off x="2129247" y="1809207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2" name="직사각형 101">
                  <a:extLst>
                    <a:ext uri="{FF2B5EF4-FFF2-40B4-BE49-F238E27FC236}">
                      <a16:creationId xmlns:a16="http://schemas.microsoft.com/office/drawing/2014/main" id="{8FC8EE81-54A9-2996-53AE-C021BD104C6C}"/>
                    </a:ext>
                  </a:extLst>
                </p:cNvPr>
                <p:cNvSpPr/>
                <p:nvPr/>
              </p:nvSpPr>
              <p:spPr>
                <a:xfrm>
                  <a:off x="2481945" y="1809207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</p:grpSp>
          <p:cxnSp>
            <p:nvCxnSpPr>
              <p:cNvPr id="88" name="직선 화살표 연결선 87">
                <a:extLst>
                  <a:ext uri="{FF2B5EF4-FFF2-40B4-BE49-F238E27FC236}">
                    <a16:creationId xmlns:a16="http://schemas.microsoft.com/office/drawing/2014/main" id="{39D494C0-6633-0CAD-0B7E-711D38A47580}"/>
                  </a:ext>
                </a:extLst>
              </p:cNvPr>
              <p:cNvCxnSpPr/>
              <p:nvPr/>
            </p:nvCxnSpPr>
            <p:spPr>
              <a:xfrm>
                <a:off x="10762343" y="1024970"/>
                <a:ext cx="0" cy="4679144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9" name="TextBox 88">
                    <a:extLst>
                      <a:ext uri="{FF2B5EF4-FFF2-40B4-BE49-F238E27FC236}">
                        <a16:creationId xmlns:a16="http://schemas.microsoft.com/office/drawing/2014/main" id="{5AB86F36-486C-F033-1EA9-20D2A046A2AF}"/>
                      </a:ext>
                    </a:extLst>
                  </p:cNvPr>
                  <p:cNvSpPr txBox="1"/>
                  <p:nvPr/>
                </p:nvSpPr>
                <p:spPr>
                  <a:xfrm>
                    <a:off x="10804872" y="2777042"/>
                    <a:ext cx="627094" cy="37241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p>
                          </m:sSup>
                        </m:oMath>
                      </m:oMathPara>
                    </a14:m>
                    <a:endParaRPr lang="ko-KR" altLang="en-US" dirty="0"/>
                  </a:p>
                </p:txBody>
              </p:sp>
            </mc:Choice>
            <mc:Fallback xmlns="">
              <p:sp>
                <p:nvSpPr>
                  <p:cNvPr id="89" name="TextBox 88">
                    <a:extLst>
                      <a:ext uri="{FF2B5EF4-FFF2-40B4-BE49-F238E27FC236}">
                        <a16:creationId xmlns:a16="http://schemas.microsoft.com/office/drawing/2014/main" id="{5AB86F36-486C-F033-1EA9-20D2A046A2A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804872" y="2777042"/>
                    <a:ext cx="627094" cy="372411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r="-72222" b="-190000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4D25CBB1-F3E6-8EBC-186D-5DD4208E5AE0}"/>
                  </a:ext>
                </a:extLst>
              </p:cNvPr>
              <p:cNvSpPr txBox="1"/>
              <p:nvPr/>
            </p:nvSpPr>
            <p:spPr>
              <a:xfrm>
                <a:off x="8185304" y="393331"/>
                <a:ext cx="2075543" cy="4943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900" dirty="0"/>
                  <a:t>index</a:t>
                </a:r>
                <a:endParaRPr lang="ko-KR" altLang="en-US" sz="900" dirty="0"/>
              </a:p>
            </p:txBody>
          </p: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E7ECC33D-06B6-8BF2-5A07-46CC08A39F80}"/>
                  </a:ext>
                </a:extLst>
              </p:cNvPr>
              <p:cNvSpPr txBox="1"/>
              <p:nvPr/>
            </p:nvSpPr>
            <p:spPr>
              <a:xfrm>
                <a:off x="8511746" y="1234547"/>
                <a:ext cx="773793" cy="4943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900" dirty="0"/>
                  <a:t>0</a:t>
                </a:r>
                <a:endParaRPr lang="ko-KR" altLang="en-US" sz="9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2" name="TextBox 91">
                    <a:extLst>
                      <a:ext uri="{FF2B5EF4-FFF2-40B4-BE49-F238E27FC236}">
                        <a16:creationId xmlns:a16="http://schemas.microsoft.com/office/drawing/2014/main" id="{B96032F2-CF79-1794-CD15-B242328562C4}"/>
                      </a:ext>
                    </a:extLst>
                  </p:cNvPr>
                  <p:cNvSpPr txBox="1"/>
                  <p:nvPr/>
                </p:nvSpPr>
                <p:spPr>
                  <a:xfrm>
                    <a:off x="8021410" y="3852192"/>
                    <a:ext cx="1470790" cy="49781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ko-KR" sz="9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9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ko-KR" sz="9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p>
                          </m:sSup>
                          <m:r>
                            <a:rPr lang="en-US" altLang="ko-KR" sz="9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oMath>
                      </m:oMathPara>
                    </a14:m>
                    <a:endParaRPr lang="ko-KR" altLang="en-US" sz="900" dirty="0"/>
                  </a:p>
                </p:txBody>
              </p:sp>
            </mc:Choice>
            <mc:Fallback xmlns="">
              <p:sp>
                <p:nvSpPr>
                  <p:cNvPr id="92" name="TextBox 91">
                    <a:extLst>
                      <a:ext uri="{FF2B5EF4-FFF2-40B4-BE49-F238E27FC236}">
                        <a16:creationId xmlns:a16="http://schemas.microsoft.com/office/drawing/2014/main" id="{B96032F2-CF79-1794-CD15-B242328562C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21410" y="3852192"/>
                    <a:ext cx="1470790" cy="49781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30769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3" name="TextBox 92">
                    <a:extLst>
                      <a:ext uri="{FF2B5EF4-FFF2-40B4-BE49-F238E27FC236}">
                        <a16:creationId xmlns:a16="http://schemas.microsoft.com/office/drawing/2014/main" id="{0F0B9C3D-61AE-F5E1-89FB-BD0D6482F778}"/>
                      </a:ext>
                    </a:extLst>
                  </p:cNvPr>
                  <p:cNvSpPr txBox="1"/>
                  <p:nvPr/>
                </p:nvSpPr>
                <p:spPr>
                  <a:xfrm>
                    <a:off x="8443964" y="4941398"/>
                    <a:ext cx="627094" cy="49781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ko-KR" sz="9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9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ko-KR" sz="9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p>
                          </m:sSup>
                        </m:oMath>
                      </m:oMathPara>
                    </a14:m>
                    <a:endParaRPr lang="ko-KR" altLang="en-US" sz="900" dirty="0"/>
                  </a:p>
                </p:txBody>
              </p:sp>
            </mc:Choice>
            <mc:Fallback xmlns="">
              <p:sp>
                <p:nvSpPr>
                  <p:cNvPr id="93" name="TextBox 92">
                    <a:extLst>
                      <a:ext uri="{FF2B5EF4-FFF2-40B4-BE49-F238E27FC236}">
                        <a16:creationId xmlns:a16="http://schemas.microsoft.com/office/drawing/2014/main" id="{0F0B9C3D-61AE-F5E1-89FB-BD0D6482F77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43964" y="4941398"/>
                    <a:ext cx="627094" cy="49781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r="-5405" b="-26923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30" name="왼쪽 중괄호 129">
              <a:extLst>
                <a:ext uri="{FF2B5EF4-FFF2-40B4-BE49-F238E27FC236}">
                  <a16:creationId xmlns:a16="http://schemas.microsoft.com/office/drawing/2014/main" id="{03BD1B99-EDE9-CFEF-68E4-83F7BBAA2D81}"/>
                </a:ext>
              </a:extLst>
            </p:cNvPr>
            <p:cNvSpPr/>
            <p:nvPr/>
          </p:nvSpPr>
          <p:spPr>
            <a:xfrm>
              <a:off x="5245720" y="412191"/>
              <a:ext cx="234826" cy="2300527"/>
            </a:xfrm>
            <a:prstGeom prst="lef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32" name="그룹 131">
            <a:extLst>
              <a:ext uri="{FF2B5EF4-FFF2-40B4-BE49-F238E27FC236}">
                <a16:creationId xmlns:a16="http://schemas.microsoft.com/office/drawing/2014/main" id="{43601577-6E47-ADC0-FF6F-5E0289996909}"/>
              </a:ext>
            </a:extLst>
          </p:cNvPr>
          <p:cNvGrpSpPr/>
          <p:nvPr/>
        </p:nvGrpSpPr>
        <p:grpSpPr>
          <a:xfrm>
            <a:off x="1028997" y="2561403"/>
            <a:ext cx="4637315" cy="1720600"/>
            <a:chOff x="740228" y="233070"/>
            <a:chExt cx="6180896" cy="2479652"/>
          </a:xfrm>
        </p:grpSpPr>
        <p:grpSp>
          <p:nvGrpSpPr>
            <p:cNvPr id="133" name="그룹 132">
              <a:extLst>
                <a:ext uri="{FF2B5EF4-FFF2-40B4-BE49-F238E27FC236}">
                  <a16:creationId xmlns:a16="http://schemas.microsoft.com/office/drawing/2014/main" id="{60F0AA6B-2639-9A08-8D25-974ED19D9CD1}"/>
                </a:ext>
              </a:extLst>
            </p:cNvPr>
            <p:cNvGrpSpPr/>
            <p:nvPr/>
          </p:nvGrpSpPr>
          <p:grpSpPr>
            <a:xfrm>
              <a:off x="740228" y="938107"/>
              <a:ext cx="4434115" cy="1138344"/>
              <a:chOff x="1538514" y="4842449"/>
              <a:chExt cx="5493374" cy="1410281"/>
            </a:xfrm>
          </p:grpSpPr>
          <p:cxnSp>
            <p:nvCxnSpPr>
              <p:cNvPr id="185" name="직선 화살표 연결선 184">
                <a:extLst>
                  <a:ext uri="{FF2B5EF4-FFF2-40B4-BE49-F238E27FC236}">
                    <a16:creationId xmlns:a16="http://schemas.microsoft.com/office/drawing/2014/main" id="{4B1383DA-E548-3EC9-4B53-72AB905736D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362700" y="5785644"/>
                <a:ext cx="162719" cy="252016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186" name="그룹 185">
                <a:extLst>
                  <a:ext uri="{FF2B5EF4-FFF2-40B4-BE49-F238E27FC236}">
                    <a16:creationId xmlns:a16="http://schemas.microsoft.com/office/drawing/2014/main" id="{3165FA9F-499E-5F89-7DE0-5BA2EA35F5E7}"/>
                  </a:ext>
                </a:extLst>
              </p:cNvPr>
              <p:cNvGrpSpPr/>
              <p:nvPr/>
            </p:nvGrpSpPr>
            <p:grpSpPr>
              <a:xfrm>
                <a:off x="1538514" y="4842449"/>
                <a:ext cx="5493374" cy="1410281"/>
                <a:chOff x="1538514" y="4842449"/>
                <a:chExt cx="5493374" cy="1410281"/>
              </a:xfrm>
            </p:grpSpPr>
            <p:grpSp>
              <p:nvGrpSpPr>
                <p:cNvPr id="187" name="그룹 186">
                  <a:extLst>
                    <a:ext uri="{FF2B5EF4-FFF2-40B4-BE49-F238E27FC236}">
                      <a16:creationId xmlns:a16="http://schemas.microsoft.com/office/drawing/2014/main" id="{AE31F1F0-162C-8F1E-2407-0D2B89B9960A}"/>
                    </a:ext>
                  </a:extLst>
                </p:cNvPr>
                <p:cNvGrpSpPr/>
                <p:nvPr/>
              </p:nvGrpSpPr>
              <p:grpSpPr>
                <a:xfrm>
                  <a:off x="1538514" y="5404755"/>
                  <a:ext cx="2165350" cy="546102"/>
                  <a:chOff x="1538514" y="5404755"/>
                  <a:chExt cx="2165350" cy="546102"/>
                </a:xfrm>
              </p:grpSpPr>
              <p:grpSp>
                <p:nvGrpSpPr>
                  <p:cNvPr id="225" name="그룹 224">
                    <a:extLst>
                      <a:ext uri="{FF2B5EF4-FFF2-40B4-BE49-F238E27FC236}">
                        <a16:creationId xmlns:a16="http://schemas.microsoft.com/office/drawing/2014/main" id="{EB367724-A9C3-D201-29E4-B099D2CABA00}"/>
                      </a:ext>
                    </a:extLst>
                  </p:cNvPr>
                  <p:cNvGrpSpPr/>
                  <p:nvPr/>
                </p:nvGrpSpPr>
                <p:grpSpPr>
                  <a:xfrm>
                    <a:off x="1671860" y="5404755"/>
                    <a:ext cx="2032004" cy="406400"/>
                    <a:chOff x="1480457" y="1182914"/>
                    <a:chExt cx="2032004" cy="406400"/>
                  </a:xfrm>
                </p:grpSpPr>
                <p:sp>
                  <p:nvSpPr>
                    <p:cNvPr id="248" name="직사각형 247">
                      <a:extLst>
                        <a:ext uri="{FF2B5EF4-FFF2-40B4-BE49-F238E27FC236}">
                          <a16:creationId xmlns:a16="http://schemas.microsoft.com/office/drawing/2014/main" id="{F3B42100-2068-1EBE-9614-DDEF522B4FB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80457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lumMod val="40000"/>
                        <a:lumOff val="60000"/>
                        <a:alpha val="85000"/>
                      </a:schemeClr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249" name="직사각형 248">
                      <a:extLst>
                        <a:ext uri="{FF2B5EF4-FFF2-40B4-BE49-F238E27FC236}">
                          <a16:creationId xmlns:a16="http://schemas.microsoft.com/office/drawing/2014/main" id="{A565D560-5CA2-7BBD-1797-B5521E819B5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86857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sp>
                  <p:nvSpPr>
                    <p:cNvPr id="250" name="직사각형 249">
                      <a:extLst>
                        <a:ext uri="{FF2B5EF4-FFF2-40B4-BE49-F238E27FC236}">
                          <a16:creationId xmlns:a16="http://schemas.microsoft.com/office/drawing/2014/main" id="{48381ABC-E853-4A9B-27EC-53B75FE5B29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93257" y="1182914"/>
                      <a:ext cx="406400" cy="406400"/>
                    </a:xfrm>
                    <a:prstGeom prst="rect">
                      <a:avLst/>
                    </a:prstGeom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251" name="직사각형 250">
                      <a:extLst>
                        <a:ext uri="{FF2B5EF4-FFF2-40B4-BE49-F238E27FC236}">
                          <a16:creationId xmlns:a16="http://schemas.microsoft.com/office/drawing/2014/main" id="{D67EA51A-1B71-7EFE-CFAE-CFD73D91D24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99657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lumMod val="40000"/>
                        <a:lumOff val="60000"/>
                      </a:schemeClr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252" name="직사각형 251">
                      <a:extLst>
                        <a:ext uri="{FF2B5EF4-FFF2-40B4-BE49-F238E27FC236}">
                          <a16:creationId xmlns:a16="http://schemas.microsoft.com/office/drawing/2014/main" id="{6DFAB736-3DAF-561C-A5F4-695C91A100C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06057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253" name="직사각형 252">
                      <a:extLst>
                        <a:ext uri="{FF2B5EF4-FFF2-40B4-BE49-F238E27FC236}">
                          <a16:creationId xmlns:a16="http://schemas.microsoft.com/office/drawing/2014/main" id="{8A007862-80B1-1878-8E9E-22DAF21D742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86861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alpha val="85000"/>
                      </a:schemeClr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sp>
                  <p:nvSpPr>
                    <p:cNvPr id="254" name="직사각형 253">
                      <a:extLst>
                        <a:ext uri="{FF2B5EF4-FFF2-40B4-BE49-F238E27FC236}">
                          <a16:creationId xmlns:a16="http://schemas.microsoft.com/office/drawing/2014/main" id="{EEA2D782-9B62-7592-2601-40E0C1E24FA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93261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alpha val="85000"/>
                      </a:schemeClr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255" name="직사각형 254">
                      <a:extLst>
                        <a:ext uri="{FF2B5EF4-FFF2-40B4-BE49-F238E27FC236}">
                          <a16:creationId xmlns:a16="http://schemas.microsoft.com/office/drawing/2014/main" id="{52A6CEB0-38D8-FD6B-008A-84C39ED1600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99661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lumMod val="40000"/>
                        <a:lumOff val="60000"/>
                        <a:alpha val="85000"/>
                      </a:schemeClr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256" name="직사각형 255">
                      <a:extLst>
                        <a:ext uri="{FF2B5EF4-FFF2-40B4-BE49-F238E27FC236}">
                          <a16:creationId xmlns:a16="http://schemas.microsoft.com/office/drawing/2014/main" id="{4E61DE12-AC07-C8D5-5AEE-338B8F91E75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06061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alpha val="85000"/>
                      </a:schemeClr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</p:grpSp>
              <p:grpSp>
                <p:nvGrpSpPr>
                  <p:cNvPr id="226" name="그룹 225">
                    <a:extLst>
                      <a:ext uri="{FF2B5EF4-FFF2-40B4-BE49-F238E27FC236}">
                        <a16:creationId xmlns:a16="http://schemas.microsoft.com/office/drawing/2014/main" id="{AA6B90CF-9992-47A5-0C4A-C12C5AB1069A}"/>
                      </a:ext>
                    </a:extLst>
                  </p:cNvPr>
                  <p:cNvGrpSpPr/>
                  <p:nvPr/>
                </p:nvGrpSpPr>
                <p:grpSpPr>
                  <a:xfrm>
                    <a:off x="1633760" y="5449206"/>
                    <a:ext cx="2032004" cy="406400"/>
                    <a:chOff x="1480457" y="1182914"/>
                    <a:chExt cx="2032004" cy="406400"/>
                  </a:xfrm>
                </p:grpSpPr>
                <p:sp>
                  <p:nvSpPr>
                    <p:cNvPr id="239" name="직사각형 238">
                      <a:extLst>
                        <a:ext uri="{FF2B5EF4-FFF2-40B4-BE49-F238E27FC236}">
                          <a16:creationId xmlns:a16="http://schemas.microsoft.com/office/drawing/2014/main" id="{23C3F984-4C16-D9D2-7BF1-7B2935EE42A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80457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lumMod val="40000"/>
                        <a:lumOff val="60000"/>
                        <a:alpha val="85000"/>
                      </a:schemeClr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240" name="직사각형 239">
                      <a:extLst>
                        <a:ext uri="{FF2B5EF4-FFF2-40B4-BE49-F238E27FC236}">
                          <a16:creationId xmlns:a16="http://schemas.microsoft.com/office/drawing/2014/main" id="{7E42D709-D586-9BAE-3BDE-6ADD9969584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86857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sp>
                  <p:nvSpPr>
                    <p:cNvPr id="241" name="직사각형 240">
                      <a:extLst>
                        <a:ext uri="{FF2B5EF4-FFF2-40B4-BE49-F238E27FC236}">
                          <a16:creationId xmlns:a16="http://schemas.microsoft.com/office/drawing/2014/main" id="{BA8A6AB5-CDF6-8AA0-9281-810BCEF6778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93257" y="1182914"/>
                      <a:ext cx="406400" cy="406400"/>
                    </a:xfrm>
                    <a:prstGeom prst="rect">
                      <a:avLst/>
                    </a:prstGeom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242" name="직사각형 241">
                      <a:extLst>
                        <a:ext uri="{FF2B5EF4-FFF2-40B4-BE49-F238E27FC236}">
                          <a16:creationId xmlns:a16="http://schemas.microsoft.com/office/drawing/2014/main" id="{48E02DCD-C22A-6ABF-5F31-B57D73D726A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99657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lumMod val="40000"/>
                        <a:lumOff val="60000"/>
                      </a:schemeClr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243" name="직사각형 242">
                      <a:extLst>
                        <a:ext uri="{FF2B5EF4-FFF2-40B4-BE49-F238E27FC236}">
                          <a16:creationId xmlns:a16="http://schemas.microsoft.com/office/drawing/2014/main" id="{19A1D7F6-6E5C-26EF-A681-95BA743AEC8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06057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244" name="직사각형 243">
                      <a:extLst>
                        <a:ext uri="{FF2B5EF4-FFF2-40B4-BE49-F238E27FC236}">
                          <a16:creationId xmlns:a16="http://schemas.microsoft.com/office/drawing/2014/main" id="{9D576352-0CBE-BE0D-356D-9FCB1711CD2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86861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alpha val="85000"/>
                      </a:schemeClr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sp>
                  <p:nvSpPr>
                    <p:cNvPr id="245" name="직사각형 244">
                      <a:extLst>
                        <a:ext uri="{FF2B5EF4-FFF2-40B4-BE49-F238E27FC236}">
                          <a16:creationId xmlns:a16="http://schemas.microsoft.com/office/drawing/2014/main" id="{6A0FFEE7-DF7C-71AB-6FB6-157DEA1B6B1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93261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lumMod val="40000"/>
                        <a:lumOff val="60000"/>
                        <a:alpha val="85000"/>
                      </a:schemeClr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246" name="직사각형 245">
                      <a:extLst>
                        <a:ext uri="{FF2B5EF4-FFF2-40B4-BE49-F238E27FC236}">
                          <a16:creationId xmlns:a16="http://schemas.microsoft.com/office/drawing/2014/main" id="{35180A9F-73E0-7951-B59D-895FACBCDED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99661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alpha val="85000"/>
                      </a:schemeClr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247" name="직사각형 246">
                      <a:extLst>
                        <a:ext uri="{FF2B5EF4-FFF2-40B4-BE49-F238E27FC236}">
                          <a16:creationId xmlns:a16="http://schemas.microsoft.com/office/drawing/2014/main" id="{4B74A407-1E86-E5F4-2DAC-668A8574EC3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06061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lumMod val="20000"/>
                        <a:lumOff val="80000"/>
                        <a:alpha val="85000"/>
                      </a:schemeClr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</p:grpSp>
              <p:grpSp>
                <p:nvGrpSpPr>
                  <p:cNvPr id="227" name="그룹 226">
                    <a:extLst>
                      <a:ext uri="{FF2B5EF4-FFF2-40B4-BE49-F238E27FC236}">
                        <a16:creationId xmlns:a16="http://schemas.microsoft.com/office/drawing/2014/main" id="{1C594272-5D2F-3773-1340-C7F58CE1719D}"/>
                      </a:ext>
                    </a:extLst>
                  </p:cNvPr>
                  <p:cNvGrpSpPr/>
                  <p:nvPr/>
                </p:nvGrpSpPr>
                <p:grpSpPr>
                  <a:xfrm>
                    <a:off x="1586139" y="5496832"/>
                    <a:ext cx="2032000" cy="406400"/>
                    <a:chOff x="1480457" y="1182914"/>
                    <a:chExt cx="2032000" cy="406400"/>
                  </a:xfrm>
                </p:grpSpPr>
                <p:sp>
                  <p:nvSpPr>
                    <p:cNvPr id="234" name="직사각형 233">
                      <a:extLst>
                        <a:ext uri="{FF2B5EF4-FFF2-40B4-BE49-F238E27FC236}">
                          <a16:creationId xmlns:a16="http://schemas.microsoft.com/office/drawing/2014/main" id="{E80065F8-7AF4-55B7-EF66-54433688994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80457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alpha val="85000"/>
                      </a:schemeClr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235" name="직사각형 234">
                      <a:extLst>
                        <a:ext uri="{FF2B5EF4-FFF2-40B4-BE49-F238E27FC236}">
                          <a16:creationId xmlns:a16="http://schemas.microsoft.com/office/drawing/2014/main" id="{EF061F4D-E99E-DE9B-FD48-8B3441BE1C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86857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lumMod val="40000"/>
                        <a:lumOff val="60000"/>
                        <a:alpha val="85000"/>
                      </a:schemeClr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sp>
                  <p:nvSpPr>
                    <p:cNvPr id="236" name="직사각형 235">
                      <a:extLst>
                        <a:ext uri="{FF2B5EF4-FFF2-40B4-BE49-F238E27FC236}">
                          <a16:creationId xmlns:a16="http://schemas.microsoft.com/office/drawing/2014/main" id="{06787027-6538-3CF8-FDF6-F600411EEA8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93257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alpha val="85000"/>
                      </a:schemeClr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237" name="직사각형 236">
                      <a:extLst>
                        <a:ext uri="{FF2B5EF4-FFF2-40B4-BE49-F238E27FC236}">
                          <a16:creationId xmlns:a16="http://schemas.microsoft.com/office/drawing/2014/main" id="{BDC357E3-4E3D-4EFB-613C-3DC5466F15A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99657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lumMod val="40000"/>
                        <a:lumOff val="60000"/>
                        <a:alpha val="85000"/>
                      </a:schemeClr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238" name="직사각형 237">
                      <a:extLst>
                        <a:ext uri="{FF2B5EF4-FFF2-40B4-BE49-F238E27FC236}">
                          <a16:creationId xmlns:a16="http://schemas.microsoft.com/office/drawing/2014/main" id="{F064D9D9-46A9-3525-E680-FCC949DB7AA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06057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lumMod val="40000"/>
                        <a:lumOff val="60000"/>
                        <a:alpha val="85000"/>
                      </a:schemeClr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</p:grpSp>
              <p:grpSp>
                <p:nvGrpSpPr>
                  <p:cNvPr id="228" name="그룹 227">
                    <a:extLst>
                      <a:ext uri="{FF2B5EF4-FFF2-40B4-BE49-F238E27FC236}">
                        <a16:creationId xmlns:a16="http://schemas.microsoft.com/office/drawing/2014/main" id="{AF298A89-FBE0-948C-1E85-D7D08ABF0C3A}"/>
                      </a:ext>
                    </a:extLst>
                  </p:cNvPr>
                  <p:cNvGrpSpPr/>
                  <p:nvPr/>
                </p:nvGrpSpPr>
                <p:grpSpPr>
                  <a:xfrm>
                    <a:off x="1538514" y="5544457"/>
                    <a:ext cx="2032000" cy="406400"/>
                    <a:chOff x="1480457" y="1182914"/>
                    <a:chExt cx="2032000" cy="406400"/>
                  </a:xfrm>
                </p:grpSpPr>
                <p:sp>
                  <p:nvSpPr>
                    <p:cNvPr id="229" name="직사각형 228">
                      <a:extLst>
                        <a:ext uri="{FF2B5EF4-FFF2-40B4-BE49-F238E27FC236}">
                          <a16:creationId xmlns:a16="http://schemas.microsoft.com/office/drawing/2014/main" id="{DCF10156-1F24-8266-BAF6-76DFAF60C6A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80457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230" name="직사각형 229">
                      <a:extLst>
                        <a:ext uri="{FF2B5EF4-FFF2-40B4-BE49-F238E27FC236}">
                          <a16:creationId xmlns:a16="http://schemas.microsoft.com/office/drawing/2014/main" id="{B98B4AB9-2DE2-C39F-74D6-B264EE3E3B6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86857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sp>
                  <p:nvSpPr>
                    <p:cNvPr id="231" name="직사각형 230">
                      <a:extLst>
                        <a:ext uri="{FF2B5EF4-FFF2-40B4-BE49-F238E27FC236}">
                          <a16:creationId xmlns:a16="http://schemas.microsoft.com/office/drawing/2014/main" id="{61E7D1B7-B1BC-33E5-5429-38CEF69CC38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93257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lumMod val="40000"/>
                        <a:lumOff val="60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232" name="직사각형 231">
                      <a:extLst>
                        <a:ext uri="{FF2B5EF4-FFF2-40B4-BE49-F238E27FC236}">
                          <a16:creationId xmlns:a16="http://schemas.microsoft.com/office/drawing/2014/main" id="{0897950E-9846-AB09-649B-C2763FFEA94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99653" y="1182914"/>
                      <a:ext cx="406400" cy="406400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233" name="직사각형 232">
                      <a:extLst>
                        <a:ext uri="{FF2B5EF4-FFF2-40B4-BE49-F238E27FC236}">
                          <a16:creationId xmlns:a16="http://schemas.microsoft.com/office/drawing/2014/main" id="{7C40E75A-F827-F24D-EDDA-99179765B1E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06057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</p:grpSp>
            </p:grpSp>
            <p:sp>
              <p:nvSpPr>
                <p:cNvPr id="188" name="TextBox 187">
                  <a:extLst>
                    <a:ext uri="{FF2B5EF4-FFF2-40B4-BE49-F238E27FC236}">
                      <a16:creationId xmlns:a16="http://schemas.microsoft.com/office/drawing/2014/main" id="{8AA60652-49B7-A4D0-DF20-7404276E9E91}"/>
                    </a:ext>
                  </a:extLst>
                </p:cNvPr>
                <p:cNvSpPr txBox="1"/>
                <p:nvPr/>
              </p:nvSpPr>
              <p:spPr>
                <a:xfrm>
                  <a:off x="3567147" y="5480820"/>
                  <a:ext cx="1098626" cy="34317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200" dirty="0"/>
                    <a:t>   …</a:t>
                  </a:r>
                  <a:endParaRPr lang="ko-KR" altLang="en-US" sz="1200" dirty="0"/>
                </a:p>
              </p:txBody>
            </p:sp>
            <p:grpSp>
              <p:nvGrpSpPr>
                <p:cNvPr id="189" name="그룹 188">
                  <a:extLst>
                    <a:ext uri="{FF2B5EF4-FFF2-40B4-BE49-F238E27FC236}">
                      <a16:creationId xmlns:a16="http://schemas.microsoft.com/office/drawing/2014/main" id="{4A979B0B-0295-C8B6-32A5-CFFE75915EDF}"/>
                    </a:ext>
                  </a:extLst>
                </p:cNvPr>
                <p:cNvGrpSpPr/>
                <p:nvPr/>
              </p:nvGrpSpPr>
              <p:grpSpPr>
                <a:xfrm>
                  <a:off x="4265763" y="5404755"/>
                  <a:ext cx="2165350" cy="546102"/>
                  <a:chOff x="1538514" y="5404755"/>
                  <a:chExt cx="2165350" cy="546102"/>
                </a:xfrm>
              </p:grpSpPr>
              <p:grpSp>
                <p:nvGrpSpPr>
                  <p:cNvPr id="193" name="그룹 192">
                    <a:extLst>
                      <a:ext uri="{FF2B5EF4-FFF2-40B4-BE49-F238E27FC236}">
                        <a16:creationId xmlns:a16="http://schemas.microsoft.com/office/drawing/2014/main" id="{DAB7A73D-F612-8D0C-EADC-F7A9F44FF2A9}"/>
                      </a:ext>
                    </a:extLst>
                  </p:cNvPr>
                  <p:cNvGrpSpPr/>
                  <p:nvPr/>
                </p:nvGrpSpPr>
                <p:grpSpPr>
                  <a:xfrm>
                    <a:off x="1671860" y="5404755"/>
                    <a:ext cx="2032004" cy="406400"/>
                    <a:chOff x="1480457" y="1182914"/>
                    <a:chExt cx="2032004" cy="406400"/>
                  </a:xfrm>
                </p:grpSpPr>
                <p:sp>
                  <p:nvSpPr>
                    <p:cNvPr id="216" name="직사각형 215">
                      <a:extLst>
                        <a:ext uri="{FF2B5EF4-FFF2-40B4-BE49-F238E27FC236}">
                          <a16:creationId xmlns:a16="http://schemas.microsoft.com/office/drawing/2014/main" id="{F9D8FAE8-E7A0-2F04-0640-6E4FAEBDE15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80457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lumMod val="40000"/>
                        <a:lumOff val="60000"/>
                        <a:alpha val="85000"/>
                      </a:schemeClr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217" name="직사각형 216">
                      <a:extLst>
                        <a:ext uri="{FF2B5EF4-FFF2-40B4-BE49-F238E27FC236}">
                          <a16:creationId xmlns:a16="http://schemas.microsoft.com/office/drawing/2014/main" id="{EAD1767A-24E3-B189-2466-6AA43ADFAB7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86857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sp>
                  <p:nvSpPr>
                    <p:cNvPr id="218" name="직사각형 217">
                      <a:extLst>
                        <a:ext uri="{FF2B5EF4-FFF2-40B4-BE49-F238E27FC236}">
                          <a16:creationId xmlns:a16="http://schemas.microsoft.com/office/drawing/2014/main" id="{A26FECC3-59B6-F43E-2267-2FEA11259C9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93257" y="1182914"/>
                      <a:ext cx="406400" cy="406400"/>
                    </a:xfrm>
                    <a:prstGeom prst="rect">
                      <a:avLst/>
                    </a:prstGeom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219" name="직사각형 218">
                      <a:extLst>
                        <a:ext uri="{FF2B5EF4-FFF2-40B4-BE49-F238E27FC236}">
                          <a16:creationId xmlns:a16="http://schemas.microsoft.com/office/drawing/2014/main" id="{B0DCF375-0ABC-D7EB-A580-625D5F8E175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99657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lumMod val="40000"/>
                        <a:lumOff val="60000"/>
                      </a:schemeClr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220" name="직사각형 219">
                      <a:extLst>
                        <a:ext uri="{FF2B5EF4-FFF2-40B4-BE49-F238E27FC236}">
                          <a16:creationId xmlns:a16="http://schemas.microsoft.com/office/drawing/2014/main" id="{C0B487FE-3C3E-099A-FC68-BAA8C9629D8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06057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221" name="직사각형 220">
                      <a:extLst>
                        <a:ext uri="{FF2B5EF4-FFF2-40B4-BE49-F238E27FC236}">
                          <a16:creationId xmlns:a16="http://schemas.microsoft.com/office/drawing/2014/main" id="{6B17073C-48FB-A232-F03E-2E928772DE6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86861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alpha val="85000"/>
                      </a:schemeClr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sp>
                  <p:nvSpPr>
                    <p:cNvPr id="222" name="직사각형 221">
                      <a:extLst>
                        <a:ext uri="{FF2B5EF4-FFF2-40B4-BE49-F238E27FC236}">
                          <a16:creationId xmlns:a16="http://schemas.microsoft.com/office/drawing/2014/main" id="{9B89F81F-5248-769D-26C9-18E5EB865F6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93261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alpha val="85000"/>
                      </a:schemeClr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223" name="직사각형 222">
                      <a:extLst>
                        <a:ext uri="{FF2B5EF4-FFF2-40B4-BE49-F238E27FC236}">
                          <a16:creationId xmlns:a16="http://schemas.microsoft.com/office/drawing/2014/main" id="{D548BDC9-2B2B-B64E-7744-BD6088416F7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99661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lumMod val="40000"/>
                        <a:lumOff val="60000"/>
                        <a:alpha val="85000"/>
                      </a:schemeClr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224" name="직사각형 223">
                      <a:extLst>
                        <a:ext uri="{FF2B5EF4-FFF2-40B4-BE49-F238E27FC236}">
                          <a16:creationId xmlns:a16="http://schemas.microsoft.com/office/drawing/2014/main" id="{611BB040-560E-9A42-EE62-D4B03FD41F5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06061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alpha val="85000"/>
                      </a:schemeClr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</p:grpSp>
              <p:grpSp>
                <p:nvGrpSpPr>
                  <p:cNvPr id="194" name="그룹 193">
                    <a:extLst>
                      <a:ext uri="{FF2B5EF4-FFF2-40B4-BE49-F238E27FC236}">
                        <a16:creationId xmlns:a16="http://schemas.microsoft.com/office/drawing/2014/main" id="{B8C723BF-19B4-C702-92D8-3A6FF0AD32ED}"/>
                      </a:ext>
                    </a:extLst>
                  </p:cNvPr>
                  <p:cNvGrpSpPr/>
                  <p:nvPr/>
                </p:nvGrpSpPr>
                <p:grpSpPr>
                  <a:xfrm>
                    <a:off x="1633760" y="5449206"/>
                    <a:ext cx="2032004" cy="406400"/>
                    <a:chOff x="1480457" y="1182914"/>
                    <a:chExt cx="2032004" cy="406400"/>
                  </a:xfrm>
                </p:grpSpPr>
                <p:sp>
                  <p:nvSpPr>
                    <p:cNvPr id="207" name="직사각형 206">
                      <a:extLst>
                        <a:ext uri="{FF2B5EF4-FFF2-40B4-BE49-F238E27FC236}">
                          <a16:creationId xmlns:a16="http://schemas.microsoft.com/office/drawing/2014/main" id="{C01A87CB-328B-A0AC-0D5A-90F952F1DFC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80457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lumMod val="40000"/>
                        <a:lumOff val="60000"/>
                        <a:alpha val="85000"/>
                      </a:schemeClr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208" name="직사각형 207">
                      <a:extLst>
                        <a:ext uri="{FF2B5EF4-FFF2-40B4-BE49-F238E27FC236}">
                          <a16:creationId xmlns:a16="http://schemas.microsoft.com/office/drawing/2014/main" id="{2F6EBFF7-F3BB-3593-B6F4-323E419B3EF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86857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sp>
                  <p:nvSpPr>
                    <p:cNvPr id="209" name="직사각형 208">
                      <a:extLst>
                        <a:ext uri="{FF2B5EF4-FFF2-40B4-BE49-F238E27FC236}">
                          <a16:creationId xmlns:a16="http://schemas.microsoft.com/office/drawing/2014/main" id="{9AFB8C0D-C9FF-E847-AD4D-5FFEF39AE13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93257" y="1182914"/>
                      <a:ext cx="406400" cy="406400"/>
                    </a:xfrm>
                    <a:prstGeom prst="rect">
                      <a:avLst/>
                    </a:prstGeom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210" name="직사각형 209">
                      <a:extLst>
                        <a:ext uri="{FF2B5EF4-FFF2-40B4-BE49-F238E27FC236}">
                          <a16:creationId xmlns:a16="http://schemas.microsoft.com/office/drawing/2014/main" id="{6491169E-AA22-BAC7-4B86-31B5E476C40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99657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lumMod val="40000"/>
                        <a:lumOff val="60000"/>
                      </a:schemeClr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211" name="직사각형 210">
                      <a:extLst>
                        <a:ext uri="{FF2B5EF4-FFF2-40B4-BE49-F238E27FC236}">
                          <a16:creationId xmlns:a16="http://schemas.microsoft.com/office/drawing/2014/main" id="{78DA2D4F-2942-C791-42CD-435C3381B68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06057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212" name="직사각형 211">
                      <a:extLst>
                        <a:ext uri="{FF2B5EF4-FFF2-40B4-BE49-F238E27FC236}">
                          <a16:creationId xmlns:a16="http://schemas.microsoft.com/office/drawing/2014/main" id="{22605EB1-2EB1-1DB9-876E-91AE1E34700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86861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alpha val="85000"/>
                      </a:schemeClr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sp>
                  <p:nvSpPr>
                    <p:cNvPr id="213" name="직사각형 212">
                      <a:extLst>
                        <a:ext uri="{FF2B5EF4-FFF2-40B4-BE49-F238E27FC236}">
                          <a16:creationId xmlns:a16="http://schemas.microsoft.com/office/drawing/2014/main" id="{C34D6F01-60FC-E43D-BC7A-0768B7A356D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93261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lumMod val="40000"/>
                        <a:lumOff val="60000"/>
                        <a:alpha val="85000"/>
                      </a:schemeClr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214" name="직사각형 213">
                      <a:extLst>
                        <a:ext uri="{FF2B5EF4-FFF2-40B4-BE49-F238E27FC236}">
                          <a16:creationId xmlns:a16="http://schemas.microsoft.com/office/drawing/2014/main" id="{0A41B611-2BE1-A48E-8891-CC9B8547B23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99661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alpha val="85000"/>
                      </a:schemeClr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215" name="직사각형 214">
                      <a:extLst>
                        <a:ext uri="{FF2B5EF4-FFF2-40B4-BE49-F238E27FC236}">
                          <a16:creationId xmlns:a16="http://schemas.microsoft.com/office/drawing/2014/main" id="{969DA89F-AF71-71B1-08B1-9536F5EC711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06061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lumMod val="20000"/>
                        <a:lumOff val="80000"/>
                        <a:alpha val="85000"/>
                      </a:schemeClr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</p:grpSp>
              <p:grpSp>
                <p:nvGrpSpPr>
                  <p:cNvPr id="195" name="그룹 194">
                    <a:extLst>
                      <a:ext uri="{FF2B5EF4-FFF2-40B4-BE49-F238E27FC236}">
                        <a16:creationId xmlns:a16="http://schemas.microsoft.com/office/drawing/2014/main" id="{E38A0CB8-C2DC-5AF0-BBEF-CB1F2454020B}"/>
                      </a:ext>
                    </a:extLst>
                  </p:cNvPr>
                  <p:cNvGrpSpPr/>
                  <p:nvPr/>
                </p:nvGrpSpPr>
                <p:grpSpPr>
                  <a:xfrm>
                    <a:off x="1586139" y="5496832"/>
                    <a:ext cx="2032000" cy="406400"/>
                    <a:chOff x="1480457" y="1182914"/>
                    <a:chExt cx="2032000" cy="406400"/>
                  </a:xfrm>
                </p:grpSpPr>
                <p:sp>
                  <p:nvSpPr>
                    <p:cNvPr id="202" name="직사각형 201">
                      <a:extLst>
                        <a:ext uri="{FF2B5EF4-FFF2-40B4-BE49-F238E27FC236}">
                          <a16:creationId xmlns:a16="http://schemas.microsoft.com/office/drawing/2014/main" id="{66395654-C0E8-B92E-9D0C-33F49FDAE8C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80457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alpha val="85000"/>
                      </a:schemeClr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203" name="직사각형 202">
                      <a:extLst>
                        <a:ext uri="{FF2B5EF4-FFF2-40B4-BE49-F238E27FC236}">
                          <a16:creationId xmlns:a16="http://schemas.microsoft.com/office/drawing/2014/main" id="{593017C7-F06C-F250-8DF6-5ED68311C58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86857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lumMod val="40000"/>
                        <a:lumOff val="60000"/>
                        <a:alpha val="85000"/>
                      </a:schemeClr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sp>
                  <p:nvSpPr>
                    <p:cNvPr id="204" name="직사각형 203">
                      <a:extLst>
                        <a:ext uri="{FF2B5EF4-FFF2-40B4-BE49-F238E27FC236}">
                          <a16:creationId xmlns:a16="http://schemas.microsoft.com/office/drawing/2014/main" id="{2524624C-2A0B-BA48-CE5A-E294E69168E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93257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lumMod val="40000"/>
                        <a:lumOff val="60000"/>
                        <a:alpha val="85000"/>
                      </a:schemeClr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205" name="직사각형 204">
                      <a:extLst>
                        <a:ext uri="{FF2B5EF4-FFF2-40B4-BE49-F238E27FC236}">
                          <a16:creationId xmlns:a16="http://schemas.microsoft.com/office/drawing/2014/main" id="{A9EBD1B8-9394-BF2C-68A1-B7E78EF4F7C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99657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alpha val="85000"/>
                      </a:schemeClr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206" name="직사각형 205">
                      <a:extLst>
                        <a:ext uri="{FF2B5EF4-FFF2-40B4-BE49-F238E27FC236}">
                          <a16:creationId xmlns:a16="http://schemas.microsoft.com/office/drawing/2014/main" id="{262EBCCB-E338-2844-BECD-422F2A535D7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06057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lumMod val="40000"/>
                        <a:lumOff val="60000"/>
                        <a:alpha val="85000"/>
                      </a:schemeClr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</p:grpSp>
              <p:grpSp>
                <p:nvGrpSpPr>
                  <p:cNvPr id="196" name="그룹 195">
                    <a:extLst>
                      <a:ext uri="{FF2B5EF4-FFF2-40B4-BE49-F238E27FC236}">
                        <a16:creationId xmlns:a16="http://schemas.microsoft.com/office/drawing/2014/main" id="{FC74012E-4447-4CBE-D291-D8578CF46A18}"/>
                      </a:ext>
                    </a:extLst>
                  </p:cNvPr>
                  <p:cNvGrpSpPr/>
                  <p:nvPr/>
                </p:nvGrpSpPr>
                <p:grpSpPr>
                  <a:xfrm>
                    <a:off x="1538514" y="5544457"/>
                    <a:ext cx="2032000" cy="406400"/>
                    <a:chOff x="1480457" y="1182914"/>
                    <a:chExt cx="2032000" cy="406400"/>
                  </a:xfrm>
                </p:grpSpPr>
                <p:sp>
                  <p:nvSpPr>
                    <p:cNvPr id="197" name="직사각형 196">
                      <a:extLst>
                        <a:ext uri="{FF2B5EF4-FFF2-40B4-BE49-F238E27FC236}">
                          <a16:creationId xmlns:a16="http://schemas.microsoft.com/office/drawing/2014/main" id="{0254E90E-9358-7957-C702-FBDB2F1846D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80457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198" name="직사각형 197">
                      <a:extLst>
                        <a:ext uri="{FF2B5EF4-FFF2-40B4-BE49-F238E27FC236}">
                          <a16:creationId xmlns:a16="http://schemas.microsoft.com/office/drawing/2014/main" id="{95991CAF-91B1-F01B-93C2-3957CE4EC05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86857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lumMod val="40000"/>
                        <a:lumOff val="60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sp>
                  <p:nvSpPr>
                    <p:cNvPr id="199" name="직사각형 198">
                      <a:extLst>
                        <a:ext uri="{FF2B5EF4-FFF2-40B4-BE49-F238E27FC236}">
                          <a16:creationId xmlns:a16="http://schemas.microsoft.com/office/drawing/2014/main" id="{21E93E22-8890-B098-2536-A1CE6F91085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93257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lumMod val="40000"/>
                        <a:lumOff val="60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200" name="직사각형 199">
                      <a:extLst>
                        <a:ext uri="{FF2B5EF4-FFF2-40B4-BE49-F238E27FC236}">
                          <a16:creationId xmlns:a16="http://schemas.microsoft.com/office/drawing/2014/main" id="{01A120E1-1E09-D513-F25C-1CAC45CD2F8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99653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201" name="직사각형 200">
                      <a:extLst>
                        <a:ext uri="{FF2B5EF4-FFF2-40B4-BE49-F238E27FC236}">
                          <a16:creationId xmlns:a16="http://schemas.microsoft.com/office/drawing/2014/main" id="{2774F3CC-B424-7482-A644-D7CF2C6D6D5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06057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</p:grpSp>
            </p:grpSp>
            <p:cxnSp>
              <p:nvCxnSpPr>
                <p:cNvPr id="190" name="직선 화살표 연결선 189">
                  <a:extLst>
                    <a:ext uri="{FF2B5EF4-FFF2-40B4-BE49-F238E27FC236}">
                      <a16:creationId xmlns:a16="http://schemas.microsoft.com/office/drawing/2014/main" id="{EE38B7CE-FAE8-562E-2F2E-5EEC44D62FDF}"/>
                    </a:ext>
                  </a:extLst>
                </p:cNvPr>
                <p:cNvCxnSpPr/>
                <p:nvPr/>
              </p:nvCxnSpPr>
              <p:spPr>
                <a:xfrm>
                  <a:off x="1690914" y="5279029"/>
                  <a:ext cx="4671786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91" name="TextBox 190">
                      <a:extLst>
                        <a:ext uri="{FF2B5EF4-FFF2-40B4-BE49-F238E27FC236}">
                          <a16:creationId xmlns:a16="http://schemas.microsoft.com/office/drawing/2014/main" id="{C61D4B60-197D-CCEA-EF2E-4330DBAE23F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16916" y="4842449"/>
                      <a:ext cx="887262" cy="46708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sz="11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𝑜𝑢𝑡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sz="1100" dirty="0"/>
                    </a:p>
                  </p:txBody>
                </p:sp>
              </mc:Choice>
              <mc:Fallback xmlns="">
                <p:sp>
                  <p:nvSpPr>
                    <p:cNvPr id="191" name="TextBox 190">
                      <a:extLst>
                        <a:ext uri="{FF2B5EF4-FFF2-40B4-BE49-F238E27FC236}">
                          <a16:creationId xmlns:a16="http://schemas.microsoft.com/office/drawing/2014/main" id="{C61D4B60-197D-CCEA-EF2E-4330DBAE23F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516916" y="4842449"/>
                      <a:ext cx="887262" cy="467086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92" name="TextBox 191">
                      <a:extLst>
                        <a:ext uri="{FF2B5EF4-FFF2-40B4-BE49-F238E27FC236}">
                          <a16:creationId xmlns:a16="http://schemas.microsoft.com/office/drawing/2014/main" id="{9F360B94-6805-1AB9-BA20-6CF355F6A38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444059" y="5785644"/>
                      <a:ext cx="587829" cy="46708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sz="11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𝑖𝑛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sz="1100" dirty="0"/>
                    </a:p>
                  </p:txBody>
                </p:sp>
              </mc:Choice>
              <mc:Fallback xmlns="">
                <p:sp>
                  <p:nvSpPr>
                    <p:cNvPr id="192" name="TextBox 191">
                      <a:extLst>
                        <a:ext uri="{FF2B5EF4-FFF2-40B4-BE49-F238E27FC236}">
                          <a16:creationId xmlns:a16="http://schemas.microsoft.com/office/drawing/2014/main" id="{9F360B94-6805-1AB9-BA20-6CF355F6A38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444059" y="5785644"/>
                      <a:ext cx="587829" cy="467086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134" name="그룹 133">
              <a:extLst>
                <a:ext uri="{FF2B5EF4-FFF2-40B4-BE49-F238E27FC236}">
                  <a16:creationId xmlns:a16="http://schemas.microsoft.com/office/drawing/2014/main" id="{96794319-273B-F160-F2C3-8C3A933E17B3}"/>
                </a:ext>
              </a:extLst>
            </p:cNvPr>
            <p:cNvGrpSpPr/>
            <p:nvPr/>
          </p:nvGrpSpPr>
          <p:grpSpPr>
            <a:xfrm>
              <a:off x="5328704" y="233070"/>
              <a:ext cx="1592420" cy="2479652"/>
              <a:chOff x="8021410" y="393331"/>
              <a:chExt cx="3410556" cy="5310783"/>
            </a:xfrm>
          </p:grpSpPr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41A7EA5C-60B8-5089-47FF-D2FF0E564059}"/>
                  </a:ext>
                </a:extLst>
              </p:cNvPr>
              <p:cNvSpPr txBox="1"/>
              <p:nvPr/>
            </p:nvSpPr>
            <p:spPr>
              <a:xfrm>
                <a:off x="9222620" y="417919"/>
                <a:ext cx="2075543" cy="6649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00" dirty="0" err="1"/>
                  <a:t>CodeBook</a:t>
                </a:r>
                <a:endParaRPr lang="ko-KR" altLang="en-US" sz="800" dirty="0"/>
              </a:p>
            </p:txBody>
          </p:sp>
          <p:grpSp>
            <p:nvGrpSpPr>
              <p:cNvPr id="137" name="그룹 136">
                <a:extLst>
                  <a:ext uri="{FF2B5EF4-FFF2-40B4-BE49-F238E27FC236}">
                    <a16:creationId xmlns:a16="http://schemas.microsoft.com/office/drawing/2014/main" id="{27241444-E475-7314-5960-9F6B1FEFC29A}"/>
                  </a:ext>
                </a:extLst>
              </p:cNvPr>
              <p:cNvGrpSpPr/>
              <p:nvPr/>
            </p:nvGrpSpPr>
            <p:grpSpPr>
              <a:xfrm>
                <a:off x="9456084" y="1024970"/>
                <a:ext cx="965173" cy="887022"/>
                <a:chOff x="1776549" y="1103811"/>
                <a:chExt cx="1058094" cy="1058094"/>
              </a:xfrm>
            </p:grpSpPr>
            <p:sp>
              <p:nvSpPr>
                <p:cNvPr id="176" name="직사각형 175">
                  <a:extLst>
                    <a:ext uri="{FF2B5EF4-FFF2-40B4-BE49-F238E27FC236}">
                      <a16:creationId xmlns:a16="http://schemas.microsoft.com/office/drawing/2014/main" id="{A768F128-07A1-E2A6-92DE-1A3DCD278378}"/>
                    </a:ext>
                  </a:extLst>
                </p:cNvPr>
                <p:cNvSpPr/>
                <p:nvPr/>
              </p:nvSpPr>
              <p:spPr>
                <a:xfrm>
                  <a:off x="1776549" y="1103811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77" name="직사각형 176">
                  <a:extLst>
                    <a:ext uri="{FF2B5EF4-FFF2-40B4-BE49-F238E27FC236}">
                      <a16:creationId xmlns:a16="http://schemas.microsoft.com/office/drawing/2014/main" id="{0F6AF7B5-64D3-9EF3-453E-359046E23961}"/>
                    </a:ext>
                  </a:extLst>
                </p:cNvPr>
                <p:cNvSpPr/>
                <p:nvPr/>
              </p:nvSpPr>
              <p:spPr>
                <a:xfrm>
                  <a:off x="2129247" y="1103811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78" name="직사각형 177">
                  <a:extLst>
                    <a:ext uri="{FF2B5EF4-FFF2-40B4-BE49-F238E27FC236}">
                      <a16:creationId xmlns:a16="http://schemas.microsoft.com/office/drawing/2014/main" id="{448434A8-9095-06B4-9C68-91C7AD229F15}"/>
                    </a:ext>
                  </a:extLst>
                </p:cNvPr>
                <p:cNvSpPr/>
                <p:nvPr/>
              </p:nvSpPr>
              <p:spPr>
                <a:xfrm>
                  <a:off x="2481945" y="1103811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79" name="직사각형 178">
                  <a:extLst>
                    <a:ext uri="{FF2B5EF4-FFF2-40B4-BE49-F238E27FC236}">
                      <a16:creationId xmlns:a16="http://schemas.microsoft.com/office/drawing/2014/main" id="{ABF95F3A-37F2-4870-D5C5-66E9ABD2CA1D}"/>
                    </a:ext>
                  </a:extLst>
                </p:cNvPr>
                <p:cNvSpPr/>
                <p:nvPr/>
              </p:nvSpPr>
              <p:spPr>
                <a:xfrm>
                  <a:off x="1776549" y="1456509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0" name="직사각형 179">
                  <a:extLst>
                    <a:ext uri="{FF2B5EF4-FFF2-40B4-BE49-F238E27FC236}">
                      <a16:creationId xmlns:a16="http://schemas.microsoft.com/office/drawing/2014/main" id="{5D37E1A5-0E3D-621F-522F-62A9C391EF44}"/>
                    </a:ext>
                  </a:extLst>
                </p:cNvPr>
                <p:cNvSpPr/>
                <p:nvPr/>
              </p:nvSpPr>
              <p:spPr>
                <a:xfrm>
                  <a:off x="2129247" y="1456509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1" name="직사각형 180">
                  <a:extLst>
                    <a:ext uri="{FF2B5EF4-FFF2-40B4-BE49-F238E27FC236}">
                      <a16:creationId xmlns:a16="http://schemas.microsoft.com/office/drawing/2014/main" id="{785415E8-3660-DA90-31FD-B3FF01CA6679}"/>
                    </a:ext>
                  </a:extLst>
                </p:cNvPr>
                <p:cNvSpPr/>
                <p:nvPr/>
              </p:nvSpPr>
              <p:spPr>
                <a:xfrm>
                  <a:off x="2481945" y="1456509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2" name="직사각형 181">
                  <a:extLst>
                    <a:ext uri="{FF2B5EF4-FFF2-40B4-BE49-F238E27FC236}">
                      <a16:creationId xmlns:a16="http://schemas.microsoft.com/office/drawing/2014/main" id="{6C850F0B-D278-3996-C5A0-4B0B79DD461D}"/>
                    </a:ext>
                  </a:extLst>
                </p:cNvPr>
                <p:cNvSpPr/>
                <p:nvPr/>
              </p:nvSpPr>
              <p:spPr>
                <a:xfrm>
                  <a:off x="1776549" y="1809207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3" name="직사각형 182">
                  <a:extLst>
                    <a:ext uri="{FF2B5EF4-FFF2-40B4-BE49-F238E27FC236}">
                      <a16:creationId xmlns:a16="http://schemas.microsoft.com/office/drawing/2014/main" id="{74ED1B7D-E086-8E11-5362-1D684A9496FC}"/>
                    </a:ext>
                  </a:extLst>
                </p:cNvPr>
                <p:cNvSpPr/>
                <p:nvPr/>
              </p:nvSpPr>
              <p:spPr>
                <a:xfrm>
                  <a:off x="2129247" y="1809207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4" name="직사각형 183">
                  <a:extLst>
                    <a:ext uri="{FF2B5EF4-FFF2-40B4-BE49-F238E27FC236}">
                      <a16:creationId xmlns:a16="http://schemas.microsoft.com/office/drawing/2014/main" id="{5E89771E-C4EA-BD34-80D8-0D679A2F0BDA}"/>
                    </a:ext>
                  </a:extLst>
                </p:cNvPr>
                <p:cNvSpPr/>
                <p:nvPr/>
              </p:nvSpPr>
              <p:spPr>
                <a:xfrm>
                  <a:off x="2481943" y="1809207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38" name="그룹 137">
                <a:extLst>
                  <a:ext uri="{FF2B5EF4-FFF2-40B4-BE49-F238E27FC236}">
                    <a16:creationId xmlns:a16="http://schemas.microsoft.com/office/drawing/2014/main" id="{935BFE00-D90B-CB34-61BC-AD06B63BE05E}"/>
                  </a:ext>
                </a:extLst>
              </p:cNvPr>
              <p:cNvGrpSpPr/>
              <p:nvPr/>
            </p:nvGrpSpPr>
            <p:grpSpPr>
              <a:xfrm>
                <a:off x="9456083" y="2333532"/>
                <a:ext cx="965173" cy="887022"/>
                <a:chOff x="1776549" y="1103811"/>
                <a:chExt cx="1058094" cy="1058094"/>
              </a:xfrm>
            </p:grpSpPr>
            <p:sp>
              <p:nvSpPr>
                <p:cNvPr id="167" name="직사각형 166">
                  <a:extLst>
                    <a:ext uri="{FF2B5EF4-FFF2-40B4-BE49-F238E27FC236}">
                      <a16:creationId xmlns:a16="http://schemas.microsoft.com/office/drawing/2014/main" id="{FB8467E7-435A-6808-896B-813966A45C24}"/>
                    </a:ext>
                  </a:extLst>
                </p:cNvPr>
                <p:cNvSpPr/>
                <p:nvPr/>
              </p:nvSpPr>
              <p:spPr>
                <a:xfrm>
                  <a:off x="1776549" y="1103811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68" name="직사각형 167">
                  <a:extLst>
                    <a:ext uri="{FF2B5EF4-FFF2-40B4-BE49-F238E27FC236}">
                      <a16:creationId xmlns:a16="http://schemas.microsoft.com/office/drawing/2014/main" id="{ADB7D18B-0379-2235-C92F-294B87C3AAC4}"/>
                    </a:ext>
                  </a:extLst>
                </p:cNvPr>
                <p:cNvSpPr/>
                <p:nvPr/>
              </p:nvSpPr>
              <p:spPr>
                <a:xfrm>
                  <a:off x="2129247" y="1103811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69" name="직사각형 168">
                  <a:extLst>
                    <a:ext uri="{FF2B5EF4-FFF2-40B4-BE49-F238E27FC236}">
                      <a16:creationId xmlns:a16="http://schemas.microsoft.com/office/drawing/2014/main" id="{F834A798-12C0-7D17-0AE6-052431862E18}"/>
                    </a:ext>
                  </a:extLst>
                </p:cNvPr>
                <p:cNvSpPr/>
                <p:nvPr/>
              </p:nvSpPr>
              <p:spPr>
                <a:xfrm>
                  <a:off x="2481945" y="1103811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70" name="직사각형 169">
                  <a:extLst>
                    <a:ext uri="{FF2B5EF4-FFF2-40B4-BE49-F238E27FC236}">
                      <a16:creationId xmlns:a16="http://schemas.microsoft.com/office/drawing/2014/main" id="{B19E2AD8-BE12-5D7E-AE09-E07E36444997}"/>
                    </a:ext>
                  </a:extLst>
                </p:cNvPr>
                <p:cNvSpPr/>
                <p:nvPr/>
              </p:nvSpPr>
              <p:spPr>
                <a:xfrm>
                  <a:off x="1776549" y="1456509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71" name="직사각형 170">
                  <a:extLst>
                    <a:ext uri="{FF2B5EF4-FFF2-40B4-BE49-F238E27FC236}">
                      <a16:creationId xmlns:a16="http://schemas.microsoft.com/office/drawing/2014/main" id="{431CEEF6-04D6-18D3-971C-8D24EBA048E6}"/>
                    </a:ext>
                  </a:extLst>
                </p:cNvPr>
                <p:cNvSpPr/>
                <p:nvPr/>
              </p:nvSpPr>
              <p:spPr>
                <a:xfrm>
                  <a:off x="2129247" y="1456509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72" name="직사각형 171">
                  <a:extLst>
                    <a:ext uri="{FF2B5EF4-FFF2-40B4-BE49-F238E27FC236}">
                      <a16:creationId xmlns:a16="http://schemas.microsoft.com/office/drawing/2014/main" id="{6996F31C-BD34-613E-D849-14F38937042F}"/>
                    </a:ext>
                  </a:extLst>
                </p:cNvPr>
                <p:cNvSpPr/>
                <p:nvPr/>
              </p:nvSpPr>
              <p:spPr>
                <a:xfrm>
                  <a:off x="2481945" y="1456509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73" name="직사각형 172">
                  <a:extLst>
                    <a:ext uri="{FF2B5EF4-FFF2-40B4-BE49-F238E27FC236}">
                      <a16:creationId xmlns:a16="http://schemas.microsoft.com/office/drawing/2014/main" id="{D3318A4A-0F92-D915-07E1-4D60837D8575}"/>
                    </a:ext>
                  </a:extLst>
                </p:cNvPr>
                <p:cNvSpPr/>
                <p:nvPr/>
              </p:nvSpPr>
              <p:spPr>
                <a:xfrm>
                  <a:off x="1776549" y="1809207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74" name="직사각형 173">
                  <a:extLst>
                    <a:ext uri="{FF2B5EF4-FFF2-40B4-BE49-F238E27FC236}">
                      <a16:creationId xmlns:a16="http://schemas.microsoft.com/office/drawing/2014/main" id="{32818D12-343E-F9C3-D6FE-03E0610085AE}"/>
                    </a:ext>
                  </a:extLst>
                </p:cNvPr>
                <p:cNvSpPr/>
                <p:nvPr/>
              </p:nvSpPr>
              <p:spPr>
                <a:xfrm>
                  <a:off x="2129247" y="1809207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75" name="직사각형 174">
                  <a:extLst>
                    <a:ext uri="{FF2B5EF4-FFF2-40B4-BE49-F238E27FC236}">
                      <a16:creationId xmlns:a16="http://schemas.microsoft.com/office/drawing/2014/main" id="{AB638A34-1503-6B0D-6A8F-36138B982A32}"/>
                    </a:ext>
                  </a:extLst>
                </p:cNvPr>
                <p:cNvSpPr/>
                <p:nvPr/>
              </p:nvSpPr>
              <p:spPr>
                <a:xfrm>
                  <a:off x="2481945" y="1809207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4B6AB428-9AF3-B5D7-C1FF-A99D19A255F2}"/>
                  </a:ext>
                </a:extLst>
              </p:cNvPr>
              <p:cNvSpPr txBox="1"/>
              <p:nvPr/>
            </p:nvSpPr>
            <p:spPr>
              <a:xfrm>
                <a:off x="9640799" y="1892281"/>
                <a:ext cx="692137" cy="369333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r>
                  <a:rPr lang="en-US" altLang="ko-KR" sz="900" dirty="0"/>
                  <a:t>…</a:t>
                </a:r>
                <a:endParaRPr lang="ko-KR" altLang="en-US" sz="900" dirty="0"/>
              </a:p>
            </p:txBody>
          </p:sp>
          <p:grpSp>
            <p:nvGrpSpPr>
              <p:cNvPr id="140" name="그룹 139">
                <a:extLst>
                  <a:ext uri="{FF2B5EF4-FFF2-40B4-BE49-F238E27FC236}">
                    <a16:creationId xmlns:a16="http://schemas.microsoft.com/office/drawing/2014/main" id="{E69241EC-4F34-E9AF-7263-ED17791C9E18}"/>
                  </a:ext>
                </a:extLst>
              </p:cNvPr>
              <p:cNvGrpSpPr/>
              <p:nvPr/>
            </p:nvGrpSpPr>
            <p:grpSpPr>
              <a:xfrm>
                <a:off x="9456081" y="3637446"/>
                <a:ext cx="965175" cy="887022"/>
                <a:chOff x="1776547" y="1103811"/>
                <a:chExt cx="1058096" cy="1058094"/>
              </a:xfrm>
            </p:grpSpPr>
            <p:sp>
              <p:nvSpPr>
                <p:cNvPr id="158" name="직사각형 157">
                  <a:extLst>
                    <a:ext uri="{FF2B5EF4-FFF2-40B4-BE49-F238E27FC236}">
                      <a16:creationId xmlns:a16="http://schemas.microsoft.com/office/drawing/2014/main" id="{53E5794E-649F-2350-38BA-C06CB0948D2A}"/>
                    </a:ext>
                  </a:extLst>
                </p:cNvPr>
                <p:cNvSpPr/>
                <p:nvPr/>
              </p:nvSpPr>
              <p:spPr>
                <a:xfrm>
                  <a:off x="1776549" y="1103811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59" name="직사각형 158">
                  <a:extLst>
                    <a:ext uri="{FF2B5EF4-FFF2-40B4-BE49-F238E27FC236}">
                      <a16:creationId xmlns:a16="http://schemas.microsoft.com/office/drawing/2014/main" id="{A3169B16-2717-958A-1750-614B72CBF21E}"/>
                    </a:ext>
                  </a:extLst>
                </p:cNvPr>
                <p:cNvSpPr/>
                <p:nvPr/>
              </p:nvSpPr>
              <p:spPr>
                <a:xfrm>
                  <a:off x="2129247" y="1103811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60" name="직사각형 159">
                  <a:extLst>
                    <a:ext uri="{FF2B5EF4-FFF2-40B4-BE49-F238E27FC236}">
                      <a16:creationId xmlns:a16="http://schemas.microsoft.com/office/drawing/2014/main" id="{53BB929C-4B44-BB2D-EA4C-342594167508}"/>
                    </a:ext>
                  </a:extLst>
                </p:cNvPr>
                <p:cNvSpPr/>
                <p:nvPr/>
              </p:nvSpPr>
              <p:spPr>
                <a:xfrm>
                  <a:off x="2481945" y="1103811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61" name="직사각형 160">
                  <a:extLst>
                    <a:ext uri="{FF2B5EF4-FFF2-40B4-BE49-F238E27FC236}">
                      <a16:creationId xmlns:a16="http://schemas.microsoft.com/office/drawing/2014/main" id="{6393E49F-3E20-50AB-44F9-3D99A5F638B1}"/>
                    </a:ext>
                  </a:extLst>
                </p:cNvPr>
                <p:cNvSpPr/>
                <p:nvPr/>
              </p:nvSpPr>
              <p:spPr>
                <a:xfrm>
                  <a:off x="1776547" y="1456506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62" name="직사각형 161">
                  <a:extLst>
                    <a:ext uri="{FF2B5EF4-FFF2-40B4-BE49-F238E27FC236}">
                      <a16:creationId xmlns:a16="http://schemas.microsoft.com/office/drawing/2014/main" id="{17B2304E-FFAE-89E0-26A5-CBA8185AF0DF}"/>
                    </a:ext>
                  </a:extLst>
                </p:cNvPr>
                <p:cNvSpPr/>
                <p:nvPr/>
              </p:nvSpPr>
              <p:spPr>
                <a:xfrm>
                  <a:off x="2129247" y="1456509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63" name="직사각형 162">
                  <a:extLst>
                    <a:ext uri="{FF2B5EF4-FFF2-40B4-BE49-F238E27FC236}">
                      <a16:creationId xmlns:a16="http://schemas.microsoft.com/office/drawing/2014/main" id="{0DCEA808-8EB9-37FF-C34D-467A12810D27}"/>
                    </a:ext>
                  </a:extLst>
                </p:cNvPr>
                <p:cNvSpPr/>
                <p:nvPr/>
              </p:nvSpPr>
              <p:spPr>
                <a:xfrm>
                  <a:off x="2481945" y="1456509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64" name="직사각형 163">
                  <a:extLst>
                    <a:ext uri="{FF2B5EF4-FFF2-40B4-BE49-F238E27FC236}">
                      <a16:creationId xmlns:a16="http://schemas.microsoft.com/office/drawing/2014/main" id="{902AB4ED-A124-6261-68FE-0EE587CDFF83}"/>
                    </a:ext>
                  </a:extLst>
                </p:cNvPr>
                <p:cNvSpPr/>
                <p:nvPr/>
              </p:nvSpPr>
              <p:spPr>
                <a:xfrm>
                  <a:off x="1776549" y="1809207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65" name="직사각형 164">
                  <a:extLst>
                    <a:ext uri="{FF2B5EF4-FFF2-40B4-BE49-F238E27FC236}">
                      <a16:creationId xmlns:a16="http://schemas.microsoft.com/office/drawing/2014/main" id="{8F768F5B-C8BA-265D-B23A-7C0BC7323C5D}"/>
                    </a:ext>
                  </a:extLst>
                </p:cNvPr>
                <p:cNvSpPr/>
                <p:nvPr/>
              </p:nvSpPr>
              <p:spPr>
                <a:xfrm>
                  <a:off x="2129247" y="1809207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66" name="직사각형 165">
                  <a:extLst>
                    <a:ext uri="{FF2B5EF4-FFF2-40B4-BE49-F238E27FC236}">
                      <a16:creationId xmlns:a16="http://schemas.microsoft.com/office/drawing/2014/main" id="{A03FA18A-74DB-4974-079E-4236D3969248}"/>
                    </a:ext>
                  </a:extLst>
                </p:cNvPr>
                <p:cNvSpPr/>
                <p:nvPr/>
              </p:nvSpPr>
              <p:spPr>
                <a:xfrm>
                  <a:off x="2481945" y="1809207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EA98A7B1-7361-7BE4-B56E-D0CEC7CC7BB2}"/>
                  </a:ext>
                </a:extLst>
              </p:cNvPr>
              <p:cNvSpPr txBox="1"/>
              <p:nvPr/>
            </p:nvSpPr>
            <p:spPr>
              <a:xfrm>
                <a:off x="9667806" y="3222093"/>
                <a:ext cx="692137" cy="369333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r>
                  <a:rPr lang="en-US" altLang="ko-KR" sz="900" dirty="0"/>
                  <a:t>…</a:t>
                </a:r>
                <a:endParaRPr lang="ko-KR" altLang="en-US" sz="900" dirty="0"/>
              </a:p>
            </p:txBody>
          </p:sp>
          <p:grpSp>
            <p:nvGrpSpPr>
              <p:cNvPr id="142" name="그룹 141">
                <a:extLst>
                  <a:ext uri="{FF2B5EF4-FFF2-40B4-BE49-F238E27FC236}">
                    <a16:creationId xmlns:a16="http://schemas.microsoft.com/office/drawing/2014/main" id="{C728EB63-7E08-7C83-0837-4F66739F8CCC}"/>
                  </a:ext>
                </a:extLst>
              </p:cNvPr>
              <p:cNvGrpSpPr/>
              <p:nvPr/>
            </p:nvGrpSpPr>
            <p:grpSpPr>
              <a:xfrm>
                <a:off x="9456082" y="4719382"/>
                <a:ext cx="965173" cy="887022"/>
                <a:chOff x="1776549" y="1103811"/>
                <a:chExt cx="1058094" cy="1058094"/>
              </a:xfrm>
            </p:grpSpPr>
            <p:sp>
              <p:nvSpPr>
                <p:cNvPr id="149" name="직사각형 148">
                  <a:extLst>
                    <a:ext uri="{FF2B5EF4-FFF2-40B4-BE49-F238E27FC236}">
                      <a16:creationId xmlns:a16="http://schemas.microsoft.com/office/drawing/2014/main" id="{F4A8F117-B137-9B11-1388-F9CFB6249668}"/>
                    </a:ext>
                  </a:extLst>
                </p:cNvPr>
                <p:cNvSpPr/>
                <p:nvPr/>
              </p:nvSpPr>
              <p:spPr>
                <a:xfrm>
                  <a:off x="1776549" y="1103811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50" name="직사각형 149">
                  <a:extLst>
                    <a:ext uri="{FF2B5EF4-FFF2-40B4-BE49-F238E27FC236}">
                      <a16:creationId xmlns:a16="http://schemas.microsoft.com/office/drawing/2014/main" id="{A442806E-9B79-DB97-D540-E5E869B0C4A2}"/>
                    </a:ext>
                  </a:extLst>
                </p:cNvPr>
                <p:cNvSpPr/>
                <p:nvPr/>
              </p:nvSpPr>
              <p:spPr>
                <a:xfrm>
                  <a:off x="2129247" y="1103811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51" name="직사각형 150">
                  <a:extLst>
                    <a:ext uri="{FF2B5EF4-FFF2-40B4-BE49-F238E27FC236}">
                      <a16:creationId xmlns:a16="http://schemas.microsoft.com/office/drawing/2014/main" id="{FE2B0538-9660-5CBE-4A8A-EE85F88B12C7}"/>
                    </a:ext>
                  </a:extLst>
                </p:cNvPr>
                <p:cNvSpPr/>
                <p:nvPr/>
              </p:nvSpPr>
              <p:spPr>
                <a:xfrm>
                  <a:off x="2481945" y="1103811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52" name="직사각형 151">
                  <a:extLst>
                    <a:ext uri="{FF2B5EF4-FFF2-40B4-BE49-F238E27FC236}">
                      <a16:creationId xmlns:a16="http://schemas.microsoft.com/office/drawing/2014/main" id="{3573E7B8-9291-0531-B0A1-FCDFDCB9A1A3}"/>
                    </a:ext>
                  </a:extLst>
                </p:cNvPr>
                <p:cNvSpPr/>
                <p:nvPr/>
              </p:nvSpPr>
              <p:spPr>
                <a:xfrm>
                  <a:off x="1776549" y="1456509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53" name="직사각형 152">
                  <a:extLst>
                    <a:ext uri="{FF2B5EF4-FFF2-40B4-BE49-F238E27FC236}">
                      <a16:creationId xmlns:a16="http://schemas.microsoft.com/office/drawing/2014/main" id="{B5E05141-99A3-5B4B-91CB-0B0442A494CB}"/>
                    </a:ext>
                  </a:extLst>
                </p:cNvPr>
                <p:cNvSpPr/>
                <p:nvPr/>
              </p:nvSpPr>
              <p:spPr>
                <a:xfrm>
                  <a:off x="2129247" y="1456509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54" name="직사각형 153">
                  <a:extLst>
                    <a:ext uri="{FF2B5EF4-FFF2-40B4-BE49-F238E27FC236}">
                      <a16:creationId xmlns:a16="http://schemas.microsoft.com/office/drawing/2014/main" id="{4D9B891C-2241-F0C9-6FC9-293C8D84572A}"/>
                    </a:ext>
                  </a:extLst>
                </p:cNvPr>
                <p:cNvSpPr/>
                <p:nvPr/>
              </p:nvSpPr>
              <p:spPr>
                <a:xfrm>
                  <a:off x="2481945" y="1456509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55" name="직사각형 154">
                  <a:extLst>
                    <a:ext uri="{FF2B5EF4-FFF2-40B4-BE49-F238E27FC236}">
                      <a16:creationId xmlns:a16="http://schemas.microsoft.com/office/drawing/2014/main" id="{23CF77D3-E3DA-D635-34C7-6CA3881F49E7}"/>
                    </a:ext>
                  </a:extLst>
                </p:cNvPr>
                <p:cNvSpPr/>
                <p:nvPr/>
              </p:nvSpPr>
              <p:spPr>
                <a:xfrm>
                  <a:off x="1776549" y="1809207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56" name="직사각형 155">
                  <a:extLst>
                    <a:ext uri="{FF2B5EF4-FFF2-40B4-BE49-F238E27FC236}">
                      <a16:creationId xmlns:a16="http://schemas.microsoft.com/office/drawing/2014/main" id="{AF323E6F-F331-538F-1896-B5A8E798669D}"/>
                    </a:ext>
                  </a:extLst>
                </p:cNvPr>
                <p:cNvSpPr/>
                <p:nvPr/>
              </p:nvSpPr>
              <p:spPr>
                <a:xfrm>
                  <a:off x="2129247" y="1809207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57" name="직사각형 156">
                  <a:extLst>
                    <a:ext uri="{FF2B5EF4-FFF2-40B4-BE49-F238E27FC236}">
                      <a16:creationId xmlns:a16="http://schemas.microsoft.com/office/drawing/2014/main" id="{4BA71CD5-E957-F3B3-AC42-92B274D1DA34}"/>
                    </a:ext>
                  </a:extLst>
                </p:cNvPr>
                <p:cNvSpPr/>
                <p:nvPr/>
              </p:nvSpPr>
              <p:spPr>
                <a:xfrm>
                  <a:off x="2481945" y="1809207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</p:grpSp>
          <p:cxnSp>
            <p:nvCxnSpPr>
              <p:cNvPr id="143" name="직선 화살표 연결선 142">
                <a:extLst>
                  <a:ext uri="{FF2B5EF4-FFF2-40B4-BE49-F238E27FC236}">
                    <a16:creationId xmlns:a16="http://schemas.microsoft.com/office/drawing/2014/main" id="{0441C2A5-B443-9060-834D-32318A56B79C}"/>
                  </a:ext>
                </a:extLst>
              </p:cNvPr>
              <p:cNvCxnSpPr/>
              <p:nvPr/>
            </p:nvCxnSpPr>
            <p:spPr>
              <a:xfrm>
                <a:off x="10762343" y="1024970"/>
                <a:ext cx="0" cy="4679144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4" name="TextBox 143">
                    <a:extLst>
                      <a:ext uri="{FF2B5EF4-FFF2-40B4-BE49-F238E27FC236}">
                        <a16:creationId xmlns:a16="http://schemas.microsoft.com/office/drawing/2014/main" id="{428DE967-2D42-8C97-A47B-B169E2C8B11A}"/>
                      </a:ext>
                    </a:extLst>
                  </p:cNvPr>
                  <p:cNvSpPr txBox="1"/>
                  <p:nvPr/>
                </p:nvSpPr>
                <p:spPr>
                  <a:xfrm>
                    <a:off x="10804872" y="2777042"/>
                    <a:ext cx="627094" cy="37241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p>
                          </m:sSup>
                        </m:oMath>
                      </m:oMathPara>
                    </a14:m>
                    <a:endParaRPr lang="ko-KR" altLang="en-US" dirty="0"/>
                  </a:p>
                </p:txBody>
              </p:sp>
            </mc:Choice>
            <mc:Fallback xmlns="">
              <p:sp>
                <p:nvSpPr>
                  <p:cNvPr id="144" name="TextBox 143">
                    <a:extLst>
                      <a:ext uri="{FF2B5EF4-FFF2-40B4-BE49-F238E27FC236}">
                        <a16:creationId xmlns:a16="http://schemas.microsoft.com/office/drawing/2014/main" id="{428DE967-2D42-8C97-A47B-B169E2C8B11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804872" y="2777042"/>
                    <a:ext cx="627094" cy="372411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r="-67568" b="-190000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5E28B4E6-09DF-3967-5013-9950FDA63CBE}"/>
                  </a:ext>
                </a:extLst>
              </p:cNvPr>
              <p:cNvSpPr txBox="1"/>
              <p:nvPr/>
            </p:nvSpPr>
            <p:spPr>
              <a:xfrm>
                <a:off x="8185304" y="393331"/>
                <a:ext cx="2075543" cy="4943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900" dirty="0"/>
                  <a:t>index</a:t>
                </a:r>
                <a:endParaRPr lang="ko-KR" altLang="en-US" sz="900" dirty="0"/>
              </a:p>
            </p:txBody>
          </p:sp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0C587814-5C8D-7368-565B-66579B0B77AD}"/>
                  </a:ext>
                </a:extLst>
              </p:cNvPr>
              <p:cNvSpPr txBox="1"/>
              <p:nvPr/>
            </p:nvSpPr>
            <p:spPr>
              <a:xfrm>
                <a:off x="8511746" y="1234547"/>
                <a:ext cx="773793" cy="4943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900" dirty="0"/>
                  <a:t>0</a:t>
                </a:r>
                <a:endParaRPr lang="ko-KR" altLang="en-US" sz="9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7" name="TextBox 146">
                    <a:extLst>
                      <a:ext uri="{FF2B5EF4-FFF2-40B4-BE49-F238E27FC236}">
                        <a16:creationId xmlns:a16="http://schemas.microsoft.com/office/drawing/2014/main" id="{868365A6-5BDD-B860-B969-ED559B632F19}"/>
                      </a:ext>
                    </a:extLst>
                  </p:cNvPr>
                  <p:cNvSpPr txBox="1"/>
                  <p:nvPr/>
                </p:nvSpPr>
                <p:spPr>
                  <a:xfrm>
                    <a:off x="8021410" y="3852192"/>
                    <a:ext cx="1470790" cy="49781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ko-KR" sz="9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9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ko-KR" sz="9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p>
                          </m:sSup>
                          <m:r>
                            <a:rPr lang="en-US" altLang="ko-KR" sz="9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oMath>
                      </m:oMathPara>
                    </a14:m>
                    <a:endParaRPr lang="ko-KR" altLang="en-US" sz="900" dirty="0"/>
                  </a:p>
                </p:txBody>
              </p:sp>
            </mc:Choice>
            <mc:Fallback xmlns="">
              <p:sp>
                <p:nvSpPr>
                  <p:cNvPr id="147" name="TextBox 146">
                    <a:extLst>
                      <a:ext uri="{FF2B5EF4-FFF2-40B4-BE49-F238E27FC236}">
                        <a16:creationId xmlns:a16="http://schemas.microsoft.com/office/drawing/2014/main" id="{868365A6-5BDD-B860-B969-ED559B632F1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21410" y="3852192"/>
                    <a:ext cx="1470790" cy="49781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b="-30769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8" name="TextBox 147">
                    <a:extLst>
                      <a:ext uri="{FF2B5EF4-FFF2-40B4-BE49-F238E27FC236}">
                        <a16:creationId xmlns:a16="http://schemas.microsoft.com/office/drawing/2014/main" id="{3F75C59A-39CF-9759-CC6F-211DC263F6AB}"/>
                      </a:ext>
                    </a:extLst>
                  </p:cNvPr>
                  <p:cNvSpPr txBox="1"/>
                  <p:nvPr/>
                </p:nvSpPr>
                <p:spPr>
                  <a:xfrm>
                    <a:off x="8443964" y="4941398"/>
                    <a:ext cx="627094" cy="49781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ko-KR" sz="9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9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ko-KR" sz="9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p>
                          </m:sSup>
                        </m:oMath>
                      </m:oMathPara>
                    </a14:m>
                    <a:endParaRPr lang="ko-KR" altLang="en-US" sz="900" dirty="0"/>
                  </a:p>
                </p:txBody>
              </p:sp>
            </mc:Choice>
            <mc:Fallback xmlns="">
              <p:sp>
                <p:nvSpPr>
                  <p:cNvPr id="148" name="TextBox 147">
                    <a:extLst>
                      <a:ext uri="{FF2B5EF4-FFF2-40B4-BE49-F238E27FC236}">
                        <a16:creationId xmlns:a16="http://schemas.microsoft.com/office/drawing/2014/main" id="{3F75C59A-39CF-9759-CC6F-211DC263F6A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43964" y="4941398"/>
                    <a:ext cx="627094" cy="497819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r="-8333" b="-26923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35" name="왼쪽 중괄호 134">
              <a:extLst>
                <a:ext uri="{FF2B5EF4-FFF2-40B4-BE49-F238E27FC236}">
                  <a16:creationId xmlns:a16="http://schemas.microsoft.com/office/drawing/2014/main" id="{AB48540A-220A-F249-115A-88854C26403C}"/>
                </a:ext>
              </a:extLst>
            </p:cNvPr>
            <p:cNvSpPr/>
            <p:nvPr/>
          </p:nvSpPr>
          <p:spPr>
            <a:xfrm>
              <a:off x="5245720" y="412191"/>
              <a:ext cx="234826" cy="2300527"/>
            </a:xfrm>
            <a:prstGeom prst="lef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57" name="그룹 256">
            <a:extLst>
              <a:ext uri="{FF2B5EF4-FFF2-40B4-BE49-F238E27FC236}">
                <a16:creationId xmlns:a16="http://schemas.microsoft.com/office/drawing/2014/main" id="{26FF0F40-1199-1AD3-554E-7A3ECB77CB3C}"/>
              </a:ext>
            </a:extLst>
          </p:cNvPr>
          <p:cNvGrpSpPr/>
          <p:nvPr/>
        </p:nvGrpSpPr>
        <p:grpSpPr>
          <a:xfrm>
            <a:off x="966031" y="4566557"/>
            <a:ext cx="4637315" cy="1720600"/>
            <a:chOff x="740228" y="233070"/>
            <a:chExt cx="6180896" cy="2479652"/>
          </a:xfrm>
        </p:grpSpPr>
        <p:grpSp>
          <p:nvGrpSpPr>
            <p:cNvPr id="258" name="그룹 257">
              <a:extLst>
                <a:ext uri="{FF2B5EF4-FFF2-40B4-BE49-F238E27FC236}">
                  <a16:creationId xmlns:a16="http://schemas.microsoft.com/office/drawing/2014/main" id="{7E7F89F7-1CDD-8C26-860A-B2C3359B56CA}"/>
                </a:ext>
              </a:extLst>
            </p:cNvPr>
            <p:cNvGrpSpPr/>
            <p:nvPr/>
          </p:nvGrpSpPr>
          <p:grpSpPr>
            <a:xfrm>
              <a:off x="740228" y="938107"/>
              <a:ext cx="4434115" cy="1138344"/>
              <a:chOff x="1538514" y="4842449"/>
              <a:chExt cx="5493374" cy="1410281"/>
            </a:xfrm>
          </p:grpSpPr>
          <p:cxnSp>
            <p:nvCxnSpPr>
              <p:cNvPr id="310" name="직선 화살표 연결선 309">
                <a:extLst>
                  <a:ext uri="{FF2B5EF4-FFF2-40B4-BE49-F238E27FC236}">
                    <a16:creationId xmlns:a16="http://schemas.microsoft.com/office/drawing/2014/main" id="{E25E30ED-B346-7701-815D-F6B3596A8F6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362700" y="5785644"/>
                <a:ext cx="162719" cy="252016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311" name="그룹 310">
                <a:extLst>
                  <a:ext uri="{FF2B5EF4-FFF2-40B4-BE49-F238E27FC236}">
                    <a16:creationId xmlns:a16="http://schemas.microsoft.com/office/drawing/2014/main" id="{F9BA2971-31C2-775E-F68C-034002ADAB76}"/>
                  </a:ext>
                </a:extLst>
              </p:cNvPr>
              <p:cNvGrpSpPr/>
              <p:nvPr/>
            </p:nvGrpSpPr>
            <p:grpSpPr>
              <a:xfrm>
                <a:off x="1538514" y="4842449"/>
                <a:ext cx="5493374" cy="1410281"/>
                <a:chOff x="1538514" y="4842449"/>
                <a:chExt cx="5493374" cy="1410281"/>
              </a:xfrm>
            </p:grpSpPr>
            <p:grpSp>
              <p:nvGrpSpPr>
                <p:cNvPr id="312" name="그룹 311">
                  <a:extLst>
                    <a:ext uri="{FF2B5EF4-FFF2-40B4-BE49-F238E27FC236}">
                      <a16:creationId xmlns:a16="http://schemas.microsoft.com/office/drawing/2014/main" id="{CFF6C908-BBF6-B72E-E530-BEF20B9540F3}"/>
                    </a:ext>
                  </a:extLst>
                </p:cNvPr>
                <p:cNvGrpSpPr/>
                <p:nvPr/>
              </p:nvGrpSpPr>
              <p:grpSpPr>
                <a:xfrm>
                  <a:off x="1538514" y="5404755"/>
                  <a:ext cx="2165350" cy="546102"/>
                  <a:chOff x="1538514" y="5404755"/>
                  <a:chExt cx="2165350" cy="546102"/>
                </a:xfrm>
              </p:grpSpPr>
              <p:grpSp>
                <p:nvGrpSpPr>
                  <p:cNvPr id="350" name="그룹 349">
                    <a:extLst>
                      <a:ext uri="{FF2B5EF4-FFF2-40B4-BE49-F238E27FC236}">
                        <a16:creationId xmlns:a16="http://schemas.microsoft.com/office/drawing/2014/main" id="{CAEA9FBF-BBAD-8E96-5268-3D38422B6971}"/>
                      </a:ext>
                    </a:extLst>
                  </p:cNvPr>
                  <p:cNvGrpSpPr/>
                  <p:nvPr/>
                </p:nvGrpSpPr>
                <p:grpSpPr>
                  <a:xfrm>
                    <a:off x="1671860" y="5404755"/>
                    <a:ext cx="2032004" cy="406400"/>
                    <a:chOff x="1480457" y="1182914"/>
                    <a:chExt cx="2032004" cy="406400"/>
                  </a:xfrm>
                </p:grpSpPr>
                <p:sp>
                  <p:nvSpPr>
                    <p:cNvPr id="373" name="직사각형 372">
                      <a:extLst>
                        <a:ext uri="{FF2B5EF4-FFF2-40B4-BE49-F238E27FC236}">
                          <a16:creationId xmlns:a16="http://schemas.microsoft.com/office/drawing/2014/main" id="{E2494844-69B8-F217-78EE-A64E9C832B4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80457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lumMod val="40000"/>
                        <a:lumOff val="60000"/>
                        <a:alpha val="85000"/>
                      </a:schemeClr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374" name="직사각형 373">
                      <a:extLst>
                        <a:ext uri="{FF2B5EF4-FFF2-40B4-BE49-F238E27FC236}">
                          <a16:creationId xmlns:a16="http://schemas.microsoft.com/office/drawing/2014/main" id="{440F11F2-ED92-B711-03D1-9115C7DC301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86857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sp>
                  <p:nvSpPr>
                    <p:cNvPr id="375" name="직사각형 374">
                      <a:extLst>
                        <a:ext uri="{FF2B5EF4-FFF2-40B4-BE49-F238E27FC236}">
                          <a16:creationId xmlns:a16="http://schemas.microsoft.com/office/drawing/2014/main" id="{37DC894E-FEF4-56D4-FDDE-B9E020EB3F8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93257" y="1182914"/>
                      <a:ext cx="406400" cy="406400"/>
                    </a:xfrm>
                    <a:prstGeom prst="rect">
                      <a:avLst/>
                    </a:prstGeom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376" name="직사각형 375">
                      <a:extLst>
                        <a:ext uri="{FF2B5EF4-FFF2-40B4-BE49-F238E27FC236}">
                          <a16:creationId xmlns:a16="http://schemas.microsoft.com/office/drawing/2014/main" id="{C4CAE50B-6D3A-ECEB-3607-1AB2BE2621D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99657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lumMod val="40000"/>
                        <a:lumOff val="60000"/>
                      </a:schemeClr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377" name="직사각형 376">
                      <a:extLst>
                        <a:ext uri="{FF2B5EF4-FFF2-40B4-BE49-F238E27FC236}">
                          <a16:creationId xmlns:a16="http://schemas.microsoft.com/office/drawing/2014/main" id="{C38F8EDD-8139-4643-E77E-82137DB10AC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06057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378" name="직사각형 377">
                      <a:extLst>
                        <a:ext uri="{FF2B5EF4-FFF2-40B4-BE49-F238E27FC236}">
                          <a16:creationId xmlns:a16="http://schemas.microsoft.com/office/drawing/2014/main" id="{29FC9D70-B143-8D27-23B4-3BA8C23201C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86861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alpha val="85000"/>
                      </a:schemeClr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sp>
                  <p:nvSpPr>
                    <p:cNvPr id="379" name="직사각형 378">
                      <a:extLst>
                        <a:ext uri="{FF2B5EF4-FFF2-40B4-BE49-F238E27FC236}">
                          <a16:creationId xmlns:a16="http://schemas.microsoft.com/office/drawing/2014/main" id="{223D1A1E-5FBF-A7C9-F69A-23C63A32B4A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93261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alpha val="85000"/>
                      </a:schemeClr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380" name="직사각형 379">
                      <a:extLst>
                        <a:ext uri="{FF2B5EF4-FFF2-40B4-BE49-F238E27FC236}">
                          <a16:creationId xmlns:a16="http://schemas.microsoft.com/office/drawing/2014/main" id="{1742631B-AF7B-8687-64C7-9EAEFB4894C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99661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lumMod val="40000"/>
                        <a:lumOff val="60000"/>
                        <a:alpha val="85000"/>
                      </a:schemeClr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381" name="직사각형 380">
                      <a:extLst>
                        <a:ext uri="{FF2B5EF4-FFF2-40B4-BE49-F238E27FC236}">
                          <a16:creationId xmlns:a16="http://schemas.microsoft.com/office/drawing/2014/main" id="{07D3E62E-D841-18C9-13B6-7DE05583362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06061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alpha val="85000"/>
                      </a:schemeClr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</p:grpSp>
              <p:grpSp>
                <p:nvGrpSpPr>
                  <p:cNvPr id="351" name="그룹 350">
                    <a:extLst>
                      <a:ext uri="{FF2B5EF4-FFF2-40B4-BE49-F238E27FC236}">
                        <a16:creationId xmlns:a16="http://schemas.microsoft.com/office/drawing/2014/main" id="{A08D9B82-8ACE-752F-B13F-B055B86B98C4}"/>
                      </a:ext>
                    </a:extLst>
                  </p:cNvPr>
                  <p:cNvGrpSpPr/>
                  <p:nvPr/>
                </p:nvGrpSpPr>
                <p:grpSpPr>
                  <a:xfrm>
                    <a:off x="1633760" y="5449206"/>
                    <a:ext cx="2032004" cy="406400"/>
                    <a:chOff x="1480457" y="1182914"/>
                    <a:chExt cx="2032004" cy="406400"/>
                  </a:xfrm>
                </p:grpSpPr>
                <p:sp>
                  <p:nvSpPr>
                    <p:cNvPr id="364" name="직사각형 363">
                      <a:extLst>
                        <a:ext uri="{FF2B5EF4-FFF2-40B4-BE49-F238E27FC236}">
                          <a16:creationId xmlns:a16="http://schemas.microsoft.com/office/drawing/2014/main" id="{F8E1601A-DA4C-DB57-68AE-0D7B0DF083D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80457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lumMod val="40000"/>
                        <a:lumOff val="60000"/>
                        <a:alpha val="85000"/>
                      </a:schemeClr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365" name="직사각형 364">
                      <a:extLst>
                        <a:ext uri="{FF2B5EF4-FFF2-40B4-BE49-F238E27FC236}">
                          <a16:creationId xmlns:a16="http://schemas.microsoft.com/office/drawing/2014/main" id="{81A82F34-733A-BDAA-11F2-19FAAB37BB1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86857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sp>
                  <p:nvSpPr>
                    <p:cNvPr id="366" name="직사각형 365">
                      <a:extLst>
                        <a:ext uri="{FF2B5EF4-FFF2-40B4-BE49-F238E27FC236}">
                          <a16:creationId xmlns:a16="http://schemas.microsoft.com/office/drawing/2014/main" id="{58C4D34F-30AC-B0BA-C753-8519C1FB076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93257" y="1182914"/>
                      <a:ext cx="406400" cy="406400"/>
                    </a:xfrm>
                    <a:prstGeom prst="rect">
                      <a:avLst/>
                    </a:prstGeom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367" name="직사각형 366">
                      <a:extLst>
                        <a:ext uri="{FF2B5EF4-FFF2-40B4-BE49-F238E27FC236}">
                          <a16:creationId xmlns:a16="http://schemas.microsoft.com/office/drawing/2014/main" id="{EA6B9D90-E661-A170-4D48-2E71C5189CF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99657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lumMod val="40000"/>
                        <a:lumOff val="60000"/>
                      </a:schemeClr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368" name="직사각형 367">
                      <a:extLst>
                        <a:ext uri="{FF2B5EF4-FFF2-40B4-BE49-F238E27FC236}">
                          <a16:creationId xmlns:a16="http://schemas.microsoft.com/office/drawing/2014/main" id="{0BCA3AD0-AD87-F991-FBE3-E2D9B513376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06057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369" name="직사각형 368">
                      <a:extLst>
                        <a:ext uri="{FF2B5EF4-FFF2-40B4-BE49-F238E27FC236}">
                          <a16:creationId xmlns:a16="http://schemas.microsoft.com/office/drawing/2014/main" id="{EDB9B8FF-200F-36E1-E6B1-17E97465AF0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86861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alpha val="85000"/>
                      </a:schemeClr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sp>
                  <p:nvSpPr>
                    <p:cNvPr id="370" name="직사각형 369">
                      <a:extLst>
                        <a:ext uri="{FF2B5EF4-FFF2-40B4-BE49-F238E27FC236}">
                          <a16:creationId xmlns:a16="http://schemas.microsoft.com/office/drawing/2014/main" id="{A86430B9-8BD8-B179-63AA-2F0ADDC2A53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93261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lumMod val="40000"/>
                        <a:lumOff val="60000"/>
                        <a:alpha val="85000"/>
                      </a:schemeClr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371" name="직사각형 370">
                      <a:extLst>
                        <a:ext uri="{FF2B5EF4-FFF2-40B4-BE49-F238E27FC236}">
                          <a16:creationId xmlns:a16="http://schemas.microsoft.com/office/drawing/2014/main" id="{AC32FB5C-06B7-49B2-C77B-64D2D8A050A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99661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alpha val="85000"/>
                      </a:schemeClr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372" name="직사각형 371">
                      <a:extLst>
                        <a:ext uri="{FF2B5EF4-FFF2-40B4-BE49-F238E27FC236}">
                          <a16:creationId xmlns:a16="http://schemas.microsoft.com/office/drawing/2014/main" id="{4A991D69-DAAB-CC51-BB70-99435E91252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06061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lumMod val="20000"/>
                        <a:lumOff val="80000"/>
                        <a:alpha val="85000"/>
                      </a:schemeClr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</p:grpSp>
              <p:grpSp>
                <p:nvGrpSpPr>
                  <p:cNvPr id="352" name="그룹 351">
                    <a:extLst>
                      <a:ext uri="{FF2B5EF4-FFF2-40B4-BE49-F238E27FC236}">
                        <a16:creationId xmlns:a16="http://schemas.microsoft.com/office/drawing/2014/main" id="{F32FD944-F0AD-0096-CC4E-BE8DD6155DB0}"/>
                      </a:ext>
                    </a:extLst>
                  </p:cNvPr>
                  <p:cNvGrpSpPr/>
                  <p:nvPr/>
                </p:nvGrpSpPr>
                <p:grpSpPr>
                  <a:xfrm>
                    <a:off x="1586139" y="5496832"/>
                    <a:ext cx="2032000" cy="406400"/>
                    <a:chOff x="1480457" y="1182914"/>
                    <a:chExt cx="2032000" cy="406400"/>
                  </a:xfrm>
                </p:grpSpPr>
                <p:sp>
                  <p:nvSpPr>
                    <p:cNvPr id="359" name="직사각형 358">
                      <a:extLst>
                        <a:ext uri="{FF2B5EF4-FFF2-40B4-BE49-F238E27FC236}">
                          <a16:creationId xmlns:a16="http://schemas.microsoft.com/office/drawing/2014/main" id="{C36601E0-8277-47C1-CB9D-15618178566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80457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alpha val="85000"/>
                      </a:schemeClr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360" name="직사각형 359">
                      <a:extLst>
                        <a:ext uri="{FF2B5EF4-FFF2-40B4-BE49-F238E27FC236}">
                          <a16:creationId xmlns:a16="http://schemas.microsoft.com/office/drawing/2014/main" id="{1E6E6EEA-1253-E8BE-498F-5F57E0E6664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86857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lumMod val="40000"/>
                        <a:lumOff val="60000"/>
                        <a:alpha val="85000"/>
                      </a:schemeClr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sp>
                  <p:nvSpPr>
                    <p:cNvPr id="361" name="직사각형 360">
                      <a:extLst>
                        <a:ext uri="{FF2B5EF4-FFF2-40B4-BE49-F238E27FC236}">
                          <a16:creationId xmlns:a16="http://schemas.microsoft.com/office/drawing/2014/main" id="{257D6FCE-3615-0829-2019-23B0A377897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93257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alpha val="85000"/>
                      </a:schemeClr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362" name="직사각형 361">
                      <a:extLst>
                        <a:ext uri="{FF2B5EF4-FFF2-40B4-BE49-F238E27FC236}">
                          <a16:creationId xmlns:a16="http://schemas.microsoft.com/office/drawing/2014/main" id="{BD888AC9-27F8-46FF-DEE5-BEA8F1E629D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99657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lumMod val="40000"/>
                        <a:lumOff val="60000"/>
                        <a:alpha val="85000"/>
                      </a:schemeClr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363" name="직사각형 362">
                      <a:extLst>
                        <a:ext uri="{FF2B5EF4-FFF2-40B4-BE49-F238E27FC236}">
                          <a16:creationId xmlns:a16="http://schemas.microsoft.com/office/drawing/2014/main" id="{99DD215B-6087-D9E1-2823-6E420A905DE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06057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lumMod val="40000"/>
                        <a:lumOff val="60000"/>
                        <a:alpha val="85000"/>
                      </a:schemeClr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</p:grpSp>
              <p:grpSp>
                <p:nvGrpSpPr>
                  <p:cNvPr id="353" name="그룹 352">
                    <a:extLst>
                      <a:ext uri="{FF2B5EF4-FFF2-40B4-BE49-F238E27FC236}">
                        <a16:creationId xmlns:a16="http://schemas.microsoft.com/office/drawing/2014/main" id="{C18BC81C-B27E-8B27-2F96-331C8B0CC522}"/>
                      </a:ext>
                    </a:extLst>
                  </p:cNvPr>
                  <p:cNvGrpSpPr/>
                  <p:nvPr/>
                </p:nvGrpSpPr>
                <p:grpSpPr>
                  <a:xfrm>
                    <a:off x="1538514" y="5544457"/>
                    <a:ext cx="2032000" cy="406400"/>
                    <a:chOff x="1480457" y="1182914"/>
                    <a:chExt cx="2032000" cy="406400"/>
                  </a:xfrm>
                </p:grpSpPr>
                <p:sp>
                  <p:nvSpPr>
                    <p:cNvPr id="354" name="직사각형 353">
                      <a:extLst>
                        <a:ext uri="{FF2B5EF4-FFF2-40B4-BE49-F238E27FC236}">
                          <a16:creationId xmlns:a16="http://schemas.microsoft.com/office/drawing/2014/main" id="{7A0E083C-1DE4-E440-8FD8-55A530EA81C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80457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lumMod val="40000"/>
                        <a:lumOff val="60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355" name="직사각형 354">
                      <a:extLst>
                        <a:ext uri="{FF2B5EF4-FFF2-40B4-BE49-F238E27FC236}">
                          <a16:creationId xmlns:a16="http://schemas.microsoft.com/office/drawing/2014/main" id="{BE210A84-0C8A-DD55-FD76-6C4111E3F80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86857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sp>
                  <p:nvSpPr>
                    <p:cNvPr id="356" name="직사각형 355">
                      <a:extLst>
                        <a:ext uri="{FF2B5EF4-FFF2-40B4-BE49-F238E27FC236}">
                          <a16:creationId xmlns:a16="http://schemas.microsoft.com/office/drawing/2014/main" id="{617B2E01-3D6B-65C8-C856-F272D8FC1BF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93256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lumMod val="40000"/>
                        <a:lumOff val="60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357" name="직사각형 356">
                      <a:extLst>
                        <a:ext uri="{FF2B5EF4-FFF2-40B4-BE49-F238E27FC236}">
                          <a16:creationId xmlns:a16="http://schemas.microsoft.com/office/drawing/2014/main" id="{C9C4BEF6-FFDC-888A-AD99-2F54EC9D275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99653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358" name="직사각형 357">
                      <a:extLst>
                        <a:ext uri="{FF2B5EF4-FFF2-40B4-BE49-F238E27FC236}">
                          <a16:creationId xmlns:a16="http://schemas.microsoft.com/office/drawing/2014/main" id="{9BAD0D92-2227-028E-9878-9CE7CF6B2A9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06057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lumMod val="40000"/>
                        <a:lumOff val="60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</p:grpSp>
            </p:grpSp>
            <p:sp>
              <p:nvSpPr>
                <p:cNvPr id="313" name="TextBox 312">
                  <a:extLst>
                    <a:ext uri="{FF2B5EF4-FFF2-40B4-BE49-F238E27FC236}">
                      <a16:creationId xmlns:a16="http://schemas.microsoft.com/office/drawing/2014/main" id="{07BCABD3-922C-8F0F-DC1E-6BA0132E7BEA}"/>
                    </a:ext>
                  </a:extLst>
                </p:cNvPr>
                <p:cNvSpPr txBox="1"/>
                <p:nvPr/>
              </p:nvSpPr>
              <p:spPr>
                <a:xfrm>
                  <a:off x="3567147" y="5480820"/>
                  <a:ext cx="1098626" cy="34317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200" dirty="0"/>
                    <a:t>   …</a:t>
                  </a:r>
                  <a:endParaRPr lang="ko-KR" altLang="en-US" sz="1200" dirty="0"/>
                </a:p>
              </p:txBody>
            </p:sp>
            <p:grpSp>
              <p:nvGrpSpPr>
                <p:cNvPr id="314" name="그룹 313">
                  <a:extLst>
                    <a:ext uri="{FF2B5EF4-FFF2-40B4-BE49-F238E27FC236}">
                      <a16:creationId xmlns:a16="http://schemas.microsoft.com/office/drawing/2014/main" id="{A9A58E75-8623-4262-76F3-8B6EA268CAB0}"/>
                    </a:ext>
                  </a:extLst>
                </p:cNvPr>
                <p:cNvGrpSpPr/>
                <p:nvPr/>
              </p:nvGrpSpPr>
              <p:grpSpPr>
                <a:xfrm>
                  <a:off x="4265763" y="5404755"/>
                  <a:ext cx="2165350" cy="546102"/>
                  <a:chOff x="1538514" y="5404755"/>
                  <a:chExt cx="2165350" cy="546102"/>
                </a:xfrm>
              </p:grpSpPr>
              <p:grpSp>
                <p:nvGrpSpPr>
                  <p:cNvPr id="318" name="그룹 317">
                    <a:extLst>
                      <a:ext uri="{FF2B5EF4-FFF2-40B4-BE49-F238E27FC236}">
                        <a16:creationId xmlns:a16="http://schemas.microsoft.com/office/drawing/2014/main" id="{9DC18594-3065-F4FB-5075-1E8F9F43C0D2}"/>
                      </a:ext>
                    </a:extLst>
                  </p:cNvPr>
                  <p:cNvGrpSpPr/>
                  <p:nvPr/>
                </p:nvGrpSpPr>
                <p:grpSpPr>
                  <a:xfrm>
                    <a:off x="1671860" y="5404755"/>
                    <a:ext cx="2032004" cy="406400"/>
                    <a:chOff x="1480457" y="1182914"/>
                    <a:chExt cx="2032004" cy="406400"/>
                  </a:xfrm>
                </p:grpSpPr>
                <p:sp>
                  <p:nvSpPr>
                    <p:cNvPr id="341" name="직사각형 340">
                      <a:extLst>
                        <a:ext uri="{FF2B5EF4-FFF2-40B4-BE49-F238E27FC236}">
                          <a16:creationId xmlns:a16="http://schemas.microsoft.com/office/drawing/2014/main" id="{7467C8C8-D013-611A-67B7-80B9B89BEAE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80457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lumMod val="40000"/>
                        <a:lumOff val="60000"/>
                        <a:alpha val="85000"/>
                      </a:schemeClr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342" name="직사각형 341">
                      <a:extLst>
                        <a:ext uri="{FF2B5EF4-FFF2-40B4-BE49-F238E27FC236}">
                          <a16:creationId xmlns:a16="http://schemas.microsoft.com/office/drawing/2014/main" id="{10C1C58F-4487-29C9-654B-FF0633CE1B9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86857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sp>
                  <p:nvSpPr>
                    <p:cNvPr id="343" name="직사각형 342">
                      <a:extLst>
                        <a:ext uri="{FF2B5EF4-FFF2-40B4-BE49-F238E27FC236}">
                          <a16:creationId xmlns:a16="http://schemas.microsoft.com/office/drawing/2014/main" id="{B658F642-4142-3486-D1EE-FF610A978E3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93257" y="1182914"/>
                      <a:ext cx="406400" cy="406400"/>
                    </a:xfrm>
                    <a:prstGeom prst="rect">
                      <a:avLst/>
                    </a:prstGeom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344" name="직사각형 343">
                      <a:extLst>
                        <a:ext uri="{FF2B5EF4-FFF2-40B4-BE49-F238E27FC236}">
                          <a16:creationId xmlns:a16="http://schemas.microsoft.com/office/drawing/2014/main" id="{CFFB61C0-91D7-8734-7819-05C4ED5C388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99657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lumMod val="40000"/>
                        <a:lumOff val="60000"/>
                      </a:schemeClr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345" name="직사각형 344">
                      <a:extLst>
                        <a:ext uri="{FF2B5EF4-FFF2-40B4-BE49-F238E27FC236}">
                          <a16:creationId xmlns:a16="http://schemas.microsoft.com/office/drawing/2014/main" id="{1ADD961B-788E-6DFF-DEE8-974A5F2C532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06057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346" name="직사각형 345">
                      <a:extLst>
                        <a:ext uri="{FF2B5EF4-FFF2-40B4-BE49-F238E27FC236}">
                          <a16:creationId xmlns:a16="http://schemas.microsoft.com/office/drawing/2014/main" id="{672782DA-80DF-6E08-0B24-9C6FE15ADBF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86861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alpha val="85000"/>
                      </a:schemeClr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sp>
                  <p:nvSpPr>
                    <p:cNvPr id="347" name="직사각형 346">
                      <a:extLst>
                        <a:ext uri="{FF2B5EF4-FFF2-40B4-BE49-F238E27FC236}">
                          <a16:creationId xmlns:a16="http://schemas.microsoft.com/office/drawing/2014/main" id="{FD890E2A-FB53-E995-FCF4-9AA2A3F6D3E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93261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alpha val="85000"/>
                      </a:schemeClr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348" name="직사각형 347">
                      <a:extLst>
                        <a:ext uri="{FF2B5EF4-FFF2-40B4-BE49-F238E27FC236}">
                          <a16:creationId xmlns:a16="http://schemas.microsoft.com/office/drawing/2014/main" id="{9CAAA9B6-3B13-026A-A9B3-738DAA04ABD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99661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lumMod val="40000"/>
                        <a:lumOff val="60000"/>
                        <a:alpha val="85000"/>
                      </a:schemeClr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349" name="직사각형 348">
                      <a:extLst>
                        <a:ext uri="{FF2B5EF4-FFF2-40B4-BE49-F238E27FC236}">
                          <a16:creationId xmlns:a16="http://schemas.microsoft.com/office/drawing/2014/main" id="{40FDD6B3-AFE8-0D50-76F8-B8CC44A0BAA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06061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alpha val="85000"/>
                      </a:schemeClr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</p:grpSp>
              <p:grpSp>
                <p:nvGrpSpPr>
                  <p:cNvPr id="319" name="그룹 318">
                    <a:extLst>
                      <a:ext uri="{FF2B5EF4-FFF2-40B4-BE49-F238E27FC236}">
                        <a16:creationId xmlns:a16="http://schemas.microsoft.com/office/drawing/2014/main" id="{8F0C2EB8-0797-D749-FB44-D2AB562BB07F}"/>
                      </a:ext>
                    </a:extLst>
                  </p:cNvPr>
                  <p:cNvGrpSpPr/>
                  <p:nvPr/>
                </p:nvGrpSpPr>
                <p:grpSpPr>
                  <a:xfrm>
                    <a:off x="1633760" y="5449206"/>
                    <a:ext cx="2032004" cy="406400"/>
                    <a:chOff x="1480457" y="1182914"/>
                    <a:chExt cx="2032004" cy="406400"/>
                  </a:xfrm>
                </p:grpSpPr>
                <p:sp>
                  <p:nvSpPr>
                    <p:cNvPr id="332" name="직사각형 331">
                      <a:extLst>
                        <a:ext uri="{FF2B5EF4-FFF2-40B4-BE49-F238E27FC236}">
                          <a16:creationId xmlns:a16="http://schemas.microsoft.com/office/drawing/2014/main" id="{E5118579-AB7C-979C-AA42-477DFDA0AA3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80457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lumMod val="40000"/>
                        <a:lumOff val="60000"/>
                        <a:alpha val="85000"/>
                      </a:schemeClr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333" name="직사각형 332">
                      <a:extLst>
                        <a:ext uri="{FF2B5EF4-FFF2-40B4-BE49-F238E27FC236}">
                          <a16:creationId xmlns:a16="http://schemas.microsoft.com/office/drawing/2014/main" id="{72C3C97E-A8F3-5EA1-90D0-5DA5BDAB519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86857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sp>
                  <p:nvSpPr>
                    <p:cNvPr id="334" name="직사각형 333">
                      <a:extLst>
                        <a:ext uri="{FF2B5EF4-FFF2-40B4-BE49-F238E27FC236}">
                          <a16:creationId xmlns:a16="http://schemas.microsoft.com/office/drawing/2014/main" id="{06CE0494-EF11-78F7-E482-08AA4D3C6DA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93257" y="1182914"/>
                      <a:ext cx="406400" cy="406400"/>
                    </a:xfrm>
                    <a:prstGeom prst="rect">
                      <a:avLst/>
                    </a:prstGeom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335" name="직사각형 334">
                      <a:extLst>
                        <a:ext uri="{FF2B5EF4-FFF2-40B4-BE49-F238E27FC236}">
                          <a16:creationId xmlns:a16="http://schemas.microsoft.com/office/drawing/2014/main" id="{62141609-CEAA-0731-9CC8-8F5C39BB066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99657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lumMod val="40000"/>
                        <a:lumOff val="60000"/>
                      </a:schemeClr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336" name="직사각형 335">
                      <a:extLst>
                        <a:ext uri="{FF2B5EF4-FFF2-40B4-BE49-F238E27FC236}">
                          <a16:creationId xmlns:a16="http://schemas.microsoft.com/office/drawing/2014/main" id="{F513C9BD-B25F-EB41-2048-6A347B96CA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06057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337" name="직사각형 336">
                      <a:extLst>
                        <a:ext uri="{FF2B5EF4-FFF2-40B4-BE49-F238E27FC236}">
                          <a16:creationId xmlns:a16="http://schemas.microsoft.com/office/drawing/2014/main" id="{CE73A342-D6C6-9CD4-4DCC-DD77B492E41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86861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alpha val="85000"/>
                      </a:schemeClr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sp>
                  <p:nvSpPr>
                    <p:cNvPr id="338" name="직사각형 337">
                      <a:extLst>
                        <a:ext uri="{FF2B5EF4-FFF2-40B4-BE49-F238E27FC236}">
                          <a16:creationId xmlns:a16="http://schemas.microsoft.com/office/drawing/2014/main" id="{3C14C176-E15C-7561-D6F7-9D3B9E2182D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93261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lumMod val="40000"/>
                        <a:lumOff val="60000"/>
                        <a:alpha val="85000"/>
                      </a:schemeClr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339" name="직사각형 338">
                      <a:extLst>
                        <a:ext uri="{FF2B5EF4-FFF2-40B4-BE49-F238E27FC236}">
                          <a16:creationId xmlns:a16="http://schemas.microsoft.com/office/drawing/2014/main" id="{AAEED987-4829-0E46-B107-EC923482FB1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99661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alpha val="85000"/>
                      </a:schemeClr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340" name="직사각형 339">
                      <a:extLst>
                        <a:ext uri="{FF2B5EF4-FFF2-40B4-BE49-F238E27FC236}">
                          <a16:creationId xmlns:a16="http://schemas.microsoft.com/office/drawing/2014/main" id="{1A8B90F3-A743-79B6-AC22-B7F7DBF4ED8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06061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lumMod val="20000"/>
                        <a:lumOff val="80000"/>
                        <a:alpha val="85000"/>
                      </a:schemeClr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</p:grpSp>
              <p:grpSp>
                <p:nvGrpSpPr>
                  <p:cNvPr id="320" name="그룹 319">
                    <a:extLst>
                      <a:ext uri="{FF2B5EF4-FFF2-40B4-BE49-F238E27FC236}">
                        <a16:creationId xmlns:a16="http://schemas.microsoft.com/office/drawing/2014/main" id="{5C12B783-0356-9848-6323-6DFB59DE94FE}"/>
                      </a:ext>
                    </a:extLst>
                  </p:cNvPr>
                  <p:cNvGrpSpPr/>
                  <p:nvPr/>
                </p:nvGrpSpPr>
                <p:grpSpPr>
                  <a:xfrm>
                    <a:off x="1586139" y="5496832"/>
                    <a:ext cx="2032000" cy="406400"/>
                    <a:chOff x="1480457" y="1182914"/>
                    <a:chExt cx="2032000" cy="406400"/>
                  </a:xfrm>
                </p:grpSpPr>
                <p:sp>
                  <p:nvSpPr>
                    <p:cNvPr id="327" name="직사각형 326">
                      <a:extLst>
                        <a:ext uri="{FF2B5EF4-FFF2-40B4-BE49-F238E27FC236}">
                          <a16:creationId xmlns:a16="http://schemas.microsoft.com/office/drawing/2014/main" id="{4681C2D6-50E2-8AEB-D214-4FA9888C70E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80457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alpha val="85000"/>
                      </a:schemeClr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328" name="직사각형 327">
                      <a:extLst>
                        <a:ext uri="{FF2B5EF4-FFF2-40B4-BE49-F238E27FC236}">
                          <a16:creationId xmlns:a16="http://schemas.microsoft.com/office/drawing/2014/main" id="{0FBE6DB2-F9A5-862B-B949-1FCC54691A9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86857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lumMod val="40000"/>
                        <a:lumOff val="60000"/>
                        <a:alpha val="85000"/>
                      </a:schemeClr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sp>
                  <p:nvSpPr>
                    <p:cNvPr id="329" name="직사각형 328">
                      <a:extLst>
                        <a:ext uri="{FF2B5EF4-FFF2-40B4-BE49-F238E27FC236}">
                          <a16:creationId xmlns:a16="http://schemas.microsoft.com/office/drawing/2014/main" id="{8B018138-99C3-F21B-4FFD-299D3AFECCE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93257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lumMod val="40000"/>
                        <a:lumOff val="60000"/>
                        <a:alpha val="85000"/>
                      </a:schemeClr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330" name="직사각형 329">
                      <a:extLst>
                        <a:ext uri="{FF2B5EF4-FFF2-40B4-BE49-F238E27FC236}">
                          <a16:creationId xmlns:a16="http://schemas.microsoft.com/office/drawing/2014/main" id="{89880459-8A7D-7C17-4065-295318F561D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99657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alpha val="85000"/>
                      </a:schemeClr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331" name="직사각형 330">
                      <a:extLst>
                        <a:ext uri="{FF2B5EF4-FFF2-40B4-BE49-F238E27FC236}">
                          <a16:creationId xmlns:a16="http://schemas.microsoft.com/office/drawing/2014/main" id="{62DB58F7-27F1-FB69-F645-710AECA0431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06057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lumMod val="40000"/>
                        <a:lumOff val="60000"/>
                        <a:alpha val="85000"/>
                      </a:schemeClr>
                    </a:solidFill>
                    <a:ln>
                      <a:solidFill>
                        <a:schemeClr val="accent1">
                          <a:shade val="15000"/>
                          <a:alpha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</p:grpSp>
              <p:grpSp>
                <p:nvGrpSpPr>
                  <p:cNvPr id="321" name="그룹 320">
                    <a:extLst>
                      <a:ext uri="{FF2B5EF4-FFF2-40B4-BE49-F238E27FC236}">
                        <a16:creationId xmlns:a16="http://schemas.microsoft.com/office/drawing/2014/main" id="{D87BD124-01CB-3499-DCD4-3EF5364C4487}"/>
                      </a:ext>
                    </a:extLst>
                  </p:cNvPr>
                  <p:cNvGrpSpPr/>
                  <p:nvPr/>
                </p:nvGrpSpPr>
                <p:grpSpPr>
                  <a:xfrm>
                    <a:off x="1538514" y="5544457"/>
                    <a:ext cx="2032000" cy="406400"/>
                    <a:chOff x="1480457" y="1182914"/>
                    <a:chExt cx="2032000" cy="406400"/>
                  </a:xfrm>
                </p:grpSpPr>
                <p:sp>
                  <p:nvSpPr>
                    <p:cNvPr id="322" name="직사각형 321">
                      <a:extLst>
                        <a:ext uri="{FF2B5EF4-FFF2-40B4-BE49-F238E27FC236}">
                          <a16:creationId xmlns:a16="http://schemas.microsoft.com/office/drawing/2014/main" id="{9B577EC7-6F42-EBFE-B69B-0E6FBD2523D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80457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323" name="직사각형 322">
                      <a:extLst>
                        <a:ext uri="{FF2B5EF4-FFF2-40B4-BE49-F238E27FC236}">
                          <a16:creationId xmlns:a16="http://schemas.microsoft.com/office/drawing/2014/main" id="{02687E09-BDCE-6897-C051-0570F304747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86857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lumMod val="40000"/>
                        <a:lumOff val="60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sp>
                  <p:nvSpPr>
                    <p:cNvPr id="324" name="직사각형 323">
                      <a:extLst>
                        <a:ext uri="{FF2B5EF4-FFF2-40B4-BE49-F238E27FC236}">
                          <a16:creationId xmlns:a16="http://schemas.microsoft.com/office/drawing/2014/main" id="{C5EA2AC3-CE3A-BBA0-FE66-D6A8F874388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93257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lumMod val="40000"/>
                        <a:lumOff val="60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325" name="직사각형 324">
                      <a:extLst>
                        <a:ext uri="{FF2B5EF4-FFF2-40B4-BE49-F238E27FC236}">
                          <a16:creationId xmlns:a16="http://schemas.microsoft.com/office/drawing/2014/main" id="{41417F59-0F77-1E16-2C4C-3EA8AB7EB1D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99653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lumMod val="40000"/>
                        <a:lumOff val="60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  <p:sp>
                  <p:nvSpPr>
                    <p:cNvPr id="326" name="직사각형 325">
                      <a:extLst>
                        <a:ext uri="{FF2B5EF4-FFF2-40B4-BE49-F238E27FC236}">
                          <a16:creationId xmlns:a16="http://schemas.microsoft.com/office/drawing/2014/main" id="{F5D8BABE-8E6E-2785-BCFC-3D439A1FCBE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06057" y="1182914"/>
                      <a:ext cx="406400" cy="406400"/>
                    </a:xfrm>
                    <a:prstGeom prst="rect">
                      <a:avLst/>
                    </a:prstGeom>
                    <a:solidFill>
                      <a:schemeClr val="accent1">
                        <a:lumMod val="40000"/>
                        <a:lumOff val="60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 dirty="0"/>
                    </a:p>
                  </p:txBody>
                </p:sp>
              </p:grpSp>
            </p:grpSp>
            <p:cxnSp>
              <p:nvCxnSpPr>
                <p:cNvPr id="315" name="직선 화살표 연결선 314">
                  <a:extLst>
                    <a:ext uri="{FF2B5EF4-FFF2-40B4-BE49-F238E27FC236}">
                      <a16:creationId xmlns:a16="http://schemas.microsoft.com/office/drawing/2014/main" id="{6660485B-79D4-F5BE-D5E2-920FF0F2D955}"/>
                    </a:ext>
                  </a:extLst>
                </p:cNvPr>
                <p:cNvCxnSpPr/>
                <p:nvPr/>
              </p:nvCxnSpPr>
              <p:spPr>
                <a:xfrm>
                  <a:off x="1690914" y="5279029"/>
                  <a:ext cx="4671786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16" name="TextBox 315">
                      <a:extLst>
                        <a:ext uri="{FF2B5EF4-FFF2-40B4-BE49-F238E27FC236}">
                          <a16:creationId xmlns:a16="http://schemas.microsoft.com/office/drawing/2014/main" id="{C6064139-B334-DFD0-7F97-2AC1D0846C2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16916" y="4842449"/>
                      <a:ext cx="887262" cy="46708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sz="11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𝑜𝑢𝑡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sz="1100" dirty="0"/>
                    </a:p>
                  </p:txBody>
                </p:sp>
              </mc:Choice>
              <mc:Fallback xmlns="">
                <p:sp>
                  <p:nvSpPr>
                    <p:cNvPr id="316" name="TextBox 315">
                      <a:extLst>
                        <a:ext uri="{FF2B5EF4-FFF2-40B4-BE49-F238E27FC236}">
                          <a16:creationId xmlns:a16="http://schemas.microsoft.com/office/drawing/2014/main" id="{C6064139-B334-DFD0-7F97-2AC1D0846C2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516916" y="4842449"/>
                      <a:ext cx="887262" cy="467086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17" name="TextBox 316">
                      <a:extLst>
                        <a:ext uri="{FF2B5EF4-FFF2-40B4-BE49-F238E27FC236}">
                          <a16:creationId xmlns:a16="http://schemas.microsoft.com/office/drawing/2014/main" id="{E49A076D-D005-FAAA-C90D-7E4E2555CAD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444059" y="5785644"/>
                      <a:ext cx="587829" cy="46708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sz="11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altLang="ko-KR" sz="1100" b="0" i="1" smtClean="0">
                                    <a:latin typeface="Cambria Math" panose="02040503050406030204" pitchFamily="18" charset="0"/>
                                  </a:rPr>
                                  <m:t>𝑖𝑛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sz="1100" dirty="0"/>
                    </a:p>
                  </p:txBody>
                </p:sp>
              </mc:Choice>
              <mc:Fallback xmlns="">
                <p:sp>
                  <p:nvSpPr>
                    <p:cNvPr id="317" name="TextBox 316">
                      <a:extLst>
                        <a:ext uri="{FF2B5EF4-FFF2-40B4-BE49-F238E27FC236}">
                          <a16:creationId xmlns:a16="http://schemas.microsoft.com/office/drawing/2014/main" id="{E49A076D-D005-FAAA-C90D-7E4E2555CAD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444059" y="5785644"/>
                      <a:ext cx="587829" cy="467086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259" name="그룹 258">
              <a:extLst>
                <a:ext uri="{FF2B5EF4-FFF2-40B4-BE49-F238E27FC236}">
                  <a16:creationId xmlns:a16="http://schemas.microsoft.com/office/drawing/2014/main" id="{65518871-3411-8D20-C42B-8B804C057C8F}"/>
                </a:ext>
              </a:extLst>
            </p:cNvPr>
            <p:cNvGrpSpPr/>
            <p:nvPr/>
          </p:nvGrpSpPr>
          <p:grpSpPr>
            <a:xfrm>
              <a:off x="5328704" y="233070"/>
              <a:ext cx="1592420" cy="2479652"/>
              <a:chOff x="8021410" y="393331"/>
              <a:chExt cx="3410556" cy="5310783"/>
            </a:xfrm>
          </p:grpSpPr>
          <p:sp>
            <p:nvSpPr>
              <p:cNvPr id="261" name="TextBox 260">
                <a:extLst>
                  <a:ext uri="{FF2B5EF4-FFF2-40B4-BE49-F238E27FC236}">
                    <a16:creationId xmlns:a16="http://schemas.microsoft.com/office/drawing/2014/main" id="{A80D8793-EC2D-6A18-6D0D-1FCE4CDAD513}"/>
                  </a:ext>
                </a:extLst>
              </p:cNvPr>
              <p:cNvSpPr txBox="1"/>
              <p:nvPr/>
            </p:nvSpPr>
            <p:spPr>
              <a:xfrm>
                <a:off x="9222620" y="417919"/>
                <a:ext cx="2075543" cy="6649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00" dirty="0" err="1"/>
                  <a:t>CodeBook</a:t>
                </a:r>
                <a:endParaRPr lang="ko-KR" altLang="en-US" sz="800" dirty="0"/>
              </a:p>
            </p:txBody>
          </p:sp>
          <p:grpSp>
            <p:nvGrpSpPr>
              <p:cNvPr id="262" name="그룹 261">
                <a:extLst>
                  <a:ext uri="{FF2B5EF4-FFF2-40B4-BE49-F238E27FC236}">
                    <a16:creationId xmlns:a16="http://schemas.microsoft.com/office/drawing/2014/main" id="{87E94B1D-BB87-87F8-17E2-DBB46D8DD5CB}"/>
                  </a:ext>
                </a:extLst>
              </p:cNvPr>
              <p:cNvGrpSpPr/>
              <p:nvPr/>
            </p:nvGrpSpPr>
            <p:grpSpPr>
              <a:xfrm>
                <a:off x="9456084" y="1024970"/>
                <a:ext cx="965173" cy="887022"/>
                <a:chOff x="1776549" y="1103811"/>
                <a:chExt cx="1058094" cy="1058094"/>
              </a:xfrm>
            </p:grpSpPr>
            <p:sp>
              <p:nvSpPr>
                <p:cNvPr id="301" name="직사각형 300">
                  <a:extLst>
                    <a:ext uri="{FF2B5EF4-FFF2-40B4-BE49-F238E27FC236}">
                      <a16:creationId xmlns:a16="http://schemas.microsoft.com/office/drawing/2014/main" id="{2628C092-CB78-FCB2-E49F-DCFA9C9DD693}"/>
                    </a:ext>
                  </a:extLst>
                </p:cNvPr>
                <p:cNvSpPr/>
                <p:nvPr/>
              </p:nvSpPr>
              <p:spPr>
                <a:xfrm>
                  <a:off x="1776549" y="1103811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02" name="직사각형 301">
                  <a:extLst>
                    <a:ext uri="{FF2B5EF4-FFF2-40B4-BE49-F238E27FC236}">
                      <a16:creationId xmlns:a16="http://schemas.microsoft.com/office/drawing/2014/main" id="{B4660114-83BC-A17E-09AB-DD1BCCEB41CD}"/>
                    </a:ext>
                  </a:extLst>
                </p:cNvPr>
                <p:cNvSpPr/>
                <p:nvPr/>
              </p:nvSpPr>
              <p:spPr>
                <a:xfrm>
                  <a:off x="2129247" y="1103811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03" name="직사각형 302">
                  <a:extLst>
                    <a:ext uri="{FF2B5EF4-FFF2-40B4-BE49-F238E27FC236}">
                      <a16:creationId xmlns:a16="http://schemas.microsoft.com/office/drawing/2014/main" id="{FA64AB40-D077-4B20-79BD-74F2DAB8E25C}"/>
                    </a:ext>
                  </a:extLst>
                </p:cNvPr>
                <p:cNvSpPr/>
                <p:nvPr/>
              </p:nvSpPr>
              <p:spPr>
                <a:xfrm>
                  <a:off x="2481945" y="1103811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04" name="직사각형 303">
                  <a:extLst>
                    <a:ext uri="{FF2B5EF4-FFF2-40B4-BE49-F238E27FC236}">
                      <a16:creationId xmlns:a16="http://schemas.microsoft.com/office/drawing/2014/main" id="{EC248B21-9052-D269-C171-BF57FC1C5B35}"/>
                    </a:ext>
                  </a:extLst>
                </p:cNvPr>
                <p:cNvSpPr/>
                <p:nvPr/>
              </p:nvSpPr>
              <p:spPr>
                <a:xfrm>
                  <a:off x="1776549" y="1456509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05" name="직사각형 304">
                  <a:extLst>
                    <a:ext uri="{FF2B5EF4-FFF2-40B4-BE49-F238E27FC236}">
                      <a16:creationId xmlns:a16="http://schemas.microsoft.com/office/drawing/2014/main" id="{B9414713-D84A-DFA2-4E8B-6910DD8CE70F}"/>
                    </a:ext>
                  </a:extLst>
                </p:cNvPr>
                <p:cNvSpPr/>
                <p:nvPr/>
              </p:nvSpPr>
              <p:spPr>
                <a:xfrm>
                  <a:off x="2129247" y="1456509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06" name="직사각형 305">
                  <a:extLst>
                    <a:ext uri="{FF2B5EF4-FFF2-40B4-BE49-F238E27FC236}">
                      <a16:creationId xmlns:a16="http://schemas.microsoft.com/office/drawing/2014/main" id="{730F720D-2C49-A79B-23A8-A3180178BBEE}"/>
                    </a:ext>
                  </a:extLst>
                </p:cNvPr>
                <p:cNvSpPr/>
                <p:nvPr/>
              </p:nvSpPr>
              <p:spPr>
                <a:xfrm>
                  <a:off x="2481945" y="1456509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07" name="직사각형 306">
                  <a:extLst>
                    <a:ext uri="{FF2B5EF4-FFF2-40B4-BE49-F238E27FC236}">
                      <a16:creationId xmlns:a16="http://schemas.microsoft.com/office/drawing/2014/main" id="{184B9464-3F44-A812-5073-343AE2438391}"/>
                    </a:ext>
                  </a:extLst>
                </p:cNvPr>
                <p:cNvSpPr/>
                <p:nvPr/>
              </p:nvSpPr>
              <p:spPr>
                <a:xfrm>
                  <a:off x="1776549" y="1809207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08" name="직사각형 307">
                  <a:extLst>
                    <a:ext uri="{FF2B5EF4-FFF2-40B4-BE49-F238E27FC236}">
                      <a16:creationId xmlns:a16="http://schemas.microsoft.com/office/drawing/2014/main" id="{47D71A22-2D06-C763-A594-7B63ED57458A}"/>
                    </a:ext>
                  </a:extLst>
                </p:cNvPr>
                <p:cNvSpPr/>
                <p:nvPr/>
              </p:nvSpPr>
              <p:spPr>
                <a:xfrm>
                  <a:off x="2129247" y="1809207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09" name="직사각형 308">
                  <a:extLst>
                    <a:ext uri="{FF2B5EF4-FFF2-40B4-BE49-F238E27FC236}">
                      <a16:creationId xmlns:a16="http://schemas.microsoft.com/office/drawing/2014/main" id="{6F13B788-4B1A-260F-DDC0-41F49A9FBD29}"/>
                    </a:ext>
                  </a:extLst>
                </p:cNvPr>
                <p:cNvSpPr/>
                <p:nvPr/>
              </p:nvSpPr>
              <p:spPr>
                <a:xfrm>
                  <a:off x="2481943" y="1809207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263" name="그룹 262">
                <a:extLst>
                  <a:ext uri="{FF2B5EF4-FFF2-40B4-BE49-F238E27FC236}">
                    <a16:creationId xmlns:a16="http://schemas.microsoft.com/office/drawing/2014/main" id="{FA1FB419-83D4-2CDD-107C-EFAC1BC4EC85}"/>
                  </a:ext>
                </a:extLst>
              </p:cNvPr>
              <p:cNvGrpSpPr/>
              <p:nvPr/>
            </p:nvGrpSpPr>
            <p:grpSpPr>
              <a:xfrm>
                <a:off x="9456083" y="2333532"/>
                <a:ext cx="965173" cy="887022"/>
                <a:chOff x="1776549" y="1103811"/>
                <a:chExt cx="1058094" cy="1058094"/>
              </a:xfrm>
            </p:grpSpPr>
            <p:sp>
              <p:nvSpPr>
                <p:cNvPr id="292" name="직사각형 291">
                  <a:extLst>
                    <a:ext uri="{FF2B5EF4-FFF2-40B4-BE49-F238E27FC236}">
                      <a16:creationId xmlns:a16="http://schemas.microsoft.com/office/drawing/2014/main" id="{34AAC38F-BFE3-204F-EA29-E44DF11C41CF}"/>
                    </a:ext>
                  </a:extLst>
                </p:cNvPr>
                <p:cNvSpPr/>
                <p:nvPr/>
              </p:nvSpPr>
              <p:spPr>
                <a:xfrm>
                  <a:off x="1776549" y="1103811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93" name="직사각형 292">
                  <a:extLst>
                    <a:ext uri="{FF2B5EF4-FFF2-40B4-BE49-F238E27FC236}">
                      <a16:creationId xmlns:a16="http://schemas.microsoft.com/office/drawing/2014/main" id="{867895BD-6479-3F5E-FA91-6291F28DF726}"/>
                    </a:ext>
                  </a:extLst>
                </p:cNvPr>
                <p:cNvSpPr/>
                <p:nvPr/>
              </p:nvSpPr>
              <p:spPr>
                <a:xfrm>
                  <a:off x="2129247" y="1103811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94" name="직사각형 293">
                  <a:extLst>
                    <a:ext uri="{FF2B5EF4-FFF2-40B4-BE49-F238E27FC236}">
                      <a16:creationId xmlns:a16="http://schemas.microsoft.com/office/drawing/2014/main" id="{FEF18217-6929-3EBB-B3D9-E23A8F5BEC3A}"/>
                    </a:ext>
                  </a:extLst>
                </p:cNvPr>
                <p:cNvSpPr/>
                <p:nvPr/>
              </p:nvSpPr>
              <p:spPr>
                <a:xfrm>
                  <a:off x="2481945" y="1103811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95" name="직사각형 294">
                  <a:extLst>
                    <a:ext uri="{FF2B5EF4-FFF2-40B4-BE49-F238E27FC236}">
                      <a16:creationId xmlns:a16="http://schemas.microsoft.com/office/drawing/2014/main" id="{3D6D5075-1341-3E63-5DE5-7C7F529F14B9}"/>
                    </a:ext>
                  </a:extLst>
                </p:cNvPr>
                <p:cNvSpPr/>
                <p:nvPr/>
              </p:nvSpPr>
              <p:spPr>
                <a:xfrm>
                  <a:off x="1776549" y="1456509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96" name="직사각형 295">
                  <a:extLst>
                    <a:ext uri="{FF2B5EF4-FFF2-40B4-BE49-F238E27FC236}">
                      <a16:creationId xmlns:a16="http://schemas.microsoft.com/office/drawing/2014/main" id="{5DE73FA3-E573-3CAD-6FE6-63C3DAE684BA}"/>
                    </a:ext>
                  </a:extLst>
                </p:cNvPr>
                <p:cNvSpPr/>
                <p:nvPr/>
              </p:nvSpPr>
              <p:spPr>
                <a:xfrm>
                  <a:off x="2129247" y="1456509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97" name="직사각형 296">
                  <a:extLst>
                    <a:ext uri="{FF2B5EF4-FFF2-40B4-BE49-F238E27FC236}">
                      <a16:creationId xmlns:a16="http://schemas.microsoft.com/office/drawing/2014/main" id="{470BC551-3AD7-477C-60BD-98FD23096C2F}"/>
                    </a:ext>
                  </a:extLst>
                </p:cNvPr>
                <p:cNvSpPr/>
                <p:nvPr/>
              </p:nvSpPr>
              <p:spPr>
                <a:xfrm>
                  <a:off x="2481945" y="1456509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98" name="직사각형 297">
                  <a:extLst>
                    <a:ext uri="{FF2B5EF4-FFF2-40B4-BE49-F238E27FC236}">
                      <a16:creationId xmlns:a16="http://schemas.microsoft.com/office/drawing/2014/main" id="{2528B313-2D4A-1902-CD19-BE4CEAFCACE3}"/>
                    </a:ext>
                  </a:extLst>
                </p:cNvPr>
                <p:cNvSpPr/>
                <p:nvPr/>
              </p:nvSpPr>
              <p:spPr>
                <a:xfrm>
                  <a:off x="1776549" y="1809207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99" name="직사각형 298">
                  <a:extLst>
                    <a:ext uri="{FF2B5EF4-FFF2-40B4-BE49-F238E27FC236}">
                      <a16:creationId xmlns:a16="http://schemas.microsoft.com/office/drawing/2014/main" id="{0153F8DA-14FB-0238-0DDA-336ECC4526C2}"/>
                    </a:ext>
                  </a:extLst>
                </p:cNvPr>
                <p:cNvSpPr/>
                <p:nvPr/>
              </p:nvSpPr>
              <p:spPr>
                <a:xfrm>
                  <a:off x="2129247" y="1809207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00" name="직사각형 299">
                  <a:extLst>
                    <a:ext uri="{FF2B5EF4-FFF2-40B4-BE49-F238E27FC236}">
                      <a16:creationId xmlns:a16="http://schemas.microsoft.com/office/drawing/2014/main" id="{D0335D99-2BBB-DC7A-3BDF-782B5BA1CA14}"/>
                    </a:ext>
                  </a:extLst>
                </p:cNvPr>
                <p:cNvSpPr/>
                <p:nvPr/>
              </p:nvSpPr>
              <p:spPr>
                <a:xfrm>
                  <a:off x="2481945" y="1809207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264" name="TextBox 263">
                <a:extLst>
                  <a:ext uri="{FF2B5EF4-FFF2-40B4-BE49-F238E27FC236}">
                    <a16:creationId xmlns:a16="http://schemas.microsoft.com/office/drawing/2014/main" id="{B72C980E-7A6E-4C3B-5F30-4A10A47898ED}"/>
                  </a:ext>
                </a:extLst>
              </p:cNvPr>
              <p:cNvSpPr txBox="1"/>
              <p:nvPr/>
            </p:nvSpPr>
            <p:spPr>
              <a:xfrm>
                <a:off x="9640799" y="1892281"/>
                <a:ext cx="692137" cy="369333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r>
                  <a:rPr lang="en-US" altLang="ko-KR" sz="900" dirty="0"/>
                  <a:t>…</a:t>
                </a:r>
                <a:endParaRPr lang="ko-KR" altLang="en-US" sz="900" dirty="0"/>
              </a:p>
            </p:txBody>
          </p:sp>
          <p:grpSp>
            <p:nvGrpSpPr>
              <p:cNvPr id="265" name="그룹 264">
                <a:extLst>
                  <a:ext uri="{FF2B5EF4-FFF2-40B4-BE49-F238E27FC236}">
                    <a16:creationId xmlns:a16="http://schemas.microsoft.com/office/drawing/2014/main" id="{1FECACF7-5645-39B4-5D12-B83347D9A37F}"/>
                  </a:ext>
                </a:extLst>
              </p:cNvPr>
              <p:cNvGrpSpPr/>
              <p:nvPr/>
            </p:nvGrpSpPr>
            <p:grpSpPr>
              <a:xfrm>
                <a:off x="9456081" y="3637446"/>
                <a:ext cx="965175" cy="887022"/>
                <a:chOff x="1776547" y="1103811"/>
                <a:chExt cx="1058096" cy="1058094"/>
              </a:xfrm>
            </p:grpSpPr>
            <p:sp>
              <p:nvSpPr>
                <p:cNvPr id="283" name="직사각형 282">
                  <a:extLst>
                    <a:ext uri="{FF2B5EF4-FFF2-40B4-BE49-F238E27FC236}">
                      <a16:creationId xmlns:a16="http://schemas.microsoft.com/office/drawing/2014/main" id="{DC04A2F3-2637-3B3C-0BDB-F1AFC2008733}"/>
                    </a:ext>
                  </a:extLst>
                </p:cNvPr>
                <p:cNvSpPr/>
                <p:nvPr/>
              </p:nvSpPr>
              <p:spPr>
                <a:xfrm>
                  <a:off x="1776549" y="1103811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4" name="직사각형 283">
                  <a:extLst>
                    <a:ext uri="{FF2B5EF4-FFF2-40B4-BE49-F238E27FC236}">
                      <a16:creationId xmlns:a16="http://schemas.microsoft.com/office/drawing/2014/main" id="{08189BB6-BB23-0137-2F13-A92A5C0FF589}"/>
                    </a:ext>
                  </a:extLst>
                </p:cNvPr>
                <p:cNvSpPr/>
                <p:nvPr/>
              </p:nvSpPr>
              <p:spPr>
                <a:xfrm>
                  <a:off x="2129247" y="1103811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5" name="직사각형 284">
                  <a:extLst>
                    <a:ext uri="{FF2B5EF4-FFF2-40B4-BE49-F238E27FC236}">
                      <a16:creationId xmlns:a16="http://schemas.microsoft.com/office/drawing/2014/main" id="{AAFFDC31-7CAF-9383-9C82-488E64189A51}"/>
                    </a:ext>
                  </a:extLst>
                </p:cNvPr>
                <p:cNvSpPr/>
                <p:nvPr/>
              </p:nvSpPr>
              <p:spPr>
                <a:xfrm>
                  <a:off x="2481945" y="1103811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6" name="직사각형 285">
                  <a:extLst>
                    <a:ext uri="{FF2B5EF4-FFF2-40B4-BE49-F238E27FC236}">
                      <a16:creationId xmlns:a16="http://schemas.microsoft.com/office/drawing/2014/main" id="{CA93E2F6-F798-1A42-9F59-1137D05174DA}"/>
                    </a:ext>
                  </a:extLst>
                </p:cNvPr>
                <p:cNvSpPr/>
                <p:nvPr/>
              </p:nvSpPr>
              <p:spPr>
                <a:xfrm>
                  <a:off x="1776547" y="1456506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7" name="직사각형 286">
                  <a:extLst>
                    <a:ext uri="{FF2B5EF4-FFF2-40B4-BE49-F238E27FC236}">
                      <a16:creationId xmlns:a16="http://schemas.microsoft.com/office/drawing/2014/main" id="{1AEA9B26-097D-EDA9-00B4-6D53809FEF89}"/>
                    </a:ext>
                  </a:extLst>
                </p:cNvPr>
                <p:cNvSpPr/>
                <p:nvPr/>
              </p:nvSpPr>
              <p:spPr>
                <a:xfrm>
                  <a:off x="2129247" y="1456509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8" name="직사각형 287">
                  <a:extLst>
                    <a:ext uri="{FF2B5EF4-FFF2-40B4-BE49-F238E27FC236}">
                      <a16:creationId xmlns:a16="http://schemas.microsoft.com/office/drawing/2014/main" id="{774DF996-6ED4-E45B-2273-9CC14200D8E9}"/>
                    </a:ext>
                  </a:extLst>
                </p:cNvPr>
                <p:cNvSpPr/>
                <p:nvPr/>
              </p:nvSpPr>
              <p:spPr>
                <a:xfrm>
                  <a:off x="2481945" y="1456509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9" name="직사각형 288">
                  <a:extLst>
                    <a:ext uri="{FF2B5EF4-FFF2-40B4-BE49-F238E27FC236}">
                      <a16:creationId xmlns:a16="http://schemas.microsoft.com/office/drawing/2014/main" id="{7634ABB1-5C47-E56E-FC63-294787B4A94E}"/>
                    </a:ext>
                  </a:extLst>
                </p:cNvPr>
                <p:cNvSpPr/>
                <p:nvPr/>
              </p:nvSpPr>
              <p:spPr>
                <a:xfrm>
                  <a:off x="1776549" y="1809207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90" name="직사각형 289">
                  <a:extLst>
                    <a:ext uri="{FF2B5EF4-FFF2-40B4-BE49-F238E27FC236}">
                      <a16:creationId xmlns:a16="http://schemas.microsoft.com/office/drawing/2014/main" id="{AEC7A35C-B7B2-8F98-8160-8A74D6AB0858}"/>
                    </a:ext>
                  </a:extLst>
                </p:cNvPr>
                <p:cNvSpPr/>
                <p:nvPr/>
              </p:nvSpPr>
              <p:spPr>
                <a:xfrm>
                  <a:off x="2129247" y="1809207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91" name="직사각형 290">
                  <a:extLst>
                    <a:ext uri="{FF2B5EF4-FFF2-40B4-BE49-F238E27FC236}">
                      <a16:creationId xmlns:a16="http://schemas.microsoft.com/office/drawing/2014/main" id="{119988E5-52A0-714F-F44A-62746A9BE89B}"/>
                    </a:ext>
                  </a:extLst>
                </p:cNvPr>
                <p:cNvSpPr/>
                <p:nvPr/>
              </p:nvSpPr>
              <p:spPr>
                <a:xfrm>
                  <a:off x="2481945" y="1809207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266" name="TextBox 265">
                <a:extLst>
                  <a:ext uri="{FF2B5EF4-FFF2-40B4-BE49-F238E27FC236}">
                    <a16:creationId xmlns:a16="http://schemas.microsoft.com/office/drawing/2014/main" id="{C7D7B3ED-2ED2-286D-963B-6FF9B912B50A}"/>
                  </a:ext>
                </a:extLst>
              </p:cNvPr>
              <p:cNvSpPr txBox="1"/>
              <p:nvPr/>
            </p:nvSpPr>
            <p:spPr>
              <a:xfrm>
                <a:off x="9667806" y="3222093"/>
                <a:ext cx="692137" cy="369333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r>
                  <a:rPr lang="en-US" altLang="ko-KR" sz="900" dirty="0"/>
                  <a:t>…</a:t>
                </a:r>
                <a:endParaRPr lang="ko-KR" altLang="en-US" sz="900" dirty="0"/>
              </a:p>
            </p:txBody>
          </p:sp>
          <p:grpSp>
            <p:nvGrpSpPr>
              <p:cNvPr id="267" name="그룹 266">
                <a:extLst>
                  <a:ext uri="{FF2B5EF4-FFF2-40B4-BE49-F238E27FC236}">
                    <a16:creationId xmlns:a16="http://schemas.microsoft.com/office/drawing/2014/main" id="{3CAAA9F9-A9C6-5E19-10AC-D3A2759791F0}"/>
                  </a:ext>
                </a:extLst>
              </p:cNvPr>
              <p:cNvGrpSpPr/>
              <p:nvPr/>
            </p:nvGrpSpPr>
            <p:grpSpPr>
              <a:xfrm>
                <a:off x="9456082" y="4719382"/>
                <a:ext cx="965173" cy="887022"/>
                <a:chOff x="1776549" y="1103811"/>
                <a:chExt cx="1058094" cy="1058094"/>
              </a:xfrm>
            </p:grpSpPr>
            <p:sp>
              <p:nvSpPr>
                <p:cNvPr id="274" name="직사각형 273">
                  <a:extLst>
                    <a:ext uri="{FF2B5EF4-FFF2-40B4-BE49-F238E27FC236}">
                      <a16:creationId xmlns:a16="http://schemas.microsoft.com/office/drawing/2014/main" id="{A5FB0BC2-4653-4ADB-435A-BE175918FAE4}"/>
                    </a:ext>
                  </a:extLst>
                </p:cNvPr>
                <p:cNvSpPr/>
                <p:nvPr/>
              </p:nvSpPr>
              <p:spPr>
                <a:xfrm>
                  <a:off x="1776549" y="1103811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5" name="직사각형 274">
                  <a:extLst>
                    <a:ext uri="{FF2B5EF4-FFF2-40B4-BE49-F238E27FC236}">
                      <a16:creationId xmlns:a16="http://schemas.microsoft.com/office/drawing/2014/main" id="{3CBF4E61-ACDA-0EAF-7432-9F5C2083C5B6}"/>
                    </a:ext>
                  </a:extLst>
                </p:cNvPr>
                <p:cNvSpPr/>
                <p:nvPr/>
              </p:nvSpPr>
              <p:spPr>
                <a:xfrm>
                  <a:off x="2129247" y="1103811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6" name="직사각형 275">
                  <a:extLst>
                    <a:ext uri="{FF2B5EF4-FFF2-40B4-BE49-F238E27FC236}">
                      <a16:creationId xmlns:a16="http://schemas.microsoft.com/office/drawing/2014/main" id="{2852D59E-4792-A1A3-E76A-6FCAE9282CDC}"/>
                    </a:ext>
                  </a:extLst>
                </p:cNvPr>
                <p:cNvSpPr/>
                <p:nvPr/>
              </p:nvSpPr>
              <p:spPr>
                <a:xfrm>
                  <a:off x="2481945" y="1103811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7" name="직사각형 276">
                  <a:extLst>
                    <a:ext uri="{FF2B5EF4-FFF2-40B4-BE49-F238E27FC236}">
                      <a16:creationId xmlns:a16="http://schemas.microsoft.com/office/drawing/2014/main" id="{B8BB2918-A6ED-F945-937B-5325DC12E695}"/>
                    </a:ext>
                  </a:extLst>
                </p:cNvPr>
                <p:cNvSpPr/>
                <p:nvPr/>
              </p:nvSpPr>
              <p:spPr>
                <a:xfrm>
                  <a:off x="1776549" y="1456509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8" name="직사각형 277">
                  <a:extLst>
                    <a:ext uri="{FF2B5EF4-FFF2-40B4-BE49-F238E27FC236}">
                      <a16:creationId xmlns:a16="http://schemas.microsoft.com/office/drawing/2014/main" id="{BBFBA962-7BFC-042A-E7E5-323D20EC085A}"/>
                    </a:ext>
                  </a:extLst>
                </p:cNvPr>
                <p:cNvSpPr/>
                <p:nvPr/>
              </p:nvSpPr>
              <p:spPr>
                <a:xfrm>
                  <a:off x="2129247" y="1456509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9" name="직사각형 278">
                  <a:extLst>
                    <a:ext uri="{FF2B5EF4-FFF2-40B4-BE49-F238E27FC236}">
                      <a16:creationId xmlns:a16="http://schemas.microsoft.com/office/drawing/2014/main" id="{C7A17CF6-AF57-0549-AA4D-D9F6AA408725}"/>
                    </a:ext>
                  </a:extLst>
                </p:cNvPr>
                <p:cNvSpPr/>
                <p:nvPr/>
              </p:nvSpPr>
              <p:spPr>
                <a:xfrm>
                  <a:off x="2481945" y="1456509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0" name="직사각형 279">
                  <a:extLst>
                    <a:ext uri="{FF2B5EF4-FFF2-40B4-BE49-F238E27FC236}">
                      <a16:creationId xmlns:a16="http://schemas.microsoft.com/office/drawing/2014/main" id="{DF8C78CC-3D93-BECA-F517-5AD865A379CB}"/>
                    </a:ext>
                  </a:extLst>
                </p:cNvPr>
                <p:cNvSpPr/>
                <p:nvPr/>
              </p:nvSpPr>
              <p:spPr>
                <a:xfrm>
                  <a:off x="1776549" y="1809207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1" name="직사각형 280">
                  <a:extLst>
                    <a:ext uri="{FF2B5EF4-FFF2-40B4-BE49-F238E27FC236}">
                      <a16:creationId xmlns:a16="http://schemas.microsoft.com/office/drawing/2014/main" id="{30E38270-C952-AAFB-1BA4-4DA38B0852C0}"/>
                    </a:ext>
                  </a:extLst>
                </p:cNvPr>
                <p:cNvSpPr/>
                <p:nvPr/>
              </p:nvSpPr>
              <p:spPr>
                <a:xfrm>
                  <a:off x="2129247" y="1809207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2" name="직사각형 281">
                  <a:extLst>
                    <a:ext uri="{FF2B5EF4-FFF2-40B4-BE49-F238E27FC236}">
                      <a16:creationId xmlns:a16="http://schemas.microsoft.com/office/drawing/2014/main" id="{593667AD-5DF6-903B-0BE6-0CF9438E4F34}"/>
                    </a:ext>
                  </a:extLst>
                </p:cNvPr>
                <p:cNvSpPr/>
                <p:nvPr/>
              </p:nvSpPr>
              <p:spPr>
                <a:xfrm>
                  <a:off x="2481945" y="1809207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</p:grpSp>
          <p:cxnSp>
            <p:nvCxnSpPr>
              <p:cNvPr id="268" name="직선 화살표 연결선 267">
                <a:extLst>
                  <a:ext uri="{FF2B5EF4-FFF2-40B4-BE49-F238E27FC236}">
                    <a16:creationId xmlns:a16="http://schemas.microsoft.com/office/drawing/2014/main" id="{08BA4548-0AD1-E6AB-585F-422B9862FA2E}"/>
                  </a:ext>
                </a:extLst>
              </p:cNvPr>
              <p:cNvCxnSpPr/>
              <p:nvPr/>
            </p:nvCxnSpPr>
            <p:spPr>
              <a:xfrm>
                <a:off x="10762343" y="1024970"/>
                <a:ext cx="0" cy="4679144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9" name="TextBox 268">
                    <a:extLst>
                      <a:ext uri="{FF2B5EF4-FFF2-40B4-BE49-F238E27FC236}">
                        <a16:creationId xmlns:a16="http://schemas.microsoft.com/office/drawing/2014/main" id="{ADC87011-562E-45EE-8E5B-2A07932D4ED0}"/>
                      </a:ext>
                    </a:extLst>
                  </p:cNvPr>
                  <p:cNvSpPr txBox="1"/>
                  <p:nvPr/>
                </p:nvSpPr>
                <p:spPr>
                  <a:xfrm>
                    <a:off x="10804872" y="2777042"/>
                    <a:ext cx="627094" cy="37241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p>
                          </m:sSup>
                        </m:oMath>
                      </m:oMathPara>
                    </a14:m>
                    <a:endParaRPr lang="ko-KR" altLang="en-US" dirty="0"/>
                  </a:p>
                </p:txBody>
              </p:sp>
            </mc:Choice>
            <mc:Fallback xmlns="">
              <p:sp>
                <p:nvSpPr>
                  <p:cNvPr id="269" name="TextBox 268">
                    <a:extLst>
                      <a:ext uri="{FF2B5EF4-FFF2-40B4-BE49-F238E27FC236}">
                        <a16:creationId xmlns:a16="http://schemas.microsoft.com/office/drawing/2014/main" id="{ADC87011-562E-45EE-8E5B-2A07932D4ED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804872" y="2777042"/>
                    <a:ext cx="627094" cy="372411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r="-72222" b="-190000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70" name="TextBox 269">
                <a:extLst>
                  <a:ext uri="{FF2B5EF4-FFF2-40B4-BE49-F238E27FC236}">
                    <a16:creationId xmlns:a16="http://schemas.microsoft.com/office/drawing/2014/main" id="{D3CBC854-C09B-860B-B5D3-96F863C40E4B}"/>
                  </a:ext>
                </a:extLst>
              </p:cNvPr>
              <p:cNvSpPr txBox="1"/>
              <p:nvPr/>
            </p:nvSpPr>
            <p:spPr>
              <a:xfrm>
                <a:off x="8185304" y="393331"/>
                <a:ext cx="2075543" cy="4943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900" dirty="0"/>
                  <a:t>index</a:t>
                </a:r>
                <a:endParaRPr lang="ko-KR" altLang="en-US" sz="900" dirty="0"/>
              </a:p>
            </p:txBody>
          </p:sp>
          <p:sp>
            <p:nvSpPr>
              <p:cNvPr id="271" name="TextBox 270">
                <a:extLst>
                  <a:ext uri="{FF2B5EF4-FFF2-40B4-BE49-F238E27FC236}">
                    <a16:creationId xmlns:a16="http://schemas.microsoft.com/office/drawing/2014/main" id="{D581CD86-BE2C-546B-01BE-29F7FD5FE117}"/>
                  </a:ext>
                </a:extLst>
              </p:cNvPr>
              <p:cNvSpPr txBox="1"/>
              <p:nvPr/>
            </p:nvSpPr>
            <p:spPr>
              <a:xfrm>
                <a:off x="8511746" y="1234547"/>
                <a:ext cx="773793" cy="4943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900" dirty="0"/>
                  <a:t>0</a:t>
                </a:r>
                <a:endParaRPr lang="ko-KR" altLang="en-US" sz="9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2" name="TextBox 271">
                    <a:extLst>
                      <a:ext uri="{FF2B5EF4-FFF2-40B4-BE49-F238E27FC236}">
                        <a16:creationId xmlns:a16="http://schemas.microsoft.com/office/drawing/2014/main" id="{70C95C2A-4A02-FA20-18F6-49AF191DDD5A}"/>
                      </a:ext>
                    </a:extLst>
                  </p:cNvPr>
                  <p:cNvSpPr txBox="1"/>
                  <p:nvPr/>
                </p:nvSpPr>
                <p:spPr>
                  <a:xfrm>
                    <a:off x="8021410" y="3852192"/>
                    <a:ext cx="1470790" cy="49781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ko-KR" sz="9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9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ko-KR" sz="9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p>
                          </m:sSup>
                          <m:r>
                            <a:rPr lang="en-US" altLang="ko-KR" sz="9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oMath>
                      </m:oMathPara>
                    </a14:m>
                    <a:endParaRPr lang="ko-KR" altLang="en-US" sz="900" dirty="0"/>
                  </a:p>
                </p:txBody>
              </p:sp>
            </mc:Choice>
            <mc:Fallback xmlns="">
              <p:sp>
                <p:nvSpPr>
                  <p:cNvPr id="272" name="TextBox 271">
                    <a:extLst>
                      <a:ext uri="{FF2B5EF4-FFF2-40B4-BE49-F238E27FC236}">
                        <a16:creationId xmlns:a16="http://schemas.microsoft.com/office/drawing/2014/main" id="{70C95C2A-4A02-FA20-18F6-49AF191DDD5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21410" y="3852192"/>
                    <a:ext cx="1470790" cy="497819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b="-26923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3" name="TextBox 272">
                    <a:extLst>
                      <a:ext uri="{FF2B5EF4-FFF2-40B4-BE49-F238E27FC236}">
                        <a16:creationId xmlns:a16="http://schemas.microsoft.com/office/drawing/2014/main" id="{8360BA93-7787-AE04-93C2-EAEB23976399}"/>
                      </a:ext>
                    </a:extLst>
                  </p:cNvPr>
                  <p:cNvSpPr txBox="1"/>
                  <p:nvPr/>
                </p:nvSpPr>
                <p:spPr>
                  <a:xfrm>
                    <a:off x="8443964" y="4941398"/>
                    <a:ext cx="627094" cy="49781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ko-KR" sz="9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9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ko-KR" sz="9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p>
                          </m:sSup>
                        </m:oMath>
                      </m:oMathPara>
                    </a14:m>
                    <a:endParaRPr lang="ko-KR" altLang="en-US" sz="900" dirty="0"/>
                  </a:p>
                </p:txBody>
              </p:sp>
            </mc:Choice>
            <mc:Fallback xmlns="">
              <p:sp>
                <p:nvSpPr>
                  <p:cNvPr id="273" name="TextBox 272">
                    <a:extLst>
                      <a:ext uri="{FF2B5EF4-FFF2-40B4-BE49-F238E27FC236}">
                        <a16:creationId xmlns:a16="http://schemas.microsoft.com/office/drawing/2014/main" id="{8360BA93-7787-AE04-93C2-EAEB2397639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43964" y="4941398"/>
                    <a:ext cx="627094" cy="49781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r="-5405" b="-26923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60" name="왼쪽 중괄호 259">
              <a:extLst>
                <a:ext uri="{FF2B5EF4-FFF2-40B4-BE49-F238E27FC236}">
                  <a16:creationId xmlns:a16="http://schemas.microsoft.com/office/drawing/2014/main" id="{EA311A8B-9F7A-6C30-C1AA-DF97F174BC5F}"/>
                </a:ext>
              </a:extLst>
            </p:cNvPr>
            <p:cNvSpPr/>
            <p:nvPr/>
          </p:nvSpPr>
          <p:spPr>
            <a:xfrm>
              <a:off x="5245720" y="412191"/>
              <a:ext cx="234826" cy="2300527"/>
            </a:xfrm>
            <a:prstGeom prst="lef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57" name="TextBox 756">
            <a:extLst>
              <a:ext uri="{FF2B5EF4-FFF2-40B4-BE49-F238E27FC236}">
                <a16:creationId xmlns:a16="http://schemas.microsoft.com/office/drawing/2014/main" id="{B54B5651-758A-142B-BFA9-F05EE2040573}"/>
              </a:ext>
            </a:extLst>
          </p:cNvPr>
          <p:cNvSpPr txBox="1"/>
          <p:nvPr/>
        </p:nvSpPr>
        <p:spPr>
          <a:xfrm>
            <a:off x="6320972" y="5631997"/>
            <a:ext cx="55117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각</a:t>
            </a:r>
            <a:r>
              <a:rPr lang="en-US" altLang="ko-KR" dirty="0"/>
              <a:t> layer</a:t>
            </a:r>
            <a:r>
              <a:rPr lang="ko-KR" altLang="en-US" dirty="0"/>
              <a:t>마다 다른</a:t>
            </a:r>
            <a:r>
              <a:rPr lang="en-US" altLang="ko-KR" dirty="0"/>
              <a:t> codebook</a:t>
            </a:r>
            <a:r>
              <a:rPr lang="ko-KR" altLang="en-US" dirty="0"/>
              <a:t>를 할당</a:t>
            </a:r>
          </a:p>
        </p:txBody>
      </p:sp>
      <p:sp>
        <p:nvSpPr>
          <p:cNvPr id="758" name="TextBox 757">
            <a:extLst>
              <a:ext uri="{FF2B5EF4-FFF2-40B4-BE49-F238E27FC236}">
                <a16:creationId xmlns:a16="http://schemas.microsoft.com/office/drawing/2014/main" id="{FD019596-B6E8-D5FE-26C4-4A6944FF9BCF}"/>
              </a:ext>
            </a:extLst>
          </p:cNvPr>
          <p:cNvSpPr txBox="1"/>
          <p:nvPr/>
        </p:nvSpPr>
        <p:spPr>
          <a:xfrm>
            <a:off x="0" y="1476816"/>
            <a:ext cx="1121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Layer1</a:t>
            </a:r>
            <a:endParaRPr lang="ko-KR" altLang="en-US" dirty="0"/>
          </a:p>
        </p:txBody>
      </p:sp>
      <p:sp>
        <p:nvSpPr>
          <p:cNvPr id="759" name="TextBox 758">
            <a:extLst>
              <a:ext uri="{FF2B5EF4-FFF2-40B4-BE49-F238E27FC236}">
                <a16:creationId xmlns:a16="http://schemas.microsoft.com/office/drawing/2014/main" id="{45C2AE31-2459-FFED-3BCE-C0431683A522}"/>
              </a:ext>
            </a:extLst>
          </p:cNvPr>
          <p:cNvSpPr txBox="1"/>
          <p:nvPr/>
        </p:nvSpPr>
        <p:spPr>
          <a:xfrm>
            <a:off x="0" y="3333683"/>
            <a:ext cx="1121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Layer2</a:t>
            </a:r>
            <a:endParaRPr lang="ko-KR" altLang="en-US" dirty="0"/>
          </a:p>
        </p:txBody>
      </p:sp>
      <p:sp>
        <p:nvSpPr>
          <p:cNvPr id="760" name="TextBox 759">
            <a:extLst>
              <a:ext uri="{FF2B5EF4-FFF2-40B4-BE49-F238E27FC236}">
                <a16:creationId xmlns:a16="http://schemas.microsoft.com/office/drawing/2014/main" id="{E0A2406E-D3EA-7688-1395-4C13434D44C5}"/>
              </a:ext>
            </a:extLst>
          </p:cNvPr>
          <p:cNvSpPr txBox="1"/>
          <p:nvPr/>
        </p:nvSpPr>
        <p:spPr>
          <a:xfrm>
            <a:off x="0" y="5375627"/>
            <a:ext cx="1121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Layer3</a:t>
            </a:r>
            <a:endParaRPr lang="ko-KR" altLang="en-US" dirty="0"/>
          </a:p>
        </p:txBody>
      </p:sp>
      <p:sp>
        <p:nvSpPr>
          <p:cNvPr id="3" name="왼쪽 중괄호 2">
            <a:extLst>
              <a:ext uri="{FF2B5EF4-FFF2-40B4-BE49-F238E27FC236}">
                <a16:creationId xmlns:a16="http://schemas.microsoft.com/office/drawing/2014/main" id="{5975DF85-B768-D045-F8F3-335D6B2A8EA0}"/>
              </a:ext>
            </a:extLst>
          </p:cNvPr>
          <p:cNvSpPr/>
          <p:nvPr/>
        </p:nvSpPr>
        <p:spPr>
          <a:xfrm rot="16200000">
            <a:off x="1579507" y="1473332"/>
            <a:ext cx="196651" cy="1138405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09FF4B4C-5B6A-196B-FAED-2AF291EB334B}"/>
                  </a:ext>
                </a:extLst>
              </p:cNvPr>
              <p:cNvSpPr txBox="1"/>
              <p:nvPr/>
            </p:nvSpPr>
            <p:spPr>
              <a:xfrm>
                <a:off x="1116809" y="2118181"/>
                <a:ext cx="2260451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ko-KR" altLang="en-US" sz="1100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altLang="ko-KR" sz="1100" dirty="0"/>
                  <a:t>(=5) bit per index</a:t>
                </a:r>
                <a:endParaRPr lang="ko-KR" altLang="en-US" sz="1100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09FF4B4C-5B6A-196B-FAED-2AF291EB33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6809" y="2118181"/>
                <a:ext cx="2260451" cy="261610"/>
              </a:xfrm>
              <a:prstGeom prst="rect">
                <a:avLst/>
              </a:prstGeom>
              <a:blipFill>
                <a:blip r:embed="rId14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0330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D90CCB-1E71-A2D2-8F1B-70A3E8354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Total operation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F798648-F8D8-B749-B09C-9D7DAE9A5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C92547F-9DA0-19CA-8D04-49D2557BA3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6699" r="3811" b="29591"/>
          <a:stretch>
            <a:fillRect/>
          </a:stretch>
        </p:blipFill>
        <p:spPr>
          <a:xfrm>
            <a:off x="170552" y="952104"/>
            <a:ext cx="11013853" cy="310463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9410D5F-04E8-1765-F959-7682B33DB2F2}"/>
              </a:ext>
            </a:extLst>
          </p:cNvPr>
          <p:cNvSpPr txBox="1"/>
          <p:nvPr/>
        </p:nvSpPr>
        <p:spPr>
          <a:xfrm>
            <a:off x="953386" y="6373780"/>
            <a:ext cx="104557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Sub-bit Neural Networks: Learning to Compress and Accelerate Binary Neural Networks</a:t>
            </a:r>
            <a:endParaRPr lang="ko-KR" alt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DD72597-91AF-FEDC-ED8D-5D57A6486072}"/>
                  </a:ext>
                </a:extLst>
              </p:cNvPr>
              <p:cNvSpPr txBox="1"/>
              <p:nvPr/>
            </p:nvSpPr>
            <p:spPr>
              <a:xfrm>
                <a:off x="891779" y="4398387"/>
                <a:ext cx="92319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ko-KR" altLang="en-US" dirty="0"/>
                  <a:t>한 픽셀당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ko-KR" altLang="en-US" i="1" smtClean="0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×9+1)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ko-KR" altLang="en-US" dirty="0" err="1"/>
                  <a:t>합성곱</a:t>
                </a:r>
                <a:r>
                  <a:rPr lang="ko-KR" altLang="en-US" dirty="0"/>
                  <a:t> 연산을 진행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DD72597-91AF-FEDC-ED8D-5D57A64860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779" y="4398387"/>
                <a:ext cx="9231936" cy="369332"/>
              </a:xfrm>
              <a:prstGeom prst="rect">
                <a:avLst/>
              </a:prstGeom>
              <a:blipFill>
                <a:blip r:embed="rId3"/>
                <a:stretch>
                  <a:fillRect l="-396" t="-10000" b="-2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93839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4ED684-614F-52BD-7F4F-6A8901551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Problem with storing weight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BF947EC-3026-6B06-01AB-8B52B0CA7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F783D8-316A-536F-21AE-E12E9044AC8B}"/>
              </a:ext>
            </a:extLst>
          </p:cNvPr>
          <p:cNvSpPr txBox="1"/>
          <p:nvPr/>
        </p:nvSpPr>
        <p:spPr>
          <a:xfrm>
            <a:off x="399143" y="1110646"/>
            <a:ext cx="1886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Expected</a:t>
            </a:r>
            <a:endParaRPr lang="ko-KR" altLang="en-US" b="1" dirty="0"/>
          </a:p>
        </p:txBody>
      </p:sp>
      <p:grpSp>
        <p:nvGrpSpPr>
          <p:cNvPr id="132" name="그룹 131">
            <a:extLst>
              <a:ext uri="{FF2B5EF4-FFF2-40B4-BE49-F238E27FC236}">
                <a16:creationId xmlns:a16="http://schemas.microsoft.com/office/drawing/2014/main" id="{9221829D-97D0-F6D5-F897-6EFE10815C8C}"/>
              </a:ext>
            </a:extLst>
          </p:cNvPr>
          <p:cNvGrpSpPr/>
          <p:nvPr/>
        </p:nvGrpSpPr>
        <p:grpSpPr>
          <a:xfrm>
            <a:off x="457199" y="1465161"/>
            <a:ext cx="5493374" cy="1312527"/>
            <a:chOff x="1538514" y="4842449"/>
            <a:chExt cx="5493374" cy="1312527"/>
          </a:xfrm>
        </p:grpSpPr>
        <p:cxnSp>
          <p:nvCxnSpPr>
            <p:cNvPr id="133" name="직선 화살표 연결선 132">
              <a:extLst>
                <a:ext uri="{FF2B5EF4-FFF2-40B4-BE49-F238E27FC236}">
                  <a16:creationId xmlns:a16="http://schemas.microsoft.com/office/drawing/2014/main" id="{1D4C4DA3-336A-4E8A-AF38-7E545DCDC6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62700" y="5785644"/>
              <a:ext cx="162719" cy="252016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34" name="그룹 133">
              <a:extLst>
                <a:ext uri="{FF2B5EF4-FFF2-40B4-BE49-F238E27FC236}">
                  <a16:creationId xmlns:a16="http://schemas.microsoft.com/office/drawing/2014/main" id="{89A343AD-F1EE-A2E5-290F-88F7A9CA2B24}"/>
                </a:ext>
              </a:extLst>
            </p:cNvPr>
            <p:cNvGrpSpPr/>
            <p:nvPr/>
          </p:nvGrpSpPr>
          <p:grpSpPr>
            <a:xfrm>
              <a:off x="1538514" y="4842449"/>
              <a:ext cx="5493374" cy="1312527"/>
              <a:chOff x="1538514" y="4842449"/>
              <a:chExt cx="5493374" cy="1312527"/>
            </a:xfrm>
          </p:grpSpPr>
          <p:grpSp>
            <p:nvGrpSpPr>
              <p:cNvPr id="135" name="그룹 134">
                <a:extLst>
                  <a:ext uri="{FF2B5EF4-FFF2-40B4-BE49-F238E27FC236}">
                    <a16:creationId xmlns:a16="http://schemas.microsoft.com/office/drawing/2014/main" id="{3AA7D4C5-220A-7F7B-FBBA-4433523F8733}"/>
                  </a:ext>
                </a:extLst>
              </p:cNvPr>
              <p:cNvGrpSpPr/>
              <p:nvPr/>
            </p:nvGrpSpPr>
            <p:grpSpPr>
              <a:xfrm>
                <a:off x="1538514" y="5404755"/>
                <a:ext cx="2165350" cy="546102"/>
                <a:chOff x="1538514" y="5404755"/>
                <a:chExt cx="2165350" cy="546102"/>
              </a:xfrm>
            </p:grpSpPr>
            <p:grpSp>
              <p:nvGrpSpPr>
                <p:cNvPr id="173" name="그룹 172">
                  <a:extLst>
                    <a:ext uri="{FF2B5EF4-FFF2-40B4-BE49-F238E27FC236}">
                      <a16:creationId xmlns:a16="http://schemas.microsoft.com/office/drawing/2014/main" id="{6E5FFEF0-C596-C017-D888-66A1C304E159}"/>
                    </a:ext>
                  </a:extLst>
                </p:cNvPr>
                <p:cNvGrpSpPr/>
                <p:nvPr/>
              </p:nvGrpSpPr>
              <p:grpSpPr>
                <a:xfrm>
                  <a:off x="1671860" y="5404755"/>
                  <a:ext cx="2032004" cy="406400"/>
                  <a:chOff x="1480457" y="1182914"/>
                  <a:chExt cx="2032004" cy="406400"/>
                </a:xfrm>
              </p:grpSpPr>
              <p:sp>
                <p:nvSpPr>
                  <p:cNvPr id="196" name="직사각형 195">
                    <a:extLst>
                      <a:ext uri="{FF2B5EF4-FFF2-40B4-BE49-F238E27FC236}">
                        <a16:creationId xmlns:a16="http://schemas.microsoft.com/office/drawing/2014/main" id="{51986A59-68F2-3642-581F-09DEBBA51AB3}"/>
                      </a:ext>
                    </a:extLst>
                  </p:cNvPr>
                  <p:cNvSpPr/>
                  <p:nvPr/>
                </p:nvSpPr>
                <p:spPr>
                  <a:xfrm>
                    <a:off x="1480457" y="1182914"/>
                    <a:ext cx="406400" cy="406400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  <a:alpha val="85000"/>
                    </a:schemeClr>
                  </a:solidFill>
                  <a:ln>
                    <a:solidFill>
                      <a:schemeClr val="accent1">
                        <a:shade val="15000"/>
                        <a:alpha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 dirty="0"/>
                  </a:p>
                </p:txBody>
              </p:sp>
              <p:sp>
                <p:nvSpPr>
                  <p:cNvPr id="197" name="직사각형 196">
                    <a:extLst>
                      <a:ext uri="{FF2B5EF4-FFF2-40B4-BE49-F238E27FC236}">
                        <a16:creationId xmlns:a16="http://schemas.microsoft.com/office/drawing/2014/main" id="{0578BB09-632C-C9BA-2B2D-277631F1750C}"/>
                      </a:ext>
                    </a:extLst>
                  </p:cNvPr>
                  <p:cNvSpPr/>
                  <p:nvPr/>
                </p:nvSpPr>
                <p:spPr>
                  <a:xfrm>
                    <a:off x="1886857" y="1182914"/>
                    <a:ext cx="406400" cy="406400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solidFill>
                      <a:schemeClr val="accent1">
                        <a:shade val="15000"/>
                        <a:alpha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dirty="0"/>
                  </a:p>
                </p:txBody>
              </p:sp>
              <p:sp>
                <p:nvSpPr>
                  <p:cNvPr id="198" name="직사각형 197">
                    <a:extLst>
                      <a:ext uri="{FF2B5EF4-FFF2-40B4-BE49-F238E27FC236}">
                        <a16:creationId xmlns:a16="http://schemas.microsoft.com/office/drawing/2014/main" id="{4F102321-71E5-A380-9AF3-352D892F3626}"/>
                      </a:ext>
                    </a:extLst>
                  </p:cNvPr>
                  <p:cNvSpPr/>
                  <p:nvPr/>
                </p:nvSpPr>
                <p:spPr>
                  <a:xfrm>
                    <a:off x="2293257" y="1182914"/>
                    <a:ext cx="406400" cy="406400"/>
                  </a:xfrm>
                  <a:prstGeom prst="rect">
                    <a:avLst/>
                  </a:prstGeom>
                  <a:ln>
                    <a:solidFill>
                      <a:schemeClr val="accent1">
                        <a:shade val="15000"/>
                        <a:alpha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 dirty="0"/>
                  </a:p>
                </p:txBody>
              </p:sp>
              <p:sp>
                <p:nvSpPr>
                  <p:cNvPr id="199" name="직사각형 198">
                    <a:extLst>
                      <a:ext uri="{FF2B5EF4-FFF2-40B4-BE49-F238E27FC236}">
                        <a16:creationId xmlns:a16="http://schemas.microsoft.com/office/drawing/2014/main" id="{8D0E05A5-6117-4DA4-DF14-633D8F4CAD67}"/>
                      </a:ext>
                    </a:extLst>
                  </p:cNvPr>
                  <p:cNvSpPr/>
                  <p:nvPr/>
                </p:nvSpPr>
                <p:spPr>
                  <a:xfrm>
                    <a:off x="2699657" y="1182914"/>
                    <a:ext cx="406400" cy="406400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  <a:ln>
                    <a:solidFill>
                      <a:schemeClr val="accent1">
                        <a:shade val="15000"/>
                        <a:alpha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 dirty="0"/>
                  </a:p>
                </p:txBody>
              </p:sp>
              <p:sp>
                <p:nvSpPr>
                  <p:cNvPr id="200" name="직사각형 199">
                    <a:extLst>
                      <a:ext uri="{FF2B5EF4-FFF2-40B4-BE49-F238E27FC236}">
                        <a16:creationId xmlns:a16="http://schemas.microsoft.com/office/drawing/2014/main" id="{800B5E02-7716-FA52-35DD-B22E167876D1}"/>
                      </a:ext>
                    </a:extLst>
                  </p:cNvPr>
                  <p:cNvSpPr/>
                  <p:nvPr/>
                </p:nvSpPr>
                <p:spPr>
                  <a:xfrm>
                    <a:off x="3106057" y="1182914"/>
                    <a:ext cx="406400" cy="406400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solidFill>
                      <a:schemeClr val="accent1">
                        <a:shade val="15000"/>
                        <a:alpha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 dirty="0"/>
                  </a:p>
                </p:txBody>
              </p:sp>
              <p:sp>
                <p:nvSpPr>
                  <p:cNvPr id="201" name="직사각형 200">
                    <a:extLst>
                      <a:ext uri="{FF2B5EF4-FFF2-40B4-BE49-F238E27FC236}">
                        <a16:creationId xmlns:a16="http://schemas.microsoft.com/office/drawing/2014/main" id="{AC6B70B3-8623-66B5-0CAB-F352E8A2CD92}"/>
                      </a:ext>
                    </a:extLst>
                  </p:cNvPr>
                  <p:cNvSpPr/>
                  <p:nvPr/>
                </p:nvSpPr>
                <p:spPr>
                  <a:xfrm>
                    <a:off x="1886861" y="1182914"/>
                    <a:ext cx="406400" cy="406400"/>
                  </a:xfrm>
                  <a:prstGeom prst="rect">
                    <a:avLst/>
                  </a:prstGeom>
                  <a:solidFill>
                    <a:schemeClr val="accent1">
                      <a:alpha val="85000"/>
                    </a:schemeClr>
                  </a:solidFill>
                  <a:ln>
                    <a:solidFill>
                      <a:schemeClr val="accent1">
                        <a:shade val="15000"/>
                        <a:alpha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dirty="0"/>
                  </a:p>
                </p:txBody>
              </p:sp>
              <p:sp>
                <p:nvSpPr>
                  <p:cNvPr id="202" name="직사각형 201">
                    <a:extLst>
                      <a:ext uri="{FF2B5EF4-FFF2-40B4-BE49-F238E27FC236}">
                        <a16:creationId xmlns:a16="http://schemas.microsoft.com/office/drawing/2014/main" id="{BDD5D8E2-9B9F-AB70-3344-99A116B2E5D2}"/>
                      </a:ext>
                    </a:extLst>
                  </p:cNvPr>
                  <p:cNvSpPr/>
                  <p:nvPr/>
                </p:nvSpPr>
                <p:spPr>
                  <a:xfrm>
                    <a:off x="2293261" y="1182914"/>
                    <a:ext cx="406400" cy="406400"/>
                  </a:xfrm>
                  <a:prstGeom prst="rect">
                    <a:avLst/>
                  </a:prstGeom>
                  <a:solidFill>
                    <a:schemeClr val="accent1">
                      <a:alpha val="85000"/>
                    </a:schemeClr>
                  </a:solidFill>
                  <a:ln>
                    <a:solidFill>
                      <a:schemeClr val="accent1">
                        <a:shade val="15000"/>
                        <a:alpha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 dirty="0"/>
                  </a:p>
                </p:txBody>
              </p:sp>
              <p:sp>
                <p:nvSpPr>
                  <p:cNvPr id="203" name="직사각형 202">
                    <a:extLst>
                      <a:ext uri="{FF2B5EF4-FFF2-40B4-BE49-F238E27FC236}">
                        <a16:creationId xmlns:a16="http://schemas.microsoft.com/office/drawing/2014/main" id="{05FA92FB-A7F9-9C86-4743-A21BDB460880}"/>
                      </a:ext>
                    </a:extLst>
                  </p:cNvPr>
                  <p:cNvSpPr/>
                  <p:nvPr/>
                </p:nvSpPr>
                <p:spPr>
                  <a:xfrm>
                    <a:off x="2699661" y="1182914"/>
                    <a:ext cx="406400" cy="406400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  <a:alpha val="85000"/>
                    </a:schemeClr>
                  </a:solidFill>
                  <a:ln>
                    <a:solidFill>
                      <a:schemeClr val="accent1">
                        <a:shade val="15000"/>
                        <a:alpha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 dirty="0"/>
                  </a:p>
                </p:txBody>
              </p:sp>
              <p:sp>
                <p:nvSpPr>
                  <p:cNvPr id="204" name="직사각형 203">
                    <a:extLst>
                      <a:ext uri="{FF2B5EF4-FFF2-40B4-BE49-F238E27FC236}">
                        <a16:creationId xmlns:a16="http://schemas.microsoft.com/office/drawing/2014/main" id="{68399E7B-9C3D-F314-7FFB-3B6CC1C22EA9}"/>
                      </a:ext>
                    </a:extLst>
                  </p:cNvPr>
                  <p:cNvSpPr/>
                  <p:nvPr/>
                </p:nvSpPr>
                <p:spPr>
                  <a:xfrm>
                    <a:off x="3106061" y="1182914"/>
                    <a:ext cx="406400" cy="406400"/>
                  </a:xfrm>
                  <a:prstGeom prst="rect">
                    <a:avLst/>
                  </a:prstGeom>
                  <a:solidFill>
                    <a:schemeClr val="accent1">
                      <a:alpha val="85000"/>
                    </a:schemeClr>
                  </a:solidFill>
                  <a:ln>
                    <a:solidFill>
                      <a:schemeClr val="accent1">
                        <a:shade val="15000"/>
                        <a:alpha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 dirty="0"/>
                  </a:p>
                </p:txBody>
              </p:sp>
            </p:grpSp>
            <p:grpSp>
              <p:nvGrpSpPr>
                <p:cNvPr id="174" name="그룹 173">
                  <a:extLst>
                    <a:ext uri="{FF2B5EF4-FFF2-40B4-BE49-F238E27FC236}">
                      <a16:creationId xmlns:a16="http://schemas.microsoft.com/office/drawing/2014/main" id="{EE5FD7BF-9D52-54C5-E6C0-EF9F9CBE8104}"/>
                    </a:ext>
                  </a:extLst>
                </p:cNvPr>
                <p:cNvGrpSpPr/>
                <p:nvPr/>
              </p:nvGrpSpPr>
              <p:grpSpPr>
                <a:xfrm>
                  <a:off x="1633760" y="5449206"/>
                  <a:ext cx="2032004" cy="406400"/>
                  <a:chOff x="1480457" y="1182914"/>
                  <a:chExt cx="2032004" cy="406400"/>
                </a:xfrm>
              </p:grpSpPr>
              <p:sp>
                <p:nvSpPr>
                  <p:cNvPr id="187" name="직사각형 186">
                    <a:extLst>
                      <a:ext uri="{FF2B5EF4-FFF2-40B4-BE49-F238E27FC236}">
                        <a16:creationId xmlns:a16="http://schemas.microsoft.com/office/drawing/2014/main" id="{382160B6-6B1B-3ABA-4F39-2581896A2606}"/>
                      </a:ext>
                    </a:extLst>
                  </p:cNvPr>
                  <p:cNvSpPr/>
                  <p:nvPr/>
                </p:nvSpPr>
                <p:spPr>
                  <a:xfrm>
                    <a:off x="1480457" y="1182914"/>
                    <a:ext cx="406400" cy="406400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  <a:alpha val="85000"/>
                    </a:schemeClr>
                  </a:solidFill>
                  <a:ln>
                    <a:solidFill>
                      <a:schemeClr val="accent1">
                        <a:shade val="15000"/>
                        <a:alpha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 dirty="0"/>
                  </a:p>
                </p:txBody>
              </p:sp>
              <p:sp>
                <p:nvSpPr>
                  <p:cNvPr id="188" name="직사각형 187">
                    <a:extLst>
                      <a:ext uri="{FF2B5EF4-FFF2-40B4-BE49-F238E27FC236}">
                        <a16:creationId xmlns:a16="http://schemas.microsoft.com/office/drawing/2014/main" id="{47A21A02-E98A-9D53-39D8-C1D77F7798CD}"/>
                      </a:ext>
                    </a:extLst>
                  </p:cNvPr>
                  <p:cNvSpPr/>
                  <p:nvPr/>
                </p:nvSpPr>
                <p:spPr>
                  <a:xfrm>
                    <a:off x="1886857" y="1182914"/>
                    <a:ext cx="406400" cy="406400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solidFill>
                      <a:schemeClr val="accent1">
                        <a:shade val="15000"/>
                        <a:alpha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dirty="0"/>
                  </a:p>
                </p:txBody>
              </p:sp>
              <p:sp>
                <p:nvSpPr>
                  <p:cNvPr id="189" name="직사각형 188">
                    <a:extLst>
                      <a:ext uri="{FF2B5EF4-FFF2-40B4-BE49-F238E27FC236}">
                        <a16:creationId xmlns:a16="http://schemas.microsoft.com/office/drawing/2014/main" id="{DC02976A-BCF0-415E-8F93-06EC0EA3A926}"/>
                      </a:ext>
                    </a:extLst>
                  </p:cNvPr>
                  <p:cNvSpPr/>
                  <p:nvPr/>
                </p:nvSpPr>
                <p:spPr>
                  <a:xfrm>
                    <a:off x="2293257" y="1182914"/>
                    <a:ext cx="406400" cy="406400"/>
                  </a:xfrm>
                  <a:prstGeom prst="rect">
                    <a:avLst/>
                  </a:prstGeom>
                  <a:ln>
                    <a:solidFill>
                      <a:schemeClr val="accent1">
                        <a:shade val="15000"/>
                        <a:alpha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 dirty="0"/>
                  </a:p>
                </p:txBody>
              </p:sp>
              <p:sp>
                <p:nvSpPr>
                  <p:cNvPr id="190" name="직사각형 189">
                    <a:extLst>
                      <a:ext uri="{FF2B5EF4-FFF2-40B4-BE49-F238E27FC236}">
                        <a16:creationId xmlns:a16="http://schemas.microsoft.com/office/drawing/2014/main" id="{3C92E7CC-4937-14D4-F1F2-3F32CCC8B737}"/>
                      </a:ext>
                    </a:extLst>
                  </p:cNvPr>
                  <p:cNvSpPr/>
                  <p:nvPr/>
                </p:nvSpPr>
                <p:spPr>
                  <a:xfrm>
                    <a:off x="2699657" y="1182914"/>
                    <a:ext cx="406400" cy="406400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  <a:ln>
                    <a:solidFill>
                      <a:schemeClr val="accent1">
                        <a:shade val="15000"/>
                        <a:alpha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 dirty="0"/>
                  </a:p>
                </p:txBody>
              </p:sp>
              <p:sp>
                <p:nvSpPr>
                  <p:cNvPr id="191" name="직사각형 190">
                    <a:extLst>
                      <a:ext uri="{FF2B5EF4-FFF2-40B4-BE49-F238E27FC236}">
                        <a16:creationId xmlns:a16="http://schemas.microsoft.com/office/drawing/2014/main" id="{8F73A015-5E86-4D3E-DB70-F5C82269366A}"/>
                      </a:ext>
                    </a:extLst>
                  </p:cNvPr>
                  <p:cNvSpPr/>
                  <p:nvPr/>
                </p:nvSpPr>
                <p:spPr>
                  <a:xfrm>
                    <a:off x="3106057" y="1182914"/>
                    <a:ext cx="406400" cy="406400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solidFill>
                      <a:schemeClr val="accent1">
                        <a:shade val="15000"/>
                        <a:alpha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 dirty="0"/>
                  </a:p>
                </p:txBody>
              </p:sp>
              <p:sp>
                <p:nvSpPr>
                  <p:cNvPr id="192" name="직사각형 191">
                    <a:extLst>
                      <a:ext uri="{FF2B5EF4-FFF2-40B4-BE49-F238E27FC236}">
                        <a16:creationId xmlns:a16="http://schemas.microsoft.com/office/drawing/2014/main" id="{4E69A699-5DD8-B325-1572-9FB7EA967337}"/>
                      </a:ext>
                    </a:extLst>
                  </p:cNvPr>
                  <p:cNvSpPr/>
                  <p:nvPr/>
                </p:nvSpPr>
                <p:spPr>
                  <a:xfrm>
                    <a:off x="1886861" y="1182914"/>
                    <a:ext cx="406400" cy="406400"/>
                  </a:xfrm>
                  <a:prstGeom prst="rect">
                    <a:avLst/>
                  </a:prstGeom>
                  <a:solidFill>
                    <a:schemeClr val="accent1">
                      <a:alpha val="85000"/>
                    </a:schemeClr>
                  </a:solidFill>
                  <a:ln>
                    <a:solidFill>
                      <a:schemeClr val="accent1">
                        <a:shade val="15000"/>
                        <a:alpha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dirty="0"/>
                  </a:p>
                </p:txBody>
              </p:sp>
              <p:sp>
                <p:nvSpPr>
                  <p:cNvPr id="193" name="직사각형 192">
                    <a:extLst>
                      <a:ext uri="{FF2B5EF4-FFF2-40B4-BE49-F238E27FC236}">
                        <a16:creationId xmlns:a16="http://schemas.microsoft.com/office/drawing/2014/main" id="{E7642888-1CF2-E6BB-956F-7199D6BC1CF3}"/>
                      </a:ext>
                    </a:extLst>
                  </p:cNvPr>
                  <p:cNvSpPr/>
                  <p:nvPr/>
                </p:nvSpPr>
                <p:spPr>
                  <a:xfrm>
                    <a:off x="2293261" y="1182914"/>
                    <a:ext cx="406400" cy="406400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  <a:alpha val="85000"/>
                    </a:schemeClr>
                  </a:solidFill>
                  <a:ln>
                    <a:solidFill>
                      <a:schemeClr val="accent1">
                        <a:shade val="15000"/>
                        <a:alpha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 dirty="0"/>
                  </a:p>
                </p:txBody>
              </p:sp>
              <p:sp>
                <p:nvSpPr>
                  <p:cNvPr id="194" name="직사각형 193">
                    <a:extLst>
                      <a:ext uri="{FF2B5EF4-FFF2-40B4-BE49-F238E27FC236}">
                        <a16:creationId xmlns:a16="http://schemas.microsoft.com/office/drawing/2014/main" id="{D9C29887-FC4B-10A6-4E92-93A60200D696}"/>
                      </a:ext>
                    </a:extLst>
                  </p:cNvPr>
                  <p:cNvSpPr/>
                  <p:nvPr/>
                </p:nvSpPr>
                <p:spPr>
                  <a:xfrm>
                    <a:off x="2699661" y="1182914"/>
                    <a:ext cx="406400" cy="406400"/>
                  </a:xfrm>
                  <a:prstGeom prst="rect">
                    <a:avLst/>
                  </a:prstGeom>
                  <a:solidFill>
                    <a:schemeClr val="accent1">
                      <a:alpha val="85000"/>
                    </a:schemeClr>
                  </a:solidFill>
                  <a:ln>
                    <a:solidFill>
                      <a:schemeClr val="accent1">
                        <a:shade val="15000"/>
                        <a:alpha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 dirty="0"/>
                  </a:p>
                </p:txBody>
              </p:sp>
              <p:sp>
                <p:nvSpPr>
                  <p:cNvPr id="195" name="직사각형 194">
                    <a:extLst>
                      <a:ext uri="{FF2B5EF4-FFF2-40B4-BE49-F238E27FC236}">
                        <a16:creationId xmlns:a16="http://schemas.microsoft.com/office/drawing/2014/main" id="{50493B71-A794-B07B-012E-03D6A6C05CB0}"/>
                      </a:ext>
                    </a:extLst>
                  </p:cNvPr>
                  <p:cNvSpPr/>
                  <p:nvPr/>
                </p:nvSpPr>
                <p:spPr>
                  <a:xfrm>
                    <a:off x="3106061" y="1182914"/>
                    <a:ext cx="406400" cy="406400"/>
                  </a:xfrm>
                  <a:prstGeom prst="rect">
                    <a:avLst/>
                  </a:prstGeom>
                  <a:solidFill>
                    <a:schemeClr val="accent1">
                      <a:lumMod val="20000"/>
                      <a:lumOff val="80000"/>
                      <a:alpha val="85000"/>
                    </a:schemeClr>
                  </a:solidFill>
                  <a:ln>
                    <a:solidFill>
                      <a:schemeClr val="accent1">
                        <a:shade val="15000"/>
                        <a:alpha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 dirty="0"/>
                  </a:p>
                </p:txBody>
              </p:sp>
            </p:grpSp>
            <p:grpSp>
              <p:nvGrpSpPr>
                <p:cNvPr id="175" name="그룹 174">
                  <a:extLst>
                    <a:ext uri="{FF2B5EF4-FFF2-40B4-BE49-F238E27FC236}">
                      <a16:creationId xmlns:a16="http://schemas.microsoft.com/office/drawing/2014/main" id="{9CF4CCA6-FF7C-F537-689F-954B40520170}"/>
                    </a:ext>
                  </a:extLst>
                </p:cNvPr>
                <p:cNvGrpSpPr/>
                <p:nvPr/>
              </p:nvGrpSpPr>
              <p:grpSpPr>
                <a:xfrm>
                  <a:off x="1586139" y="5496832"/>
                  <a:ext cx="2032000" cy="406400"/>
                  <a:chOff x="1480457" y="1182914"/>
                  <a:chExt cx="2032000" cy="406400"/>
                </a:xfrm>
              </p:grpSpPr>
              <p:sp>
                <p:nvSpPr>
                  <p:cNvPr id="182" name="직사각형 181">
                    <a:extLst>
                      <a:ext uri="{FF2B5EF4-FFF2-40B4-BE49-F238E27FC236}">
                        <a16:creationId xmlns:a16="http://schemas.microsoft.com/office/drawing/2014/main" id="{AED399EA-C78A-F37F-6B6E-C9F6BAE226E9}"/>
                      </a:ext>
                    </a:extLst>
                  </p:cNvPr>
                  <p:cNvSpPr/>
                  <p:nvPr/>
                </p:nvSpPr>
                <p:spPr>
                  <a:xfrm>
                    <a:off x="1480457" y="1182914"/>
                    <a:ext cx="406400" cy="406400"/>
                  </a:xfrm>
                  <a:prstGeom prst="rect">
                    <a:avLst/>
                  </a:prstGeom>
                  <a:solidFill>
                    <a:schemeClr val="accent1">
                      <a:alpha val="85000"/>
                    </a:schemeClr>
                  </a:solidFill>
                  <a:ln>
                    <a:solidFill>
                      <a:schemeClr val="accent1">
                        <a:shade val="15000"/>
                        <a:alpha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 dirty="0"/>
                  </a:p>
                </p:txBody>
              </p:sp>
              <p:sp>
                <p:nvSpPr>
                  <p:cNvPr id="183" name="직사각형 182">
                    <a:extLst>
                      <a:ext uri="{FF2B5EF4-FFF2-40B4-BE49-F238E27FC236}">
                        <a16:creationId xmlns:a16="http://schemas.microsoft.com/office/drawing/2014/main" id="{0D786837-06DF-AFEC-D494-C8E7999DEBD0}"/>
                      </a:ext>
                    </a:extLst>
                  </p:cNvPr>
                  <p:cNvSpPr/>
                  <p:nvPr/>
                </p:nvSpPr>
                <p:spPr>
                  <a:xfrm>
                    <a:off x="1886857" y="1182914"/>
                    <a:ext cx="406400" cy="406400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  <a:alpha val="85000"/>
                    </a:schemeClr>
                  </a:solidFill>
                  <a:ln>
                    <a:solidFill>
                      <a:schemeClr val="accent1">
                        <a:shade val="15000"/>
                        <a:alpha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dirty="0"/>
                  </a:p>
                </p:txBody>
              </p:sp>
              <p:sp>
                <p:nvSpPr>
                  <p:cNvPr id="184" name="직사각형 183">
                    <a:extLst>
                      <a:ext uri="{FF2B5EF4-FFF2-40B4-BE49-F238E27FC236}">
                        <a16:creationId xmlns:a16="http://schemas.microsoft.com/office/drawing/2014/main" id="{9C9500F1-20FB-595F-AADC-D2309BB42878}"/>
                      </a:ext>
                    </a:extLst>
                  </p:cNvPr>
                  <p:cNvSpPr/>
                  <p:nvPr/>
                </p:nvSpPr>
                <p:spPr>
                  <a:xfrm>
                    <a:off x="2293257" y="1182914"/>
                    <a:ext cx="406400" cy="406400"/>
                  </a:xfrm>
                  <a:prstGeom prst="rect">
                    <a:avLst/>
                  </a:prstGeom>
                  <a:solidFill>
                    <a:schemeClr val="accent1">
                      <a:alpha val="85000"/>
                    </a:schemeClr>
                  </a:solidFill>
                  <a:ln>
                    <a:solidFill>
                      <a:schemeClr val="accent1">
                        <a:shade val="15000"/>
                        <a:alpha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 dirty="0"/>
                  </a:p>
                </p:txBody>
              </p:sp>
              <p:sp>
                <p:nvSpPr>
                  <p:cNvPr id="185" name="직사각형 184">
                    <a:extLst>
                      <a:ext uri="{FF2B5EF4-FFF2-40B4-BE49-F238E27FC236}">
                        <a16:creationId xmlns:a16="http://schemas.microsoft.com/office/drawing/2014/main" id="{8667CC8C-5331-80A1-9FAE-C29BA04A0441}"/>
                      </a:ext>
                    </a:extLst>
                  </p:cNvPr>
                  <p:cNvSpPr/>
                  <p:nvPr/>
                </p:nvSpPr>
                <p:spPr>
                  <a:xfrm>
                    <a:off x="2699657" y="1182914"/>
                    <a:ext cx="406400" cy="406400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  <a:alpha val="85000"/>
                    </a:schemeClr>
                  </a:solidFill>
                  <a:ln>
                    <a:solidFill>
                      <a:schemeClr val="accent1">
                        <a:shade val="15000"/>
                        <a:alpha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 dirty="0"/>
                  </a:p>
                </p:txBody>
              </p:sp>
              <p:sp>
                <p:nvSpPr>
                  <p:cNvPr id="186" name="직사각형 185">
                    <a:extLst>
                      <a:ext uri="{FF2B5EF4-FFF2-40B4-BE49-F238E27FC236}">
                        <a16:creationId xmlns:a16="http://schemas.microsoft.com/office/drawing/2014/main" id="{7BDB8812-0B2C-6451-9C4A-56C9151CD88F}"/>
                      </a:ext>
                    </a:extLst>
                  </p:cNvPr>
                  <p:cNvSpPr/>
                  <p:nvPr/>
                </p:nvSpPr>
                <p:spPr>
                  <a:xfrm>
                    <a:off x="3106057" y="1182914"/>
                    <a:ext cx="406400" cy="406400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  <a:alpha val="85000"/>
                    </a:schemeClr>
                  </a:solidFill>
                  <a:ln>
                    <a:solidFill>
                      <a:schemeClr val="accent1">
                        <a:shade val="15000"/>
                        <a:alpha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 dirty="0"/>
                  </a:p>
                </p:txBody>
              </p:sp>
            </p:grpSp>
            <p:grpSp>
              <p:nvGrpSpPr>
                <p:cNvPr id="176" name="그룹 175">
                  <a:extLst>
                    <a:ext uri="{FF2B5EF4-FFF2-40B4-BE49-F238E27FC236}">
                      <a16:creationId xmlns:a16="http://schemas.microsoft.com/office/drawing/2014/main" id="{D8CA6F95-93BF-B46C-44A4-403877A9224C}"/>
                    </a:ext>
                  </a:extLst>
                </p:cNvPr>
                <p:cNvGrpSpPr/>
                <p:nvPr/>
              </p:nvGrpSpPr>
              <p:grpSpPr>
                <a:xfrm>
                  <a:off x="1538514" y="5544457"/>
                  <a:ext cx="2032000" cy="406400"/>
                  <a:chOff x="1480457" y="1182914"/>
                  <a:chExt cx="2032000" cy="406400"/>
                </a:xfrm>
              </p:grpSpPr>
              <p:sp>
                <p:nvSpPr>
                  <p:cNvPr id="177" name="직사각형 176">
                    <a:extLst>
                      <a:ext uri="{FF2B5EF4-FFF2-40B4-BE49-F238E27FC236}">
                        <a16:creationId xmlns:a16="http://schemas.microsoft.com/office/drawing/2014/main" id="{0447F44C-2778-6EB4-A4E6-F484A07999C0}"/>
                      </a:ext>
                    </a:extLst>
                  </p:cNvPr>
                  <p:cNvSpPr/>
                  <p:nvPr/>
                </p:nvSpPr>
                <p:spPr>
                  <a:xfrm>
                    <a:off x="1480457" y="1182914"/>
                    <a:ext cx="406400" cy="406400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 dirty="0"/>
                  </a:p>
                </p:txBody>
              </p:sp>
              <p:sp>
                <p:nvSpPr>
                  <p:cNvPr id="178" name="직사각형 177">
                    <a:extLst>
                      <a:ext uri="{FF2B5EF4-FFF2-40B4-BE49-F238E27FC236}">
                        <a16:creationId xmlns:a16="http://schemas.microsoft.com/office/drawing/2014/main" id="{CD90F572-4924-DD4A-3C81-5ABA48CB14E6}"/>
                      </a:ext>
                    </a:extLst>
                  </p:cNvPr>
                  <p:cNvSpPr/>
                  <p:nvPr/>
                </p:nvSpPr>
                <p:spPr>
                  <a:xfrm>
                    <a:off x="1886857" y="1182914"/>
                    <a:ext cx="406400" cy="406400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dirty="0"/>
                  </a:p>
                </p:txBody>
              </p:sp>
              <p:sp>
                <p:nvSpPr>
                  <p:cNvPr id="179" name="직사각형 178">
                    <a:extLst>
                      <a:ext uri="{FF2B5EF4-FFF2-40B4-BE49-F238E27FC236}">
                        <a16:creationId xmlns:a16="http://schemas.microsoft.com/office/drawing/2014/main" id="{3F4DC218-1033-F09A-E12A-FE93D2A53B24}"/>
                      </a:ext>
                    </a:extLst>
                  </p:cNvPr>
                  <p:cNvSpPr/>
                  <p:nvPr/>
                </p:nvSpPr>
                <p:spPr>
                  <a:xfrm>
                    <a:off x="2293257" y="1182914"/>
                    <a:ext cx="406400" cy="406400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 dirty="0"/>
                  </a:p>
                </p:txBody>
              </p:sp>
              <p:sp>
                <p:nvSpPr>
                  <p:cNvPr id="180" name="직사각형 179">
                    <a:extLst>
                      <a:ext uri="{FF2B5EF4-FFF2-40B4-BE49-F238E27FC236}">
                        <a16:creationId xmlns:a16="http://schemas.microsoft.com/office/drawing/2014/main" id="{C45B6945-96F9-645D-1D6F-2A426CB30B56}"/>
                      </a:ext>
                    </a:extLst>
                  </p:cNvPr>
                  <p:cNvSpPr/>
                  <p:nvPr/>
                </p:nvSpPr>
                <p:spPr>
                  <a:xfrm>
                    <a:off x="2699653" y="1182914"/>
                    <a:ext cx="406400" cy="406400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 dirty="0"/>
                  </a:p>
                </p:txBody>
              </p:sp>
              <p:sp>
                <p:nvSpPr>
                  <p:cNvPr id="181" name="직사각형 180">
                    <a:extLst>
                      <a:ext uri="{FF2B5EF4-FFF2-40B4-BE49-F238E27FC236}">
                        <a16:creationId xmlns:a16="http://schemas.microsoft.com/office/drawing/2014/main" id="{E180DCBF-E565-BD30-69ED-CC1B97C6D00F}"/>
                      </a:ext>
                    </a:extLst>
                  </p:cNvPr>
                  <p:cNvSpPr/>
                  <p:nvPr/>
                </p:nvSpPr>
                <p:spPr>
                  <a:xfrm>
                    <a:off x="3106057" y="1182914"/>
                    <a:ext cx="406400" cy="406400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 dirty="0"/>
                  </a:p>
                </p:txBody>
              </p:sp>
            </p:grpSp>
          </p:grpSp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46F4C592-F849-CF34-46BF-D5F0829687D7}"/>
                  </a:ext>
                </a:extLst>
              </p:cNvPr>
              <p:cNvSpPr txBox="1"/>
              <p:nvPr/>
            </p:nvSpPr>
            <p:spPr>
              <a:xfrm>
                <a:off x="3538688" y="5240929"/>
                <a:ext cx="1098626" cy="7340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/>
                  <a:t>   </a:t>
                </a:r>
                <a:r>
                  <a:rPr lang="en-US" altLang="ko-KR" sz="3200" dirty="0"/>
                  <a:t>…</a:t>
                </a:r>
                <a:endParaRPr lang="ko-KR" altLang="en-US" sz="3200" dirty="0"/>
              </a:p>
            </p:txBody>
          </p:sp>
          <p:grpSp>
            <p:nvGrpSpPr>
              <p:cNvPr id="137" name="그룹 136">
                <a:extLst>
                  <a:ext uri="{FF2B5EF4-FFF2-40B4-BE49-F238E27FC236}">
                    <a16:creationId xmlns:a16="http://schemas.microsoft.com/office/drawing/2014/main" id="{BD82D4FA-A825-FC85-1DF0-58FAFD46817E}"/>
                  </a:ext>
                </a:extLst>
              </p:cNvPr>
              <p:cNvGrpSpPr/>
              <p:nvPr/>
            </p:nvGrpSpPr>
            <p:grpSpPr>
              <a:xfrm>
                <a:off x="4265763" y="5404755"/>
                <a:ext cx="2165350" cy="546102"/>
                <a:chOff x="1538514" y="5404755"/>
                <a:chExt cx="2165350" cy="546102"/>
              </a:xfrm>
            </p:grpSpPr>
            <p:grpSp>
              <p:nvGrpSpPr>
                <p:cNvPr id="141" name="그룹 140">
                  <a:extLst>
                    <a:ext uri="{FF2B5EF4-FFF2-40B4-BE49-F238E27FC236}">
                      <a16:creationId xmlns:a16="http://schemas.microsoft.com/office/drawing/2014/main" id="{9141E49B-E299-FB98-5245-ABA54A9B3159}"/>
                    </a:ext>
                  </a:extLst>
                </p:cNvPr>
                <p:cNvGrpSpPr/>
                <p:nvPr/>
              </p:nvGrpSpPr>
              <p:grpSpPr>
                <a:xfrm>
                  <a:off x="1671860" y="5404755"/>
                  <a:ext cx="2032004" cy="406400"/>
                  <a:chOff x="1480457" y="1182914"/>
                  <a:chExt cx="2032004" cy="406400"/>
                </a:xfrm>
              </p:grpSpPr>
              <p:sp>
                <p:nvSpPr>
                  <p:cNvPr id="164" name="직사각형 163">
                    <a:extLst>
                      <a:ext uri="{FF2B5EF4-FFF2-40B4-BE49-F238E27FC236}">
                        <a16:creationId xmlns:a16="http://schemas.microsoft.com/office/drawing/2014/main" id="{881456B9-136F-2BE6-0297-D1ED82C75852}"/>
                      </a:ext>
                    </a:extLst>
                  </p:cNvPr>
                  <p:cNvSpPr/>
                  <p:nvPr/>
                </p:nvSpPr>
                <p:spPr>
                  <a:xfrm>
                    <a:off x="1480457" y="1182914"/>
                    <a:ext cx="406400" cy="406400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  <a:alpha val="85000"/>
                    </a:schemeClr>
                  </a:solidFill>
                  <a:ln>
                    <a:solidFill>
                      <a:schemeClr val="accent1">
                        <a:shade val="15000"/>
                        <a:alpha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 dirty="0"/>
                  </a:p>
                </p:txBody>
              </p:sp>
              <p:sp>
                <p:nvSpPr>
                  <p:cNvPr id="165" name="직사각형 164">
                    <a:extLst>
                      <a:ext uri="{FF2B5EF4-FFF2-40B4-BE49-F238E27FC236}">
                        <a16:creationId xmlns:a16="http://schemas.microsoft.com/office/drawing/2014/main" id="{F295D70C-4EA3-5160-D621-7D9E11E47A91}"/>
                      </a:ext>
                    </a:extLst>
                  </p:cNvPr>
                  <p:cNvSpPr/>
                  <p:nvPr/>
                </p:nvSpPr>
                <p:spPr>
                  <a:xfrm>
                    <a:off x="1886857" y="1182914"/>
                    <a:ext cx="406400" cy="406400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solidFill>
                      <a:schemeClr val="accent1">
                        <a:shade val="15000"/>
                        <a:alpha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dirty="0"/>
                  </a:p>
                </p:txBody>
              </p:sp>
              <p:sp>
                <p:nvSpPr>
                  <p:cNvPr id="166" name="직사각형 165">
                    <a:extLst>
                      <a:ext uri="{FF2B5EF4-FFF2-40B4-BE49-F238E27FC236}">
                        <a16:creationId xmlns:a16="http://schemas.microsoft.com/office/drawing/2014/main" id="{9F6578F1-2C57-77D0-3498-A9F880071949}"/>
                      </a:ext>
                    </a:extLst>
                  </p:cNvPr>
                  <p:cNvSpPr/>
                  <p:nvPr/>
                </p:nvSpPr>
                <p:spPr>
                  <a:xfrm>
                    <a:off x="2293257" y="1182914"/>
                    <a:ext cx="406400" cy="406400"/>
                  </a:xfrm>
                  <a:prstGeom prst="rect">
                    <a:avLst/>
                  </a:prstGeom>
                  <a:ln>
                    <a:solidFill>
                      <a:schemeClr val="accent1">
                        <a:shade val="15000"/>
                        <a:alpha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 dirty="0"/>
                  </a:p>
                </p:txBody>
              </p:sp>
              <p:sp>
                <p:nvSpPr>
                  <p:cNvPr id="167" name="직사각형 166">
                    <a:extLst>
                      <a:ext uri="{FF2B5EF4-FFF2-40B4-BE49-F238E27FC236}">
                        <a16:creationId xmlns:a16="http://schemas.microsoft.com/office/drawing/2014/main" id="{3177E744-D1B5-E58F-F579-2B7320F23B5C}"/>
                      </a:ext>
                    </a:extLst>
                  </p:cNvPr>
                  <p:cNvSpPr/>
                  <p:nvPr/>
                </p:nvSpPr>
                <p:spPr>
                  <a:xfrm>
                    <a:off x="2699657" y="1182914"/>
                    <a:ext cx="406400" cy="406400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  <a:ln>
                    <a:solidFill>
                      <a:schemeClr val="accent1">
                        <a:shade val="15000"/>
                        <a:alpha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 dirty="0"/>
                  </a:p>
                </p:txBody>
              </p:sp>
              <p:sp>
                <p:nvSpPr>
                  <p:cNvPr id="168" name="직사각형 167">
                    <a:extLst>
                      <a:ext uri="{FF2B5EF4-FFF2-40B4-BE49-F238E27FC236}">
                        <a16:creationId xmlns:a16="http://schemas.microsoft.com/office/drawing/2014/main" id="{62007AC3-CF4F-B3BA-1F80-48E522D66EC8}"/>
                      </a:ext>
                    </a:extLst>
                  </p:cNvPr>
                  <p:cNvSpPr/>
                  <p:nvPr/>
                </p:nvSpPr>
                <p:spPr>
                  <a:xfrm>
                    <a:off x="3106057" y="1182914"/>
                    <a:ext cx="406400" cy="406400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solidFill>
                      <a:schemeClr val="accent1">
                        <a:shade val="15000"/>
                        <a:alpha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 dirty="0"/>
                  </a:p>
                </p:txBody>
              </p:sp>
              <p:sp>
                <p:nvSpPr>
                  <p:cNvPr id="169" name="직사각형 168">
                    <a:extLst>
                      <a:ext uri="{FF2B5EF4-FFF2-40B4-BE49-F238E27FC236}">
                        <a16:creationId xmlns:a16="http://schemas.microsoft.com/office/drawing/2014/main" id="{B9D5846E-8DB4-BF25-C8FC-D3B3C7A7FC6D}"/>
                      </a:ext>
                    </a:extLst>
                  </p:cNvPr>
                  <p:cNvSpPr/>
                  <p:nvPr/>
                </p:nvSpPr>
                <p:spPr>
                  <a:xfrm>
                    <a:off x="1886861" y="1182914"/>
                    <a:ext cx="406400" cy="406400"/>
                  </a:xfrm>
                  <a:prstGeom prst="rect">
                    <a:avLst/>
                  </a:prstGeom>
                  <a:solidFill>
                    <a:schemeClr val="accent1">
                      <a:alpha val="85000"/>
                    </a:schemeClr>
                  </a:solidFill>
                  <a:ln>
                    <a:solidFill>
                      <a:schemeClr val="accent1">
                        <a:shade val="15000"/>
                        <a:alpha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dirty="0"/>
                  </a:p>
                </p:txBody>
              </p:sp>
              <p:sp>
                <p:nvSpPr>
                  <p:cNvPr id="170" name="직사각형 169">
                    <a:extLst>
                      <a:ext uri="{FF2B5EF4-FFF2-40B4-BE49-F238E27FC236}">
                        <a16:creationId xmlns:a16="http://schemas.microsoft.com/office/drawing/2014/main" id="{6B8A4FBE-2740-3124-A198-830C5A90B841}"/>
                      </a:ext>
                    </a:extLst>
                  </p:cNvPr>
                  <p:cNvSpPr/>
                  <p:nvPr/>
                </p:nvSpPr>
                <p:spPr>
                  <a:xfrm>
                    <a:off x="2293261" y="1182914"/>
                    <a:ext cx="406400" cy="406400"/>
                  </a:xfrm>
                  <a:prstGeom prst="rect">
                    <a:avLst/>
                  </a:prstGeom>
                  <a:solidFill>
                    <a:schemeClr val="accent1">
                      <a:alpha val="85000"/>
                    </a:schemeClr>
                  </a:solidFill>
                  <a:ln>
                    <a:solidFill>
                      <a:schemeClr val="accent1">
                        <a:shade val="15000"/>
                        <a:alpha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 dirty="0"/>
                  </a:p>
                </p:txBody>
              </p:sp>
              <p:sp>
                <p:nvSpPr>
                  <p:cNvPr id="171" name="직사각형 170">
                    <a:extLst>
                      <a:ext uri="{FF2B5EF4-FFF2-40B4-BE49-F238E27FC236}">
                        <a16:creationId xmlns:a16="http://schemas.microsoft.com/office/drawing/2014/main" id="{DA3E5113-9BA7-C076-C392-99DEFE82AE52}"/>
                      </a:ext>
                    </a:extLst>
                  </p:cNvPr>
                  <p:cNvSpPr/>
                  <p:nvPr/>
                </p:nvSpPr>
                <p:spPr>
                  <a:xfrm>
                    <a:off x="2699661" y="1182914"/>
                    <a:ext cx="406400" cy="406400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  <a:alpha val="85000"/>
                    </a:schemeClr>
                  </a:solidFill>
                  <a:ln>
                    <a:solidFill>
                      <a:schemeClr val="accent1">
                        <a:shade val="15000"/>
                        <a:alpha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 dirty="0"/>
                  </a:p>
                </p:txBody>
              </p:sp>
              <p:sp>
                <p:nvSpPr>
                  <p:cNvPr id="172" name="직사각형 171">
                    <a:extLst>
                      <a:ext uri="{FF2B5EF4-FFF2-40B4-BE49-F238E27FC236}">
                        <a16:creationId xmlns:a16="http://schemas.microsoft.com/office/drawing/2014/main" id="{3AD1B32E-82DB-E459-B63A-6354FA827738}"/>
                      </a:ext>
                    </a:extLst>
                  </p:cNvPr>
                  <p:cNvSpPr/>
                  <p:nvPr/>
                </p:nvSpPr>
                <p:spPr>
                  <a:xfrm>
                    <a:off x="3106061" y="1182914"/>
                    <a:ext cx="406400" cy="406400"/>
                  </a:xfrm>
                  <a:prstGeom prst="rect">
                    <a:avLst/>
                  </a:prstGeom>
                  <a:solidFill>
                    <a:schemeClr val="accent1">
                      <a:alpha val="85000"/>
                    </a:schemeClr>
                  </a:solidFill>
                  <a:ln>
                    <a:solidFill>
                      <a:schemeClr val="accent1">
                        <a:shade val="15000"/>
                        <a:alpha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 dirty="0"/>
                  </a:p>
                </p:txBody>
              </p:sp>
            </p:grpSp>
            <p:grpSp>
              <p:nvGrpSpPr>
                <p:cNvPr id="142" name="그룹 141">
                  <a:extLst>
                    <a:ext uri="{FF2B5EF4-FFF2-40B4-BE49-F238E27FC236}">
                      <a16:creationId xmlns:a16="http://schemas.microsoft.com/office/drawing/2014/main" id="{FB0A8227-6436-AFB3-5544-7A5E504035B1}"/>
                    </a:ext>
                  </a:extLst>
                </p:cNvPr>
                <p:cNvGrpSpPr/>
                <p:nvPr/>
              </p:nvGrpSpPr>
              <p:grpSpPr>
                <a:xfrm>
                  <a:off x="1633760" y="5449206"/>
                  <a:ext cx="2032004" cy="406400"/>
                  <a:chOff x="1480457" y="1182914"/>
                  <a:chExt cx="2032004" cy="406400"/>
                </a:xfrm>
              </p:grpSpPr>
              <p:sp>
                <p:nvSpPr>
                  <p:cNvPr id="155" name="직사각형 154">
                    <a:extLst>
                      <a:ext uri="{FF2B5EF4-FFF2-40B4-BE49-F238E27FC236}">
                        <a16:creationId xmlns:a16="http://schemas.microsoft.com/office/drawing/2014/main" id="{2EBDEFF5-DC5F-B912-CBB5-6A69F4ED276E}"/>
                      </a:ext>
                    </a:extLst>
                  </p:cNvPr>
                  <p:cNvSpPr/>
                  <p:nvPr/>
                </p:nvSpPr>
                <p:spPr>
                  <a:xfrm>
                    <a:off x="1480457" y="1182914"/>
                    <a:ext cx="406400" cy="406400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  <a:alpha val="85000"/>
                    </a:schemeClr>
                  </a:solidFill>
                  <a:ln>
                    <a:solidFill>
                      <a:schemeClr val="accent1">
                        <a:shade val="15000"/>
                        <a:alpha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 dirty="0"/>
                  </a:p>
                </p:txBody>
              </p:sp>
              <p:sp>
                <p:nvSpPr>
                  <p:cNvPr id="156" name="직사각형 155">
                    <a:extLst>
                      <a:ext uri="{FF2B5EF4-FFF2-40B4-BE49-F238E27FC236}">
                        <a16:creationId xmlns:a16="http://schemas.microsoft.com/office/drawing/2014/main" id="{71D99154-050A-2B61-D830-559334D200CB}"/>
                      </a:ext>
                    </a:extLst>
                  </p:cNvPr>
                  <p:cNvSpPr/>
                  <p:nvPr/>
                </p:nvSpPr>
                <p:spPr>
                  <a:xfrm>
                    <a:off x="1886857" y="1182914"/>
                    <a:ext cx="406400" cy="406400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solidFill>
                      <a:schemeClr val="accent1">
                        <a:shade val="15000"/>
                        <a:alpha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dirty="0"/>
                  </a:p>
                </p:txBody>
              </p:sp>
              <p:sp>
                <p:nvSpPr>
                  <p:cNvPr id="157" name="직사각형 156">
                    <a:extLst>
                      <a:ext uri="{FF2B5EF4-FFF2-40B4-BE49-F238E27FC236}">
                        <a16:creationId xmlns:a16="http://schemas.microsoft.com/office/drawing/2014/main" id="{11FFF65A-DE74-4572-606C-8831FA3EFA6F}"/>
                      </a:ext>
                    </a:extLst>
                  </p:cNvPr>
                  <p:cNvSpPr/>
                  <p:nvPr/>
                </p:nvSpPr>
                <p:spPr>
                  <a:xfrm>
                    <a:off x="2293257" y="1182914"/>
                    <a:ext cx="406400" cy="406400"/>
                  </a:xfrm>
                  <a:prstGeom prst="rect">
                    <a:avLst/>
                  </a:prstGeom>
                  <a:ln>
                    <a:solidFill>
                      <a:schemeClr val="accent1">
                        <a:shade val="15000"/>
                        <a:alpha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 dirty="0"/>
                  </a:p>
                </p:txBody>
              </p:sp>
              <p:sp>
                <p:nvSpPr>
                  <p:cNvPr id="158" name="직사각형 157">
                    <a:extLst>
                      <a:ext uri="{FF2B5EF4-FFF2-40B4-BE49-F238E27FC236}">
                        <a16:creationId xmlns:a16="http://schemas.microsoft.com/office/drawing/2014/main" id="{172ED9E7-F310-067F-3C57-50AB08EE05FF}"/>
                      </a:ext>
                    </a:extLst>
                  </p:cNvPr>
                  <p:cNvSpPr/>
                  <p:nvPr/>
                </p:nvSpPr>
                <p:spPr>
                  <a:xfrm>
                    <a:off x="2699657" y="1182914"/>
                    <a:ext cx="406400" cy="406400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  <a:ln>
                    <a:solidFill>
                      <a:schemeClr val="accent1">
                        <a:shade val="15000"/>
                        <a:alpha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 dirty="0"/>
                  </a:p>
                </p:txBody>
              </p:sp>
              <p:sp>
                <p:nvSpPr>
                  <p:cNvPr id="159" name="직사각형 158">
                    <a:extLst>
                      <a:ext uri="{FF2B5EF4-FFF2-40B4-BE49-F238E27FC236}">
                        <a16:creationId xmlns:a16="http://schemas.microsoft.com/office/drawing/2014/main" id="{9BF9DB7B-AF2A-60DA-0D7D-C905472F8CFC}"/>
                      </a:ext>
                    </a:extLst>
                  </p:cNvPr>
                  <p:cNvSpPr/>
                  <p:nvPr/>
                </p:nvSpPr>
                <p:spPr>
                  <a:xfrm>
                    <a:off x="3106057" y="1182914"/>
                    <a:ext cx="406400" cy="406400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solidFill>
                      <a:schemeClr val="accent1">
                        <a:shade val="15000"/>
                        <a:alpha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 dirty="0"/>
                  </a:p>
                </p:txBody>
              </p:sp>
              <p:sp>
                <p:nvSpPr>
                  <p:cNvPr id="160" name="직사각형 159">
                    <a:extLst>
                      <a:ext uri="{FF2B5EF4-FFF2-40B4-BE49-F238E27FC236}">
                        <a16:creationId xmlns:a16="http://schemas.microsoft.com/office/drawing/2014/main" id="{C94E8D92-7A54-3B44-7A35-02589CD3FA88}"/>
                      </a:ext>
                    </a:extLst>
                  </p:cNvPr>
                  <p:cNvSpPr/>
                  <p:nvPr/>
                </p:nvSpPr>
                <p:spPr>
                  <a:xfrm>
                    <a:off x="1886861" y="1182914"/>
                    <a:ext cx="406400" cy="406400"/>
                  </a:xfrm>
                  <a:prstGeom prst="rect">
                    <a:avLst/>
                  </a:prstGeom>
                  <a:solidFill>
                    <a:schemeClr val="accent1">
                      <a:alpha val="85000"/>
                    </a:schemeClr>
                  </a:solidFill>
                  <a:ln>
                    <a:solidFill>
                      <a:schemeClr val="accent1">
                        <a:shade val="15000"/>
                        <a:alpha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dirty="0"/>
                  </a:p>
                </p:txBody>
              </p:sp>
              <p:sp>
                <p:nvSpPr>
                  <p:cNvPr id="161" name="직사각형 160">
                    <a:extLst>
                      <a:ext uri="{FF2B5EF4-FFF2-40B4-BE49-F238E27FC236}">
                        <a16:creationId xmlns:a16="http://schemas.microsoft.com/office/drawing/2014/main" id="{94868CB5-EF54-56E7-9868-29C594D0919C}"/>
                      </a:ext>
                    </a:extLst>
                  </p:cNvPr>
                  <p:cNvSpPr/>
                  <p:nvPr/>
                </p:nvSpPr>
                <p:spPr>
                  <a:xfrm>
                    <a:off x="2293261" y="1182914"/>
                    <a:ext cx="406400" cy="406400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  <a:alpha val="85000"/>
                    </a:schemeClr>
                  </a:solidFill>
                  <a:ln>
                    <a:solidFill>
                      <a:schemeClr val="accent1">
                        <a:shade val="15000"/>
                        <a:alpha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 dirty="0"/>
                  </a:p>
                </p:txBody>
              </p:sp>
              <p:sp>
                <p:nvSpPr>
                  <p:cNvPr id="162" name="직사각형 161">
                    <a:extLst>
                      <a:ext uri="{FF2B5EF4-FFF2-40B4-BE49-F238E27FC236}">
                        <a16:creationId xmlns:a16="http://schemas.microsoft.com/office/drawing/2014/main" id="{58BAC394-455D-631E-F975-DE9F8C0E995F}"/>
                      </a:ext>
                    </a:extLst>
                  </p:cNvPr>
                  <p:cNvSpPr/>
                  <p:nvPr/>
                </p:nvSpPr>
                <p:spPr>
                  <a:xfrm>
                    <a:off x="2699661" y="1182914"/>
                    <a:ext cx="406400" cy="406400"/>
                  </a:xfrm>
                  <a:prstGeom prst="rect">
                    <a:avLst/>
                  </a:prstGeom>
                  <a:solidFill>
                    <a:schemeClr val="accent1">
                      <a:alpha val="85000"/>
                    </a:schemeClr>
                  </a:solidFill>
                  <a:ln>
                    <a:solidFill>
                      <a:schemeClr val="accent1">
                        <a:shade val="15000"/>
                        <a:alpha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 dirty="0"/>
                  </a:p>
                </p:txBody>
              </p:sp>
              <p:sp>
                <p:nvSpPr>
                  <p:cNvPr id="163" name="직사각형 162">
                    <a:extLst>
                      <a:ext uri="{FF2B5EF4-FFF2-40B4-BE49-F238E27FC236}">
                        <a16:creationId xmlns:a16="http://schemas.microsoft.com/office/drawing/2014/main" id="{5CF57566-BCEA-881B-9F44-4C8F3E910514}"/>
                      </a:ext>
                    </a:extLst>
                  </p:cNvPr>
                  <p:cNvSpPr/>
                  <p:nvPr/>
                </p:nvSpPr>
                <p:spPr>
                  <a:xfrm>
                    <a:off x="3106061" y="1182914"/>
                    <a:ext cx="406400" cy="406400"/>
                  </a:xfrm>
                  <a:prstGeom prst="rect">
                    <a:avLst/>
                  </a:prstGeom>
                  <a:solidFill>
                    <a:schemeClr val="accent1">
                      <a:lumMod val="20000"/>
                      <a:lumOff val="80000"/>
                      <a:alpha val="85000"/>
                    </a:schemeClr>
                  </a:solidFill>
                  <a:ln>
                    <a:solidFill>
                      <a:schemeClr val="accent1">
                        <a:shade val="15000"/>
                        <a:alpha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 dirty="0"/>
                  </a:p>
                </p:txBody>
              </p:sp>
            </p:grpSp>
            <p:grpSp>
              <p:nvGrpSpPr>
                <p:cNvPr id="143" name="그룹 142">
                  <a:extLst>
                    <a:ext uri="{FF2B5EF4-FFF2-40B4-BE49-F238E27FC236}">
                      <a16:creationId xmlns:a16="http://schemas.microsoft.com/office/drawing/2014/main" id="{35D9ED51-0442-9AB9-F84D-B614FD9E195F}"/>
                    </a:ext>
                  </a:extLst>
                </p:cNvPr>
                <p:cNvGrpSpPr/>
                <p:nvPr/>
              </p:nvGrpSpPr>
              <p:grpSpPr>
                <a:xfrm>
                  <a:off x="1586139" y="5496832"/>
                  <a:ext cx="2032000" cy="406400"/>
                  <a:chOff x="1480457" y="1182914"/>
                  <a:chExt cx="2032000" cy="406400"/>
                </a:xfrm>
              </p:grpSpPr>
              <p:sp>
                <p:nvSpPr>
                  <p:cNvPr id="150" name="직사각형 149">
                    <a:extLst>
                      <a:ext uri="{FF2B5EF4-FFF2-40B4-BE49-F238E27FC236}">
                        <a16:creationId xmlns:a16="http://schemas.microsoft.com/office/drawing/2014/main" id="{EB439F8D-515F-8AFE-A07D-D553CB0409EE}"/>
                      </a:ext>
                    </a:extLst>
                  </p:cNvPr>
                  <p:cNvSpPr/>
                  <p:nvPr/>
                </p:nvSpPr>
                <p:spPr>
                  <a:xfrm>
                    <a:off x="1480457" y="1182914"/>
                    <a:ext cx="406400" cy="406400"/>
                  </a:xfrm>
                  <a:prstGeom prst="rect">
                    <a:avLst/>
                  </a:prstGeom>
                  <a:solidFill>
                    <a:schemeClr val="accent1">
                      <a:alpha val="85000"/>
                    </a:schemeClr>
                  </a:solidFill>
                  <a:ln>
                    <a:solidFill>
                      <a:schemeClr val="accent1">
                        <a:shade val="15000"/>
                        <a:alpha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 dirty="0"/>
                  </a:p>
                </p:txBody>
              </p:sp>
              <p:sp>
                <p:nvSpPr>
                  <p:cNvPr id="151" name="직사각형 150">
                    <a:extLst>
                      <a:ext uri="{FF2B5EF4-FFF2-40B4-BE49-F238E27FC236}">
                        <a16:creationId xmlns:a16="http://schemas.microsoft.com/office/drawing/2014/main" id="{ECAFA348-64C8-BC2C-F372-2A560588E7D6}"/>
                      </a:ext>
                    </a:extLst>
                  </p:cNvPr>
                  <p:cNvSpPr/>
                  <p:nvPr/>
                </p:nvSpPr>
                <p:spPr>
                  <a:xfrm>
                    <a:off x="1886857" y="1182914"/>
                    <a:ext cx="406400" cy="406400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  <a:alpha val="85000"/>
                    </a:schemeClr>
                  </a:solidFill>
                  <a:ln>
                    <a:solidFill>
                      <a:schemeClr val="accent1">
                        <a:shade val="15000"/>
                        <a:alpha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dirty="0"/>
                  </a:p>
                </p:txBody>
              </p:sp>
              <p:sp>
                <p:nvSpPr>
                  <p:cNvPr id="152" name="직사각형 151">
                    <a:extLst>
                      <a:ext uri="{FF2B5EF4-FFF2-40B4-BE49-F238E27FC236}">
                        <a16:creationId xmlns:a16="http://schemas.microsoft.com/office/drawing/2014/main" id="{1C2F22EF-E4C7-10AF-EEBD-B09BF6EF9A16}"/>
                      </a:ext>
                    </a:extLst>
                  </p:cNvPr>
                  <p:cNvSpPr/>
                  <p:nvPr/>
                </p:nvSpPr>
                <p:spPr>
                  <a:xfrm>
                    <a:off x="2293257" y="1182914"/>
                    <a:ext cx="406400" cy="406400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  <a:alpha val="85000"/>
                    </a:schemeClr>
                  </a:solidFill>
                  <a:ln>
                    <a:solidFill>
                      <a:schemeClr val="accent1">
                        <a:shade val="15000"/>
                        <a:alpha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 dirty="0"/>
                  </a:p>
                </p:txBody>
              </p:sp>
              <p:sp>
                <p:nvSpPr>
                  <p:cNvPr id="153" name="직사각형 152">
                    <a:extLst>
                      <a:ext uri="{FF2B5EF4-FFF2-40B4-BE49-F238E27FC236}">
                        <a16:creationId xmlns:a16="http://schemas.microsoft.com/office/drawing/2014/main" id="{A1192463-5A0E-99EB-38B4-55930C256136}"/>
                      </a:ext>
                    </a:extLst>
                  </p:cNvPr>
                  <p:cNvSpPr/>
                  <p:nvPr/>
                </p:nvSpPr>
                <p:spPr>
                  <a:xfrm>
                    <a:off x="2699657" y="1182914"/>
                    <a:ext cx="406400" cy="406400"/>
                  </a:xfrm>
                  <a:prstGeom prst="rect">
                    <a:avLst/>
                  </a:prstGeom>
                  <a:solidFill>
                    <a:schemeClr val="accent1">
                      <a:alpha val="85000"/>
                    </a:schemeClr>
                  </a:solidFill>
                  <a:ln>
                    <a:solidFill>
                      <a:schemeClr val="accent1">
                        <a:shade val="15000"/>
                        <a:alpha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 dirty="0"/>
                  </a:p>
                </p:txBody>
              </p:sp>
              <p:sp>
                <p:nvSpPr>
                  <p:cNvPr id="154" name="직사각형 153">
                    <a:extLst>
                      <a:ext uri="{FF2B5EF4-FFF2-40B4-BE49-F238E27FC236}">
                        <a16:creationId xmlns:a16="http://schemas.microsoft.com/office/drawing/2014/main" id="{EE5744CB-E0DA-C318-0102-4560794AC573}"/>
                      </a:ext>
                    </a:extLst>
                  </p:cNvPr>
                  <p:cNvSpPr/>
                  <p:nvPr/>
                </p:nvSpPr>
                <p:spPr>
                  <a:xfrm>
                    <a:off x="3106057" y="1182914"/>
                    <a:ext cx="406400" cy="406400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  <a:alpha val="85000"/>
                    </a:schemeClr>
                  </a:solidFill>
                  <a:ln>
                    <a:solidFill>
                      <a:schemeClr val="accent1">
                        <a:shade val="15000"/>
                        <a:alpha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 dirty="0"/>
                  </a:p>
                </p:txBody>
              </p:sp>
            </p:grpSp>
            <p:grpSp>
              <p:nvGrpSpPr>
                <p:cNvPr id="144" name="그룹 143">
                  <a:extLst>
                    <a:ext uri="{FF2B5EF4-FFF2-40B4-BE49-F238E27FC236}">
                      <a16:creationId xmlns:a16="http://schemas.microsoft.com/office/drawing/2014/main" id="{354CB222-FE49-7296-0F80-24DDED351A40}"/>
                    </a:ext>
                  </a:extLst>
                </p:cNvPr>
                <p:cNvGrpSpPr/>
                <p:nvPr/>
              </p:nvGrpSpPr>
              <p:grpSpPr>
                <a:xfrm>
                  <a:off x="1538514" y="5544457"/>
                  <a:ext cx="2032000" cy="406400"/>
                  <a:chOff x="1480457" y="1182914"/>
                  <a:chExt cx="2032000" cy="406400"/>
                </a:xfrm>
              </p:grpSpPr>
              <p:sp>
                <p:nvSpPr>
                  <p:cNvPr id="145" name="직사각형 144">
                    <a:extLst>
                      <a:ext uri="{FF2B5EF4-FFF2-40B4-BE49-F238E27FC236}">
                        <a16:creationId xmlns:a16="http://schemas.microsoft.com/office/drawing/2014/main" id="{975572F9-2B2F-5C02-EDB4-D1DBE1EA0295}"/>
                      </a:ext>
                    </a:extLst>
                  </p:cNvPr>
                  <p:cNvSpPr/>
                  <p:nvPr/>
                </p:nvSpPr>
                <p:spPr>
                  <a:xfrm>
                    <a:off x="1480457" y="1182914"/>
                    <a:ext cx="406400" cy="406400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 dirty="0"/>
                  </a:p>
                </p:txBody>
              </p:sp>
              <p:sp>
                <p:nvSpPr>
                  <p:cNvPr id="146" name="직사각형 145">
                    <a:extLst>
                      <a:ext uri="{FF2B5EF4-FFF2-40B4-BE49-F238E27FC236}">
                        <a16:creationId xmlns:a16="http://schemas.microsoft.com/office/drawing/2014/main" id="{9D23AA0D-EBB3-DBCB-4778-611C32FFFAE1}"/>
                      </a:ext>
                    </a:extLst>
                  </p:cNvPr>
                  <p:cNvSpPr/>
                  <p:nvPr/>
                </p:nvSpPr>
                <p:spPr>
                  <a:xfrm>
                    <a:off x="1886857" y="1182914"/>
                    <a:ext cx="406400" cy="406400"/>
                  </a:xfrm>
                  <a:prstGeom prst="rect">
                    <a:avLst/>
                  </a:prstGeom>
                  <a:solidFill>
                    <a:schemeClr val="accent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dirty="0"/>
                  </a:p>
                </p:txBody>
              </p:sp>
              <p:sp>
                <p:nvSpPr>
                  <p:cNvPr id="147" name="직사각형 146">
                    <a:extLst>
                      <a:ext uri="{FF2B5EF4-FFF2-40B4-BE49-F238E27FC236}">
                        <a16:creationId xmlns:a16="http://schemas.microsoft.com/office/drawing/2014/main" id="{15ABA6E2-EACD-0A20-E90D-5AB1B7BC7DDA}"/>
                      </a:ext>
                    </a:extLst>
                  </p:cNvPr>
                  <p:cNvSpPr/>
                  <p:nvPr/>
                </p:nvSpPr>
                <p:spPr>
                  <a:xfrm>
                    <a:off x="2293257" y="1182914"/>
                    <a:ext cx="406400" cy="406400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 dirty="0"/>
                  </a:p>
                </p:txBody>
              </p:sp>
              <p:sp>
                <p:nvSpPr>
                  <p:cNvPr id="148" name="직사각형 147">
                    <a:extLst>
                      <a:ext uri="{FF2B5EF4-FFF2-40B4-BE49-F238E27FC236}">
                        <a16:creationId xmlns:a16="http://schemas.microsoft.com/office/drawing/2014/main" id="{AFC4685A-6426-318A-A1EA-DB513B029193}"/>
                      </a:ext>
                    </a:extLst>
                  </p:cNvPr>
                  <p:cNvSpPr/>
                  <p:nvPr/>
                </p:nvSpPr>
                <p:spPr>
                  <a:xfrm>
                    <a:off x="2699653" y="1182914"/>
                    <a:ext cx="406400" cy="406400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 dirty="0"/>
                  </a:p>
                </p:txBody>
              </p:sp>
              <p:sp>
                <p:nvSpPr>
                  <p:cNvPr id="149" name="직사각형 148">
                    <a:extLst>
                      <a:ext uri="{FF2B5EF4-FFF2-40B4-BE49-F238E27FC236}">
                        <a16:creationId xmlns:a16="http://schemas.microsoft.com/office/drawing/2014/main" id="{461A9473-C3E4-BAE8-3719-25B5DA45B40A}"/>
                      </a:ext>
                    </a:extLst>
                  </p:cNvPr>
                  <p:cNvSpPr/>
                  <p:nvPr/>
                </p:nvSpPr>
                <p:spPr>
                  <a:xfrm>
                    <a:off x="3106057" y="1182914"/>
                    <a:ext cx="406400" cy="406400"/>
                  </a:xfrm>
                  <a:prstGeom prst="rect">
                    <a:avLst/>
                  </a:prstGeom>
                  <a:solidFill>
                    <a:schemeClr val="accent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 dirty="0"/>
                  </a:p>
                </p:txBody>
              </p:sp>
            </p:grpSp>
          </p:grpSp>
          <p:cxnSp>
            <p:nvCxnSpPr>
              <p:cNvPr id="138" name="직선 화살표 연결선 137">
                <a:extLst>
                  <a:ext uri="{FF2B5EF4-FFF2-40B4-BE49-F238E27FC236}">
                    <a16:creationId xmlns:a16="http://schemas.microsoft.com/office/drawing/2014/main" id="{02EFB047-3F11-B5D7-0BC6-9875D350EFA0}"/>
                  </a:ext>
                </a:extLst>
              </p:cNvPr>
              <p:cNvCxnSpPr/>
              <p:nvPr/>
            </p:nvCxnSpPr>
            <p:spPr>
              <a:xfrm>
                <a:off x="1690914" y="5279029"/>
                <a:ext cx="4671786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9" name="TextBox 138">
                    <a:extLst>
                      <a:ext uri="{FF2B5EF4-FFF2-40B4-BE49-F238E27FC236}">
                        <a16:creationId xmlns:a16="http://schemas.microsoft.com/office/drawing/2014/main" id="{B8B071B7-4642-5AAF-14A2-5A254F07E412}"/>
                      </a:ext>
                    </a:extLst>
                  </p:cNvPr>
                  <p:cNvSpPr txBox="1"/>
                  <p:nvPr/>
                </p:nvSpPr>
                <p:spPr>
                  <a:xfrm>
                    <a:off x="3516916" y="4842449"/>
                    <a:ext cx="887262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/>
                  </a:p>
                </p:txBody>
              </p:sp>
            </mc:Choice>
            <mc:Fallback xmlns="">
              <p:sp>
                <p:nvSpPr>
                  <p:cNvPr id="139" name="TextBox 138">
                    <a:extLst>
                      <a:ext uri="{FF2B5EF4-FFF2-40B4-BE49-F238E27FC236}">
                        <a16:creationId xmlns:a16="http://schemas.microsoft.com/office/drawing/2014/main" id="{B8B071B7-4642-5AAF-14A2-5A254F07E41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16916" y="4842449"/>
                    <a:ext cx="887262" cy="369332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0" name="TextBox 139">
                    <a:extLst>
                      <a:ext uri="{FF2B5EF4-FFF2-40B4-BE49-F238E27FC236}">
                        <a16:creationId xmlns:a16="http://schemas.microsoft.com/office/drawing/2014/main" id="{B93E7FAB-8FAA-ABF2-8843-9F0A708A8F70}"/>
                      </a:ext>
                    </a:extLst>
                  </p:cNvPr>
                  <p:cNvSpPr txBox="1"/>
                  <p:nvPr/>
                </p:nvSpPr>
                <p:spPr>
                  <a:xfrm>
                    <a:off x="6444059" y="5785644"/>
                    <a:ext cx="587829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/>
                  </a:p>
                </p:txBody>
              </p:sp>
            </mc:Choice>
            <mc:Fallback xmlns="">
              <p:sp>
                <p:nvSpPr>
                  <p:cNvPr id="140" name="TextBox 139">
                    <a:extLst>
                      <a:ext uri="{FF2B5EF4-FFF2-40B4-BE49-F238E27FC236}">
                        <a16:creationId xmlns:a16="http://schemas.microsoft.com/office/drawing/2014/main" id="{B93E7FAB-8FAA-ABF2-8843-9F0A708A8F7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44059" y="5785644"/>
                    <a:ext cx="587829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205" name="그룹 204">
            <a:extLst>
              <a:ext uri="{FF2B5EF4-FFF2-40B4-BE49-F238E27FC236}">
                <a16:creationId xmlns:a16="http://schemas.microsoft.com/office/drawing/2014/main" id="{FFC0AC43-F63F-365E-3861-C9F396A2E0C4}"/>
              </a:ext>
            </a:extLst>
          </p:cNvPr>
          <p:cNvGrpSpPr/>
          <p:nvPr/>
        </p:nvGrpSpPr>
        <p:grpSpPr>
          <a:xfrm>
            <a:off x="10465321" y="3858319"/>
            <a:ext cx="1592419" cy="2415947"/>
            <a:chOff x="502703" y="3792992"/>
            <a:chExt cx="1592419" cy="2415947"/>
          </a:xfrm>
        </p:grpSpPr>
        <p:grpSp>
          <p:nvGrpSpPr>
            <p:cNvPr id="206" name="그룹 205">
              <a:extLst>
                <a:ext uri="{FF2B5EF4-FFF2-40B4-BE49-F238E27FC236}">
                  <a16:creationId xmlns:a16="http://schemas.microsoft.com/office/drawing/2014/main" id="{D40E80A2-177A-DFE8-1425-84AC34ADC868}"/>
                </a:ext>
              </a:extLst>
            </p:cNvPr>
            <p:cNvGrpSpPr/>
            <p:nvPr/>
          </p:nvGrpSpPr>
          <p:grpSpPr>
            <a:xfrm>
              <a:off x="502703" y="3792992"/>
              <a:ext cx="1592419" cy="2415947"/>
              <a:chOff x="8021410" y="529771"/>
              <a:chExt cx="3410556" cy="5174343"/>
            </a:xfrm>
          </p:grpSpPr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FA1B0550-395F-50E5-7989-1F9B9FDF3CEE}"/>
                  </a:ext>
                </a:extLst>
              </p:cNvPr>
              <p:cNvSpPr txBox="1"/>
              <p:nvPr/>
            </p:nvSpPr>
            <p:spPr>
              <a:xfrm>
                <a:off x="9325429" y="529771"/>
                <a:ext cx="2075544" cy="4943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900" dirty="0" err="1"/>
                  <a:t>CodeBook</a:t>
                </a:r>
                <a:endParaRPr lang="ko-KR" altLang="en-US" sz="900" dirty="0"/>
              </a:p>
            </p:txBody>
          </p:sp>
          <p:grpSp>
            <p:nvGrpSpPr>
              <p:cNvPr id="209" name="그룹 208">
                <a:extLst>
                  <a:ext uri="{FF2B5EF4-FFF2-40B4-BE49-F238E27FC236}">
                    <a16:creationId xmlns:a16="http://schemas.microsoft.com/office/drawing/2014/main" id="{F03191C5-A8EC-FFF0-0298-559E7E367BF8}"/>
                  </a:ext>
                </a:extLst>
              </p:cNvPr>
              <p:cNvGrpSpPr/>
              <p:nvPr/>
            </p:nvGrpSpPr>
            <p:grpSpPr>
              <a:xfrm>
                <a:off x="9456084" y="1024970"/>
                <a:ext cx="965173" cy="887022"/>
                <a:chOff x="1776549" y="1103811"/>
                <a:chExt cx="1058094" cy="1058094"/>
              </a:xfrm>
            </p:grpSpPr>
            <p:sp>
              <p:nvSpPr>
                <p:cNvPr id="248" name="직사각형 247">
                  <a:extLst>
                    <a:ext uri="{FF2B5EF4-FFF2-40B4-BE49-F238E27FC236}">
                      <a16:creationId xmlns:a16="http://schemas.microsoft.com/office/drawing/2014/main" id="{CF436FE7-26DD-94A1-40EE-3819C203B917}"/>
                    </a:ext>
                  </a:extLst>
                </p:cNvPr>
                <p:cNvSpPr/>
                <p:nvPr/>
              </p:nvSpPr>
              <p:spPr>
                <a:xfrm>
                  <a:off x="1776549" y="1103811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49" name="직사각형 248">
                  <a:extLst>
                    <a:ext uri="{FF2B5EF4-FFF2-40B4-BE49-F238E27FC236}">
                      <a16:creationId xmlns:a16="http://schemas.microsoft.com/office/drawing/2014/main" id="{7249ABEB-1A5E-7ABD-6577-DB1207E61D1D}"/>
                    </a:ext>
                  </a:extLst>
                </p:cNvPr>
                <p:cNvSpPr/>
                <p:nvPr/>
              </p:nvSpPr>
              <p:spPr>
                <a:xfrm>
                  <a:off x="2129247" y="1103811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50" name="직사각형 249">
                  <a:extLst>
                    <a:ext uri="{FF2B5EF4-FFF2-40B4-BE49-F238E27FC236}">
                      <a16:creationId xmlns:a16="http://schemas.microsoft.com/office/drawing/2014/main" id="{2F008328-027F-3FAE-7974-42AFB149F9CC}"/>
                    </a:ext>
                  </a:extLst>
                </p:cNvPr>
                <p:cNvSpPr/>
                <p:nvPr/>
              </p:nvSpPr>
              <p:spPr>
                <a:xfrm>
                  <a:off x="2481945" y="1103811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51" name="직사각형 250">
                  <a:extLst>
                    <a:ext uri="{FF2B5EF4-FFF2-40B4-BE49-F238E27FC236}">
                      <a16:creationId xmlns:a16="http://schemas.microsoft.com/office/drawing/2014/main" id="{036440D5-4156-8AC4-AACF-8A1C9EC8EFBE}"/>
                    </a:ext>
                  </a:extLst>
                </p:cNvPr>
                <p:cNvSpPr/>
                <p:nvPr/>
              </p:nvSpPr>
              <p:spPr>
                <a:xfrm>
                  <a:off x="1776549" y="1456509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52" name="직사각형 251">
                  <a:extLst>
                    <a:ext uri="{FF2B5EF4-FFF2-40B4-BE49-F238E27FC236}">
                      <a16:creationId xmlns:a16="http://schemas.microsoft.com/office/drawing/2014/main" id="{D4F73F6C-5327-CA5D-8EF2-399BF978C44D}"/>
                    </a:ext>
                  </a:extLst>
                </p:cNvPr>
                <p:cNvSpPr/>
                <p:nvPr/>
              </p:nvSpPr>
              <p:spPr>
                <a:xfrm>
                  <a:off x="2129247" y="1456509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53" name="직사각형 252">
                  <a:extLst>
                    <a:ext uri="{FF2B5EF4-FFF2-40B4-BE49-F238E27FC236}">
                      <a16:creationId xmlns:a16="http://schemas.microsoft.com/office/drawing/2014/main" id="{0888D9C8-A232-E99E-86C0-54C2959283FB}"/>
                    </a:ext>
                  </a:extLst>
                </p:cNvPr>
                <p:cNvSpPr/>
                <p:nvPr/>
              </p:nvSpPr>
              <p:spPr>
                <a:xfrm>
                  <a:off x="2481945" y="1456509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54" name="직사각형 253">
                  <a:extLst>
                    <a:ext uri="{FF2B5EF4-FFF2-40B4-BE49-F238E27FC236}">
                      <a16:creationId xmlns:a16="http://schemas.microsoft.com/office/drawing/2014/main" id="{84A183ED-0044-0CA6-2F26-524A851B368A}"/>
                    </a:ext>
                  </a:extLst>
                </p:cNvPr>
                <p:cNvSpPr/>
                <p:nvPr/>
              </p:nvSpPr>
              <p:spPr>
                <a:xfrm>
                  <a:off x="1776549" y="1809207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55" name="직사각형 254">
                  <a:extLst>
                    <a:ext uri="{FF2B5EF4-FFF2-40B4-BE49-F238E27FC236}">
                      <a16:creationId xmlns:a16="http://schemas.microsoft.com/office/drawing/2014/main" id="{B1D3D86D-B310-F7BF-6855-A19330DF32DF}"/>
                    </a:ext>
                  </a:extLst>
                </p:cNvPr>
                <p:cNvSpPr/>
                <p:nvPr/>
              </p:nvSpPr>
              <p:spPr>
                <a:xfrm>
                  <a:off x="2129247" y="1809207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56" name="직사각형 255">
                  <a:extLst>
                    <a:ext uri="{FF2B5EF4-FFF2-40B4-BE49-F238E27FC236}">
                      <a16:creationId xmlns:a16="http://schemas.microsoft.com/office/drawing/2014/main" id="{629CC0A4-5D7D-C9A7-C6BB-4DDB803E1229}"/>
                    </a:ext>
                  </a:extLst>
                </p:cNvPr>
                <p:cNvSpPr/>
                <p:nvPr/>
              </p:nvSpPr>
              <p:spPr>
                <a:xfrm>
                  <a:off x="2481945" y="1809207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210" name="그룹 209">
                <a:extLst>
                  <a:ext uri="{FF2B5EF4-FFF2-40B4-BE49-F238E27FC236}">
                    <a16:creationId xmlns:a16="http://schemas.microsoft.com/office/drawing/2014/main" id="{44DA4ADC-9913-BCE4-623F-3220A3495137}"/>
                  </a:ext>
                </a:extLst>
              </p:cNvPr>
              <p:cNvGrpSpPr/>
              <p:nvPr/>
            </p:nvGrpSpPr>
            <p:grpSpPr>
              <a:xfrm>
                <a:off x="9456083" y="2333532"/>
                <a:ext cx="965173" cy="887022"/>
                <a:chOff x="1776549" y="1103811"/>
                <a:chExt cx="1058094" cy="1058094"/>
              </a:xfrm>
            </p:grpSpPr>
            <p:sp>
              <p:nvSpPr>
                <p:cNvPr id="239" name="직사각형 238">
                  <a:extLst>
                    <a:ext uri="{FF2B5EF4-FFF2-40B4-BE49-F238E27FC236}">
                      <a16:creationId xmlns:a16="http://schemas.microsoft.com/office/drawing/2014/main" id="{913E8FBA-056A-FDF4-85FB-911C56BEDD99}"/>
                    </a:ext>
                  </a:extLst>
                </p:cNvPr>
                <p:cNvSpPr/>
                <p:nvPr/>
              </p:nvSpPr>
              <p:spPr>
                <a:xfrm>
                  <a:off x="1776549" y="1103811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40" name="직사각형 239">
                  <a:extLst>
                    <a:ext uri="{FF2B5EF4-FFF2-40B4-BE49-F238E27FC236}">
                      <a16:creationId xmlns:a16="http://schemas.microsoft.com/office/drawing/2014/main" id="{1312DEA7-098E-D845-C84D-36CA4613C875}"/>
                    </a:ext>
                  </a:extLst>
                </p:cNvPr>
                <p:cNvSpPr/>
                <p:nvPr/>
              </p:nvSpPr>
              <p:spPr>
                <a:xfrm>
                  <a:off x="2129247" y="1103811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41" name="직사각형 240">
                  <a:extLst>
                    <a:ext uri="{FF2B5EF4-FFF2-40B4-BE49-F238E27FC236}">
                      <a16:creationId xmlns:a16="http://schemas.microsoft.com/office/drawing/2014/main" id="{8C90F0F2-70C6-C54C-D985-5B5B7AB71551}"/>
                    </a:ext>
                  </a:extLst>
                </p:cNvPr>
                <p:cNvSpPr/>
                <p:nvPr/>
              </p:nvSpPr>
              <p:spPr>
                <a:xfrm>
                  <a:off x="2481945" y="1103811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42" name="직사각형 241">
                  <a:extLst>
                    <a:ext uri="{FF2B5EF4-FFF2-40B4-BE49-F238E27FC236}">
                      <a16:creationId xmlns:a16="http://schemas.microsoft.com/office/drawing/2014/main" id="{F287ADF5-182C-0C1B-3DF9-4EF3763C09EB}"/>
                    </a:ext>
                  </a:extLst>
                </p:cNvPr>
                <p:cNvSpPr/>
                <p:nvPr/>
              </p:nvSpPr>
              <p:spPr>
                <a:xfrm>
                  <a:off x="1776549" y="1456509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43" name="직사각형 242">
                  <a:extLst>
                    <a:ext uri="{FF2B5EF4-FFF2-40B4-BE49-F238E27FC236}">
                      <a16:creationId xmlns:a16="http://schemas.microsoft.com/office/drawing/2014/main" id="{9AA9B312-3092-FAEE-1D4C-3209151ADA7F}"/>
                    </a:ext>
                  </a:extLst>
                </p:cNvPr>
                <p:cNvSpPr/>
                <p:nvPr/>
              </p:nvSpPr>
              <p:spPr>
                <a:xfrm>
                  <a:off x="2129247" y="1456509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44" name="직사각형 243">
                  <a:extLst>
                    <a:ext uri="{FF2B5EF4-FFF2-40B4-BE49-F238E27FC236}">
                      <a16:creationId xmlns:a16="http://schemas.microsoft.com/office/drawing/2014/main" id="{5A41C73A-90FD-F7DA-BA09-D5B3F41B571F}"/>
                    </a:ext>
                  </a:extLst>
                </p:cNvPr>
                <p:cNvSpPr/>
                <p:nvPr/>
              </p:nvSpPr>
              <p:spPr>
                <a:xfrm>
                  <a:off x="2481945" y="1456509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45" name="직사각형 244">
                  <a:extLst>
                    <a:ext uri="{FF2B5EF4-FFF2-40B4-BE49-F238E27FC236}">
                      <a16:creationId xmlns:a16="http://schemas.microsoft.com/office/drawing/2014/main" id="{F1A1ABAA-D149-86FE-A8AD-09A7DCAE9528}"/>
                    </a:ext>
                  </a:extLst>
                </p:cNvPr>
                <p:cNvSpPr/>
                <p:nvPr/>
              </p:nvSpPr>
              <p:spPr>
                <a:xfrm>
                  <a:off x="1776549" y="1809207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46" name="직사각형 245">
                  <a:extLst>
                    <a:ext uri="{FF2B5EF4-FFF2-40B4-BE49-F238E27FC236}">
                      <a16:creationId xmlns:a16="http://schemas.microsoft.com/office/drawing/2014/main" id="{C6CE4CCB-7943-9619-11FB-96BA8890A2CD}"/>
                    </a:ext>
                  </a:extLst>
                </p:cNvPr>
                <p:cNvSpPr/>
                <p:nvPr/>
              </p:nvSpPr>
              <p:spPr>
                <a:xfrm>
                  <a:off x="2129247" y="1809207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47" name="직사각형 246">
                  <a:extLst>
                    <a:ext uri="{FF2B5EF4-FFF2-40B4-BE49-F238E27FC236}">
                      <a16:creationId xmlns:a16="http://schemas.microsoft.com/office/drawing/2014/main" id="{18767D48-3D6C-09BF-9D39-FA7F425B67A3}"/>
                    </a:ext>
                  </a:extLst>
                </p:cNvPr>
                <p:cNvSpPr/>
                <p:nvPr/>
              </p:nvSpPr>
              <p:spPr>
                <a:xfrm>
                  <a:off x="2481945" y="1809207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F6F134C6-3D35-54CF-F12B-AD2CC5315AF5}"/>
                  </a:ext>
                </a:extLst>
              </p:cNvPr>
              <p:cNvSpPr txBox="1"/>
              <p:nvPr/>
            </p:nvSpPr>
            <p:spPr>
              <a:xfrm>
                <a:off x="9640799" y="1892281"/>
                <a:ext cx="692137" cy="369333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r>
                  <a:rPr lang="en-US" altLang="ko-KR" sz="900" dirty="0"/>
                  <a:t>…</a:t>
                </a:r>
                <a:endParaRPr lang="ko-KR" altLang="en-US" sz="900" dirty="0"/>
              </a:p>
            </p:txBody>
          </p:sp>
          <p:grpSp>
            <p:nvGrpSpPr>
              <p:cNvPr id="212" name="그룹 211">
                <a:extLst>
                  <a:ext uri="{FF2B5EF4-FFF2-40B4-BE49-F238E27FC236}">
                    <a16:creationId xmlns:a16="http://schemas.microsoft.com/office/drawing/2014/main" id="{DCFEAE3F-48F8-EF4D-3961-B122AC5B4F14}"/>
                  </a:ext>
                </a:extLst>
              </p:cNvPr>
              <p:cNvGrpSpPr/>
              <p:nvPr/>
            </p:nvGrpSpPr>
            <p:grpSpPr>
              <a:xfrm>
                <a:off x="9456081" y="3637446"/>
                <a:ext cx="965175" cy="887022"/>
                <a:chOff x="1776547" y="1103811"/>
                <a:chExt cx="1058096" cy="1058094"/>
              </a:xfrm>
            </p:grpSpPr>
            <p:sp>
              <p:nvSpPr>
                <p:cNvPr id="230" name="직사각형 229">
                  <a:extLst>
                    <a:ext uri="{FF2B5EF4-FFF2-40B4-BE49-F238E27FC236}">
                      <a16:creationId xmlns:a16="http://schemas.microsoft.com/office/drawing/2014/main" id="{2126E2AE-A70D-D36A-D511-FC991C14BE3E}"/>
                    </a:ext>
                  </a:extLst>
                </p:cNvPr>
                <p:cNvSpPr/>
                <p:nvPr/>
              </p:nvSpPr>
              <p:spPr>
                <a:xfrm>
                  <a:off x="1776549" y="1103811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1" name="직사각형 230">
                  <a:extLst>
                    <a:ext uri="{FF2B5EF4-FFF2-40B4-BE49-F238E27FC236}">
                      <a16:creationId xmlns:a16="http://schemas.microsoft.com/office/drawing/2014/main" id="{76047DE8-5B0F-88E2-4866-630D0A3F2D00}"/>
                    </a:ext>
                  </a:extLst>
                </p:cNvPr>
                <p:cNvSpPr/>
                <p:nvPr/>
              </p:nvSpPr>
              <p:spPr>
                <a:xfrm>
                  <a:off x="2129247" y="1103811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2" name="직사각형 231">
                  <a:extLst>
                    <a:ext uri="{FF2B5EF4-FFF2-40B4-BE49-F238E27FC236}">
                      <a16:creationId xmlns:a16="http://schemas.microsoft.com/office/drawing/2014/main" id="{810EF790-7E01-15E3-DD4D-0E91F2252EB3}"/>
                    </a:ext>
                  </a:extLst>
                </p:cNvPr>
                <p:cNvSpPr/>
                <p:nvPr/>
              </p:nvSpPr>
              <p:spPr>
                <a:xfrm>
                  <a:off x="2481945" y="1103811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3" name="직사각형 232">
                  <a:extLst>
                    <a:ext uri="{FF2B5EF4-FFF2-40B4-BE49-F238E27FC236}">
                      <a16:creationId xmlns:a16="http://schemas.microsoft.com/office/drawing/2014/main" id="{53215F33-3BB9-4B69-FB2E-93E512CCC547}"/>
                    </a:ext>
                  </a:extLst>
                </p:cNvPr>
                <p:cNvSpPr/>
                <p:nvPr/>
              </p:nvSpPr>
              <p:spPr>
                <a:xfrm>
                  <a:off x="1776547" y="1456506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4" name="직사각형 233">
                  <a:extLst>
                    <a:ext uri="{FF2B5EF4-FFF2-40B4-BE49-F238E27FC236}">
                      <a16:creationId xmlns:a16="http://schemas.microsoft.com/office/drawing/2014/main" id="{9E4E9973-9C12-8356-1643-F2D07FD8EF61}"/>
                    </a:ext>
                  </a:extLst>
                </p:cNvPr>
                <p:cNvSpPr/>
                <p:nvPr/>
              </p:nvSpPr>
              <p:spPr>
                <a:xfrm>
                  <a:off x="2129247" y="1456509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5" name="직사각형 234">
                  <a:extLst>
                    <a:ext uri="{FF2B5EF4-FFF2-40B4-BE49-F238E27FC236}">
                      <a16:creationId xmlns:a16="http://schemas.microsoft.com/office/drawing/2014/main" id="{F6122EE6-2D82-B884-4D90-8C556386C709}"/>
                    </a:ext>
                  </a:extLst>
                </p:cNvPr>
                <p:cNvSpPr/>
                <p:nvPr/>
              </p:nvSpPr>
              <p:spPr>
                <a:xfrm>
                  <a:off x="2481945" y="1456509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6" name="직사각형 235">
                  <a:extLst>
                    <a:ext uri="{FF2B5EF4-FFF2-40B4-BE49-F238E27FC236}">
                      <a16:creationId xmlns:a16="http://schemas.microsoft.com/office/drawing/2014/main" id="{12F2B109-4886-F8A2-93E6-A92669FAB05F}"/>
                    </a:ext>
                  </a:extLst>
                </p:cNvPr>
                <p:cNvSpPr/>
                <p:nvPr/>
              </p:nvSpPr>
              <p:spPr>
                <a:xfrm>
                  <a:off x="1776549" y="1809207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7" name="직사각형 236">
                  <a:extLst>
                    <a:ext uri="{FF2B5EF4-FFF2-40B4-BE49-F238E27FC236}">
                      <a16:creationId xmlns:a16="http://schemas.microsoft.com/office/drawing/2014/main" id="{2F9AC942-5034-73E0-82E8-7D16487224A1}"/>
                    </a:ext>
                  </a:extLst>
                </p:cNvPr>
                <p:cNvSpPr/>
                <p:nvPr/>
              </p:nvSpPr>
              <p:spPr>
                <a:xfrm>
                  <a:off x="2129247" y="1809207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8" name="직사각형 237">
                  <a:extLst>
                    <a:ext uri="{FF2B5EF4-FFF2-40B4-BE49-F238E27FC236}">
                      <a16:creationId xmlns:a16="http://schemas.microsoft.com/office/drawing/2014/main" id="{2543F0DB-FD9D-656C-4CD7-234B17619313}"/>
                    </a:ext>
                  </a:extLst>
                </p:cNvPr>
                <p:cNvSpPr/>
                <p:nvPr/>
              </p:nvSpPr>
              <p:spPr>
                <a:xfrm>
                  <a:off x="2481945" y="1809207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6F21D4DD-0463-DC23-F0BA-2533F51D5B5E}"/>
                  </a:ext>
                </a:extLst>
              </p:cNvPr>
              <p:cNvSpPr txBox="1"/>
              <p:nvPr/>
            </p:nvSpPr>
            <p:spPr>
              <a:xfrm>
                <a:off x="9667806" y="3222093"/>
                <a:ext cx="692137" cy="369333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r>
                  <a:rPr lang="en-US" altLang="ko-KR" sz="900" dirty="0"/>
                  <a:t>…</a:t>
                </a:r>
                <a:endParaRPr lang="ko-KR" altLang="en-US" sz="900" dirty="0"/>
              </a:p>
            </p:txBody>
          </p:sp>
          <p:grpSp>
            <p:nvGrpSpPr>
              <p:cNvPr id="214" name="그룹 213">
                <a:extLst>
                  <a:ext uri="{FF2B5EF4-FFF2-40B4-BE49-F238E27FC236}">
                    <a16:creationId xmlns:a16="http://schemas.microsoft.com/office/drawing/2014/main" id="{2D171AD5-9360-486C-D569-BE8722DF41EE}"/>
                  </a:ext>
                </a:extLst>
              </p:cNvPr>
              <p:cNvGrpSpPr/>
              <p:nvPr/>
            </p:nvGrpSpPr>
            <p:grpSpPr>
              <a:xfrm>
                <a:off x="9456082" y="4719382"/>
                <a:ext cx="965173" cy="887022"/>
                <a:chOff x="1776549" y="1103811"/>
                <a:chExt cx="1058094" cy="1058094"/>
              </a:xfrm>
            </p:grpSpPr>
            <p:sp>
              <p:nvSpPr>
                <p:cNvPr id="221" name="직사각형 220">
                  <a:extLst>
                    <a:ext uri="{FF2B5EF4-FFF2-40B4-BE49-F238E27FC236}">
                      <a16:creationId xmlns:a16="http://schemas.microsoft.com/office/drawing/2014/main" id="{413104ED-0D7C-0ECA-527E-F85EE55F0564}"/>
                    </a:ext>
                  </a:extLst>
                </p:cNvPr>
                <p:cNvSpPr/>
                <p:nvPr/>
              </p:nvSpPr>
              <p:spPr>
                <a:xfrm>
                  <a:off x="1776549" y="1103811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2" name="직사각형 221">
                  <a:extLst>
                    <a:ext uri="{FF2B5EF4-FFF2-40B4-BE49-F238E27FC236}">
                      <a16:creationId xmlns:a16="http://schemas.microsoft.com/office/drawing/2014/main" id="{0AF285C7-2214-31A1-1652-58D08B0DCA28}"/>
                    </a:ext>
                  </a:extLst>
                </p:cNvPr>
                <p:cNvSpPr/>
                <p:nvPr/>
              </p:nvSpPr>
              <p:spPr>
                <a:xfrm>
                  <a:off x="2129247" y="1103811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3" name="직사각형 222">
                  <a:extLst>
                    <a:ext uri="{FF2B5EF4-FFF2-40B4-BE49-F238E27FC236}">
                      <a16:creationId xmlns:a16="http://schemas.microsoft.com/office/drawing/2014/main" id="{EF907FDA-AECD-6EB4-0D4C-0B4983032ECA}"/>
                    </a:ext>
                  </a:extLst>
                </p:cNvPr>
                <p:cNvSpPr/>
                <p:nvPr/>
              </p:nvSpPr>
              <p:spPr>
                <a:xfrm>
                  <a:off x="2481945" y="1103811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4" name="직사각형 223">
                  <a:extLst>
                    <a:ext uri="{FF2B5EF4-FFF2-40B4-BE49-F238E27FC236}">
                      <a16:creationId xmlns:a16="http://schemas.microsoft.com/office/drawing/2014/main" id="{0B64FA9C-923A-D729-B7B0-42D821DB9964}"/>
                    </a:ext>
                  </a:extLst>
                </p:cNvPr>
                <p:cNvSpPr/>
                <p:nvPr/>
              </p:nvSpPr>
              <p:spPr>
                <a:xfrm>
                  <a:off x="1776549" y="1456509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5" name="직사각형 224">
                  <a:extLst>
                    <a:ext uri="{FF2B5EF4-FFF2-40B4-BE49-F238E27FC236}">
                      <a16:creationId xmlns:a16="http://schemas.microsoft.com/office/drawing/2014/main" id="{08F20FFA-3EAE-B03F-F06A-92F9E284B405}"/>
                    </a:ext>
                  </a:extLst>
                </p:cNvPr>
                <p:cNvSpPr/>
                <p:nvPr/>
              </p:nvSpPr>
              <p:spPr>
                <a:xfrm>
                  <a:off x="2129247" y="1456509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6" name="직사각형 225">
                  <a:extLst>
                    <a:ext uri="{FF2B5EF4-FFF2-40B4-BE49-F238E27FC236}">
                      <a16:creationId xmlns:a16="http://schemas.microsoft.com/office/drawing/2014/main" id="{6F99503C-5613-6A86-AF26-149D42FCBEDD}"/>
                    </a:ext>
                  </a:extLst>
                </p:cNvPr>
                <p:cNvSpPr/>
                <p:nvPr/>
              </p:nvSpPr>
              <p:spPr>
                <a:xfrm>
                  <a:off x="2481945" y="1456509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7" name="직사각형 226">
                  <a:extLst>
                    <a:ext uri="{FF2B5EF4-FFF2-40B4-BE49-F238E27FC236}">
                      <a16:creationId xmlns:a16="http://schemas.microsoft.com/office/drawing/2014/main" id="{A2A794CB-FAAB-F4A4-E13F-425576505782}"/>
                    </a:ext>
                  </a:extLst>
                </p:cNvPr>
                <p:cNvSpPr/>
                <p:nvPr/>
              </p:nvSpPr>
              <p:spPr>
                <a:xfrm>
                  <a:off x="1776549" y="1809207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8" name="직사각형 227">
                  <a:extLst>
                    <a:ext uri="{FF2B5EF4-FFF2-40B4-BE49-F238E27FC236}">
                      <a16:creationId xmlns:a16="http://schemas.microsoft.com/office/drawing/2014/main" id="{0BFE116F-E8A6-44DB-D344-1706EB681BA4}"/>
                    </a:ext>
                  </a:extLst>
                </p:cNvPr>
                <p:cNvSpPr/>
                <p:nvPr/>
              </p:nvSpPr>
              <p:spPr>
                <a:xfrm>
                  <a:off x="2129247" y="1809207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9" name="직사각형 228">
                  <a:extLst>
                    <a:ext uri="{FF2B5EF4-FFF2-40B4-BE49-F238E27FC236}">
                      <a16:creationId xmlns:a16="http://schemas.microsoft.com/office/drawing/2014/main" id="{FE53CCD5-8773-3659-C35F-C59032079B47}"/>
                    </a:ext>
                  </a:extLst>
                </p:cNvPr>
                <p:cNvSpPr/>
                <p:nvPr/>
              </p:nvSpPr>
              <p:spPr>
                <a:xfrm>
                  <a:off x="2481945" y="1809207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</p:grpSp>
          <p:cxnSp>
            <p:nvCxnSpPr>
              <p:cNvPr id="215" name="직선 화살표 연결선 214">
                <a:extLst>
                  <a:ext uri="{FF2B5EF4-FFF2-40B4-BE49-F238E27FC236}">
                    <a16:creationId xmlns:a16="http://schemas.microsoft.com/office/drawing/2014/main" id="{00A29687-AB19-2C64-6EB5-DE813F05B5D5}"/>
                  </a:ext>
                </a:extLst>
              </p:cNvPr>
              <p:cNvCxnSpPr/>
              <p:nvPr/>
            </p:nvCxnSpPr>
            <p:spPr>
              <a:xfrm>
                <a:off x="10762343" y="1024970"/>
                <a:ext cx="0" cy="4679144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6" name="TextBox 215">
                    <a:extLst>
                      <a:ext uri="{FF2B5EF4-FFF2-40B4-BE49-F238E27FC236}">
                        <a16:creationId xmlns:a16="http://schemas.microsoft.com/office/drawing/2014/main" id="{06EB3A13-BC0D-1E63-5AF1-E7DEBA37D1E7}"/>
                      </a:ext>
                    </a:extLst>
                  </p:cNvPr>
                  <p:cNvSpPr txBox="1"/>
                  <p:nvPr/>
                </p:nvSpPr>
                <p:spPr>
                  <a:xfrm>
                    <a:off x="10804872" y="2777042"/>
                    <a:ext cx="627094" cy="37241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p>
                          </m:sSup>
                        </m:oMath>
                      </m:oMathPara>
                    </a14:m>
                    <a:endParaRPr lang="ko-KR" altLang="en-US" dirty="0"/>
                  </a:p>
                </p:txBody>
              </p:sp>
            </mc:Choice>
            <mc:Fallback xmlns="">
              <p:sp>
                <p:nvSpPr>
                  <p:cNvPr id="216" name="TextBox 215">
                    <a:extLst>
                      <a:ext uri="{FF2B5EF4-FFF2-40B4-BE49-F238E27FC236}">
                        <a16:creationId xmlns:a16="http://schemas.microsoft.com/office/drawing/2014/main" id="{06EB3A13-BC0D-1E63-5AF1-E7DEBA37D1E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804872" y="2777042"/>
                    <a:ext cx="627094" cy="372411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r="-27083" b="-100000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55275378-BFC2-3FE8-8CE2-CBD55DABF69A}"/>
                  </a:ext>
                </a:extLst>
              </p:cNvPr>
              <p:cNvSpPr txBox="1"/>
              <p:nvPr/>
            </p:nvSpPr>
            <p:spPr>
              <a:xfrm>
                <a:off x="8287657" y="534984"/>
                <a:ext cx="2075544" cy="4943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900" dirty="0"/>
                  <a:t>index</a:t>
                </a:r>
                <a:endParaRPr lang="ko-KR" altLang="en-US" sz="900" dirty="0"/>
              </a:p>
            </p:txBody>
          </p:sp>
          <p:sp>
            <p:nvSpPr>
              <p:cNvPr id="218" name="TextBox 217">
                <a:extLst>
                  <a:ext uri="{FF2B5EF4-FFF2-40B4-BE49-F238E27FC236}">
                    <a16:creationId xmlns:a16="http://schemas.microsoft.com/office/drawing/2014/main" id="{B52FAA1D-75C8-64A1-D778-BDA9B3A6A7F6}"/>
                  </a:ext>
                </a:extLst>
              </p:cNvPr>
              <p:cNvSpPr txBox="1"/>
              <p:nvPr/>
            </p:nvSpPr>
            <p:spPr>
              <a:xfrm>
                <a:off x="8511746" y="1234547"/>
                <a:ext cx="773793" cy="4943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900" dirty="0"/>
                  <a:t>0</a:t>
                </a:r>
                <a:endParaRPr lang="ko-KR" altLang="en-US" sz="9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9" name="TextBox 218">
                    <a:extLst>
                      <a:ext uri="{FF2B5EF4-FFF2-40B4-BE49-F238E27FC236}">
                        <a16:creationId xmlns:a16="http://schemas.microsoft.com/office/drawing/2014/main" id="{6B43F1A2-5DCC-A3D9-D334-2CF3A73B7068}"/>
                      </a:ext>
                    </a:extLst>
                  </p:cNvPr>
                  <p:cNvSpPr txBox="1"/>
                  <p:nvPr/>
                </p:nvSpPr>
                <p:spPr>
                  <a:xfrm>
                    <a:off x="8021410" y="3852192"/>
                    <a:ext cx="1470790" cy="49781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ko-KR" sz="9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9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ko-KR" sz="9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p>
                          </m:sSup>
                          <m:r>
                            <a:rPr lang="en-US" altLang="ko-KR" sz="9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oMath>
                      </m:oMathPara>
                    </a14:m>
                    <a:endParaRPr lang="ko-KR" altLang="en-US" sz="900" dirty="0"/>
                  </a:p>
                </p:txBody>
              </p:sp>
            </mc:Choice>
            <mc:Fallback xmlns="">
              <p:sp>
                <p:nvSpPr>
                  <p:cNvPr id="219" name="TextBox 218">
                    <a:extLst>
                      <a:ext uri="{FF2B5EF4-FFF2-40B4-BE49-F238E27FC236}">
                        <a16:creationId xmlns:a16="http://schemas.microsoft.com/office/drawing/2014/main" id="{6B43F1A2-5DCC-A3D9-D334-2CF3A73B706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21410" y="3852192"/>
                    <a:ext cx="1470790" cy="49781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0" name="TextBox 219">
                    <a:extLst>
                      <a:ext uri="{FF2B5EF4-FFF2-40B4-BE49-F238E27FC236}">
                        <a16:creationId xmlns:a16="http://schemas.microsoft.com/office/drawing/2014/main" id="{5AA80F6F-EE4B-BF5F-E2D7-046E38DAD147}"/>
                      </a:ext>
                    </a:extLst>
                  </p:cNvPr>
                  <p:cNvSpPr txBox="1"/>
                  <p:nvPr/>
                </p:nvSpPr>
                <p:spPr>
                  <a:xfrm>
                    <a:off x="8443964" y="4941398"/>
                    <a:ext cx="627094" cy="49781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ko-KR" sz="9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9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ko-KR" sz="9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p>
                          </m:sSup>
                        </m:oMath>
                      </m:oMathPara>
                    </a14:m>
                    <a:endParaRPr lang="ko-KR" altLang="en-US" sz="900" dirty="0"/>
                  </a:p>
                </p:txBody>
              </p:sp>
            </mc:Choice>
            <mc:Fallback xmlns="">
              <p:sp>
                <p:nvSpPr>
                  <p:cNvPr id="220" name="TextBox 219">
                    <a:extLst>
                      <a:ext uri="{FF2B5EF4-FFF2-40B4-BE49-F238E27FC236}">
                        <a16:creationId xmlns:a16="http://schemas.microsoft.com/office/drawing/2014/main" id="{5AA80F6F-EE4B-BF5F-E2D7-046E38DAD14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43964" y="4941398"/>
                    <a:ext cx="627094" cy="49781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0CB5D0FE-7CFC-C21F-1E40-94F2EE844450}"/>
                </a:ext>
              </a:extLst>
            </p:cNvPr>
            <p:cNvSpPr txBox="1"/>
            <p:nvPr/>
          </p:nvSpPr>
          <p:spPr>
            <a:xfrm>
              <a:off x="731644" y="4726847"/>
              <a:ext cx="36129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/>
                <a:t>22</a:t>
              </a:r>
              <a:endParaRPr lang="ko-KR" altLang="en-US" sz="900" dirty="0"/>
            </a:p>
          </p:txBody>
        </p:sp>
      </p:grpSp>
      <p:sp>
        <p:nvSpPr>
          <p:cNvPr id="257" name="왼쪽 중괄호 256">
            <a:extLst>
              <a:ext uri="{FF2B5EF4-FFF2-40B4-BE49-F238E27FC236}">
                <a16:creationId xmlns:a16="http://schemas.microsoft.com/office/drawing/2014/main" id="{D921F895-E1AA-A019-6E82-684A53292D73}"/>
              </a:ext>
            </a:extLst>
          </p:cNvPr>
          <p:cNvSpPr/>
          <p:nvPr/>
        </p:nvSpPr>
        <p:spPr>
          <a:xfrm rot="16200000">
            <a:off x="1295696" y="1830046"/>
            <a:ext cx="348426" cy="1931383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8" name="TextBox 257">
                <a:extLst>
                  <a:ext uri="{FF2B5EF4-FFF2-40B4-BE49-F238E27FC236}">
                    <a16:creationId xmlns:a16="http://schemas.microsoft.com/office/drawing/2014/main" id="{46ADD045-24C2-CDBE-B800-55BACC279482}"/>
                  </a:ext>
                </a:extLst>
              </p:cNvPr>
              <p:cNvSpPr txBox="1"/>
              <p:nvPr/>
            </p:nvSpPr>
            <p:spPr>
              <a:xfrm>
                <a:off x="745080" y="2922720"/>
                <a:ext cx="2438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altLang="ko-KR" dirty="0"/>
                  <a:t>(=5) bit per index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258" name="TextBox 257">
                <a:extLst>
                  <a:ext uri="{FF2B5EF4-FFF2-40B4-BE49-F238E27FC236}">
                    <a16:creationId xmlns:a16="http://schemas.microsoft.com/office/drawing/2014/main" id="{46ADD045-24C2-CDBE-B800-55BACC279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080" y="2922720"/>
                <a:ext cx="2438400" cy="369332"/>
              </a:xfrm>
              <a:prstGeom prst="rect">
                <a:avLst/>
              </a:prstGeom>
              <a:blipFill>
                <a:blip r:embed="rId7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9" name="TextBox 258">
            <a:extLst>
              <a:ext uri="{FF2B5EF4-FFF2-40B4-BE49-F238E27FC236}">
                <a16:creationId xmlns:a16="http://schemas.microsoft.com/office/drawing/2014/main" id="{52890EE2-CCD1-4E42-FF2E-B5CFB108BBD4}"/>
              </a:ext>
            </a:extLst>
          </p:cNvPr>
          <p:cNvSpPr txBox="1"/>
          <p:nvPr/>
        </p:nvSpPr>
        <p:spPr>
          <a:xfrm>
            <a:off x="6691082" y="1026391"/>
            <a:ext cx="2104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In Code</a:t>
            </a:r>
            <a:endParaRPr lang="ko-KR" altLang="en-US" b="1" dirty="0"/>
          </a:p>
        </p:txBody>
      </p:sp>
      <p:grpSp>
        <p:nvGrpSpPr>
          <p:cNvPr id="260" name="그룹 259">
            <a:extLst>
              <a:ext uri="{FF2B5EF4-FFF2-40B4-BE49-F238E27FC236}">
                <a16:creationId xmlns:a16="http://schemas.microsoft.com/office/drawing/2014/main" id="{0C8AEC12-1D84-FB55-1103-5122EAA4D537}"/>
              </a:ext>
            </a:extLst>
          </p:cNvPr>
          <p:cNvGrpSpPr/>
          <p:nvPr/>
        </p:nvGrpSpPr>
        <p:grpSpPr>
          <a:xfrm>
            <a:off x="6747898" y="993167"/>
            <a:ext cx="5521181" cy="2745785"/>
            <a:chOff x="964488" y="2972843"/>
            <a:chExt cx="5295523" cy="2633561"/>
          </a:xfrm>
        </p:grpSpPr>
        <p:grpSp>
          <p:nvGrpSpPr>
            <p:cNvPr id="261" name="그룹 260">
              <a:extLst>
                <a:ext uri="{FF2B5EF4-FFF2-40B4-BE49-F238E27FC236}">
                  <a16:creationId xmlns:a16="http://schemas.microsoft.com/office/drawing/2014/main" id="{A56A94CF-D628-96E7-0417-776903262B97}"/>
                </a:ext>
              </a:extLst>
            </p:cNvPr>
            <p:cNvGrpSpPr/>
            <p:nvPr/>
          </p:nvGrpSpPr>
          <p:grpSpPr>
            <a:xfrm>
              <a:off x="964488" y="3694640"/>
              <a:ext cx="1907149" cy="1780873"/>
              <a:chOff x="964488" y="3694640"/>
              <a:chExt cx="1907149" cy="1780873"/>
            </a:xfrm>
          </p:grpSpPr>
          <p:grpSp>
            <p:nvGrpSpPr>
              <p:cNvPr id="308" name="그룹 307">
                <a:extLst>
                  <a:ext uri="{FF2B5EF4-FFF2-40B4-BE49-F238E27FC236}">
                    <a16:creationId xmlns:a16="http://schemas.microsoft.com/office/drawing/2014/main" id="{8EEDB85E-BF98-6BA5-8679-F93192BF0138}"/>
                  </a:ext>
                </a:extLst>
              </p:cNvPr>
              <p:cNvGrpSpPr/>
              <p:nvPr/>
            </p:nvGrpSpPr>
            <p:grpSpPr>
              <a:xfrm>
                <a:off x="1258375" y="3694640"/>
                <a:ext cx="1613262" cy="1482635"/>
                <a:chOff x="1776549" y="1103811"/>
                <a:chExt cx="1058094" cy="1058094"/>
              </a:xfrm>
            </p:grpSpPr>
            <p:sp>
              <p:nvSpPr>
                <p:cNvPr id="339" name="직사각형 338">
                  <a:extLst>
                    <a:ext uri="{FF2B5EF4-FFF2-40B4-BE49-F238E27FC236}">
                      <a16:creationId xmlns:a16="http://schemas.microsoft.com/office/drawing/2014/main" id="{119A8462-EDD9-C3EF-0111-107C09901B45}"/>
                    </a:ext>
                  </a:extLst>
                </p:cNvPr>
                <p:cNvSpPr/>
                <p:nvPr/>
              </p:nvSpPr>
              <p:spPr>
                <a:xfrm>
                  <a:off x="1776549" y="1103811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alpha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+1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40" name="직사각형 339">
                  <a:extLst>
                    <a:ext uri="{FF2B5EF4-FFF2-40B4-BE49-F238E27FC236}">
                      <a16:creationId xmlns:a16="http://schemas.microsoft.com/office/drawing/2014/main" id="{CC5CD2D9-4901-2055-9E46-398D900BA061}"/>
                    </a:ext>
                  </a:extLst>
                </p:cNvPr>
                <p:cNvSpPr/>
                <p:nvPr/>
              </p:nvSpPr>
              <p:spPr>
                <a:xfrm>
                  <a:off x="2129247" y="1103811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alpha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+1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41" name="직사각형 340">
                  <a:extLst>
                    <a:ext uri="{FF2B5EF4-FFF2-40B4-BE49-F238E27FC236}">
                      <a16:creationId xmlns:a16="http://schemas.microsoft.com/office/drawing/2014/main" id="{2CBA3DF8-C2B3-9F95-7AC7-5D7226B16521}"/>
                    </a:ext>
                  </a:extLst>
                </p:cNvPr>
                <p:cNvSpPr/>
                <p:nvPr/>
              </p:nvSpPr>
              <p:spPr>
                <a:xfrm>
                  <a:off x="2481945" y="1103811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  <a:alpha val="8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42" name="직사각형 341">
                  <a:extLst>
                    <a:ext uri="{FF2B5EF4-FFF2-40B4-BE49-F238E27FC236}">
                      <a16:creationId xmlns:a16="http://schemas.microsoft.com/office/drawing/2014/main" id="{E42B80EC-B06F-169C-F899-9EB5240EC2A8}"/>
                    </a:ext>
                  </a:extLst>
                </p:cNvPr>
                <p:cNvSpPr/>
                <p:nvPr/>
              </p:nvSpPr>
              <p:spPr>
                <a:xfrm>
                  <a:off x="1776549" y="1456509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43" name="직사각형 342">
                  <a:extLst>
                    <a:ext uri="{FF2B5EF4-FFF2-40B4-BE49-F238E27FC236}">
                      <a16:creationId xmlns:a16="http://schemas.microsoft.com/office/drawing/2014/main" id="{8C08C9EC-CEAD-324A-F4D3-FEDC55B92398}"/>
                    </a:ext>
                  </a:extLst>
                </p:cNvPr>
                <p:cNvSpPr/>
                <p:nvPr/>
              </p:nvSpPr>
              <p:spPr>
                <a:xfrm>
                  <a:off x="2129247" y="1456509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44" name="직사각형 343">
                  <a:extLst>
                    <a:ext uri="{FF2B5EF4-FFF2-40B4-BE49-F238E27FC236}">
                      <a16:creationId xmlns:a16="http://schemas.microsoft.com/office/drawing/2014/main" id="{B4E41506-352B-37B7-373B-8D15F4011E50}"/>
                    </a:ext>
                  </a:extLst>
                </p:cNvPr>
                <p:cNvSpPr/>
                <p:nvPr/>
              </p:nvSpPr>
              <p:spPr>
                <a:xfrm>
                  <a:off x="2481945" y="1456509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  <a:alpha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45" name="직사각형 344">
                  <a:extLst>
                    <a:ext uri="{FF2B5EF4-FFF2-40B4-BE49-F238E27FC236}">
                      <a16:creationId xmlns:a16="http://schemas.microsoft.com/office/drawing/2014/main" id="{FD63155C-0EEF-B091-F08D-E0EE6DB51104}"/>
                    </a:ext>
                  </a:extLst>
                </p:cNvPr>
                <p:cNvSpPr/>
                <p:nvPr/>
              </p:nvSpPr>
              <p:spPr>
                <a:xfrm>
                  <a:off x="1776549" y="1809207"/>
                  <a:ext cx="352698" cy="352698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+1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46" name="직사각형 345">
                  <a:extLst>
                    <a:ext uri="{FF2B5EF4-FFF2-40B4-BE49-F238E27FC236}">
                      <a16:creationId xmlns:a16="http://schemas.microsoft.com/office/drawing/2014/main" id="{AF065DDC-9FC3-FA8C-D637-3DE0CB6D91CB}"/>
                    </a:ext>
                  </a:extLst>
                </p:cNvPr>
                <p:cNvSpPr/>
                <p:nvPr/>
              </p:nvSpPr>
              <p:spPr>
                <a:xfrm>
                  <a:off x="2129247" y="1809207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47" name="직사각형 346">
                  <a:extLst>
                    <a:ext uri="{FF2B5EF4-FFF2-40B4-BE49-F238E27FC236}">
                      <a16:creationId xmlns:a16="http://schemas.microsoft.com/office/drawing/2014/main" id="{734BEDAA-29F5-69F7-6C4A-45A7A9CB887F}"/>
                    </a:ext>
                  </a:extLst>
                </p:cNvPr>
                <p:cNvSpPr/>
                <p:nvPr/>
              </p:nvSpPr>
              <p:spPr>
                <a:xfrm>
                  <a:off x="2481945" y="1809207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  <a:alpha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09" name="그룹 308">
                <a:extLst>
                  <a:ext uri="{FF2B5EF4-FFF2-40B4-BE49-F238E27FC236}">
                    <a16:creationId xmlns:a16="http://schemas.microsoft.com/office/drawing/2014/main" id="{19C8E120-6931-CB12-4DBC-DEE8864C11EF}"/>
                  </a:ext>
                </a:extLst>
              </p:cNvPr>
              <p:cNvGrpSpPr/>
              <p:nvPr/>
            </p:nvGrpSpPr>
            <p:grpSpPr>
              <a:xfrm>
                <a:off x="1160418" y="3796948"/>
                <a:ext cx="1613262" cy="1482635"/>
                <a:chOff x="1776549" y="1103811"/>
                <a:chExt cx="1058094" cy="1058094"/>
              </a:xfrm>
            </p:grpSpPr>
            <p:sp>
              <p:nvSpPr>
                <p:cNvPr id="330" name="직사각형 329">
                  <a:extLst>
                    <a:ext uri="{FF2B5EF4-FFF2-40B4-BE49-F238E27FC236}">
                      <a16:creationId xmlns:a16="http://schemas.microsoft.com/office/drawing/2014/main" id="{EE5AD40B-6CA5-D427-901E-F1C23FB77880}"/>
                    </a:ext>
                  </a:extLst>
                </p:cNvPr>
                <p:cNvSpPr/>
                <p:nvPr/>
              </p:nvSpPr>
              <p:spPr>
                <a:xfrm>
                  <a:off x="1776549" y="1103811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  <a:alpha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+1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31" name="직사각형 330">
                  <a:extLst>
                    <a:ext uri="{FF2B5EF4-FFF2-40B4-BE49-F238E27FC236}">
                      <a16:creationId xmlns:a16="http://schemas.microsoft.com/office/drawing/2014/main" id="{9F854ED6-F8BB-264D-D630-FA9AF6275D66}"/>
                    </a:ext>
                  </a:extLst>
                </p:cNvPr>
                <p:cNvSpPr/>
                <p:nvPr/>
              </p:nvSpPr>
              <p:spPr>
                <a:xfrm>
                  <a:off x="2129247" y="1103811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  <a:alpha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32" name="직사각형 331">
                  <a:extLst>
                    <a:ext uri="{FF2B5EF4-FFF2-40B4-BE49-F238E27FC236}">
                      <a16:creationId xmlns:a16="http://schemas.microsoft.com/office/drawing/2014/main" id="{DB8ED4D5-AA42-8E5D-7CC9-0B9A49B1E51D}"/>
                    </a:ext>
                  </a:extLst>
                </p:cNvPr>
                <p:cNvSpPr/>
                <p:nvPr/>
              </p:nvSpPr>
              <p:spPr>
                <a:xfrm>
                  <a:off x="2481945" y="1103811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alpha val="8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+1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33" name="직사각형 332">
                  <a:extLst>
                    <a:ext uri="{FF2B5EF4-FFF2-40B4-BE49-F238E27FC236}">
                      <a16:creationId xmlns:a16="http://schemas.microsoft.com/office/drawing/2014/main" id="{94950DB1-00CE-55C0-FDE5-BC3F845FAE9A}"/>
                    </a:ext>
                  </a:extLst>
                </p:cNvPr>
                <p:cNvSpPr/>
                <p:nvPr/>
              </p:nvSpPr>
              <p:spPr>
                <a:xfrm>
                  <a:off x="1776549" y="1456509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34" name="직사각형 333">
                  <a:extLst>
                    <a:ext uri="{FF2B5EF4-FFF2-40B4-BE49-F238E27FC236}">
                      <a16:creationId xmlns:a16="http://schemas.microsoft.com/office/drawing/2014/main" id="{76D12716-2452-734D-579F-B9CA774BC3C1}"/>
                    </a:ext>
                  </a:extLst>
                </p:cNvPr>
                <p:cNvSpPr/>
                <p:nvPr/>
              </p:nvSpPr>
              <p:spPr>
                <a:xfrm>
                  <a:off x="2129247" y="1456509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35" name="직사각형 334">
                  <a:extLst>
                    <a:ext uri="{FF2B5EF4-FFF2-40B4-BE49-F238E27FC236}">
                      <a16:creationId xmlns:a16="http://schemas.microsoft.com/office/drawing/2014/main" id="{6106951D-D5CF-FCF3-3921-E21D7B19AB3A}"/>
                    </a:ext>
                  </a:extLst>
                </p:cNvPr>
                <p:cNvSpPr/>
                <p:nvPr/>
              </p:nvSpPr>
              <p:spPr>
                <a:xfrm>
                  <a:off x="2481945" y="1456509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  <a:alpha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36" name="직사각형 335">
                  <a:extLst>
                    <a:ext uri="{FF2B5EF4-FFF2-40B4-BE49-F238E27FC236}">
                      <a16:creationId xmlns:a16="http://schemas.microsoft.com/office/drawing/2014/main" id="{0C2EE708-8076-8FCA-37ED-556BE639D4C1}"/>
                    </a:ext>
                  </a:extLst>
                </p:cNvPr>
                <p:cNvSpPr/>
                <p:nvPr/>
              </p:nvSpPr>
              <p:spPr>
                <a:xfrm>
                  <a:off x="1776549" y="1809207"/>
                  <a:ext cx="352698" cy="352698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+1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37" name="직사각형 336">
                  <a:extLst>
                    <a:ext uri="{FF2B5EF4-FFF2-40B4-BE49-F238E27FC236}">
                      <a16:creationId xmlns:a16="http://schemas.microsoft.com/office/drawing/2014/main" id="{5ABE819D-22BB-4771-B2CD-4C28341637C7}"/>
                    </a:ext>
                  </a:extLst>
                </p:cNvPr>
                <p:cNvSpPr/>
                <p:nvPr/>
              </p:nvSpPr>
              <p:spPr>
                <a:xfrm>
                  <a:off x="2129247" y="1809207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38" name="직사각형 337">
                  <a:extLst>
                    <a:ext uri="{FF2B5EF4-FFF2-40B4-BE49-F238E27FC236}">
                      <a16:creationId xmlns:a16="http://schemas.microsoft.com/office/drawing/2014/main" id="{F5CBF136-AAE3-BA44-F6B5-E6889D703A74}"/>
                    </a:ext>
                  </a:extLst>
                </p:cNvPr>
                <p:cNvSpPr/>
                <p:nvPr/>
              </p:nvSpPr>
              <p:spPr>
                <a:xfrm>
                  <a:off x="2481945" y="1809207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  <a:alpha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10" name="그룹 309">
                <a:extLst>
                  <a:ext uri="{FF2B5EF4-FFF2-40B4-BE49-F238E27FC236}">
                    <a16:creationId xmlns:a16="http://schemas.microsoft.com/office/drawing/2014/main" id="{C814E383-92AB-ED32-CF31-C91B67338BA2}"/>
                  </a:ext>
                </a:extLst>
              </p:cNvPr>
              <p:cNvGrpSpPr/>
              <p:nvPr/>
            </p:nvGrpSpPr>
            <p:grpSpPr>
              <a:xfrm>
                <a:off x="1062453" y="3888382"/>
                <a:ext cx="1613262" cy="1482635"/>
                <a:chOff x="1776549" y="1103811"/>
                <a:chExt cx="1058094" cy="1058094"/>
              </a:xfrm>
            </p:grpSpPr>
            <p:sp>
              <p:nvSpPr>
                <p:cNvPr id="321" name="직사각형 320">
                  <a:extLst>
                    <a:ext uri="{FF2B5EF4-FFF2-40B4-BE49-F238E27FC236}">
                      <a16:creationId xmlns:a16="http://schemas.microsoft.com/office/drawing/2014/main" id="{E334377F-BA2F-5FDA-C378-9CE9CE54D4CB}"/>
                    </a:ext>
                  </a:extLst>
                </p:cNvPr>
                <p:cNvSpPr/>
                <p:nvPr/>
              </p:nvSpPr>
              <p:spPr>
                <a:xfrm>
                  <a:off x="1776549" y="1103811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alpha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+1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22" name="직사각형 321">
                  <a:extLst>
                    <a:ext uri="{FF2B5EF4-FFF2-40B4-BE49-F238E27FC236}">
                      <a16:creationId xmlns:a16="http://schemas.microsoft.com/office/drawing/2014/main" id="{3DAFB127-2D7E-04B2-F267-9311EEF7ACF0}"/>
                    </a:ext>
                  </a:extLst>
                </p:cNvPr>
                <p:cNvSpPr/>
                <p:nvPr/>
              </p:nvSpPr>
              <p:spPr>
                <a:xfrm>
                  <a:off x="2129247" y="1103811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alpha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23" name="직사각형 322">
                  <a:extLst>
                    <a:ext uri="{FF2B5EF4-FFF2-40B4-BE49-F238E27FC236}">
                      <a16:creationId xmlns:a16="http://schemas.microsoft.com/office/drawing/2014/main" id="{50114CE0-8309-62C4-6747-825BA7BA9D66}"/>
                    </a:ext>
                  </a:extLst>
                </p:cNvPr>
                <p:cNvSpPr/>
                <p:nvPr/>
              </p:nvSpPr>
              <p:spPr>
                <a:xfrm>
                  <a:off x="2481945" y="1103811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alpha val="8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+1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24" name="직사각형 323">
                  <a:extLst>
                    <a:ext uri="{FF2B5EF4-FFF2-40B4-BE49-F238E27FC236}">
                      <a16:creationId xmlns:a16="http://schemas.microsoft.com/office/drawing/2014/main" id="{5936C0BB-FB1D-CDA4-C3DD-F25E20BADF8C}"/>
                    </a:ext>
                  </a:extLst>
                </p:cNvPr>
                <p:cNvSpPr/>
                <p:nvPr/>
              </p:nvSpPr>
              <p:spPr>
                <a:xfrm>
                  <a:off x="1776549" y="1456509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25" name="직사각형 324">
                  <a:extLst>
                    <a:ext uri="{FF2B5EF4-FFF2-40B4-BE49-F238E27FC236}">
                      <a16:creationId xmlns:a16="http://schemas.microsoft.com/office/drawing/2014/main" id="{F79944D6-7744-6E65-4C68-E6F534BD2311}"/>
                    </a:ext>
                  </a:extLst>
                </p:cNvPr>
                <p:cNvSpPr/>
                <p:nvPr/>
              </p:nvSpPr>
              <p:spPr>
                <a:xfrm>
                  <a:off x="2129247" y="1456509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26" name="직사각형 325">
                  <a:extLst>
                    <a:ext uri="{FF2B5EF4-FFF2-40B4-BE49-F238E27FC236}">
                      <a16:creationId xmlns:a16="http://schemas.microsoft.com/office/drawing/2014/main" id="{7F9BA8DD-6831-735A-1591-E7ED335AE96B}"/>
                    </a:ext>
                  </a:extLst>
                </p:cNvPr>
                <p:cNvSpPr/>
                <p:nvPr/>
              </p:nvSpPr>
              <p:spPr>
                <a:xfrm>
                  <a:off x="2481945" y="1456509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alpha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+1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27" name="직사각형 326">
                  <a:extLst>
                    <a:ext uri="{FF2B5EF4-FFF2-40B4-BE49-F238E27FC236}">
                      <a16:creationId xmlns:a16="http://schemas.microsoft.com/office/drawing/2014/main" id="{96A7B13C-F18B-324D-081C-1F9C14EF0DDB}"/>
                    </a:ext>
                  </a:extLst>
                </p:cNvPr>
                <p:cNvSpPr/>
                <p:nvPr/>
              </p:nvSpPr>
              <p:spPr>
                <a:xfrm>
                  <a:off x="1776549" y="1809207"/>
                  <a:ext cx="352698" cy="352698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+1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28" name="직사각형 327">
                  <a:extLst>
                    <a:ext uri="{FF2B5EF4-FFF2-40B4-BE49-F238E27FC236}">
                      <a16:creationId xmlns:a16="http://schemas.microsoft.com/office/drawing/2014/main" id="{41135434-EB97-48D2-6C68-369CD50924B0}"/>
                    </a:ext>
                  </a:extLst>
                </p:cNvPr>
                <p:cNvSpPr/>
                <p:nvPr/>
              </p:nvSpPr>
              <p:spPr>
                <a:xfrm>
                  <a:off x="2129247" y="1809207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29" name="직사각형 328">
                  <a:extLst>
                    <a:ext uri="{FF2B5EF4-FFF2-40B4-BE49-F238E27FC236}">
                      <a16:creationId xmlns:a16="http://schemas.microsoft.com/office/drawing/2014/main" id="{5F1D683A-1CAD-D70D-B6DE-C4A777B53C34}"/>
                    </a:ext>
                  </a:extLst>
                </p:cNvPr>
                <p:cNvSpPr/>
                <p:nvPr/>
              </p:nvSpPr>
              <p:spPr>
                <a:xfrm>
                  <a:off x="2481945" y="1809207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alpha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+1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11" name="그룹 310">
                <a:extLst>
                  <a:ext uri="{FF2B5EF4-FFF2-40B4-BE49-F238E27FC236}">
                    <a16:creationId xmlns:a16="http://schemas.microsoft.com/office/drawing/2014/main" id="{50449739-0E4D-A448-37E8-F90AF9C97E87}"/>
                  </a:ext>
                </a:extLst>
              </p:cNvPr>
              <p:cNvGrpSpPr/>
              <p:nvPr/>
            </p:nvGrpSpPr>
            <p:grpSpPr>
              <a:xfrm>
                <a:off x="964488" y="3992878"/>
                <a:ext cx="1613262" cy="1482635"/>
                <a:chOff x="1776549" y="1103811"/>
                <a:chExt cx="1058094" cy="1058094"/>
              </a:xfrm>
            </p:grpSpPr>
            <p:sp>
              <p:nvSpPr>
                <p:cNvPr id="312" name="직사각형 311">
                  <a:extLst>
                    <a:ext uri="{FF2B5EF4-FFF2-40B4-BE49-F238E27FC236}">
                      <a16:creationId xmlns:a16="http://schemas.microsoft.com/office/drawing/2014/main" id="{E83ECD90-02FE-83D0-65A3-888D0E26C0FD}"/>
                    </a:ext>
                  </a:extLst>
                </p:cNvPr>
                <p:cNvSpPr/>
                <p:nvPr/>
              </p:nvSpPr>
              <p:spPr>
                <a:xfrm>
                  <a:off x="1776549" y="1103811"/>
                  <a:ext cx="352698" cy="352698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+1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13" name="직사각형 312">
                  <a:extLst>
                    <a:ext uri="{FF2B5EF4-FFF2-40B4-BE49-F238E27FC236}">
                      <a16:creationId xmlns:a16="http://schemas.microsoft.com/office/drawing/2014/main" id="{DD0264DB-EFA2-850F-FD93-EAE75020C7B1}"/>
                    </a:ext>
                  </a:extLst>
                </p:cNvPr>
                <p:cNvSpPr/>
                <p:nvPr/>
              </p:nvSpPr>
              <p:spPr>
                <a:xfrm>
                  <a:off x="2129247" y="1103811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14" name="직사각형 313">
                  <a:extLst>
                    <a:ext uri="{FF2B5EF4-FFF2-40B4-BE49-F238E27FC236}">
                      <a16:creationId xmlns:a16="http://schemas.microsoft.com/office/drawing/2014/main" id="{EF3E2F6D-7D7B-E518-759D-07A871C268B9}"/>
                    </a:ext>
                  </a:extLst>
                </p:cNvPr>
                <p:cNvSpPr/>
                <p:nvPr/>
              </p:nvSpPr>
              <p:spPr>
                <a:xfrm>
                  <a:off x="2481945" y="1103811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+1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15" name="직사각형 314">
                  <a:extLst>
                    <a:ext uri="{FF2B5EF4-FFF2-40B4-BE49-F238E27FC236}">
                      <a16:creationId xmlns:a16="http://schemas.microsoft.com/office/drawing/2014/main" id="{B5580105-ED38-A229-E54A-929D9E6BF0C0}"/>
                    </a:ext>
                  </a:extLst>
                </p:cNvPr>
                <p:cNvSpPr/>
                <p:nvPr/>
              </p:nvSpPr>
              <p:spPr>
                <a:xfrm>
                  <a:off x="1776549" y="1456509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+1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16" name="직사각형 315">
                  <a:extLst>
                    <a:ext uri="{FF2B5EF4-FFF2-40B4-BE49-F238E27FC236}">
                      <a16:creationId xmlns:a16="http://schemas.microsoft.com/office/drawing/2014/main" id="{6FFFD82C-425E-B615-CA79-A48CCFAEB744}"/>
                    </a:ext>
                  </a:extLst>
                </p:cNvPr>
                <p:cNvSpPr/>
                <p:nvPr/>
              </p:nvSpPr>
              <p:spPr>
                <a:xfrm>
                  <a:off x="2129247" y="1456509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17" name="직사각형 316">
                  <a:extLst>
                    <a:ext uri="{FF2B5EF4-FFF2-40B4-BE49-F238E27FC236}">
                      <a16:creationId xmlns:a16="http://schemas.microsoft.com/office/drawing/2014/main" id="{182B9537-8747-54D2-4707-D40A22F3AC1D}"/>
                    </a:ext>
                  </a:extLst>
                </p:cNvPr>
                <p:cNvSpPr/>
                <p:nvPr/>
              </p:nvSpPr>
              <p:spPr>
                <a:xfrm>
                  <a:off x="2481945" y="1456509"/>
                  <a:ext cx="352698" cy="352698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+1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18" name="직사각형 317">
                  <a:extLst>
                    <a:ext uri="{FF2B5EF4-FFF2-40B4-BE49-F238E27FC236}">
                      <a16:creationId xmlns:a16="http://schemas.microsoft.com/office/drawing/2014/main" id="{34A7A192-A9E1-59D4-6D79-9D8BB0016AC1}"/>
                    </a:ext>
                  </a:extLst>
                </p:cNvPr>
                <p:cNvSpPr/>
                <p:nvPr/>
              </p:nvSpPr>
              <p:spPr>
                <a:xfrm>
                  <a:off x="1776549" y="1809207"/>
                  <a:ext cx="352698" cy="352698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+1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19" name="직사각형 318">
                  <a:extLst>
                    <a:ext uri="{FF2B5EF4-FFF2-40B4-BE49-F238E27FC236}">
                      <a16:creationId xmlns:a16="http://schemas.microsoft.com/office/drawing/2014/main" id="{7C3B073E-DED9-1ACD-181B-0AFD4B7A236A}"/>
                    </a:ext>
                  </a:extLst>
                </p:cNvPr>
                <p:cNvSpPr/>
                <p:nvPr/>
              </p:nvSpPr>
              <p:spPr>
                <a:xfrm>
                  <a:off x="2129247" y="1809207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20" name="직사각형 319">
                  <a:extLst>
                    <a:ext uri="{FF2B5EF4-FFF2-40B4-BE49-F238E27FC236}">
                      <a16:creationId xmlns:a16="http://schemas.microsoft.com/office/drawing/2014/main" id="{0922B44B-5CD2-97C8-531B-49D906343A58}"/>
                    </a:ext>
                  </a:extLst>
                </p:cNvPr>
                <p:cNvSpPr/>
                <p:nvPr/>
              </p:nvSpPr>
              <p:spPr>
                <a:xfrm>
                  <a:off x="2481945" y="1809207"/>
                  <a:ext cx="352698" cy="352698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+1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262" name="TextBox 261">
              <a:extLst>
                <a:ext uri="{FF2B5EF4-FFF2-40B4-BE49-F238E27FC236}">
                  <a16:creationId xmlns:a16="http://schemas.microsoft.com/office/drawing/2014/main" id="{995F4F20-1B20-4C71-F95D-7E013DB05311}"/>
                </a:ext>
              </a:extLst>
            </p:cNvPr>
            <p:cNvSpPr txBox="1"/>
            <p:nvPr/>
          </p:nvSpPr>
          <p:spPr>
            <a:xfrm>
              <a:off x="2723606" y="4286800"/>
              <a:ext cx="87521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   </a:t>
              </a:r>
              <a:r>
                <a:rPr lang="en-US" altLang="ko-KR" sz="3200" dirty="0"/>
                <a:t>…</a:t>
              </a:r>
              <a:endParaRPr lang="ko-KR" altLang="en-US" sz="3200" dirty="0"/>
            </a:p>
          </p:txBody>
        </p:sp>
        <p:cxnSp>
          <p:nvCxnSpPr>
            <p:cNvPr id="263" name="직선 화살표 연결선 262">
              <a:extLst>
                <a:ext uri="{FF2B5EF4-FFF2-40B4-BE49-F238E27FC236}">
                  <a16:creationId xmlns:a16="http://schemas.microsoft.com/office/drawing/2014/main" id="{2B039135-8368-BDD7-E3C9-512501EB49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97475" y="5181600"/>
              <a:ext cx="330200" cy="346075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4" name="TextBox 263">
                  <a:extLst>
                    <a:ext uri="{FF2B5EF4-FFF2-40B4-BE49-F238E27FC236}">
                      <a16:creationId xmlns:a16="http://schemas.microsoft.com/office/drawing/2014/main" id="{E5E5CFF7-BA71-D81F-4DAF-418D7CEDA8AA}"/>
                    </a:ext>
                  </a:extLst>
                </p:cNvPr>
                <p:cNvSpPr txBox="1"/>
                <p:nvPr/>
              </p:nvSpPr>
              <p:spPr>
                <a:xfrm>
                  <a:off x="5197475" y="5237072"/>
                  <a:ext cx="106253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264" name="TextBox 263">
                  <a:extLst>
                    <a:ext uri="{FF2B5EF4-FFF2-40B4-BE49-F238E27FC236}">
                      <a16:creationId xmlns:a16="http://schemas.microsoft.com/office/drawing/2014/main" id="{E5E5CFF7-BA71-D81F-4DAF-418D7CEDA8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97475" y="5237072"/>
                  <a:ext cx="1062536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5" name="직선 화살표 연결선 264">
              <a:extLst>
                <a:ext uri="{FF2B5EF4-FFF2-40B4-BE49-F238E27FC236}">
                  <a16:creationId xmlns:a16="http://schemas.microsoft.com/office/drawing/2014/main" id="{4ACB61A5-89EC-66B4-3253-23F6C7AD8144}"/>
                </a:ext>
              </a:extLst>
            </p:cNvPr>
            <p:cNvCxnSpPr>
              <a:cxnSpLocks/>
            </p:cNvCxnSpPr>
            <p:nvPr/>
          </p:nvCxnSpPr>
          <p:spPr>
            <a:xfrm>
              <a:off x="964488" y="3429000"/>
              <a:ext cx="4489255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6" name="TextBox 265">
                  <a:extLst>
                    <a:ext uri="{FF2B5EF4-FFF2-40B4-BE49-F238E27FC236}">
                      <a16:creationId xmlns:a16="http://schemas.microsoft.com/office/drawing/2014/main" id="{EEE8D1F1-8AAE-192C-722D-E1655C34CAB1}"/>
                    </a:ext>
                  </a:extLst>
                </p:cNvPr>
                <p:cNvSpPr txBox="1"/>
                <p:nvPr/>
              </p:nvSpPr>
              <p:spPr>
                <a:xfrm>
                  <a:off x="2648947" y="2972843"/>
                  <a:ext cx="106253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266" name="TextBox 265">
                  <a:extLst>
                    <a:ext uri="{FF2B5EF4-FFF2-40B4-BE49-F238E27FC236}">
                      <a16:creationId xmlns:a16="http://schemas.microsoft.com/office/drawing/2014/main" id="{EEE8D1F1-8AAE-192C-722D-E1655C34CA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8947" y="2972843"/>
                  <a:ext cx="1062536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67" name="그룹 266">
              <a:extLst>
                <a:ext uri="{FF2B5EF4-FFF2-40B4-BE49-F238E27FC236}">
                  <a16:creationId xmlns:a16="http://schemas.microsoft.com/office/drawing/2014/main" id="{4D68494F-9A7F-92D6-34A9-A5F76A10E0D5}"/>
                </a:ext>
              </a:extLst>
            </p:cNvPr>
            <p:cNvGrpSpPr/>
            <p:nvPr/>
          </p:nvGrpSpPr>
          <p:grpSpPr>
            <a:xfrm>
              <a:off x="3510216" y="3693875"/>
              <a:ext cx="1907149" cy="1781638"/>
              <a:chOff x="964488" y="3693875"/>
              <a:chExt cx="1907149" cy="1781638"/>
            </a:xfrm>
          </p:grpSpPr>
          <p:grpSp>
            <p:nvGrpSpPr>
              <p:cNvPr id="268" name="그룹 267">
                <a:extLst>
                  <a:ext uri="{FF2B5EF4-FFF2-40B4-BE49-F238E27FC236}">
                    <a16:creationId xmlns:a16="http://schemas.microsoft.com/office/drawing/2014/main" id="{479136CE-218A-6C2D-D162-B6C5786A4BCE}"/>
                  </a:ext>
                </a:extLst>
              </p:cNvPr>
              <p:cNvGrpSpPr/>
              <p:nvPr/>
            </p:nvGrpSpPr>
            <p:grpSpPr>
              <a:xfrm>
                <a:off x="1258375" y="3693875"/>
                <a:ext cx="1613262" cy="1483400"/>
                <a:chOff x="1776549" y="1103265"/>
                <a:chExt cx="1058094" cy="1058640"/>
              </a:xfrm>
            </p:grpSpPr>
            <p:sp>
              <p:nvSpPr>
                <p:cNvPr id="299" name="직사각형 298">
                  <a:extLst>
                    <a:ext uri="{FF2B5EF4-FFF2-40B4-BE49-F238E27FC236}">
                      <a16:creationId xmlns:a16="http://schemas.microsoft.com/office/drawing/2014/main" id="{983BAE13-7A44-F3D1-2E25-BB9C423DEA34}"/>
                    </a:ext>
                  </a:extLst>
                </p:cNvPr>
                <p:cNvSpPr/>
                <p:nvPr/>
              </p:nvSpPr>
              <p:spPr>
                <a:xfrm>
                  <a:off x="1776549" y="1103811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alpha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+1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00" name="직사각형 299">
                  <a:extLst>
                    <a:ext uri="{FF2B5EF4-FFF2-40B4-BE49-F238E27FC236}">
                      <a16:creationId xmlns:a16="http://schemas.microsoft.com/office/drawing/2014/main" id="{C643917A-5059-D20D-3E0C-37676A453530}"/>
                    </a:ext>
                  </a:extLst>
                </p:cNvPr>
                <p:cNvSpPr/>
                <p:nvPr/>
              </p:nvSpPr>
              <p:spPr>
                <a:xfrm>
                  <a:off x="2131603" y="1103265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  <a:alpha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+1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01" name="직사각형 300">
                  <a:extLst>
                    <a:ext uri="{FF2B5EF4-FFF2-40B4-BE49-F238E27FC236}">
                      <a16:creationId xmlns:a16="http://schemas.microsoft.com/office/drawing/2014/main" id="{18B29BDC-62A1-CEAD-6381-BB4748DD5FE7}"/>
                    </a:ext>
                  </a:extLst>
                </p:cNvPr>
                <p:cNvSpPr/>
                <p:nvPr/>
              </p:nvSpPr>
              <p:spPr>
                <a:xfrm>
                  <a:off x="2481945" y="1103811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alpha val="8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02" name="직사각형 301">
                  <a:extLst>
                    <a:ext uri="{FF2B5EF4-FFF2-40B4-BE49-F238E27FC236}">
                      <a16:creationId xmlns:a16="http://schemas.microsoft.com/office/drawing/2014/main" id="{D2364874-F1D7-013F-58B1-18004C4525A7}"/>
                    </a:ext>
                  </a:extLst>
                </p:cNvPr>
                <p:cNvSpPr/>
                <p:nvPr/>
              </p:nvSpPr>
              <p:spPr>
                <a:xfrm>
                  <a:off x="1776549" y="1456509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03" name="직사각형 302">
                  <a:extLst>
                    <a:ext uri="{FF2B5EF4-FFF2-40B4-BE49-F238E27FC236}">
                      <a16:creationId xmlns:a16="http://schemas.microsoft.com/office/drawing/2014/main" id="{D9D36961-2CC2-7B8A-95BD-1FD28FDAB3A5}"/>
                    </a:ext>
                  </a:extLst>
                </p:cNvPr>
                <p:cNvSpPr/>
                <p:nvPr/>
              </p:nvSpPr>
              <p:spPr>
                <a:xfrm>
                  <a:off x="2129247" y="1456509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04" name="직사각형 303">
                  <a:extLst>
                    <a:ext uri="{FF2B5EF4-FFF2-40B4-BE49-F238E27FC236}">
                      <a16:creationId xmlns:a16="http://schemas.microsoft.com/office/drawing/2014/main" id="{677453F8-50EA-183E-8942-82379D60999C}"/>
                    </a:ext>
                  </a:extLst>
                </p:cNvPr>
                <p:cNvSpPr/>
                <p:nvPr/>
              </p:nvSpPr>
              <p:spPr>
                <a:xfrm>
                  <a:off x="2481945" y="1456509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  <a:alpha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05" name="직사각형 304">
                  <a:extLst>
                    <a:ext uri="{FF2B5EF4-FFF2-40B4-BE49-F238E27FC236}">
                      <a16:creationId xmlns:a16="http://schemas.microsoft.com/office/drawing/2014/main" id="{69FA02C3-95C0-A6F3-2AC9-E8756266CA2D}"/>
                    </a:ext>
                  </a:extLst>
                </p:cNvPr>
                <p:cNvSpPr/>
                <p:nvPr/>
              </p:nvSpPr>
              <p:spPr>
                <a:xfrm>
                  <a:off x="1776549" y="1809207"/>
                  <a:ext cx="352698" cy="352698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+1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06" name="직사각형 305">
                  <a:extLst>
                    <a:ext uri="{FF2B5EF4-FFF2-40B4-BE49-F238E27FC236}">
                      <a16:creationId xmlns:a16="http://schemas.microsoft.com/office/drawing/2014/main" id="{2C783DA4-DCBA-C0D7-52D5-F20361317D16}"/>
                    </a:ext>
                  </a:extLst>
                </p:cNvPr>
                <p:cNvSpPr/>
                <p:nvPr/>
              </p:nvSpPr>
              <p:spPr>
                <a:xfrm>
                  <a:off x="2129247" y="1809207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07" name="직사각형 306">
                  <a:extLst>
                    <a:ext uri="{FF2B5EF4-FFF2-40B4-BE49-F238E27FC236}">
                      <a16:creationId xmlns:a16="http://schemas.microsoft.com/office/drawing/2014/main" id="{56B0DCF2-A835-FB9C-3605-59CF448D9FDC}"/>
                    </a:ext>
                  </a:extLst>
                </p:cNvPr>
                <p:cNvSpPr/>
                <p:nvPr/>
              </p:nvSpPr>
              <p:spPr>
                <a:xfrm>
                  <a:off x="2481945" y="1809207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alpha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269" name="그룹 268">
                <a:extLst>
                  <a:ext uri="{FF2B5EF4-FFF2-40B4-BE49-F238E27FC236}">
                    <a16:creationId xmlns:a16="http://schemas.microsoft.com/office/drawing/2014/main" id="{46B09A06-A66C-28E8-F777-590E3660EFBD}"/>
                  </a:ext>
                </a:extLst>
              </p:cNvPr>
              <p:cNvGrpSpPr/>
              <p:nvPr/>
            </p:nvGrpSpPr>
            <p:grpSpPr>
              <a:xfrm>
                <a:off x="1160418" y="3796948"/>
                <a:ext cx="1613262" cy="1482635"/>
                <a:chOff x="1776549" y="1103811"/>
                <a:chExt cx="1058094" cy="1058094"/>
              </a:xfrm>
            </p:grpSpPr>
            <p:sp>
              <p:nvSpPr>
                <p:cNvPr id="290" name="직사각형 289">
                  <a:extLst>
                    <a:ext uri="{FF2B5EF4-FFF2-40B4-BE49-F238E27FC236}">
                      <a16:creationId xmlns:a16="http://schemas.microsoft.com/office/drawing/2014/main" id="{6602F3E9-B149-23B1-AEE9-B6EF3783B09B}"/>
                    </a:ext>
                  </a:extLst>
                </p:cNvPr>
                <p:cNvSpPr/>
                <p:nvPr/>
              </p:nvSpPr>
              <p:spPr>
                <a:xfrm>
                  <a:off x="1776549" y="1103811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alpha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+1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91" name="직사각형 290">
                  <a:extLst>
                    <a:ext uri="{FF2B5EF4-FFF2-40B4-BE49-F238E27FC236}">
                      <a16:creationId xmlns:a16="http://schemas.microsoft.com/office/drawing/2014/main" id="{3183B947-6CAB-EFCD-D5F4-AA944EAD3E3E}"/>
                    </a:ext>
                  </a:extLst>
                </p:cNvPr>
                <p:cNvSpPr/>
                <p:nvPr/>
              </p:nvSpPr>
              <p:spPr>
                <a:xfrm>
                  <a:off x="2129247" y="1103811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  <a:alpha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92" name="직사각형 291">
                  <a:extLst>
                    <a:ext uri="{FF2B5EF4-FFF2-40B4-BE49-F238E27FC236}">
                      <a16:creationId xmlns:a16="http://schemas.microsoft.com/office/drawing/2014/main" id="{529E8747-A39F-4849-9011-AF55358F9740}"/>
                    </a:ext>
                  </a:extLst>
                </p:cNvPr>
                <p:cNvSpPr/>
                <p:nvPr/>
              </p:nvSpPr>
              <p:spPr>
                <a:xfrm>
                  <a:off x="2481945" y="1103811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  <a:alpha val="8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+1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93" name="직사각형 292">
                  <a:extLst>
                    <a:ext uri="{FF2B5EF4-FFF2-40B4-BE49-F238E27FC236}">
                      <a16:creationId xmlns:a16="http://schemas.microsoft.com/office/drawing/2014/main" id="{F571751F-14FE-85B7-66FF-82D6D2268B2F}"/>
                    </a:ext>
                  </a:extLst>
                </p:cNvPr>
                <p:cNvSpPr/>
                <p:nvPr/>
              </p:nvSpPr>
              <p:spPr>
                <a:xfrm>
                  <a:off x="1776549" y="1456509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94" name="직사각형 293">
                  <a:extLst>
                    <a:ext uri="{FF2B5EF4-FFF2-40B4-BE49-F238E27FC236}">
                      <a16:creationId xmlns:a16="http://schemas.microsoft.com/office/drawing/2014/main" id="{45AD1593-CC6E-A7AB-0A79-70A179C04D23}"/>
                    </a:ext>
                  </a:extLst>
                </p:cNvPr>
                <p:cNvSpPr/>
                <p:nvPr/>
              </p:nvSpPr>
              <p:spPr>
                <a:xfrm>
                  <a:off x="2129247" y="1456509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95" name="직사각형 294">
                  <a:extLst>
                    <a:ext uri="{FF2B5EF4-FFF2-40B4-BE49-F238E27FC236}">
                      <a16:creationId xmlns:a16="http://schemas.microsoft.com/office/drawing/2014/main" id="{F133C3EE-671D-E086-83BE-438082BD3FDF}"/>
                    </a:ext>
                  </a:extLst>
                </p:cNvPr>
                <p:cNvSpPr/>
                <p:nvPr/>
              </p:nvSpPr>
              <p:spPr>
                <a:xfrm>
                  <a:off x="2481945" y="1456509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alpha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96" name="직사각형 295">
                  <a:extLst>
                    <a:ext uri="{FF2B5EF4-FFF2-40B4-BE49-F238E27FC236}">
                      <a16:creationId xmlns:a16="http://schemas.microsoft.com/office/drawing/2014/main" id="{7B66BE7D-FADA-4458-7C38-4EDA572337D0}"/>
                    </a:ext>
                  </a:extLst>
                </p:cNvPr>
                <p:cNvSpPr/>
                <p:nvPr/>
              </p:nvSpPr>
              <p:spPr>
                <a:xfrm>
                  <a:off x="1776549" y="1809207"/>
                  <a:ext cx="352698" cy="352698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+1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97" name="직사각형 296">
                  <a:extLst>
                    <a:ext uri="{FF2B5EF4-FFF2-40B4-BE49-F238E27FC236}">
                      <a16:creationId xmlns:a16="http://schemas.microsoft.com/office/drawing/2014/main" id="{6C1981DF-EA47-6403-6FFF-DB9356AA6E17}"/>
                    </a:ext>
                  </a:extLst>
                </p:cNvPr>
                <p:cNvSpPr/>
                <p:nvPr/>
              </p:nvSpPr>
              <p:spPr>
                <a:xfrm>
                  <a:off x="2129247" y="1809207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98" name="직사각형 297">
                  <a:extLst>
                    <a:ext uri="{FF2B5EF4-FFF2-40B4-BE49-F238E27FC236}">
                      <a16:creationId xmlns:a16="http://schemas.microsoft.com/office/drawing/2014/main" id="{AF43AF52-EFA2-A72D-D589-A48919ACCE6B}"/>
                    </a:ext>
                  </a:extLst>
                </p:cNvPr>
                <p:cNvSpPr/>
                <p:nvPr/>
              </p:nvSpPr>
              <p:spPr>
                <a:xfrm>
                  <a:off x="2481945" y="1809207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  <a:alpha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270" name="그룹 269">
                <a:extLst>
                  <a:ext uri="{FF2B5EF4-FFF2-40B4-BE49-F238E27FC236}">
                    <a16:creationId xmlns:a16="http://schemas.microsoft.com/office/drawing/2014/main" id="{71CEAC65-7EC6-6B1B-1E73-9FA9BAADC3ED}"/>
                  </a:ext>
                </a:extLst>
              </p:cNvPr>
              <p:cNvGrpSpPr/>
              <p:nvPr/>
            </p:nvGrpSpPr>
            <p:grpSpPr>
              <a:xfrm>
                <a:off x="1062453" y="3888382"/>
                <a:ext cx="1613262" cy="1482635"/>
                <a:chOff x="1776549" y="1103811"/>
                <a:chExt cx="1058094" cy="1058094"/>
              </a:xfrm>
            </p:grpSpPr>
            <p:sp>
              <p:nvSpPr>
                <p:cNvPr id="281" name="직사각형 280">
                  <a:extLst>
                    <a:ext uri="{FF2B5EF4-FFF2-40B4-BE49-F238E27FC236}">
                      <a16:creationId xmlns:a16="http://schemas.microsoft.com/office/drawing/2014/main" id="{DDB1DB9D-0906-3659-6DB5-08A9C4F9C647}"/>
                    </a:ext>
                  </a:extLst>
                </p:cNvPr>
                <p:cNvSpPr/>
                <p:nvPr/>
              </p:nvSpPr>
              <p:spPr>
                <a:xfrm>
                  <a:off x="1776549" y="1103811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  <a:alpha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+1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2" name="직사각형 281">
                  <a:extLst>
                    <a:ext uri="{FF2B5EF4-FFF2-40B4-BE49-F238E27FC236}">
                      <a16:creationId xmlns:a16="http://schemas.microsoft.com/office/drawing/2014/main" id="{BA55F676-CA92-3DB2-4F71-0080EF8D2ADF}"/>
                    </a:ext>
                  </a:extLst>
                </p:cNvPr>
                <p:cNvSpPr/>
                <p:nvPr/>
              </p:nvSpPr>
              <p:spPr>
                <a:xfrm>
                  <a:off x="2129247" y="1103811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alpha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3" name="직사각형 282">
                  <a:extLst>
                    <a:ext uri="{FF2B5EF4-FFF2-40B4-BE49-F238E27FC236}">
                      <a16:creationId xmlns:a16="http://schemas.microsoft.com/office/drawing/2014/main" id="{0080A263-6348-B969-93FD-209B6CE07931}"/>
                    </a:ext>
                  </a:extLst>
                </p:cNvPr>
                <p:cNvSpPr/>
                <p:nvPr/>
              </p:nvSpPr>
              <p:spPr>
                <a:xfrm>
                  <a:off x="2481945" y="1103811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alpha val="8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+1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4" name="직사각형 283">
                  <a:extLst>
                    <a:ext uri="{FF2B5EF4-FFF2-40B4-BE49-F238E27FC236}">
                      <a16:creationId xmlns:a16="http://schemas.microsoft.com/office/drawing/2014/main" id="{CF728C12-501A-2C41-1E32-2CF7EF424295}"/>
                    </a:ext>
                  </a:extLst>
                </p:cNvPr>
                <p:cNvSpPr/>
                <p:nvPr/>
              </p:nvSpPr>
              <p:spPr>
                <a:xfrm>
                  <a:off x="1776549" y="1456509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5" name="직사각형 284">
                  <a:extLst>
                    <a:ext uri="{FF2B5EF4-FFF2-40B4-BE49-F238E27FC236}">
                      <a16:creationId xmlns:a16="http://schemas.microsoft.com/office/drawing/2014/main" id="{ED9B2887-57C7-0835-4CB9-7EE111FA9F86}"/>
                    </a:ext>
                  </a:extLst>
                </p:cNvPr>
                <p:cNvSpPr/>
                <p:nvPr/>
              </p:nvSpPr>
              <p:spPr>
                <a:xfrm>
                  <a:off x="2129247" y="1456509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6" name="직사각형 285">
                  <a:extLst>
                    <a:ext uri="{FF2B5EF4-FFF2-40B4-BE49-F238E27FC236}">
                      <a16:creationId xmlns:a16="http://schemas.microsoft.com/office/drawing/2014/main" id="{09121894-F1ED-2A50-29E4-4F4B1BC57D30}"/>
                    </a:ext>
                  </a:extLst>
                </p:cNvPr>
                <p:cNvSpPr/>
                <p:nvPr/>
              </p:nvSpPr>
              <p:spPr>
                <a:xfrm>
                  <a:off x="2481945" y="1456509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  <a:alpha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+1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7" name="직사각형 286">
                  <a:extLst>
                    <a:ext uri="{FF2B5EF4-FFF2-40B4-BE49-F238E27FC236}">
                      <a16:creationId xmlns:a16="http://schemas.microsoft.com/office/drawing/2014/main" id="{CC346701-98E6-5C34-4BDF-C3C075CC4BB0}"/>
                    </a:ext>
                  </a:extLst>
                </p:cNvPr>
                <p:cNvSpPr/>
                <p:nvPr/>
              </p:nvSpPr>
              <p:spPr>
                <a:xfrm>
                  <a:off x="1776549" y="1809207"/>
                  <a:ext cx="352698" cy="352698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+1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8" name="직사각형 287">
                  <a:extLst>
                    <a:ext uri="{FF2B5EF4-FFF2-40B4-BE49-F238E27FC236}">
                      <a16:creationId xmlns:a16="http://schemas.microsoft.com/office/drawing/2014/main" id="{74767B15-2051-7CE3-6746-460341F929DD}"/>
                    </a:ext>
                  </a:extLst>
                </p:cNvPr>
                <p:cNvSpPr/>
                <p:nvPr/>
              </p:nvSpPr>
              <p:spPr>
                <a:xfrm>
                  <a:off x="2129247" y="1809207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9" name="직사각형 288">
                  <a:extLst>
                    <a:ext uri="{FF2B5EF4-FFF2-40B4-BE49-F238E27FC236}">
                      <a16:creationId xmlns:a16="http://schemas.microsoft.com/office/drawing/2014/main" id="{FB5ACB4A-BE00-2D08-1E7B-0C09D7DE594F}"/>
                    </a:ext>
                  </a:extLst>
                </p:cNvPr>
                <p:cNvSpPr/>
                <p:nvPr/>
              </p:nvSpPr>
              <p:spPr>
                <a:xfrm>
                  <a:off x="2481945" y="1809207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  <a:alpha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+1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271" name="그룹 270">
                <a:extLst>
                  <a:ext uri="{FF2B5EF4-FFF2-40B4-BE49-F238E27FC236}">
                    <a16:creationId xmlns:a16="http://schemas.microsoft.com/office/drawing/2014/main" id="{DB672D15-33BA-2047-4DE7-2C675FD6C633}"/>
                  </a:ext>
                </a:extLst>
              </p:cNvPr>
              <p:cNvGrpSpPr/>
              <p:nvPr/>
            </p:nvGrpSpPr>
            <p:grpSpPr>
              <a:xfrm>
                <a:off x="964488" y="3992878"/>
                <a:ext cx="1620274" cy="1482635"/>
                <a:chOff x="1776549" y="1103811"/>
                <a:chExt cx="1062693" cy="1058094"/>
              </a:xfrm>
            </p:grpSpPr>
            <p:sp>
              <p:nvSpPr>
                <p:cNvPr id="272" name="직사각형 271">
                  <a:extLst>
                    <a:ext uri="{FF2B5EF4-FFF2-40B4-BE49-F238E27FC236}">
                      <a16:creationId xmlns:a16="http://schemas.microsoft.com/office/drawing/2014/main" id="{50B282C8-CE3B-9F79-609B-0905AAABF42F}"/>
                    </a:ext>
                  </a:extLst>
                </p:cNvPr>
                <p:cNvSpPr/>
                <p:nvPr/>
              </p:nvSpPr>
              <p:spPr>
                <a:xfrm>
                  <a:off x="1776549" y="1103811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+1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3" name="직사각형 272">
                  <a:extLst>
                    <a:ext uri="{FF2B5EF4-FFF2-40B4-BE49-F238E27FC236}">
                      <a16:creationId xmlns:a16="http://schemas.microsoft.com/office/drawing/2014/main" id="{CA004190-77D8-5F43-3EA0-7D649157A0A8}"/>
                    </a:ext>
                  </a:extLst>
                </p:cNvPr>
                <p:cNvSpPr/>
                <p:nvPr/>
              </p:nvSpPr>
              <p:spPr>
                <a:xfrm>
                  <a:off x="2129247" y="1103811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+1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4" name="직사각형 273">
                  <a:extLst>
                    <a:ext uri="{FF2B5EF4-FFF2-40B4-BE49-F238E27FC236}">
                      <a16:creationId xmlns:a16="http://schemas.microsoft.com/office/drawing/2014/main" id="{26998F45-CB5A-450F-098A-9BBB352F6C63}"/>
                    </a:ext>
                  </a:extLst>
                </p:cNvPr>
                <p:cNvSpPr/>
                <p:nvPr/>
              </p:nvSpPr>
              <p:spPr>
                <a:xfrm>
                  <a:off x="2481945" y="1103811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+1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5" name="직사각형 274">
                  <a:extLst>
                    <a:ext uri="{FF2B5EF4-FFF2-40B4-BE49-F238E27FC236}">
                      <a16:creationId xmlns:a16="http://schemas.microsoft.com/office/drawing/2014/main" id="{31B8F699-7B44-D732-3E64-BCB936979799}"/>
                    </a:ext>
                  </a:extLst>
                </p:cNvPr>
                <p:cNvSpPr/>
                <p:nvPr/>
              </p:nvSpPr>
              <p:spPr>
                <a:xfrm>
                  <a:off x="1776549" y="1456509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6" name="직사각형 275">
                  <a:extLst>
                    <a:ext uri="{FF2B5EF4-FFF2-40B4-BE49-F238E27FC236}">
                      <a16:creationId xmlns:a16="http://schemas.microsoft.com/office/drawing/2014/main" id="{0F719106-2808-CE03-6B6B-B4F45C18482F}"/>
                    </a:ext>
                  </a:extLst>
                </p:cNvPr>
                <p:cNvSpPr/>
                <p:nvPr/>
              </p:nvSpPr>
              <p:spPr>
                <a:xfrm>
                  <a:off x="2129247" y="1456509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+1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7" name="직사각형 276">
                  <a:extLst>
                    <a:ext uri="{FF2B5EF4-FFF2-40B4-BE49-F238E27FC236}">
                      <a16:creationId xmlns:a16="http://schemas.microsoft.com/office/drawing/2014/main" id="{BCD9A742-2CF8-5410-54F8-F7CD3F19A174}"/>
                    </a:ext>
                  </a:extLst>
                </p:cNvPr>
                <p:cNvSpPr/>
                <p:nvPr/>
              </p:nvSpPr>
              <p:spPr>
                <a:xfrm>
                  <a:off x="2481945" y="1456509"/>
                  <a:ext cx="352698" cy="352698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+1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8" name="직사각형 277">
                  <a:extLst>
                    <a:ext uri="{FF2B5EF4-FFF2-40B4-BE49-F238E27FC236}">
                      <a16:creationId xmlns:a16="http://schemas.microsoft.com/office/drawing/2014/main" id="{41E9FE0D-E727-C20F-9E59-59166C24802C}"/>
                    </a:ext>
                  </a:extLst>
                </p:cNvPr>
                <p:cNvSpPr/>
                <p:nvPr/>
              </p:nvSpPr>
              <p:spPr>
                <a:xfrm>
                  <a:off x="1776549" y="1809207"/>
                  <a:ext cx="352698" cy="352698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+1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9" name="직사각형 278">
                  <a:extLst>
                    <a:ext uri="{FF2B5EF4-FFF2-40B4-BE49-F238E27FC236}">
                      <a16:creationId xmlns:a16="http://schemas.microsoft.com/office/drawing/2014/main" id="{E7082F5C-AC80-669B-1A35-3E478C586490}"/>
                    </a:ext>
                  </a:extLst>
                </p:cNvPr>
                <p:cNvSpPr/>
                <p:nvPr/>
              </p:nvSpPr>
              <p:spPr>
                <a:xfrm>
                  <a:off x="2129247" y="1809207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+1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0" name="직사각형 279">
                  <a:extLst>
                    <a:ext uri="{FF2B5EF4-FFF2-40B4-BE49-F238E27FC236}">
                      <a16:creationId xmlns:a16="http://schemas.microsoft.com/office/drawing/2014/main" id="{BF85D224-BE7F-510C-DA9C-02F30F3CC98C}"/>
                    </a:ext>
                  </a:extLst>
                </p:cNvPr>
                <p:cNvSpPr/>
                <p:nvPr/>
              </p:nvSpPr>
              <p:spPr>
                <a:xfrm>
                  <a:off x="2481945" y="1809207"/>
                  <a:ext cx="352698" cy="352698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+1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48" name="직사각형 347">
                  <a:extLst>
                    <a:ext uri="{FF2B5EF4-FFF2-40B4-BE49-F238E27FC236}">
                      <a16:creationId xmlns:a16="http://schemas.microsoft.com/office/drawing/2014/main" id="{3236AB1F-0923-42A1-CE6C-53360ED16C3B}"/>
                    </a:ext>
                  </a:extLst>
                </p:cNvPr>
                <p:cNvSpPr/>
                <p:nvPr/>
              </p:nvSpPr>
              <p:spPr>
                <a:xfrm>
                  <a:off x="2133845" y="1457442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49" name="직사각형 348">
                  <a:extLst>
                    <a:ext uri="{FF2B5EF4-FFF2-40B4-BE49-F238E27FC236}">
                      <a16:creationId xmlns:a16="http://schemas.microsoft.com/office/drawing/2014/main" id="{B1F986DB-2830-3A3A-C64C-CD58FFA82263}"/>
                    </a:ext>
                  </a:extLst>
                </p:cNvPr>
                <p:cNvSpPr/>
                <p:nvPr/>
              </p:nvSpPr>
              <p:spPr>
                <a:xfrm>
                  <a:off x="2486544" y="1457442"/>
                  <a:ext cx="352698" cy="35269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p:grp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03" name="TextBox 402">
                <a:extLst>
                  <a:ext uri="{FF2B5EF4-FFF2-40B4-BE49-F238E27FC236}">
                    <a16:creationId xmlns:a16="http://schemas.microsoft.com/office/drawing/2014/main" id="{7A5FCCAE-375A-4D6B-BCE7-54D93B9E08A9}"/>
                  </a:ext>
                </a:extLst>
              </p:cNvPr>
              <p:cNvSpPr txBox="1"/>
              <p:nvPr/>
            </p:nvSpPr>
            <p:spPr>
              <a:xfrm>
                <a:off x="208506" y="5424188"/>
                <a:ext cx="1016287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dirty="0"/>
                  <a:t>각 </a:t>
                </a:r>
                <a:r>
                  <a:rPr lang="en-US" altLang="ko-KR" dirty="0"/>
                  <a:t>Binary kernel</a:t>
                </a:r>
                <a:r>
                  <a:rPr lang="ko-KR" altLang="en-US" dirty="0"/>
                  <a:t>에 </a:t>
                </a:r>
                <a:r>
                  <a:rPr lang="en-US" altLang="ko-KR" dirty="0"/>
                  <a:t>9-bit weight </a:t>
                </a:r>
                <a:r>
                  <a:rPr lang="ko-KR" altLang="en-US" dirty="0"/>
                  <a:t>대신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altLang="ko-KR" dirty="0"/>
                  <a:t>-bit index</a:t>
                </a:r>
                <a:r>
                  <a:rPr lang="ko-KR" altLang="en-US" dirty="0"/>
                  <a:t>가 저장되어 있는지 기대했지만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실제 </a:t>
                </a:r>
                <a:r>
                  <a:rPr lang="en-US" altLang="ko-KR" dirty="0"/>
                  <a:t>code</a:t>
                </a:r>
                <a:r>
                  <a:rPr lang="ko-KR" altLang="en-US" dirty="0"/>
                  <a:t>에서는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ko-KR" altLang="en-US" i="1" smtClean="0">
                            <a:latin typeface="Cambria Math" panose="02040503050406030204" pitchFamily="18" charset="0"/>
                          </a:rPr>
                          <m:t>𝜏</m:t>
                        </m:r>
                      </m:sup>
                    </m:sSup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pattern</a:t>
                </a:r>
                <a:r>
                  <a:rPr lang="ko-KR" altLang="en-US" dirty="0"/>
                  <a:t>를 가진 </a:t>
                </a:r>
                <a:r>
                  <a:rPr lang="en-US" altLang="ko-KR" dirty="0"/>
                  <a:t>9-bit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weight</a:t>
                </a:r>
                <a:r>
                  <a:rPr lang="ko-KR" altLang="en-US" dirty="0"/>
                  <a:t>가 저장</a:t>
                </a:r>
                <a:r>
                  <a:rPr lang="en-US" altLang="ko-KR" dirty="0"/>
                  <a:t>.</a:t>
                </a:r>
                <a:r>
                  <a:rPr lang="ko-KR" altLang="en-US" dirty="0"/>
                  <a:t>  </a:t>
                </a:r>
                <a:r>
                  <a:rPr lang="en-US" altLang="ko-KR" dirty="0"/>
                  <a:t> 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403" name="TextBox 402">
                <a:extLst>
                  <a:ext uri="{FF2B5EF4-FFF2-40B4-BE49-F238E27FC236}">
                    <a16:creationId xmlns:a16="http://schemas.microsoft.com/office/drawing/2014/main" id="{7A5FCCAE-375A-4D6B-BCE7-54D93B9E08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506" y="5424188"/>
                <a:ext cx="10162873" cy="646331"/>
              </a:xfrm>
              <a:prstGeom prst="rect">
                <a:avLst/>
              </a:prstGeom>
              <a:blipFill>
                <a:blip r:embed="rId10"/>
                <a:stretch>
                  <a:fillRect l="-480" t="-5660" b="-1509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40842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A8FBC4-9751-503B-8880-35E08DB6F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Made inference.py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BCDD8B-137D-6F44-E18A-371E4F550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8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6D4DBAC-2ADF-9383-B1B8-94CE26033480}"/>
                  </a:ext>
                </a:extLst>
              </p:cNvPr>
              <p:cNvSpPr txBox="1"/>
              <p:nvPr/>
            </p:nvSpPr>
            <p:spPr>
              <a:xfrm>
                <a:off x="1030514" y="1501326"/>
                <a:ext cx="9521372" cy="42473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altLang="ko-KR" dirty="0"/>
              </a:p>
              <a:p>
                <a:r>
                  <a:rPr lang="ko-KR" altLang="en-US" dirty="0"/>
                  <a:t>비교 대상</a:t>
                </a:r>
                <a:r>
                  <a:rPr lang="en-US" altLang="ko-KR" dirty="0"/>
                  <a:t>:</a:t>
                </a:r>
              </a:p>
              <a:p>
                <a:endParaRPr lang="en-US" altLang="ko-KR" dirty="0"/>
              </a:p>
              <a:p>
                <a:r>
                  <a:rPr lang="en-US" altLang="ko-KR" dirty="0"/>
                  <a:t>1.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𝜏</m:t>
                        </m:r>
                      </m:sup>
                    </m:sSup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pattern</a:t>
                </a:r>
                <a:r>
                  <a:rPr lang="ko-KR" altLang="en-US" dirty="0"/>
                  <a:t>를 가진 </a:t>
                </a:r>
                <a:r>
                  <a:rPr lang="en-US" altLang="ko-KR" dirty="0"/>
                  <a:t>9-bit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weight model</a:t>
                </a:r>
              </a:p>
              <a:p>
                <a:r>
                  <a:rPr lang="en-US" altLang="ko-KR" dirty="0"/>
                  <a:t>2.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altLang="ko-KR" dirty="0"/>
                  <a:t>-bit index</a:t>
                </a:r>
                <a:r>
                  <a:rPr lang="ko-KR" altLang="en-US" dirty="0"/>
                  <a:t>가 저장한</a:t>
                </a:r>
                <a:r>
                  <a:rPr lang="en-US" altLang="ko-KR" dirty="0"/>
                  <a:t> model (inference.py)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dirty="0"/>
              </a:p>
              <a:p>
                <a:endParaRPr lang="en-US" altLang="ko-KR" dirty="0"/>
              </a:p>
              <a:p>
                <a:r>
                  <a:rPr lang="en-US" altLang="ko-KR" dirty="0"/>
                  <a:t>Result (100 samples of Imagenet1K validation) :</a:t>
                </a:r>
              </a:p>
              <a:p>
                <a:endParaRPr lang="en-US" altLang="ko-KR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ko-KR" altLang="en-US" dirty="0"/>
                  <a:t>허용 범위 내 일치 </a:t>
                </a:r>
                <a:r>
                  <a:rPr lang="en-US" altLang="ko-KR" dirty="0"/>
                  <a:t>:100/100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ko-KR" altLang="en-US" dirty="0"/>
                  <a:t>평균 오차 </a:t>
                </a:r>
                <a:r>
                  <a:rPr lang="en-US" altLang="ko-KR" dirty="0"/>
                  <a:t>: 0.13%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ko-KR" altLang="en-US" dirty="0"/>
                  <a:t>허용 범위를 </a:t>
                </a:r>
                <a:r>
                  <a:rPr lang="en-US" altLang="ko-KR" dirty="0"/>
                  <a:t>3% </a:t>
                </a:r>
                <a:r>
                  <a:rPr lang="ko-KR" altLang="en-US" dirty="0"/>
                  <a:t>설정</a:t>
                </a:r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ko-KR" alt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6D4DBAC-2ADF-9383-B1B8-94CE260334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514" y="1501326"/>
                <a:ext cx="9521372" cy="4247317"/>
              </a:xfrm>
              <a:prstGeom prst="rect">
                <a:avLst/>
              </a:prstGeom>
              <a:blipFill>
                <a:blip r:embed="rId2"/>
                <a:stretch>
                  <a:fillRect l="-51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43864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13665</TotalTime>
  <Words>897</Words>
  <Application>Microsoft Office PowerPoint</Application>
  <PresentationFormat>와이드스크린</PresentationFormat>
  <Paragraphs>420</Paragraphs>
  <Slides>8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맑은 고딕</vt:lpstr>
      <vt:lpstr>Arial</vt:lpstr>
      <vt:lpstr>Cambria Math</vt:lpstr>
      <vt:lpstr>Office 테마</vt:lpstr>
      <vt:lpstr>SNN inference  </vt:lpstr>
      <vt:lpstr>CodeBook</vt:lpstr>
      <vt:lpstr>index</vt:lpstr>
      <vt:lpstr>Storing Weight</vt:lpstr>
      <vt:lpstr>Layer specific</vt:lpstr>
      <vt:lpstr>Total operation</vt:lpstr>
      <vt:lpstr>Problem with storing weight</vt:lpstr>
      <vt:lpstr>Made inference.py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konwoo</dc:creator>
  <cp:lastModifiedBy>성현 이</cp:lastModifiedBy>
  <cp:revision>1352</cp:revision>
  <dcterms:created xsi:type="dcterms:W3CDTF">2023-03-06T16:32:37Z</dcterms:created>
  <dcterms:modified xsi:type="dcterms:W3CDTF">2026-03-04T08:47:27Z</dcterms:modified>
</cp:coreProperties>
</file>