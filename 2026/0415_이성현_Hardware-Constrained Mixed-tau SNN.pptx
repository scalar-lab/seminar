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0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현 이" initials="성이" lastIdx="1" clrIdx="0">
    <p:extLst>
      <p:ext uri="{19B8F6BF-5375-455C-9EA6-DF929625EA0E}">
        <p15:presenceInfo xmlns:p15="http://schemas.microsoft.com/office/powerpoint/2012/main" userId="2f0182ffdb5a30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2C62"/>
    <a:srgbClr val="000099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74283" autoAdjust="0"/>
  </p:normalViewPr>
  <p:slideViewPr>
    <p:cSldViewPr snapToGrid="0">
      <p:cViewPr varScale="1">
        <p:scale>
          <a:sx n="114" d="100"/>
          <a:sy n="114" d="100"/>
        </p:scale>
        <p:origin x="247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6-04-14T11:37:25.529" v="9631" actId="20577"/>
      <pc:docMkLst>
        <pc:docMk/>
      </pc:docMkLst>
      <pc:sldChg chg="modSp mod">
        <pc:chgData name="성현 이" userId="2f0182ffdb5a30a3" providerId="LiveId" clId="{96CFCBFF-3B86-4DA3-8BC4-90A0DDDF2BC8}" dt="2026-04-09T06:41:54.978" v="2031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4-09T06:41:54.978" v="2031" actId="20577"/>
          <ac:spMkLst>
            <pc:docMk/>
            <pc:sldMk cId="1460686755" sldId="256"/>
            <ac:spMk id="2" creationId="{AEB04FD9-6A59-4C4E-B0B6-829FC2BFF5E2}"/>
          </ac:spMkLst>
        </pc:spChg>
        <pc:spChg chg="mod">
          <ac:chgData name="성현 이" userId="2f0182ffdb5a30a3" providerId="LiveId" clId="{96CFCBFF-3B86-4DA3-8BC4-90A0DDDF2BC8}" dt="2026-04-09T06:40:05.487" v="1997" actId="20577"/>
          <ac:spMkLst>
            <pc:docMk/>
            <pc:sldMk cId="1460686755" sldId="256"/>
            <ac:spMk id="7" creationId="{770FAEFE-5022-C97B-B627-1644546785A2}"/>
          </ac:spMkLst>
        </pc:spChg>
      </pc:sldChg>
      <pc:sldChg chg="addSp delSp modSp new del mod">
        <pc:chgData name="성현 이" userId="2f0182ffdb5a30a3" providerId="LiveId" clId="{96CFCBFF-3B86-4DA3-8BC4-90A0DDDF2BC8}" dt="2026-04-09T05:51:35.868" v="1945" actId="2696"/>
        <pc:sldMkLst>
          <pc:docMk/>
          <pc:sldMk cId="3312372694" sldId="257"/>
        </pc:sldMkLst>
      </pc:sldChg>
      <pc:sldChg chg="addSp delSp modSp new mod ord modClrScheme chgLayout modNotesTx">
        <pc:chgData name="성현 이" userId="2f0182ffdb5a30a3" providerId="LiveId" clId="{96CFCBFF-3B86-4DA3-8BC4-90A0DDDF2BC8}" dt="2026-04-14T10:51:27.582" v="8369" actId="20577"/>
        <pc:sldMkLst>
          <pc:docMk/>
          <pc:sldMk cId="2105756927" sldId="258"/>
        </pc:sldMkLst>
        <pc:spChg chg="mod ord">
          <ac:chgData name="성현 이" userId="2f0182ffdb5a30a3" providerId="LiveId" clId="{96CFCBFF-3B86-4DA3-8BC4-90A0DDDF2BC8}" dt="2026-04-09T05:39:16.545" v="1474" actId="700"/>
          <ac:spMkLst>
            <pc:docMk/>
            <pc:sldMk cId="2105756927" sldId="258"/>
            <ac:spMk id="2" creationId="{7C8B2DE4-005F-025C-F031-30713E5641E6}"/>
          </ac:spMkLst>
        </pc:spChg>
        <pc:spChg chg="mod ord">
          <ac:chgData name="성현 이" userId="2f0182ffdb5a30a3" providerId="LiveId" clId="{96CFCBFF-3B86-4DA3-8BC4-90A0DDDF2BC8}" dt="2026-04-09T05:39:16.545" v="1474" actId="700"/>
          <ac:spMkLst>
            <pc:docMk/>
            <pc:sldMk cId="2105756927" sldId="258"/>
            <ac:spMk id="4" creationId="{F6AB8A3C-6DA6-4CD7-4D9F-D01FFEE95EB7}"/>
          </ac:spMkLst>
        </pc:spChg>
        <pc:spChg chg="add mod">
          <ac:chgData name="성현 이" userId="2f0182ffdb5a30a3" providerId="LiveId" clId="{96CFCBFF-3B86-4DA3-8BC4-90A0DDDF2BC8}" dt="2026-04-09T05:38:24.155" v="1445"/>
          <ac:spMkLst>
            <pc:docMk/>
            <pc:sldMk cId="2105756927" sldId="258"/>
            <ac:spMk id="5" creationId="{4B81A9F7-331F-C9BA-85BB-79AECFB1BD84}"/>
          </ac:spMkLst>
        </pc:spChg>
        <pc:spChg chg="mod topLvl">
          <ac:chgData name="성현 이" userId="2f0182ffdb5a30a3" providerId="LiveId" clId="{96CFCBFF-3B86-4DA3-8BC4-90A0DDDF2BC8}" dt="2026-04-09T05:40:33.904" v="1497" actId="1076"/>
          <ac:spMkLst>
            <pc:docMk/>
            <pc:sldMk cId="2105756927" sldId="258"/>
            <ac:spMk id="8" creationId="{59263A5A-CF1C-5D06-7671-0CB277BF2A42}"/>
          </ac:spMkLst>
        </pc:spChg>
        <pc:spChg chg="mod topLvl">
          <ac:chgData name="성현 이" userId="2f0182ffdb5a30a3" providerId="LiveId" clId="{96CFCBFF-3B86-4DA3-8BC4-90A0DDDF2BC8}" dt="2026-04-09T05:40:33.904" v="1497" actId="1076"/>
          <ac:spMkLst>
            <pc:docMk/>
            <pc:sldMk cId="2105756927" sldId="258"/>
            <ac:spMk id="10" creationId="{D61E0F66-D55B-1402-CCF0-72CDDD6644EA}"/>
          </ac:spMkLst>
        </pc:spChg>
        <pc:spChg chg="mod topLvl">
          <ac:chgData name="성현 이" userId="2f0182ffdb5a30a3" providerId="LiveId" clId="{96CFCBFF-3B86-4DA3-8BC4-90A0DDDF2BC8}" dt="2026-04-09T05:42:31.402" v="1537" actId="20577"/>
          <ac:spMkLst>
            <pc:docMk/>
            <pc:sldMk cId="2105756927" sldId="258"/>
            <ac:spMk id="11" creationId="{8EA48763-01DE-B15E-51A6-29C50DB25E86}"/>
          </ac:spMkLst>
        </pc:spChg>
        <pc:spChg chg="mod topLvl">
          <ac:chgData name="성현 이" userId="2f0182ffdb5a30a3" providerId="LiveId" clId="{96CFCBFF-3B86-4DA3-8BC4-90A0DDDF2BC8}" dt="2026-04-09T05:42:37.381" v="1541" actId="20577"/>
          <ac:spMkLst>
            <pc:docMk/>
            <pc:sldMk cId="2105756927" sldId="258"/>
            <ac:spMk id="12" creationId="{D30B6671-D09E-3E35-09B1-9B1C861E1622}"/>
          </ac:spMkLst>
        </pc:spChg>
        <pc:spChg chg="mod">
          <ac:chgData name="성현 이" userId="2f0182ffdb5a30a3" providerId="LiveId" clId="{96CFCBFF-3B86-4DA3-8BC4-90A0DDDF2BC8}" dt="2026-04-09T05:42:43.619" v="1543" actId="20577"/>
          <ac:spMkLst>
            <pc:docMk/>
            <pc:sldMk cId="2105756927" sldId="258"/>
            <ac:spMk id="13" creationId="{8E43CFB7-F50F-BD73-625B-772383ACF51A}"/>
          </ac:spMkLst>
        </pc:spChg>
        <pc:spChg chg="mod">
          <ac:chgData name="성현 이" userId="2f0182ffdb5a30a3" providerId="LiveId" clId="{96CFCBFF-3B86-4DA3-8BC4-90A0DDDF2BC8}" dt="2026-04-09T05:42:47.518" v="1545" actId="20577"/>
          <ac:spMkLst>
            <pc:docMk/>
            <pc:sldMk cId="2105756927" sldId="258"/>
            <ac:spMk id="14" creationId="{B8E2C32F-40D8-C81F-4378-1E02E2CC8BBA}"/>
          </ac:spMkLst>
        </pc:spChg>
        <pc:spChg chg="mod">
          <ac:chgData name="성현 이" userId="2f0182ffdb5a30a3" providerId="LiveId" clId="{96CFCBFF-3B86-4DA3-8BC4-90A0DDDF2BC8}" dt="2026-04-09T05:42:09.299" v="1531" actId="20577"/>
          <ac:spMkLst>
            <pc:docMk/>
            <pc:sldMk cId="2105756927" sldId="258"/>
            <ac:spMk id="15" creationId="{0974CA46-7778-CCDB-DF39-B6ADCA282492}"/>
          </ac:spMkLst>
        </pc:spChg>
        <pc:spChg chg="mod">
          <ac:chgData name="성현 이" userId="2f0182ffdb5a30a3" providerId="LiveId" clId="{96CFCBFF-3B86-4DA3-8BC4-90A0DDDF2BC8}" dt="2026-04-09T05:43:03.817" v="1553" actId="20577"/>
          <ac:spMkLst>
            <pc:docMk/>
            <pc:sldMk cId="2105756927" sldId="258"/>
            <ac:spMk id="16" creationId="{93D6180E-8D61-0D00-1A53-C5E80DB46C46}"/>
          </ac:spMkLst>
        </pc:spChg>
        <pc:spChg chg="mod topLvl">
          <ac:chgData name="성현 이" userId="2f0182ffdb5a30a3" providerId="LiveId" clId="{96CFCBFF-3B86-4DA3-8BC4-90A0DDDF2BC8}" dt="2026-04-09T05:43:09.537" v="1557" actId="20577"/>
          <ac:spMkLst>
            <pc:docMk/>
            <pc:sldMk cId="2105756927" sldId="258"/>
            <ac:spMk id="17" creationId="{124127EE-C437-CEFC-61D0-5BDBDE056437}"/>
          </ac:spMkLst>
        </pc:spChg>
        <pc:spChg chg="mod topLvl">
          <ac:chgData name="성현 이" userId="2f0182ffdb5a30a3" providerId="LiveId" clId="{96CFCBFF-3B86-4DA3-8BC4-90A0DDDF2BC8}" dt="2026-04-09T05:43:22.022" v="1564" actId="20577"/>
          <ac:spMkLst>
            <pc:docMk/>
            <pc:sldMk cId="2105756927" sldId="258"/>
            <ac:spMk id="18" creationId="{D817CC4F-B23F-3304-376A-B0B7DFA9ADB5}"/>
          </ac:spMkLst>
        </pc:spChg>
        <pc:spChg chg="mod">
          <ac:chgData name="성현 이" userId="2f0182ffdb5a30a3" providerId="LiveId" clId="{96CFCBFF-3B86-4DA3-8BC4-90A0DDDF2BC8}" dt="2026-04-09T05:43:41.715" v="1574" actId="20577"/>
          <ac:spMkLst>
            <pc:docMk/>
            <pc:sldMk cId="2105756927" sldId="258"/>
            <ac:spMk id="19" creationId="{3A69E307-D257-40AB-BEAC-D26993D0595C}"/>
          </ac:spMkLst>
        </pc:spChg>
        <pc:spChg chg="mod topLvl">
          <ac:chgData name="성현 이" userId="2f0182ffdb5a30a3" providerId="LiveId" clId="{96CFCBFF-3B86-4DA3-8BC4-90A0DDDF2BC8}" dt="2026-04-09T05:43:45.972" v="1576" actId="20577"/>
          <ac:spMkLst>
            <pc:docMk/>
            <pc:sldMk cId="2105756927" sldId="258"/>
            <ac:spMk id="20" creationId="{3EE79BF1-C242-1005-ECDE-0476A034DF6C}"/>
          </ac:spMkLst>
        </pc:spChg>
        <pc:spChg chg="mod topLvl">
          <ac:chgData name="성현 이" userId="2f0182ffdb5a30a3" providerId="LiveId" clId="{96CFCBFF-3B86-4DA3-8BC4-90A0DDDF2BC8}" dt="2026-04-09T05:43:49.870" v="1578" actId="20577"/>
          <ac:spMkLst>
            <pc:docMk/>
            <pc:sldMk cId="2105756927" sldId="258"/>
            <ac:spMk id="21" creationId="{F3000DEA-BBB5-F94B-C079-D8799B66D37B}"/>
          </ac:spMkLst>
        </pc:spChg>
        <pc:spChg chg="mod topLvl">
          <ac:chgData name="성현 이" userId="2f0182ffdb5a30a3" providerId="LiveId" clId="{96CFCBFF-3B86-4DA3-8BC4-90A0DDDF2BC8}" dt="2026-04-09T05:43:55.625" v="1580" actId="20577"/>
          <ac:spMkLst>
            <pc:docMk/>
            <pc:sldMk cId="2105756927" sldId="258"/>
            <ac:spMk id="22" creationId="{17E2E4E3-FEA1-4DEE-E115-5163C3D90925}"/>
          </ac:spMkLst>
        </pc:spChg>
        <pc:spChg chg="mod">
          <ac:chgData name="성현 이" userId="2f0182ffdb5a30a3" providerId="LiveId" clId="{96CFCBFF-3B86-4DA3-8BC4-90A0DDDF2BC8}" dt="2026-04-09T05:39:35.739" v="1481" actId="20577"/>
          <ac:spMkLst>
            <pc:docMk/>
            <pc:sldMk cId="2105756927" sldId="258"/>
            <ac:spMk id="23" creationId="{C91A1DC6-E83D-72C9-CCEA-AEA17D8F8C78}"/>
          </ac:spMkLst>
        </pc:spChg>
        <pc:spChg chg="mod">
          <ac:chgData name="성현 이" userId="2f0182ffdb5a30a3" providerId="LiveId" clId="{96CFCBFF-3B86-4DA3-8BC4-90A0DDDF2BC8}" dt="2026-04-09T05:39:37.883" v="1483" actId="20577"/>
          <ac:spMkLst>
            <pc:docMk/>
            <pc:sldMk cId="2105756927" sldId="258"/>
            <ac:spMk id="24" creationId="{2FB602CA-1F2C-1D47-B0B2-C1686B0070AB}"/>
          </ac:spMkLst>
        </pc:spChg>
        <pc:spChg chg="mod topLvl">
          <ac:chgData name="성현 이" userId="2f0182ffdb5a30a3" providerId="LiveId" clId="{96CFCBFF-3B86-4DA3-8BC4-90A0DDDF2BC8}" dt="2026-04-09T05:40:33.904" v="1497" actId="1076"/>
          <ac:spMkLst>
            <pc:docMk/>
            <pc:sldMk cId="2105756927" sldId="258"/>
            <ac:spMk id="25" creationId="{7EEC9B36-EA6D-0292-8418-F0B72505CE45}"/>
          </ac:spMkLst>
        </pc:spChg>
        <pc:spChg chg="mod">
          <ac:chgData name="성현 이" userId="2f0182ffdb5a30a3" providerId="LiveId" clId="{96CFCBFF-3B86-4DA3-8BC4-90A0DDDF2BC8}" dt="2026-04-09T05:39:42.066" v="1487" actId="20577"/>
          <ac:spMkLst>
            <pc:docMk/>
            <pc:sldMk cId="2105756927" sldId="258"/>
            <ac:spMk id="26" creationId="{8A25C8C7-FA65-FF5A-F152-9D8B4AE3B03C}"/>
          </ac:spMkLst>
        </pc:spChg>
        <pc:spChg chg="add mod">
          <ac:chgData name="성현 이" userId="2f0182ffdb5a30a3" providerId="LiveId" clId="{96CFCBFF-3B86-4DA3-8BC4-90A0DDDF2BC8}" dt="2026-04-09T05:42:50.979" v="1547" actId="20577"/>
          <ac:spMkLst>
            <pc:docMk/>
            <pc:sldMk cId="2105756927" sldId="258"/>
            <ac:spMk id="27" creationId="{BAEECAFA-D99E-DA77-92EB-5E7279FBD423}"/>
          </ac:spMkLst>
        </pc:spChg>
        <pc:spChg chg="add mod">
          <ac:chgData name="성현 이" userId="2f0182ffdb5a30a3" providerId="LiveId" clId="{96CFCBFF-3B86-4DA3-8BC4-90A0DDDF2BC8}" dt="2026-04-09T05:43:30.553" v="1568" actId="20577"/>
          <ac:spMkLst>
            <pc:docMk/>
            <pc:sldMk cId="2105756927" sldId="258"/>
            <ac:spMk id="28" creationId="{2059C940-BEDA-ED28-6502-79A412E5608A}"/>
          </ac:spMkLst>
        </pc:spChg>
        <pc:spChg chg="add mod">
          <ac:chgData name="성현 이" userId="2f0182ffdb5a30a3" providerId="LiveId" clId="{96CFCBFF-3B86-4DA3-8BC4-90A0DDDF2BC8}" dt="2026-04-09T05:43:59.363" v="1582" actId="20577"/>
          <ac:spMkLst>
            <pc:docMk/>
            <pc:sldMk cId="2105756927" sldId="258"/>
            <ac:spMk id="29" creationId="{F7ADAC98-70BC-A8BA-5051-1582B78BF164}"/>
          </ac:spMkLst>
        </pc:spChg>
        <pc:spChg chg="add mod">
          <ac:chgData name="성현 이" userId="2f0182ffdb5a30a3" providerId="LiveId" clId="{96CFCBFF-3B86-4DA3-8BC4-90A0DDDF2BC8}" dt="2026-04-09T05:39:54.856" v="1491" actId="20577"/>
          <ac:spMkLst>
            <pc:docMk/>
            <pc:sldMk cId="2105756927" sldId="258"/>
            <ac:spMk id="30" creationId="{C74E2FCC-8223-BEEA-F3BE-2AF9027DFE2C}"/>
          </ac:spMkLst>
        </pc:spChg>
        <pc:spChg chg="add mod">
          <ac:chgData name="성현 이" userId="2f0182ffdb5a30a3" providerId="LiveId" clId="{96CFCBFF-3B86-4DA3-8BC4-90A0DDDF2BC8}" dt="2026-04-09T05:42:56.512" v="1549" actId="20577"/>
          <ac:spMkLst>
            <pc:docMk/>
            <pc:sldMk cId="2105756927" sldId="258"/>
            <ac:spMk id="36" creationId="{5E43F970-E7FA-3F48-467F-C67CA2EAE71E}"/>
          </ac:spMkLst>
        </pc:spChg>
        <pc:spChg chg="add mod">
          <ac:chgData name="성현 이" userId="2f0182ffdb5a30a3" providerId="LiveId" clId="{96CFCBFF-3B86-4DA3-8BC4-90A0DDDF2BC8}" dt="2026-04-09T05:43:37.185" v="1572" actId="20577"/>
          <ac:spMkLst>
            <pc:docMk/>
            <pc:sldMk cId="2105756927" sldId="258"/>
            <ac:spMk id="37" creationId="{9D33EFA9-9C38-A058-7B3F-636B779585B6}"/>
          </ac:spMkLst>
        </pc:spChg>
        <pc:spChg chg="add mod">
          <ac:chgData name="성현 이" userId="2f0182ffdb5a30a3" providerId="LiveId" clId="{96CFCBFF-3B86-4DA3-8BC4-90A0DDDF2BC8}" dt="2026-04-09T05:44:04.525" v="1584" actId="20577"/>
          <ac:spMkLst>
            <pc:docMk/>
            <pc:sldMk cId="2105756927" sldId="258"/>
            <ac:spMk id="38" creationId="{E2457EF1-B787-1F4B-5CD1-33CB4F4E6EE0}"/>
          </ac:spMkLst>
        </pc:spChg>
        <pc:spChg chg="add mod">
          <ac:chgData name="성현 이" userId="2f0182ffdb5a30a3" providerId="LiveId" clId="{96CFCBFF-3B86-4DA3-8BC4-90A0DDDF2BC8}" dt="2026-04-09T05:40:52.414" v="1501" actId="20577"/>
          <ac:spMkLst>
            <pc:docMk/>
            <pc:sldMk cId="2105756927" sldId="258"/>
            <ac:spMk id="39" creationId="{E30FA373-0254-3986-0CB3-7E3669D361A9}"/>
          </ac:spMkLst>
        </pc:spChg>
        <pc:spChg chg="add mod">
          <ac:chgData name="성현 이" userId="2f0182ffdb5a30a3" providerId="LiveId" clId="{96CFCBFF-3B86-4DA3-8BC4-90A0DDDF2BC8}" dt="2026-04-09T06:01:48.786" v="1988" actId="1076"/>
          <ac:spMkLst>
            <pc:docMk/>
            <pc:sldMk cId="2105756927" sldId="258"/>
            <ac:spMk id="40" creationId="{8EE1593B-A2A7-B5C3-F5F2-B15CDBDBC992}"/>
          </ac:spMkLst>
        </pc:spChg>
        <pc:spChg chg="add mod">
          <ac:chgData name="성현 이" userId="2f0182ffdb5a30a3" providerId="LiveId" clId="{96CFCBFF-3B86-4DA3-8BC4-90A0DDDF2BC8}" dt="2026-04-09T05:44:22.636" v="1587" actId="1076"/>
          <ac:spMkLst>
            <pc:docMk/>
            <pc:sldMk cId="2105756927" sldId="258"/>
            <ac:spMk id="41" creationId="{90A145F4-4B54-3789-AD52-475368E516E2}"/>
          </ac:spMkLst>
        </pc:spChg>
        <pc:spChg chg="add mod">
          <ac:chgData name="성현 이" userId="2f0182ffdb5a30a3" providerId="LiveId" clId="{96CFCBFF-3B86-4DA3-8BC4-90A0DDDF2BC8}" dt="2026-04-09T06:02:07.851" v="1991" actId="1076"/>
          <ac:spMkLst>
            <pc:docMk/>
            <pc:sldMk cId="2105756927" sldId="258"/>
            <ac:spMk id="42" creationId="{85C453D6-2A26-E7FC-ECBE-5B004E9E6E06}"/>
          </ac:spMkLst>
        </pc:spChg>
      </pc:sldChg>
      <pc:sldChg chg="addSp delSp modSp new mod modNotesTx">
        <pc:chgData name="성현 이" userId="2f0182ffdb5a30a3" providerId="LiveId" clId="{96CFCBFF-3B86-4DA3-8BC4-90A0DDDF2BC8}" dt="2026-04-14T10:47:51.317" v="7657" actId="20577"/>
        <pc:sldMkLst>
          <pc:docMk/>
          <pc:sldMk cId="2310273049" sldId="259"/>
        </pc:sldMkLst>
        <pc:spChg chg="mod">
          <ac:chgData name="성현 이" userId="2f0182ffdb5a30a3" providerId="LiveId" clId="{96CFCBFF-3B86-4DA3-8BC4-90A0DDDF2BC8}" dt="2026-04-09T04:01:44.076" v="347" actId="20577"/>
          <ac:spMkLst>
            <pc:docMk/>
            <pc:sldMk cId="2310273049" sldId="259"/>
            <ac:spMk id="2" creationId="{242AE83D-E399-7F21-E99B-BD67CAB740BF}"/>
          </ac:spMkLst>
        </pc:spChg>
        <pc:spChg chg="add mod">
          <ac:chgData name="성현 이" userId="2f0182ffdb5a30a3" providerId="LiveId" clId="{96CFCBFF-3B86-4DA3-8BC4-90A0DDDF2BC8}" dt="2026-04-09T05:07:10.306" v="811" actId="1076"/>
          <ac:spMkLst>
            <pc:docMk/>
            <pc:sldMk cId="2310273049" sldId="259"/>
            <ac:spMk id="5" creationId="{86A9492A-6300-50A9-91FE-3EEC3324723B}"/>
          </ac:spMkLst>
        </pc:spChg>
        <pc:spChg chg="add mod ord">
          <ac:chgData name="성현 이" userId="2f0182ffdb5a30a3" providerId="LiveId" clId="{96CFCBFF-3B86-4DA3-8BC4-90A0DDDF2BC8}" dt="2026-04-09T05:07:14.195" v="813" actId="1076"/>
          <ac:spMkLst>
            <pc:docMk/>
            <pc:sldMk cId="2310273049" sldId="259"/>
            <ac:spMk id="10" creationId="{4AD56B84-1566-0231-0EAB-071DEFC81D85}"/>
          </ac:spMkLst>
        </pc:spChg>
        <pc:picChg chg="add mod">
          <ac:chgData name="성현 이" userId="2f0182ffdb5a30a3" providerId="LiveId" clId="{96CFCBFF-3B86-4DA3-8BC4-90A0DDDF2BC8}" dt="2026-04-09T05:07:15.523" v="814" actId="1076"/>
          <ac:picMkLst>
            <pc:docMk/>
            <pc:sldMk cId="2310273049" sldId="259"/>
            <ac:picMk id="1030" creationId="{1BCE6FE6-25A6-E20D-CFEF-8CB2D8AAD257}"/>
          </ac:picMkLst>
        </pc:picChg>
      </pc:sldChg>
      <pc:sldChg chg="addSp delSp modSp new mod modNotesTx">
        <pc:chgData name="성현 이" userId="2f0182ffdb5a30a3" providerId="LiveId" clId="{96CFCBFF-3B86-4DA3-8BC4-90A0DDDF2BC8}" dt="2026-04-14T11:06:35.514" v="9074" actId="20577"/>
        <pc:sldMkLst>
          <pc:docMk/>
          <pc:sldMk cId="1461993909" sldId="260"/>
        </pc:sldMkLst>
        <pc:spChg chg="mod">
          <ac:chgData name="성현 이" userId="2f0182ffdb5a30a3" providerId="LiveId" clId="{96CFCBFF-3B86-4DA3-8BC4-90A0DDDF2BC8}" dt="2026-04-09T04:29:29.769" v="372" actId="20577"/>
          <ac:spMkLst>
            <pc:docMk/>
            <pc:sldMk cId="1461993909" sldId="260"/>
            <ac:spMk id="2" creationId="{5BAD35BB-AF99-3650-CD8E-7481FB7CA2EA}"/>
          </ac:spMkLst>
        </pc:spChg>
        <pc:spChg chg="add mod">
          <ac:chgData name="성현 이" userId="2f0182ffdb5a30a3" providerId="LiveId" clId="{96CFCBFF-3B86-4DA3-8BC4-90A0DDDF2BC8}" dt="2026-04-09T05:38:46.718" v="1467" actId="20577"/>
          <ac:spMkLst>
            <pc:docMk/>
            <pc:sldMk cId="1461993909" sldId="260"/>
            <ac:spMk id="6" creationId="{748AE75E-A73C-EBEE-4771-D1C3AFF943F8}"/>
          </ac:spMkLst>
        </pc:spChg>
        <pc:spChg chg="add mod">
          <ac:chgData name="성현 이" userId="2f0182ffdb5a30a3" providerId="LiveId" clId="{96CFCBFF-3B86-4DA3-8BC4-90A0DDDF2BC8}" dt="2026-04-09T05:31:28.975" v="1260" actId="20577"/>
          <ac:spMkLst>
            <pc:docMk/>
            <pc:sldMk cId="1461993909" sldId="260"/>
            <ac:spMk id="9" creationId="{C5195A35-ED58-AA23-355A-02812FF1E1AF}"/>
          </ac:spMkLst>
        </pc:spChg>
        <pc:spChg chg="add mod ord">
          <ac:chgData name="성현 이" userId="2f0182ffdb5a30a3" providerId="LiveId" clId="{96CFCBFF-3B86-4DA3-8BC4-90A0DDDF2BC8}" dt="2026-04-09T05:27:46.266" v="1064" actId="1076"/>
          <ac:spMkLst>
            <pc:docMk/>
            <pc:sldMk cId="1461993909" sldId="260"/>
            <ac:spMk id="10" creationId="{A12FEAD6-DC5E-BC05-6DD6-EB39B42C92D2}"/>
          </ac:spMkLst>
        </pc:spChg>
        <pc:spChg chg="add mod">
          <ac:chgData name="성현 이" userId="2f0182ffdb5a30a3" providerId="LiveId" clId="{96CFCBFF-3B86-4DA3-8BC4-90A0DDDF2BC8}" dt="2026-04-09T07:37:39.862" v="2036" actId="20577"/>
          <ac:spMkLst>
            <pc:docMk/>
            <pc:sldMk cId="1461993909" sldId="260"/>
            <ac:spMk id="11" creationId="{F4AEEAC3-6EF0-D9FA-485A-F3618714FC01}"/>
          </ac:spMkLst>
        </pc:spChg>
        <pc:spChg chg="add mod">
          <ac:chgData name="성현 이" userId="2f0182ffdb5a30a3" providerId="LiveId" clId="{96CFCBFF-3B86-4DA3-8BC4-90A0DDDF2BC8}" dt="2026-04-09T05:27:57.665" v="1068" actId="20577"/>
          <ac:spMkLst>
            <pc:docMk/>
            <pc:sldMk cId="1461993909" sldId="260"/>
            <ac:spMk id="13" creationId="{3793314C-108E-C014-0A28-BEE798943C91}"/>
          </ac:spMkLst>
        </pc:spChg>
        <pc:spChg chg="add mod">
          <ac:chgData name="성현 이" userId="2f0182ffdb5a30a3" providerId="LiveId" clId="{96CFCBFF-3B86-4DA3-8BC4-90A0DDDF2BC8}" dt="2026-04-09T05:30:54.078" v="1220"/>
          <ac:spMkLst>
            <pc:docMk/>
            <pc:sldMk cId="1461993909" sldId="260"/>
            <ac:spMk id="14" creationId="{B6A1C3A6-7680-EC95-C8BC-6A599759FA57}"/>
          </ac:spMkLst>
        </pc:spChg>
        <pc:spChg chg="add mod">
          <ac:chgData name="성현 이" userId="2f0182ffdb5a30a3" providerId="LiveId" clId="{96CFCBFF-3B86-4DA3-8BC4-90A0DDDF2BC8}" dt="2026-04-09T05:32:13.162" v="1310" actId="20577"/>
          <ac:spMkLst>
            <pc:docMk/>
            <pc:sldMk cId="1461993909" sldId="260"/>
            <ac:spMk id="16" creationId="{4A6CB8A8-BEC6-7FF9-2716-20C1436F2689}"/>
          </ac:spMkLst>
        </pc:spChg>
        <pc:spChg chg="add mod">
          <ac:chgData name="성현 이" userId="2f0182ffdb5a30a3" providerId="LiveId" clId="{96CFCBFF-3B86-4DA3-8BC4-90A0DDDF2BC8}" dt="2026-04-09T05:31:05.897" v="1225" actId="20577"/>
          <ac:spMkLst>
            <pc:docMk/>
            <pc:sldMk cId="1461993909" sldId="260"/>
            <ac:spMk id="17" creationId="{EFBE5603-75FB-228C-E9C1-684DC622C3C2}"/>
          </ac:spMkLst>
        </pc:spChg>
        <pc:cxnChg chg="add mod">
          <ac:chgData name="성현 이" userId="2f0182ffdb5a30a3" providerId="LiveId" clId="{96CFCBFF-3B86-4DA3-8BC4-90A0DDDF2BC8}" dt="2026-04-09T05:26:38.771" v="1031" actId="13822"/>
          <ac:cxnSpMkLst>
            <pc:docMk/>
            <pc:sldMk cId="1461993909" sldId="260"/>
            <ac:cxnSpMk id="8" creationId="{CDE6FA38-6046-B622-62EA-39CF33CC29D8}"/>
          </ac:cxnSpMkLst>
        </pc:cxnChg>
        <pc:cxnChg chg="add mod">
          <ac:chgData name="성현 이" userId="2f0182ffdb5a30a3" providerId="LiveId" clId="{96CFCBFF-3B86-4DA3-8BC4-90A0DDDF2BC8}" dt="2026-04-09T05:27:55.316" v="1066" actId="1076"/>
          <ac:cxnSpMkLst>
            <pc:docMk/>
            <pc:sldMk cId="1461993909" sldId="260"/>
            <ac:cxnSpMk id="12" creationId="{A8426FDE-DACA-70C7-0569-FD8EBEC2A9B0}"/>
          </ac:cxnSpMkLst>
        </pc:cxnChg>
      </pc:sldChg>
      <pc:sldChg chg="addSp delSp modSp new mod modNotesTx">
        <pc:chgData name="성현 이" userId="2f0182ffdb5a30a3" providerId="LiveId" clId="{96CFCBFF-3B86-4DA3-8BC4-90A0DDDF2BC8}" dt="2026-04-14T10:52:36.047" v="8430" actId="313"/>
        <pc:sldMkLst>
          <pc:docMk/>
          <pc:sldMk cId="3910617214" sldId="261"/>
        </pc:sldMkLst>
        <pc:spChg chg="mod">
          <ac:chgData name="성현 이" userId="2f0182ffdb5a30a3" providerId="LiveId" clId="{96CFCBFF-3B86-4DA3-8BC4-90A0DDDF2BC8}" dt="2026-04-09T05:45:35.424" v="1617" actId="20577"/>
          <ac:spMkLst>
            <pc:docMk/>
            <pc:sldMk cId="3910617214" sldId="261"/>
            <ac:spMk id="2" creationId="{FAEBB77D-B018-9F8E-ED60-7F1A9117EA85}"/>
          </ac:spMkLst>
        </pc:spChg>
        <pc:spChg chg="add mod">
          <ac:chgData name="성현 이" userId="2f0182ffdb5a30a3" providerId="LiveId" clId="{96CFCBFF-3B86-4DA3-8BC4-90A0DDDF2BC8}" dt="2026-04-09T05:46:54.259" v="1632" actId="1076"/>
          <ac:spMkLst>
            <pc:docMk/>
            <pc:sldMk cId="3910617214" sldId="261"/>
            <ac:spMk id="10" creationId="{BD76D04C-97F8-CB50-167F-1ACDCF2F2A60}"/>
          </ac:spMkLst>
        </pc:spChg>
        <pc:spChg chg="add mod">
          <ac:chgData name="성현 이" userId="2f0182ffdb5a30a3" providerId="LiveId" clId="{96CFCBFF-3B86-4DA3-8BC4-90A0DDDF2BC8}" dt="2026-04-09T05:46:54.259" v="1632" actId="1076"/>
          <ac:spMkLst>
            <pc:docMk/>
            <pc:sldMk cId="3910617214" sldId="261"/>
            <ac:spMk id="11" creationId="{C6894B10-5B30-4F2B-9D50-62EB04F29D44}"/>
          </ac:spMkLst>
        </pc:spChg>
        <pc:spChg chg="add mod">
          <ac:chgData name="성현 이" userId="2f0182ffdb5a30a3" providerId="LiveId" clId="{96CFCBFF-3B86-4DA3-8BC4-90A0DDDF2BC8}" dt="2026-04-09T05:46:54.259" v="1632" actId="1076"/>
          <ac:spMkLst>
            <pc:docMk/>
            <pc:sldMk cId="3910617214" sldId="261"/>
            <ac:spMk id="12" creationId="{51E28520-C6AC-A55F-E86C-FC8F34370128}"/>
          </ac:spMkLst>
        </pc:spChg>
        <pc:spChg chg="add mod">
          <ac:chgData name="성현 이" userId="2f0182ffdb5a30a3" providerId="LiveId" clId="{96CFCBFF-3B86-4DA3-8BC4-90A0DDDF2BC8}" dt="2026-04-09T05:46:54.259" v="1632" actId="1076"/>
          <ac:spMkLst>
            <pc:docMk/>
            <pc:sldMk cId="3910617214" sldId="261"/>
            <ac:spMk id="13" creationId="{DFEB381B-1CA3-8D09-995E-44177E911C89}"/>
          </ac:spMkLst>
        </pc:spChg>
        <pc:spChg chg="add mod">
          <ac:chgData name="성현 이" userId="2f0182ffdb5a30a3" providerId="LiveId" clId="{96CFCBFF-3B86-4DA3-8BC4-90A0DDDF2BC8}" dt="2026-04-09T05:59:58.291" v="1975" actId="20577"/>
          <ac:spMkLst>
            <pc:docMk/>
            <pc:sldMk cId="3910617214" sldId="261"/>
            <ac:spMk id="14" creationId="{9859D19F-3B00-19D5-8035-5B27D00973E4}"/>
          </ac:spMkLst>
        </pc:spChg>
      </pc:sldChg>
      <pc:sldChg chg="addSp delSp modSp new mod modNotesTx">
        <pc:chgData name="성현 이" userId="2f0182ffdb5a30a3" providerId="LiveId" clId="{96CFCBFF-3B86-4DA3-8BC4-90A0DDDF2BC8}" dt="2026-04-14T10:55:25.558" v="8454" actId="20577"/>
        <pc:sldMkLst>
          <pc:docMk/>
          <pc:sldMk cId="546834298" sldId="262"/>
        </pc:sldMkLst>
        <pc:spChg chg="mod">
          <ac:chgData name="성현 이" userId="2f0182ffdb5a30a3" providerId="LiveId" clId="{96CFCBFF-3B86-4DA3-8BC4-90A0DDDF2BC8}" dt="2026-04-09T05:50:43.035" v="1831" actId="20577"/>
          <ac:spMkLst>
            <pc:docMk/>
            <pc:sldMk cId="546834298" sldId="262"/>
            <ac:spMk id="2" creationId="{A410B049-DB92-80B3-7C85-E3C4F7FE99F9}"/>
          </ac:spMkLst>
        </pc:spChg>
        <pc:spChg chg="add mod">
          <ac:chgData name="성현 이" userId="2f0182ffdb5a30a3" providerId="LiveId" clId="{96CFCBFF-3B86-4DA3-8BC4-90A0DDDF2BC8}" dt="2026-04-09T06:39:33.008" v="1993" actId="14100"/>
          <ac:spMkLst>
            <pc:docMk/>
            <pc:sldMk cId="546834298" sldId="262"/>
            <ac:spMk id="6" creationId="{E22174F7-6135-0290-A44E-33B15C135A31}"/>
          </ac:spMkLst>
        </pc:spChg>
        <pc:graphicFrameChg chg="add mod modGraphic">
          <ac:chgData name="성현 이" userId="2f0182ffdb5a30a3" providerId="LiveId" clId="{96CFCBFF-3B86-4DA3-8BC4-90A0DDDF2BC8}" dt="2026-04-14T07:22:07.840" v="7127" actId="20577"/>
          <ac:graphicFrameMkLst>
            <pc:docMk/>
            <pc:sldMk cId="546834298" sldId="262"/>
            <ac:graphicFrameMk id="5" creationId="{BF02740F-E453-F4BE-179F-4AFAECA3748A}"/>
          </ac:graphicFrameMkLst>
        </pc:graphicFrameChg>
      </pc:sldChg>
      <pc:sldChg chg="addSp delSp modSp new mod modNotesTx">
        <pc:chgData name="성현 이" userId="2f0182ffdb5a30a3" providerId="LiveId" clId="{96CFCBFF-3B86-4DA3-8BC4-90A0DDDF2BC8}" dt="2026-04-14T11:05:28.401" v="9071" actId="20577"/>
        <pc:sldMkLst>
          <pc:docMk/>
          <pc:sldMk cId="1589264276" sldId="263"/>
        </pc:sldMkLst>
        <pc:spChg chg="mod">
          <ac:chgData name="성현 이" userId="2f0182ffdb5a30a3" providerId="LiveId" clId="{96CFCBFF-3B86-4DA3-8BC4-90A0DDDF2BC8}" dt="2026-04-09T08:06:05.060" v="2643" actId="20577"/>
          <ac:spMkLst>
            <pc:docMk/>
            <pc:sldMk cId="1589264276" sldId="263"/>
            <ac:spMk id="2" creationId="{12A6223F-C892-4C62-6C22-F08C0F12E8AD}"/>
          </ac:spMkLst>
        </pc:spChg>
        <pc:spChg chg="add mod">
          <ac:chgData name="성현 이" userId="2f0182ffdb5a30a3" providerId="LiveId" clId="{96CFCBFF-3B86-4DA3-8BC4-90A0DDDF2BC8}" dt="2026-04-09T10:07:52.868" v="2648" actId="20577"/>
          <ac:spMkLst>
            <pc:docMk/>
            <pc:sldMk cId="1589264276" sldId="263"/>
            <ac:spMk id="6" creationId="{DCC378C1-215B-C75B-5DC9-9B32DBB4C616}"/>
          </ac:spMkLst>
        </pc:spChg>
        <pc:spChg chg="add mod">
          <ac:chgData name="성현 이" userId="2f0182ffdb5a30a3" providerId="LiveId" clId="{96CFCBFF-3B86-4DA3-8BC4-90A0DDDF2BC8}" dt="2026-04-13T10:59:59.231" v="3157" actId="20577"/>
          <ac:spMkLst>
            <pc:docMk/>
            <pc:sldMk cId="1589264276" sldId="263"/>
            <ac:spMk id="7" creationId="{38004EF3-B9E7-71AF-7C83-050A3B9456EC}"/>
          </ac:spMkLst>
        </pc:spChg>
        <pc:spChg chg="add mod">
          <ac:chgData name="성현 이" userId="2f0182ffdb5a30a3" providerId="LiveId" clId="{96CFCBFF-3B86-4DA3-8BC4-90A0DDDF2BC8}" dt="2026-04-13T11:00:11.151" v="3158" actId="1076"/>
          <ac:spMkLst>
            <pc:docMk/>
            <pc:sldMk cId="1589264276" sldId="263"/>
            <ac:spMk id="8" creationId="{AE76C6CE-BB74-E002-47C8-C37E706E06BE}"/>
          </ac:spMkLst>
        </pc:spChg>
        <pc:spChg chg="add mod">
          <ac:chgData name="성현 이" userId="2f0182ffdb5a30a3" providerId="LiveId" clId="{96CFCBFF-3B86-4DA3-8BC4-90A0DDDF2BC8}" dt="2026-04-13T11:05:00.005" v="3198" actId="20577"/>
          <ac:spMkLst>
            <pc:docMk/>
            <pc:sldMk cId="1589264276" sldId="263"/>
            <ac:spMk id="9" creationId="{F2F0162F-2AD1-2877-8072-07B7D2EA6AD7}"/>
          </ac:spMkLst>
        </pc:spChg>
        <pc:spChg chg="add mod">
          <ac:chgData name="성현 이" userId="2f0182ffdb5a30a3" providerId="LiveId" clId="{96CFCBFF-3B86-4DA3-8BC4-90A0DDDF2BC8}" dt="2026-04-13T11:00:14.451" v="3159" actId="1076"/>
          <ac:spMkLst>
            <pc:docMk/>
            <pc:sldMk cId="1589264276" sldId="263"/>
            <ac:spMk id="10" creationId="{C57B5C0E-19A2-AADE-7210-C67C0ED07077}"/>
          </ac:spMkLst>
        </pc:spChg>
        <pc:spChg chg="add mod">
          <ac:chgData name="성현 이" userId="2f0182ffdb5a30a3" providerId="LiveId" clId="{96CFCBFF-3B86-4DA3-8BC4-90A0DDDF2BC8}" dt="2026-04-09T07:55:42.105" v="2238" actId="20577"/>
          <ac:spMkLst>
            <pc:docMk/>
            <pc:sldMk cId="1589264276" sldId="263"/>
            <ac:spMk id="11" creationId="{ECEB7418-8993-B7F2-B0DE-E641391CCF74}"/>
          </ac:spMkLst>
        </pc:spChg>
        <pc:spChg chg="add mod">
          <ac:chgData name="성현 이" userId="2f0182ffdb5a30a3" providerId="LiveId" clId="{96CFCBFF-3B86-4DA3-8BC4-90A0DDDF2BC8}" dt="2026-04-09T07:55:45.795" v="2240" actId="20577"/>
          <ac:spMkLst>
            <pc:docMk/>
            <pc:sldMk cId="1589264276" sldId="263"/>
            <ac:spMk id="12" creationId="{62E5D6ED-73A0-ADEF-075D-9D639574D314}"/>
          </ac:spMkLst>
        </pc:spChg>
        <pc:spChg chg="add mod">
          <ac:chgData name="성현 이" userId="2f0182ffdb5a30a3" providerId="LiveId" clId="{96CFCBFF-3B86-4DA3-8BC4-90A0DDDF2BC8}" dt="2026-04-13T11:00:30.656" v="3163" actId="1076"/>
          <ac:spMkLst>
            <pc:docMk/>
            <pc:sldMk cId="1589264276" sldId="263"/>
            <ac:spMk id="13" creationId="{70F05302-3AA9-1CF7-5402-5324CE7BDF78}"/>
          </ac:spMkLst>
        </pc:spChg>
        <pc:spChg chg="add mod">
          <ac:chgData name="성현 이" userId="2f0182ffdb5a30a3" providerId="LiveId" clId="{96CFCBFF-3B86-4DA3-8BC4-90A0DDDF2BC8}" dt="2026-04-13T11:00:38.526" v="3164" actId="1076"/>
          <ac:spMkLst>
            <pc:docMk/>
            <pc:sldMk cId="1589264276" sldId="263"/>
            <ac:spMk id="14" creationId="{2889D6C0-CA68-18D4-1863-8A0708A47314}"/>
          </ac:spMkLst>
        </pc:spChg>
        <pc:spChg chg="add mod">
          <ac:chgData name="성현 이" userId="2f0182ffdb5a30a3" providerId="LiveId" clId="{96CFCBFF-3B86-4DA3-8BC4-90A0DDDF2BC8}" dt="2026-04-13T11:00:44.176" v="3165" actId="1076"/>
          <ac:spMkLst>
            <pc:docMk/>
            <pc:sldMk cId="1589264276" sldId="263"/>
            <ac:spMk id="15" creationId="{203D331E-CAD4-9A59-7A49-D6F5B3540A91}"/>
          </ac:spMkLst>
        </pc:spChg>
        <pc:spChg chg="add mod">
          <ac:chgData name="성현 이" userId="2f0182ffdb5a30a3" providerId="LiveId" clId="{96CFCBFF-3B86-4DA3-8BC4-90A0DDDF2BC8}" dt="2026-04-13T11:00:48.348" v="3166" actId="1076"/>
          <ac:spMkLst>
            <pc:docMk/>
            <pc:sldMk cId="1589264276" sldId="263"/>
            <ac:spMk id="16" creationId="{3AC94FAE-75B1-A756-FB7F-30CF4A24B22B}"/>
          </ac:spMkLst>
        </pc:spChg>
        <pc:spChg chg="add mod">
          <ac:chgData name="성현 이" userId="2f0182ffdb5a30a3" providerId="LiveId" clId="{96CFCBFF-3B86-4DA3-8BC4-90A0DDDF2BC8}" dt="2026-04-13T11:13:23.275" v="3311" actId="113"/>
          <ac:spMkLst>
            <pc:docMk/>
            <pc:sldMk cId="1589264276" sldId="263"/>
            <ac:spMk id="17" creationId="{B182B79F-850D-D88D-F596-1AD1137CE76F}"/>
          </ac:spMkLst>
        </pc:spChg>
        <pc:spChg chg="add mod">
          <ac:chgData name="성현 이" userId="2f0182ffdb5a30a3" providerId="LiveId" clId="{96CFCBFF-3B86-4DA3-8BC4-90A0DDDF2BC8}" dt="2026-04-13T11:13:10.440" v="3306" actId="20577"/>
          <ac:spMkLst>
            <pc:docMk/>
            <pc:sldMk cId="1589264276" sldId="263"/>
            <ac:spMk id="18" creationId="{E3ABA19A-3726-A59E-B944-93488CE4E25E}"/>
          </ac:spMkLst>
        </pc:spChg>
        <pc:spChg chg="add mod">
          <ac:chgData name="성현 이" userId="2f0182ffdb5a30a3" providerId="LiveId" clId="{96CFCBFF-3B86-4DA3-8BC4-90A0DDDF2BC8}" dt="2026-04-13T11:13:55.672" v="3342" actId="20577"/>
          <ac:spMkLst>
            <pc:docMk/>
            <pc:sldMk cId="1589264276" sldId="263"/>
            <ac:spMk id="19" creationId="{0F5B2508-8046-A470-AF43-1F24F4EC2ED0}"/>
          </ac:spMkLst>
        </pc:spChg>
        <pc:spChg chg="add mod">
          <ac:chgData name="성현 이" userId="2f0182ffdb5a30a3" providerId="LiveId" clId="{96CFCBFF-3B86-4DA3-8BC4-90A0DDDF2BC8}" dt="2026-04-09T08:01:11.330" v="2373" actId="1076"/>
          <ac:spMkLst>
            <pc:docMk/>
            <pc:sldMk cId="1589264276" sldId="263"/>
            <ac:spMk id="20" creationId="{F982AB9D-5793-A716-D051-D25FA3C88855}"/>
          </ac:spMkLst>
        </pc:spChg>
        <pc:spChg chg="add del mod">
          <ac:chgData name="성현 이" userId="2f0182ffdb5a30a3" providerId="LiveId" clId="{96CFCBFF-3B86-4DA3-8BC4-90A0DDDF2BC8}" dt="2026-04-13T11:05:10.642" v="3203" actId="478"/>
          <ac:spMkLst>
            <pc:docMk/>
            <pc:sldMk cId="1589264276" sldId="263"/>
            <ac:spMk id="21" creationId="{A1E02133-CD96-8BA3-7E91-5444C81A8097}"/>
          </ac:spMkLst>
        </pc:spChg>
        <pc:spChg chg="add del mod">
          <ac:chgData name="성현 이" userId="2f0182ffdb5a30a3" providerId="LiveId" clId="{96CFCBFF-3B86-4DA3-8BC4-90A0DDDF2BC8}" dt="2026-04-13T11:06:04.975" v="3216" actId="478"/>
          <ac:spMkLst>
            <pc:docMk/>
            <pc:sldMk cId="1589264276" sldId="263"/>
            <ac:spMk id="22" creationId="{636B607C-E452-BEEB-E731-20D7FBC3EFF2}"/>
          </ac:spMkLst>
        </pc:spChg>
        <pc:spChg chg="add del mod">
          <ac:chgData name="성현 이" userId="2f0182ffdb5a30a3" providerId="LiveId" clId="{96CFCBFF-3B86-4DA3-8BC4-90A0DDDF2BC8}" dt="2026-04-13T11:06:23.716" v="3222" actId="478"/>
          <ac:spMkLst>
            <pc:docMk/>
            <pc:sldMk cId="1589264276" sldId="263"/>
            <ac:spMk id="23" creationId="{5A96D80C-0351-7BF3-22A8-9DA8881AC1CB}"/>
          </ac:spMkLst>
        </pc:spChg>
        <pc:spChg chg="add mod">
          <ac:chgData name="성현 이" userId="2f0182ffdb5a30a3" providerId="LiveId" clId="{96CFCBFF-3B86-4DA3-8BC4-90A0DDDF2BC8}" dt="2026-04-09T08:01:25.150" v="2392" actId="1076"/>
          <ac:spMkLst>
            <pc:docMk/>
            <pc:sldMk cId="1589264276" sldId="263"/>
            <ac:spMk id="24" creationId="{8F92ED72-66A5-7695-A8E4-1F59C448F9AE}"/>
          </ac:spMkLst>
        </pc:spChg>
        <pc:spChg chg="add mod">
          <ac:chgData name="성현 이" userId="2f0182ffdb5a30a3" providerId="LiveId" clId="{96CFCBFF-3B86-4DA3-8BC4-90A0DDDF2BC8}" dt="2026-04-09T08:03:43.692" v="2586" actId="1076"/>
          <ac:spMkLst>
            <pc:docMk/>
            <pc:sldMk cId="1589264276" sldId="263"/>
            <ac:spMk id="25" creationId="{5BECBD53-0133-2898-85E6-CDAB11381657}"/>
          </ac:spMkLst>
        </pc:spChg>
        <pc:spChg chg="add mod">
          <ac:chgData name="성현 이" userId="2f0182ffdb5a30a3" providerId="LiveId" clId="{96CFCBFF-3B86-4DA3-8BC4-90A0DDDF2BC8}" dt="2026-04-09T08:04:07.330" v="2592" actId="208"/>
          <ac:spMkLst>
            <pc:docMk/>
            <pc:sldMk cId="1589264276" sldId="263"/>
            <ac:spMk id="27" creationId="{644D41BE-93F6-41A1-BD5F-A4820FFB542C}"/>
          </ac:spMkLst>
        </pc:spChg>
      </pc:sldChg>
      <pc:sldChg chg="addSp delSp modSp new mod modNotesTx">
        <pc:chgData name="성현 이" userId="2f0182ffdb5a30a3" providerId="LiveId" clId="{96CFCBFF-3B86-4DA3-8BC4-90A0DDDF2BC8}" dt="2026-04-14T11:07:47.927" v="9179" actId="207"/>
        <pc:sldMkLst>
          <pc:docMk/>
          <pc:sldMk cId="2065758024" sldId="264"/>
        </pc:sldMkLst>
        <pc:spChg chg="mod">
          <ac:chgData name="성현 이" userId="2f0182ffdb5a30a3" providerId="LiveId" clId="{96CFCBFF-3B86-4DA3-8BC4-90A0DDDF2BC8}" dt="2026-04-14T04:40:30.195" v="5630" actId="1076"/>
          <ac:spMkLst>
            <pc:docMk/>
            <pc:sldMk cId="2065758024" sldId="264"/>
            <ac:spMk id="2" creationId="{C1C8F06D-285B-0E8C-DB37-6BAFF8162676}"/>
          </ac:spMkLst>
        </pc:spChg>
        <pc:spChg chg="add mod">
          <ac:chgData name="성현 이" userId="2f0182ffdb5a30a3" providerId="LiveId" clId="{96CFCBFF-3B86-4DA3-8BC4-90A0DDDF2BC8}" dt="2026-04-14T04:40:43.335" v="5631" actId="164"/>
          <ac:spMkLst>
            <pc:docMk/>
            <pc:sldMk cId="2065758024" sldId="264"/>
            <ac:spMk id="3" creationId="{7DC072B6-A677-0545-3802-F42F1F4E9CD8}"/>
          </ac:spMkLst>
        </pc:spChg>
        <pc:spChg chg="add del">
          <ac:chgData name="성현 이" userId="2f0182ffdb5a30a3" providerId="LiveId" clId="{96CFCBFF-3B86-4DA3-8BC4-90A0DDDF2BC8}" dt="2026-04-13T08:42:39.385" v="2735" actId="478"/>
          <ac:spMkLst>
            <pc:docMk/>
            <pc:sldMk cId="2065758024" sldId="264"/>
            <ac:spMk id="5" creationId="{8793921A-A8D3-72A4-01F4-CBF3D3451584}"/>
          </ac:spMkLst>
        </pc:spChg>
        <pc:spChg chg="add mod">
          <ac:chgData name="성현 이" userId="2f0182ffdb5a30a3" providerId="LiveId" clId="{96CFCBFF-3B86-4DA3-8BC4-90A0DDDF2BC8}" dt="2026-04-13T09:04:04.444" v="2868" actId="1076"/>
          <ac:spMkLst>
            <pc:docMk/>
            <pc:sldMk cId="2065758024" sldId="264"/>
            <ac:spMk id="6" creationId="{A84E9233-0678-22D3-1439-DA7E9CF0AA91}"/>
          </ac:spMkLst>
        </pc:spChg>
        <pc:spChg chg="add del mod">
          <ac:chgData name="성현 이" userId="2f0182ffdb5a30a3" providerId="LiveId" clId="{96CFCBFF-3B86-4DA3-8BC4-90A0DDDF2BC8}" dt="2026-04-13T09:02:55.209" v="2853" actId="478"/>
          <ac:spMkLst>
            <pc:docMk/>
            <pc:sldMk cId="2065758024" sldId="264"/>
            <ac:spMk id="7" creationId="{483F48B7-717F-0F2D-40B2-D82FD7C2AB30}"/>
          </ac:spMkLst>
        </pc:spChg>
        <pc:spChg chg="add del">
          <ac:chgData name="성현 이" userId="2f0182ffdb5a30a3" providerId="LiveId" clId="{96CFCBFF-3B86-4DA3-8BC4-90A0DDDF2BC8}" dt="2026-04-13T08:43:16.051" v="2758" actId="478"/>
          <ac:spMkLst>
            <pc:docMk/>
            <pc:sldMk cId="2065758024" sldId="264"/>
            <ac:spMk id="8" creationId="{6F197E0C-E574-659A-7A69-587CC92FCBFE}"/>
          </ac:spMkLst>
        </pc:spChg>
        <pc:spChg chg="add mod">
          <ac:chgData name="성현 이" userId="2f0182ffdb5a30a3" providerId="LiveId" clId="{96CFCBFF-3B86-4DA3-8BC4-90A0DDDF2BC8}" dt="2026-04-14T04:40:43.335" v="5631" actId="164"/>
          <ac:spMkLst>
            <pc:docMk/>
            <pc:sldMk cId="2065758024" sldId="264"/>
            <ac:spMk id="9" creationId="{B1CCA722-18D9-203A-72BB-C24EB20C12C3}"/>
          </ac:spMkLst>
        </pc:spChg>
        <pc:spChg chg="add mod">
          <ac:chgData name="성현 이" userId="2f0182ffdb5a30a3" providerId="LiveId" clId="{96CFCBFF-3B86-4DA3-8BC4-90A0DDDF2BC8}" dt="2026-04-13T10:42:57.127" v="2930" actId="20577"/>
          <ac:spMkLst>
            <pc:docMk/>
            <pc:sldMk cId="2065758024" sldId="264"/>
            <ac:spMk id="10" creationId="{1182E1EA-A9E8-9166-2EA1-02E84C45AA44}"/>
          </ac:spMkLst>
        </pc:spChg>
        <pc:spChg chg="add mod">
          <ac:chgData name="성현 이" userId="2f0182ffdb5a30a3" providerId="LiveId" clId="{96CFCBFF-3B86-4DA3-8BC4-90A0DDDF2BC8}" dt="2026-04-14T04:40:43.335" v="5631" actId="164"/>
          <ac:spMkLst>
            <pc:docMk/>
            <pc:sldMk cId="2065758024" sldId="264"/>
            <ac:spMk id="11" creationId="{9F735786-FD7A-8F1F-2DDD-46B084418204}"/>
          </ac:spMkLst>
        </pc:spChg>
        <pc:spChg chg="add mod">
          <ac:chgData name="성현 이" userId="2f0182ffdb5a30a3" providerId="LiveId" clId="{96CFCBFF-3B86-4DA3-8BC4-90A0DDDF2BC8}" dt="2026-04-14T11:07:42.117" v="9178" actId="207"/>
          <ac:spMkLst>
            <pc:docMk/>
            <pc:sldMk cId="2065758024" sldId="264"/>
            <ac:spMk id="12" creationId="{51FD27EF-CFC5-33AF-B3A1-FDE74EDD5EB1}"/>
          </ac:spMkLst>
        </pc:spChg>
        <pc:spChg chg="add mod">
          <ac:chgData name="성현 이" userId="2f0182ffdb5a30a3" providerId="LiveId" clId="{96CFCBFF-3B86-4DA3-8BC4-90A0DDDF2BC8}" dt="2026-04-14T04:40:43.335" v="5631" actId="164"/>
          <ac:spMkLst>
            <pc:docMk/>
            <pc:sldMk cId="2065758024" sldId="264"/>
            <ac:spMk id="13" creationId="{E347EF65-F0E5-8B00-CDBE-E58C89228D0A}"/>
          </ac:spMkLst>
        </pc:spChg>
        <pc:spChg chg="add mod">
          <ac:chgData name="성현 이" userId="2f0182ffdb5a30a3" providerId="LiveId" clId="{96CFCBFF-3B86-4DA3-8BC4-90A0DDDF2BC8}" dt="2026-04-14T04:40:43.335" v="5631" actId="164"/>
          <ac:spMkLst>
            <pc:docMk/>
            <pc:sldMk cId="2065758024" sldId="264"/>
            <ac:spMk id="14" creationId="{63017716-53E0-C8FA-C9D5-5E2C93C3CA96}"/>
          </ac:spMkLst>
        </pc:spChg>
        <pc:spChg chg="add mod">
          <ac:chgData name="성현 이" userId="2f0182ffdb5a30a3" providerId="LiveId" clId="{96CFCBFF-3B86-4DA3-8BC4-90A0DDDF2BC8}" dt="2026-04-14T04:40:43.335" v="5631" actId="164"/>
          <ac:spMkLst>
            <pc:docMk/>
            <pc:sldMk cId="2065758024" sldId="264"/>
            <ac:spMk id="15" creationId="{E5E7DB5E-7B00-6F0A-6C8C-E786D302B20E}"/>
          </ac:spMkLst>
        </pc:spChg>
        <pc:spChg chg="add mod">
          <ac:chgData name="성현 이" userId="2f0182ffdb5a30a3" providerId="LiveId" clId="{96CFCBFF-3B86-4DA3-8BC4-90A0DDDF2BC8}" dt="2026-04-13T10:43:31.670" v="2964" actId="20577"/>
          <ac:spMkLst>
            <pc:docMk/>
            <pc:sldMk cId="2065758024" sldId="264"/>
            <ac:spMk id="16" creationId="{1733E052-7563-DD8E-8347-8C5E7D91E6F7}"/>
          </ac:spMkLst>
        </pc:spChg>
        <pc:spChg chg="add mod">
          <ac:chgData name="성현 이" userId="2f0182ffdb5a30a3" providerId="LiveId" clId="{96CFCBFF-3B86-4DA3-8BC4-90A0DDDF2BC8}" dt="2026-04-13T10:43:35.911" v="2972" actId="20577"/>
          <ac:spMkLst>
            <pc:docMk/>
            <pc:sldMk cId="2065758024" sldId="264"/>
            <ac:spMk id="17" creationId="{CA210BED-6EC5-0B34-2161-CBA29795FEC4}"/>
          </ac:spMkLst>
        </pc:spChg>
        <pc:spChg chg="add mod">
          <ac:chgData name="성현 이" userId="2f0182ffdb5a30a3" providerId="LiveId" clId="{96CFCBFF-3B86-4DA3-8BC4-90A0DDDF2BC8}" dt="2026-04-14T04:40:43.335" v="5631" actId="164"/>
          <ac:spMkLst>
            <pc:docMk/>
            <pc:sldMk cId="2065758024" sldId="264"/>
            <ac:spMk id="18" creationId="{11097FC4-8078-57D6-23D7-9A3373A08322}"/>
          </ac:spMkLst>
        </pc:spChg>
        <pc:spChg chg="add mod">
          <ac:chgData name="성현 이" userId="2f0182ffdb5a30a3" providerId="LiveId" clId="{96CFCBFF-3B86-4DA3-8BC4-90A0DDDF2BC8}" dt="2026-04-13T09:04:49.679" v="2877" actId="20577"/>
          <ac:spMkLst>
            <pc:docMk/>
            <pc:sldMk cId="2065758024" sldId="264"/>
            <ac:spMk id="19" creationId="{9025E4C3-5CC9-6D62-0CCE-715273DECB40}"/>
          </ac:spMkLst>
        </pc:spChg>
        <pc:spChg chg="add mod">
          <ac:chgData name="성현 이" userId="2f0182ffdb5a30a3" providerId="LiveId" clId="{96CFCBFF-3B86-4DA3-8BC4-90A0DDDF2BC8}" dt="2026-04-14T04:40:43.335" v="5631" actId="164"/>
          <ac:spMkLst>
            <pc:docMk/>
            <pc:sldMk cId="2065758024" sldId="264"/>
            <ac:spMk id="20" creationId="{2D0372A3-BA76-7F9A-B21E-E4DF7DE187F4}"/>
          </ac:spMkLst>
        </pc:spChg>
        <pc:spChg chg="add mod">
          <ac:chgData name="성현 이" userId="2f0182ffdb5a30a3" providerId="LiveId" clId="{96CFCBFF-3B86-4DA3-8BC4-90A0DDDF2BC8}" dt="2026-04-14T04:40:43.335" v="5631" actId="164"/>
          <ac:spMkLst>
            <pc:docMk/>
            <pc:sldMk cId="2065758024" sldId="264"/>
            <ac:spMk id="21" creationId="{7F422E45-6B66-BD3F-C17C-B47F7397AB88}"/>
          </ac:spMkLst>
        </pc:spChg>
        <pc:spChg chg="add mod">
          <ac:chgData name="성현 이" userId="2f0182ffdb5a30a3" providerId="LiveId" clId="{96CFCBFF-3B86-4DA3-8BC4-90A0DDDF2BC8}" dt="2026-04-13T09:05:04.593" v="2885" actId="20577"/>
          <ac:spMkLst>
            <pc:docMk/>
            <pc:sldMk cId="2065758024" sldId="264"/>
            <ac:spMk id="22" creationId="{B035E921-57CC-25EC-D87A-84E1008C8347}"/>
          </ac:spMkLst>
        </pc:spChg>
        <pc:spChg chg="add mod">
          <ac:chgData name="성현 이" userId="2f0182ffdb5a30a3" providerId="LiveId" clId="{96CFCBFF-3B86-4DA3-8BC4-90A0DDDF2BC8}" dt="2026-04-13T09:05:06.764" v="2887" actId="20577"/>
          <ac:spMkLst>
            <pc:docMk/>
            <pc:sldMk cId="2065758024" sldId="264"/>
            <ac:spMk id="23" creationId="{A2667B95-408D-BB4B-A609-5CA8F103A39F}"/>
          </ac:spMkLst>
        </pc:spChg>
        <pc:spChg chg="add mod">
          <ac:chgData name="성현 이" userId="2f0182ffdb5a30a3" providerId="LiveId" clId="{96CFCBFF-3B86-4DA3-8BC4-90A0DDDF2BC8}" dt="2026-04-13T10:45:29.661" v="3022" actId="20577"/>
          <ac:spMkLst>
            <pc:docMk/>
            <pc:sldMk cId="2065758024" sldId="264"/>
            <ac:spMk id="24" creationId="{E3933841-2FCB-BD54-1236-ABB8944BEEA7}"/>
          </ac:spMkLst>
        </pc:spChg>
        <pc:spChg chg="add mod">
          <ac:chgData name="성현 이" userId="2f0182ffdb5a30a3" providerId="LiveId" clId="{96CFCBFF-3B86-4DA3-8BC4-90A0DDDF2BC8}" dt="2026-04-13T11:18:28.058" v="3398" actId="20577"/>
          <ac:spMkLst>
            <pc:docMk/>
            <pc:sldMk cId="2065758024" sldId="264"/>
            <ac:spMk id="25" creationId="{C2683F7F-9885-527A-0C3C-F1C280736100}"/>
          </ac:spMkLst>
        </pc:spChg>
        <pc:spChg chg="add mod">
          <ac:chgData name="성현 이" userId="2f0182ffdb5a30a3" providerId="LiveId" clId="{96CFCBFF-3B86-4DA3-8BC4-90A0DDDF2BC8}" dt="2026-04-13T11:19:31.857" v="3402" actId="20577"/>
          <ac:spMkLst>
            <pc:docMk/>
            <pc:sldMk cId="2065758024" sldId="264"/>
            <ac:spMk id="26" creationId="{3C64704A-5B98-E328-C91B-9FE55D8AC2A6}"/>
          </ac:spMkLst>
        </pc:spChg>
        <pc:spChg chg="add mod">
          <ac:chgData name="성현 이" userId="2f0182ffdb5a30a3" providerId="LiveId" clId="{96CFCBFF-3B86-4DA3-8BC4-90A0DDDF2BC8}" dt="2026-04-13T11:19:35.944" v="3406" actId="20577"/>
          <ac:spMkLst>
            <pc:docMk/>
            <pc:sldMk cId="2065758024" sldId="264"/>
            <ac:spMk id="27" creationId="{5CAB3AE3-5DA4-4395-3153-9366388C08BA}"/>
          </ac:spMkLst>
        </pc:spChg>
        <pc:spChg chg="add mod">
          <ac:chgData name="성현 이" userId="2f0182ffdb5a30a3" providerId="LiveId" clId="{96CFCBFF-3B86-4DA3-8BC4-90A0DDDF2BC8}" dt="2026-04-13T11:19:40.400" v="3412" actId="20577"/>
          <ac:spMkLst>
            <pc:docMk/>
            <pc:sldMk cId="2065758024" sldId="264"/>
            <ac:spMk id="28" creationId="{54707A6F-CAB9-2BEF-FC64-0EF48C6BD605}"/>
          </ac:spMkLst>
        </pc:spChg>
        <pc:spChg chg="add mod">
          <ac:chgData name="성현 이" userId="2f0182ffdb5a30a3" providerId="LiveId" clId="{96CFCBFF-3B86-4DA3-8BC4-90A0DDDF2BC8}" dt="2026-04-13T11:26:04.454" v="3494" actId="207"/>
          <ac:spMkLst>
            <pc:docMk/>
            <pc:sldMk cId="2065758024" sldId="264"/>
            <ac:spMk id="29" creationId="{34243B3D-5C08-8459-8CBC-FD51D4DA020A}"/>
          </ac:spMkLst>
        </pc:spChg>
        <pc:spChg chg="add mod">
          <ac:chgData name="성현 이" userId="2f0182ffdb5a30a3" providerId="LiveId" clId="{96CFCBFF-3B86-4DA3-8BC4-90A0DDDF2BC8}" dt="2026-04-13T11:19:49.496" v="3424" actId="20577"/>
          <ac:spMkLst>
            <pc:docMk/>
            <pc:sldMk cId="2065758024" sldId="264"/>
            <ac:spMk id="30" creationId="{3DCAD80E-93F6-9ABD-D390-23F6B322A2C6}"/>
          </ac:spMkLst>
        </pc:spChg>
        <pc:spChg chg="add mod">
          <ac:chgData name="성현 이" userId="2f0182ffdb5a30a3" providerId="LiveId" clId="{96CFCBFF-3B86-4DA3-8BC4-90A0DDDF2BC8}" dt="2026-04-13T11:19:54.474" v="3430" actId="20577"/>
          <ac:spMkLst>
            <pc:docMk/>
            <pc:sldMk cId="2065758024" sldId="264"/>
            <ac:spMk id="31" creationId="{2FC1E4C4-F7A9-BF59-59E6-AF1EDBB6DA82}"/>
          </ac:spMkLst>
        </pc:spChg>
        <pc:spChg chg="add mod">
          <ac:chgData name="성현 이" userId="2f0182ffdb5a30a3" providerId="LiveId" clId="{96CFCBFF-3B86-4DA3-8BC4-90A0DDDF2BC8}" dt="2026-04-13T11:19:58.365" v="3436" actId="20577"/>
          <ac:spMkLst>
            <pc:docMk/>
            <pc:sldMk cId="2065758024" sldId="264"/>
            <ac:spMk id="32" creationId="{73A0369A-9164-3418-C671-5223C6BC8F75}"/>
          </ac:spMkLst>
        </pc:spChg>
        <pc:spChg chg="add mod">
          <ac:chgData name="성현 이" userId="2f0182ffdb5a30a3" providerId="LiveId" clId="{96CFCBFF-3B86-4DA3-8BC4-90A0DDDF2BC8}" dt="2026-04-13T10:44:02.485" v="2980" actId="5793"/>
          <ac:spMkLst>
            <pc:docMk/>
            <pc:sldMk cId="2065758024" sldId="264"/>
            <ac:spMk id="33" creationId="{A08EC3B5-5F9C-B3CF-7B8F-1488F12B949A}"/>
          </ac:spMkLst>
        </pc:spChg>
        <pc:spChg chg="add mod">
          <ac:chgData name="성현 이" userId="2f0182ffdb5a30a3" providerId="LiveId" clId="{96CFCBFF-3B86-4DA3-8BC4-90A0DDDF2BC8}" dt="2026-04-13T11:15:11.749" v="3347" actId="20577"/>
          <ac:spMkLst>
            <pc:docMk/>
            <pc:sldMk cId="2065758024" sldId="264"/>
            <ac:spMk id="34" creationId="{2733A473-3FE3-715B-043A-667ABB196B9D}"/>
          </ac:spMkLst>
        </pc:spChg>
        <pc:spChg chg="add mod">
          <ac:chgData name="성현 이" userId="2f0182ffdb5a30a3" providerId="LiveId" clId="{96CFCBFF-3B86-4DA3-8BC4-90A0DDDF2BC8}" dt="2026-04-13T11:20:12.508" v="3442" actId="20577"/>
          <ac:spMkLst>
            <pc:docMk/>
            <pc:sldMk cId="2065758024" sldId="264"/>
            <ac:spMk id="35" creationId="{8D9B14DE-7FB9-C902-7FAA-BAE2A5EFE834}"/>
          </ac:spMkLst>
        </pc:spChg>
        <pc:spChg chg="add mod">
          <ac:chgData name="성현 이" userId="2f0182ffdb5a30a3" providerId="LiveId" clId="{96CFCBFF-3B86-4DA3-8BC4-90A0DDDF2BC8}" dt="2026-04-13T11:20:17.861" v="3452" actId="20577"/>
          <ac:spMkLst>
            <pc:docMk/>
            <pc:sldMk cId="2065758024" sldId="264"/>
            <ac:spMk id="36" creationId="{B01E707E-44C7-0030-203A-65791EB0D47C}"/>
          </ac:spMkLst>
        </pc:spChg>
        <pc:spChg chg="add mod">
          <ac:chgData name="성현 이" userId="2f0182ffdb5a30a3" providerId="LiveId" clId="{96CFCBFF-3B86-4DA3-8BC4-90A0DDDF2BC8}" dt="2026-04-14T11:07:47.927" v="9179" actId="207"/>
          <ac:spMkLst>
            <pc:docMk/>
            <pc:sldMk cId="2065758024" sldId="264"/>
            <ac:spMk id="37" creationId="{1A8BD221-32E3-66B0-8254-86D653423049}"/>
          </ac:spMkLst>
        </pc:spChg>
        <pc:spChg chg="add mod">
          <ac:chgData name="성현 이" userId="2f0182ffdb5a30a3" providerId="LiveId" clId="{96CFCBFF-3B86-4DA3-8BC4-90A0DDDF2BC8}" dt="2026-04-13T11:20:27.203" v="3463" actId="20577"/>
          <ac:spMkLst>
            <pc:docMk/>
            <pc:sldMk cId="2065758024" sldId="264"/>
            <ac:spMk id="38" creationId="{A439B9E0-CEAF-9FD5-9EB3-E556B4989025}"/>
          </ac:spMkLst>
        </pc:spChg>
        <pc:spChg chg="add mod">
          <ac:chgData name="성현 이" userId="2f0182ffdb5a30a3" providerId="LiveId" clId="{96CFCBFF-3B86-4DA3-8BC4-90A0DDDF2BC8}" dt="2026-04-13T11:20:35.148" v="3472" actId="20577"/>
          <ac:spMkLst>
            <pc:docMk/>
            <pc:sldMk cId="2065758024" sldId="264"/>
            <ac:spMk id="39" creationId="{3C75E889-3752-7446-A73C-E198D6B4C77E}"/>
          </ac:spMkLst>
        </pc:spChg>
        <pc:spChg chg="add mod">
          <ac:chgData name="성현 이" userId="2f0182ffdb5a30a3" providerId="LiveId" clId="{96CFCBFF-3B86-4DA3-8BC4-90A0DDDF2BC8}" dt="2026-04-13T11:20:40.782" v="3479" actId="20577"/>
          <ac:spMkLst>
            <pc:docMk/>
            <pc:sldMk cId="2065758024" sldId="264"/>
            <ac:spMk id="40" creationId="{7CC0E333-DA93-A8CC-82C6-699FF4304F27}"/>
          </ac:spMkLst>
        </pc:spChg>
        <pc:spChg chg="add mod">
          <ac:chgData name="성현 이" userId="2f0182ffdb5a30a3" providerId="LiveId" clId="{96CFCBFF-3B86-4DA3-8BC4-90A0DDDF2BC8}" dt="2026-04-13T11:20:46.760" v="3486" actId="20577"/>
          <ac:spMkLst>
            <pc:docMk/>
            <pc:sldMk cId="2065758024" sldId="264"/>
            <ac:spMk id="41" creationId="{F4554730-D708-3925-CF2E-A03AAB4E5D81}"/>
          </ac:spMkLst>
        </pc:spChg>
        <pc:spChg chg="add mod">
          <ac:chgData name="성현 이" userId="2f0182ffdb5a30a3" providerId="LiveId" clId="{96CFCBFF-3B86-4DA3-8BC4-90A0DDDF2BC8}" dt="2026-04-13T11:20:51.858" v="3493" actId="20577"/>
          <ac:spMkLst>
            <pc:docMk/>
            <pc:sldMk cId="2065758024" sldId="264"/>
            <ac:spMk id="42" creationId="{2725257A-7434-AE98-1BBF-AB47154151FD}"/>
          </ac:spMkLst>
        </pc:spChg>
        <pc:spChg chg="add mod">
          <ac:chgData name="성현 이" userId="2f0182ffdb5a30a3" providerId="LiveId" clId="{96CFCBFF-3B86-4DA3-8BC4-90A0DDDF2BC8}" dt="2026-04-13T11:15:01.900" v="3344" actId="1076"/>
          <ac:spMkLst>
            <pc:docMk/>
            <pc:sldMk cId="2065758024" sldId="264"/>
            <ac:spMk id="43" creationId="{4B5CAD24-B303-124C-7DF3-5BCB1C8137EA}"/>
          </ac:spMkLst>
        </pc:spChg>
      </pc:sldChg>
      <pc:sldChg chg="addSp delSp modSp new mod modNotesTx">
        <pc:chgData name="성현 이" userId="2f0182ffdb5a30a3" providerId="LiveId" clId="{96CFCBFF-3B86-4DA3-8BC4-90A0DDDF2BC8}" dt="2026-04-14T11:09:09.246" v="9188" actId="113"/>
        <pc:sldMkLst>
          <pc:docMk/>
          <pc:sldMk cId="332918258" sldId="265"/>
        </pc:sldMkLst>
        <pc:spChg chg="mod">
          <ac:chgData name="성현 이" userId="2f0182ffdb5a30a3" providerId="LiveId" clId="{96CFCBFF-3B86-4DA3-8BC4-90A0DDDF2BC8}" dt="2026-04-13T11:56:27.861" v="3776" actId="20577"/>
          <ac:spMkLst>
            <pc:docMk/>
            <pc:sldMk cId="332918258" sldId="265"/>
            <ac:spMk id="2" creationId="{437FC8B6-CD69-9350-FBD5-20A97C11E37A}"/>
          </ac:spMkLst>
        </pc:spChg>
        <pc:spChg chg="del">
          <ac:chgData name="성현 이" userId="2f0182ffdb5a30a3" providerId="LiveId" clId="{96CFCBFF-3B86-4DA3-8BC4-90A0DDDF2BC8}" dt="2026-04-13T11:37:47.552" v="3523" actId="478"/>
          <ac:spMkLst>
            <pc:docMk/>
            <pc:sldMk cId="332918258" sldId="265"/>
            <ac:spMk id="3" creationId="{9F5FB0B5-9640-4184-35CC-45ED1951998F}"/>
          </ac:spMkLst>
        </pc:spChg>
        <pc:spChg chg="add del mod">
          <ac:chgData name="성현 이" userId="2f0182ffdb5a30a3" providerId="LiveId" clId="{96CFCBFF-3B86-4DA3-8BC4-90A0DDDF2BC8}" dt="2026-04-13T11:56:22.555" v="3768" actId="478"/>
          <ac:spMkLst>
            <pc:docMk/>
            <pc:sldMk cId="332918258" sldId="265"/>
            <ac:spMk id="5" creationId="{17814ED7-D1FA-C228-0A6E-D2D528CBE304}"/>
          </ac:spMkLst>
        </pc:spChg>
        <pc:spChg chg="add mod">
          <ac:chgData name="성현 이" userId="2f0182ffdb5a30a3" providerId="LiveId" clId="{96CFCBFF-3B86-4DA3-8BC4-90A0DDDF2BC8}" dt="2026-04-14T11:09:09.246" v="9188" actId="113"/>
          <ac:spMkLst>
            <pc:docMk/>
            <pc:sldMk cId="332918258" sldId="265"/>
            <ac:spMk id="6" creationId="{F93398A2-F382-EE0B-AD49-120525578FDA}"/>
          </ac:spMkLst>
        </pc:spChg>
        <pc:spChg chg="add del mod">
          <ac:chgData name="성현 이" userId="2f0182ffdb5a30a3" providerId="LiveId" clId="{96CFCBFF-3B86-4DA3-8BC4-90A0DDDF2BC8}" dt="2026-04-13T11:56:30.255" v="3777" actId="478"/>
          <ac:spMkLst>
            <pc:docMk/>
            <pc:sldMk cId="332918258" sldId="265"/>
            <ac:spMk id="7" creationId="{92600EC2-07D9-58EF-6EF2-0D7233618F2C}"/>
          </ac:spMkLst>
        </pc:spChg>
        <pc:spChg chg="add mod">
          <ac:chgData name="성현 이" userId="2f0182ffdb5a30a3" providerId="LiveId" clId="{96CFCBFF-3B86-4DA3-8BC4-90A0DDDF2BC8}" dt="2026-04-13T12:07:10.734" v="4648" actId="20577"/>
          <ac:spMkLst>
            <pc:docMk/>
            <pc:sldMk cId="332918258" sldId="265"/>
            <ac:spMk id="8" creationId="{B209A831-90F2-7308-EFEE-A15BBFE169C6}"/>
          </ac:spMkLst>
        </pc:spChg>
        <pc:spChg chg="add mod">
          <ac:chgData name="성현 이" userId="2f0182ffdb5a30a3" providerId="LiveId" clId="{96CFCBFF-3B86-4DA3-8BC4-90A0DDDF2BC8}" dt="2026-04-13T12:21:37.750" v="5603"/>
          <ac:spMkLst>
            <pc:docMk/>
            <pc:sldMk cId="332918258" sldId="265"/>
            <ac:spMk id="9" creationId="{B458F8CE-A591-5751-EAEA-66F58B3C8214}"/>
          </ac:spMkLst>
        </pc:spChg>
      </pc:sldChg>
      <pc:sldChg chg="addSp delSp modSp new mod modNotesTx">
        <pc:chgData name="성현 이" userId="2f0182ffdb5a30a3" providerId="LiveId" clId="{96CFCBFF-3B86-4DA3-8BC4-90A0DDDF2BC8}" dt="2026-04-14T11:37:19.450" v="9629" actId="20577"/>
        <pc:sldMkLst>
          <pc:docMk/>
          <pc:sldMk cId="447491375" sldId="266"/>
        </pc:sldMkLst>
        <pc:spChg chg="mod">
          <ac:chgData name="성현 이" userId="2f0182ffdb5a30a3" providerId="LiveId" clId="{96CFCBFF-3B86-4DA3-8BC4-90A0DDDF2BC8}" dt="2026-04-14T10:35:42.895" v="7255"/>
          <ac:spMkLst>
            <pc:docMk/>
            <pc:sldMk cId="447491375" sldId="266"/>
            <ac:spMk id="2" creationId="{B20BABD7-8BFA-E336-6206-903A03F8A111}"/>
          </ac:spMkLst>
        </pc:spChg>
        <pc:spChg chg="del">
          <ac:chgData name="성현 이" userId="2f0182ffdb5a30a3" providerId="LiveId" clId="{96CFCBFF-3B86-4DA3-8BC4-90A0DDDF2BC8}" dt="2026-04-13T12:09:11.216" v="4799" actId="478"/>
          <ac:spMkLst>
            <pc:docMk/>
            <pc:sldMk cId="447491375" sldId="266"/>
            <ac:spMk id="3" creationId="{094306E5-8779-1E6F-8819-E7E8AA00BA7F}"/>
          </ac:spMkLst>
        </pc:spChg>
        <pc:spChg chg="add mod">
          <ac:chgData name="성현 이" userId="2f0182ffdb5a30a3" providerId="LiveId" clId="{96CFCBFF-3B86-4DA3-8BC4-90A0DDDF2BC8}" dt="2026-04-14T05:02:36.543" v="5653" actId="20577"/>
          <ac:spMkLst>
            <pc:docMk/>
            <pc:sldMk cId="447491375" sldId="266"/>
            <ac:spMk id="5" creationId="{6F91B50D-F2F9-ED8D-F740-6695735521C5}"/>
          </ac:spMkLst>
        </pc:spChg>
      </pc:sldChg>
      <pc:sldChg chg="addSp delSp modSp new mod modNotesTx">
        <pc:chgData name="성현 이" userId="2f0182ffdb5a30a3" providerId="LiveId" clId="{96CFCBFF-3B86-4DA3-8BC4-90A0DDDF2BC8}" dt="2026-04-14T11:37:25.529" v="9631" actId="20577"/>
        <pc:sldMkLst>
          <pc:docMk/>
          <pc:sldMk cId="682699708" sldId="267"/>
        </pc:sldMkLst>
        <pc:spChg chg="mod">
          <ac:chgData name="성현 이" userId="2f0182ffdb5a30a3" providerId="LiveId" clId="{96CFCBFF-3B86-4DA3-8BC4-90A0DDDF2BC8}" dt="2026-04-14T10:35:53.066" v="7286"/>
          <ac:spMkLst>
            <pc:docMk/>
            <pc:sldMk cId="682699708" sldId="267"/>
            <ac:spMk id="2" creationId="{81723A95-CFE4-4A21-95B8-DF7E8DE507F3}"/>
          </ac:spMkLst>
        </pc:spChg>
        <pc:spChg chg="add mod">
          <ac:chgData name="성현 이" userId="2f0182ffdb5a30a3" providerId="LiveId" clId="{96CFCBFF-3B86-4DA3-8BC4-90A0DDDF2BC8}" dt="2026-04-14T11:17:55.512" v="9397" actId="20577"/>
          <ac:spMkLst>
            <pc:docMk/>
            <pc:sldMk cId="682699708" sldId="267"/>
            <ac:spMk id="3" creationId="{4056AB43-08E4-2A1B-F597-143249FC2629}"/>
          </ac:spMkLst>
        </pc:spChg>
        <pc:spChg chg="del">
          <ac:chgData name="성현 이" userId="2f0182ffdb5a30a3" providerId="LiveId" clId="{96CFCBFF-3B86-4DA3-8BC4-90A0DDDF2BC8}" dt="2026-04-13T12:22:40.798" v="5621" actId="478"/>
          <ac:spMkLst>
            <pc:docMk/>
            <pc:sldMk cId="682699708" sldId="267"/>
            <ac:spMk id="3" creationId="{74579110-2E1B-FAEC-F125-24C6FB47B6BC}"/>
          </ac:spMkLst>
        </pc:spChg>
        <pc:spChg chg="add del">
          <ac:chgData name="성현 이" userId="2f0182ffdb5a30a3" providerId="LiveId" clId="{96CFCBFF-3B86-4DA3-8BC4-90A0DDDF2BC8}" dt="2026-04-14T05:39:10.569" v="5903" actId="478"/>
          <ac:spMkLst>
            <pc:docMk/>
            <pc:sldMk cId="682699708" sldId="267"/>
            <ac:spMk id="5" creationId="{C35CAED4-D50F-59C7-878D-C056A6493905}"/>
          </ac:spMkLst>
        </pc:spChg>
        <pc:spChg chg="add mod">
          <ac:chgData name="성현 이" userId="2f0182ffdb5a30a3" providerId="LiveId" clId="{96CFCBFF-3B86-4DA3-8BC4-90A0DDDF2BC8}" dt="2026-04-14T06:15:01.398" v="6179" actId="20577"/>
          <ac:spMkLst>
            <pc:docMk/>
            <pc:sldMk cId="682699708" sldId="267"/>
            <ac:spMk id="6" creationId="{C913AC7F-653F-F591-4132-83D6F45F1E4A}"/>
          </ac:spMkLst>
        </pc:spChg>
        <pc:spChg chg="add mod">
          <ac:chgData name="성현 이" userId="2f0182ffdb5a30a3" providerId="LiveId" clId="{96CFCBFF-3B86-4DA3-8BC4-90A0DDDF2BC8}" dt="2026-04-14T06:20:08.073" v="6259" actId="20577"/>
          <ac:spMkLst>
            <pc:docMk/>
            <pc:sldMk cId="682699708" sldId="267"/>
            <ac:spMk id="7" creationId="{635D5105-E1E6-AB7B-B75C-18307BCCEF5E}"/>
          </ac:spMkLst>
        </pc:spChg>
        <pc:spChg chg="add mod">
          <ac:chgData name="성현 이" userId="2f0182ffdb5a30a3" providerId="LiveId" clId="{96CFCBFF-3B86-4DA3-8BC4-90A0DDDF2BC8}" dt="2026-04-14T06:25:53.557" v="6389" actId="20577"/>
          <ac:spMkLst>
            <pc:docMk/>
            <pc:sldMk cId="682699708" sldId="267"/>
            <ac:spMk id="8" creationId="{377A79D7-11EE-BFBD-FBD5-9DD4D36832F7}"/>
          </ac:spMkLst>
        </pc:spChg>
        <pc:spChg chg="add mod">
          <ac:chgData name="성현 이" userId="2f0182ffdb5a30a3" providerId="LiveId" clId="{96CFCBFF-3B86-4DA3-8BC4-90A0DDDF2BC8}" dt="2026-04-14T05:42:07.900" v="5918" actId="14100"/>
          <ac:spMkLst>
            <pc:docMk/>
            <pc:sldMk cId="682699708" sldId="267"/>
            <ac:spMk id="9" creationId="{E05E656F-8670-85A7-9F17-83ACA3D93963}"/>
          </ac:spMkLst>
        </pc:spChg>
        <pc:spChg chg="add del mod">
          <ac:chgData name="성현 이" userId="2f0182ffdb5a30a3" providerId="LiveId" clId="{96CFCBFF-3B86-4DA3-8BC4-90A0DDDF2BC8}" dt="2026-04-14T05:42:19.681" v="5921" actId="478"/>
          <ac:spMkLst>
            <pc:docMk/>
            <pc:sldMk cId="682699708" sldId="267"/>
            <ac:spMk id="10" creationId="{C8503889-C7EF-E22A-66EF-F7C5B66D56B6}"/>
          </ac:spMkLst>
        </pc:spChg>
        <pc:spChg chg="add mod">
          <ac:chgData name="성현 이" userId="2f0182ffdb5a30a3" providerId="LiveId" clId="{96CFCBFF-3B86-4DA3-8BC4-90A0DDDF2BC8}" dt="2026-04-14T06:19:50.396" v="6255" actId="20577"/>
          <ac:spMkLst>
            <pc:docMk/>
            <pc:sldMk cId="682699708" sldId="267"/>
            <ac:spMk id="11" creationId="{3873EBAB-92ED-8CE4-7632-90D5236567A7}"/>
          </ac:spMkLst>
        </pc:spChg>
        <pc:spChg chg="add mod">
          <ac:chgData name="성현 이" userId="2f0182ffdb5a30a3" providerId="LiveId" clId="{96CFCBFF-3B86-4DA3-8BC4-90A0DDDF2BC8}" dt="2026-04-14T06:19:42.802" v="6253" actId="20577"/>
          <ac:spMkLst>
            <pc:docMk/>
            <pc:sldMk cId="682699708" sldId="267"/>
            <ac:spMk id="12" creationId="{972B7214-1AEE-84CC-BD68-93B7D2DBC2FB}"/>
          </ac:spMkLst>
        </pc:spChg>
        <pc:spChg chg="add mod">
          <ac:chgData name="성현 이" userId="2f0182ffdb5a30a3" providerId="LiveId" clId="{96CFCBFF-3B86-4DA3-8BC4-90A0DDDF2BC8}" dt="2026-04-14T06:19:36.378" v="6251" actId="20577"/>
          <ac:spMkLst>
            <pc:docMk/>
            <pc:sldMk cId="682699708" sldId="267"/>
            <ac:spMk id="13" creationId="{27D0DE79-975B-E848-AC7E-9205AC4A7154}"/>
          </ac:spMkLst>
        </pc:spChg>
        <pc:spChg chg="add mod">
          <ac:chgData name="성현 이" userId="2f0182ffdb5a30a3" providerId="LiveId" clId="{96CFCBFF-3B86-4DA3-8BC4-90A0DDDF2BC8}" dt="2026-04-14T06:19:27.138" v="6249" actId="20577"/>
          <ac:spMkLst>
            <pc:docMk/>
            <pc:sldMk cId="682699708" sldId="267"/>
            <ac:spMk id="14" creationId="{02D726BC-A995-7308-13BB-E1A6B307BDC3}"/>
          </ac:spMkLst>
        </pc:spChg>
        <pc:spChg chg="add mod">
          <ac:chgData name="성현 이" userId="2f0182ffdb5a30a3" providerId="LiveId" clId="{96CFCBFF-3B86-4DA3-8BC4-90A0DDDF2BC8}" dt="2026-04-14T06:19:20.209" v="6247" actId="255"/>
          <ac:spMkLst>
            <pc:docMk/>
            <pc:sldMk cId="682699708" sldId="267"/>
            <ac:spMk id="15" creationId="{53A5676F-3F5E-9F26-10B8-2BDF9A26C901}"/>
          </ac:spMkLst>
        </pc:spChg>
        <pc:spChg chg="add del mod">
          <ac:chgData name="성현 이" userId="2f0182ffdb5a30a3" providerId="LiveId" clId="{96CFCBFF-3B86-4DA3-8BC4-90A0DDDF2BC8}" dt="2026-04-14T05:42:43.919" v="5926" actId="478"/>
          <ac:spMkLst>
            <pc:docMk/>
            <pc:sldMk cId="682699708" sldId="267"/>
            <ac:spMk id="16" creationId="{820BE84D-96EE-36C2-9E62-EA44FF30A4B7}"/>
          </ac:spMkLst>
        </pc:spChg>
        <pc:spChg chg="add mod">
          <ac:chgData name="성현 이" userId="2f0182ffdb5a30a3" providerId="LiveId" clId="{96CFCBFF-3B86-4DA3-8BC4-90A0DDDF2BC8}" dt="2026-04-14T06:11:13.964" v="6117" actId="164"/>
          <ac:spMkLst>
            <pc:docMk/>
            <pc:sldMk cId="682699708" sldId="267"/>
            <ac:spMk id="17" creationId="{ADDB15E9-7F9C-62C9-40E9-B67B779A4EEC}"/>
          </ac:spMkLst>
        </pc:spChg>
        <pc:spChg chg="add mod">
          <ac:chgData name="성현 이" userId="2f0182ffdb5a30a3" providerId="LiveId" clId="{96CFCBFF-3B86-4DA3-8BC4-90A0DDDF2BC8}" dt="2026-04-14T06:20:21.489" v="6262" actId="20577"/>
          <ac:spMkLst>
            <pc:docMk/>
            <pc:sldMk cId="682699708" sldId="267"/>
            <ac:spMk id="18" creationId="{970B7F54-6CE0-19D0-889D-76452A87C25F}"/>
          </ac:spMkLst>
        </pc:spChg>
        <pc:spChg chg="add mod">
          <ac:chgData name="성현 이" userId="2f0182ffdb5a30a3" providerId="LiveId" clId="{96CFCBFF-3B86-4DA3-8BC4-90A0DDDF2BC8}" dt="2026-04-14T06:20:35.996" v="6267" actId="20577"/>
          <ac:spMkLst>
            <pc:docMk/>
            <pc:sldMk cId="682699708" sldId="267"/>
            <ac:spMk id="19" creationId="{E3A992E8-BFCD-6430-442E-48DA31F38D7E}"/>
          </ac:spMkLst>
        </pc:spChg>
        <pc:spChg chg="add mod">
          <ac:chgData name="성현 이" userId="2f0182ffdb5a30a3" providerId="LiveId" clId="{96CFCBFF-3B86-4DA3-8BC4-90A0DDDF2BC8}" dt="2026-04-14T06:20:43.943" v="6270" actId="20577"/>
          <ac:spMkLst>
            <pc:docMk/>
            <pc:sldMk cId="682699708" sldId="267"/>
            <ac:spMk id="20" creationId="{5E1B92BE-A125-42DC-EF4B-385DC32E44AE}"/>
          </ac:spMkLst>
        </pc:spChg>
        <pc:spChg chg="add mod">
          <ac:chgData name="성현 이" userId="2f0182ffdb5a30a3" providerId="LiveId" clId="{96CFCBFF-3B86-4DA3-8BC4-90A0DDDF2BC8}" dt="2026-04-14T06:11:49.650" v="6129" actId="20577"/>
          <ac:spMkLst>
            <pc:docMk/>
            <pc:sldMk cId="682699708" sldId="267"/>
            <ac:spMk id="21" creationId="{7F3A4CC4-C7C3-D857-362B-99FAE17BB960}"/>
          </ac:spMkLst>
        </pc:spChg>
        <pc:spChg chg="mod">
          <ac:chgData name="성현 이" userId="2f0182ffdb5a30a3" providerId="LiveId" clId="{96CFCBFF-3B86-4DA3-8BC4-90A0DDDF2BC8}" dt="2026-04-14T06:30:58.265" v="6586" actId="20577"/>
          <ac:spMkLst>
            <pc:docMk/>
            <pc:sldMk cId="682699708" sldId="267"/>
            <ac:spMk id="24" creationId="{17AB5752-3096-FC6A-C50C-C83DD7BAA4BA}"/>
          </ac:spMkLst>
        </pc:spChg>
        <pc:spChg chg="mod">
          <ac:chgData name="성현 이" userId="2f0182ffdb5a30a3" providerId="LiveId" clId="{96CFCBFF-3B86-4DA3-8BC4-90A0DDDF2BC8}" dt="2026-04-14T08:46:37.847" v="7128" actId="113"/>
          <ac:spMkLst>
            <pc:docMk/>
            <pc:sldMk cId="682699708" sldId="267"/>
            <ac:spMk id="26" creationId="{EBF0685B-EA30-990C-0E6E-1EE0DD6EEB1F}"/>
          </ac:spMkLst>
        </pc:spChg>
        <pc:spChg chg="mod">
          <ac:chgData name="성현 이" userId="2f0182ffdb5a30a3" providerId="LiveId" clId="{96CFCBFF-3B86-4DA3-8BC4-90A0DDDF2BC8}" dt="2026-04-14T06:12:41.060" v="6130"/>
          <ac:spMkLst>
            <pc:docMk/>
            <pc:sldMk cId="682699708" sldId="267"/>
            <ac:spMk id="27" creationId="{E696A3CA-BEF7-E3EF-0519-8C923932EE19}"/>
          </ac:spMkLst>
        </pc:spChg>
        <pc:spChg chg="mod">
          <ac:chgData name="성현 이" userId="2f0182ffdb5a30a3" providerId="LiveId" clId="{96CFCBFF-3B86-4DA3-8BC4-90A0DDDF2BC8}" dt="2026-04-14T06:12:41.060" v="6130"/>
          <ac:spMkLst>
            <pc:docMk/>
            <pc:sldMk cId="682699708" sldId="267"/>
            <ac:spMk id="28" creationId="{E6C1584E-8257-17F9-4247-2CF6CBB66E60}"/>
          </ac:spMkLst>
        </pc:spChg>
        <pc:spChg chg="mod">
          <ac:chgData name="성현 이" userId="2f0182ffdb5a30a3" providerId="LiveId" clId="{96CFCBFF-3B86-4DA3-8BC4-90A0DDDF2BC8}" dt="2026-04-14T06:12:41.060" v="6130"/>
          <ac:spMkLst>
            <pc:docMk/>
            <pc:sldMk cId="682699708" sldId="267"/>
            <ac:spMk id="29" creationId="{7205BB21-E891-6769-67DB-25225B5CE880}"/>
          </ac:spMkLst>
        </pc:spChg>
        <pc:spChg chg="mod">
          <ac:chgData name="성현 이" userId="2f0182ffdb5a30a3" providerId="LiveId" clId="{96CFCBFF-3B86-4DA3-8BC4-90A0DDDF2BC8}" dt="2026-04-14T06:12:41.060" v="6130"/>
          <ac:spMkLst>
            <pc:docMk/>
            <pc:sldMk cId="682699708" sldId="267"/>
            <ac:spMk id="30" creationId="{AC00DA3D-D02C-7865-8E67-1263C45C3E2A}"/>
          </ac:spMkLst>
        </pc:spChg>
        <pc:spChg chg="mod">
          <ac:chgData name="성현 이" userId="2f0182ffdb5a30a3" providerId="LiveId" clId="{96CFCBFF-3B86-4DA3-8BC4-90A0DDDF2BC8}" dt="2026-04-14T06:12:41.060" v="6130"/>
          <ac:spMkLst>
            <pc:docMk/>
            <pc:sldMk cId="682699708" sldId="267"/>
            <ac:spMk id="31" creationId="{E1454C25-E298-2F07-5142-4871B1FF5FA8}"/>
          </ac:spMkLst>
        </pc:spChg>
        <pc:spChg chg="mod">
          <ac:chgData name="성현 이" userId="2f0182ffdb5a30a3" providerId="LiveId" clId="{96CFCBFF-3B86-4DA3-8BC4-90A0DDDF2BC8}" dt="2026-04-14T06:12:41.060" v="6130"/>
          <ac:spMkLst>
            <pc:docMk/>
            <pc:sldMk cId="682699708" sldId="267"/>
            <ac:spMk id="32" creationId="{C7832EEC-9FB6-594C-FB9F-1FFFC352478B}"/>
          </ac:spMkLst>
        </pc:spChg>
        <pc:spChg chg="mod">
          <ac:chgData name="성현 이" userId="2f0182ffdb5a30a3" providerId="LiveId" clId="{96CFCBFF-3B86-4DA3-8BC4-90A0DDDF2BC8}" dt="2026-04-14T06:12:41.060" v="6130"/>
          <ac:spMkLst>
            <pc:docMk/>
            <pc:sldMk cId="682699708" sldId="267"/>
            <ac:spMk id="33" creationId="{4AC3AB4B-001C-91B1-7E60-8F5B2BA41AF6}"/>
          </ac:spMkLst>
        </pc:spChg>
        <pc:spChg chg="mod">
          <ac:chgData name="성현 이" userId="2f0182ffdb5a30a3" providerId="LiveId" clId="{96CFCBFF-3B86-4DA3-8BC4-90A0DDDF2BC8}" dt="2026-04-14T06:12:41.060" v="6130"/>
          <ac:spMkLst>
            <pc:docMk/>
            <pc:sldMk cId="682699708" sldId="267"/>
            <ac:spMk id="34" creationId="{0438EB40-FE02-46A2-0789-58D3A455A3B5}"/>
          </ac:spMkLst>
        </pc:spChg>
        <pc:spChg chg="mod">
          <ac:chgData name="성현 이" userId="2f0182ffdb5a30a3" providerId="LiveId" clId="{96CFCBFF-3B86-4DA3-8BC4-90A0DDDF2BC8}" dt="2026-04-14T06:12:41.060" v="6130"/>
          <ac:spMkLst>
            <pc:docMk/>
            <pc:sldMk cId="682699708" sldId="267"/>
            <ac:spMk id="36" creationId="{B57F5177-90BE-05DB-308D-D3F0165AEEA9}"/>
          </ac:spMkLst>
        </pc:spChg>
        <pc:spChg chg="mod">
          <ac:chgData name="성현 이" userId="2f0182ffdb5a30a3" providerId="LiveId" clId="{96CFCBFF-3B86-4DA3-8BC4-90A0DDDF2BC8}" dt="2026-04-14T06:12:52.456" v="6133"/>
          <ac:spMkLst>
            <pc:docMk/>
            <pc:sldMk cId="682699708" sldId="267"/>
            <ac:spMk id="38" creationId="{A8DE2248-AD96-0DCC-C6E6-057BB6251AC0}"/>
          </ac:spMkLst>
        </pc:spChg>
        <pc:spChg chg="mod">
          <ac:chgData name="성현 이" userId="2f0182ffdb5a30a3" providerId="LiveId" clId="{96CFCBFF-3B86-4DA3-8BC4-90A0DDDF2BC8}" dt="2026-04-14T06:12:52.456" v="6133"/>
          <ac:spMkLst>
            <pc:docMk/>
            <pc:sldMk cId="682699708" sldId="267"/>
            <ac:spMk id="39" creationId="{D562A62A-A83D-2B44-1F92-9732CD400BAD}"/>
          </ac:spMkLst>
        </pc:spChg>
        <pc:spChg chg="mod">
          <ac:chgData name="성현 이" userId="2f0182ffdb5a30a3" providerId="LiveId" clId="{96CFCBFF-3B86-4DA3-8BC4-90A0DDDF2BC8}" dt="2026-04-14T06:12:52.456" v="6133"/>
          <ac:spMkLst>
            <pc:docMk/>
            <pc:sldMk cId="682699708" sldId="267"/>
            <ac:spMk id="40" creationId="{0289F0B6-FE0D-3E62-C404-69407F9FED91}"/>
          </ac:spMkLst>
        </pc:spChg>
        <pc:spChg chg="mod">
          <ac:chgData name="성현 이" userId="2f0182ffdb5a30a3" providerId="LiveId" clId="{96CFCBFF-3B86-4DA3-8BC4-90A0DDDF2BC8}" dt="2026-04-14T06:12:52.456" v="6133"/>
          <ac:spMkLst>
            <pc:docMk/>
            <pc:sldMk cId="682699708" sldId="267"/>
            <ac:spMk id="41" creationId="{5173D508-DFF0-ECFE-9726-90B2F18AE3FA}"/>
          </ac:spMkLst>
        </pc:spChg>
        <pc:spChg chg="mod">
          <ac:chgData name="성현 이" userId="2f0182ffdb5a30a3" providerId="LiveId" clId="{96CFCBFF-3B86-4DA3-8BC4-90A0DDDF2BC8}" dt="2026-04-14T06:12:52.456" v="6133"/>
          <ac:spMkLst>
            <pc:docMk/>
            <pc:sldMk cId="682699708" sldId="267"/>
            <ac:spMk id="42" creationId="{BF5F95D3-7578-D18B-A852-2A7FBAF6463A}"/>
          </ac:spMkLst>
        </pc:spChg>
        <pc:spChg chg="mod">
          <ac:chgData name="성현 이" userId="2f0182ffdb5a30a3" providerId="LiveId" clId="{96CFCBFF-3B86-4DA3-8BC4-90A0DDDF2BC8}" dt="2026-04-14T06:12:52.456" v="6133"/>
          <ac:spMkLst>
            <pc:docMk/>
            <pc:sldMk cId="682699708" sldId="267"/>
            <ac:spMk id="43" creationId="{A7206DB4-4A64-51EF-E9BE-83D32F9DC502}"/>
          </ac:spMkLst>
        </pc:spChg>
        <pc:spChg chg="mod">
          <ac:chgData name="성현 이" userId="2f0182ffdb5a30a3" providerId="LiveId" clId="{96CFCBFF-3B86-4DA3-8BC4-90A0DDDF2BC8}" dt="2026-04-14T06:12:52.456" v="6133"/>
          <ac:spMkLst>
            <pc:docMk/>
            <pc:sldMk cId="682699708" sldId="267"/>
            <ac:spMk id="44" creationId="{6820C82D-5185-553A-F385-23CE96B70940}"/>
          </ac:spMkLst>
        </pc:spChg>
        <pc:spChg chg="mod">
          <ac:chgData name="성현 이" userId="2f0182ffdb5a30a3" providerId="LiveId" clId="{96CFCBFF-3B86-4DA3-8BC4-90A0DDDF2BC8}" dt="2026-04-14T06:12:52.456" v="6133"/>
          <ac:spMkLst>
            <pc:docMk/>
            <pc:sldMk cId="682699708" sldId="267"/>
            <ac:spMk id="47" creationId="{A821B2A5-2C37-9BA5-1E77-E45DA81D90D8}"/>
          </ac:spMkLst>
        </pc:spChg>
        <pc:spChg chg="mod">
          <ac:chgData name="성현 이" userId="2f0182ffdb5a30a3" providerId="LiveId" clId="{96CFCBFF-3B86-4DA3-8BC4-90A0DDDF2BC8}" dt="2026-04-14T06:12:52.456" v="6133"/>
          <ac:spMkLst>
            <pc:docMk/>
            <pc:sldMk cId="682699708" sldId="267"/>
            <ac:spMk id="48" creationId="{236A12AF-F5A1-A7B1-7E1D-5849C9FC382E}"/>
          </ac:spMkLst>
        </pc:spChg>
        <pc:spChg chg="mod">
          <ac:chgData name="성현 이" userId="2f0182ffdb5a30a3" providerId="LiveId" clId="{96CFCBFF-3B86-4DA3-8BC4-90A0DDDF2BC8}" dt="2026-04-14T06:12:52.456" v="6133"/>
          <ac:spMkLst>
            <pc:docMk/>
            <pc:sldMk cId="682699708" sldId="267"/>
            <ac:spMk id="50" creationId="{0D50E98A-832F-181B-D380-13D238F73BF5}"/>
          </ac:spMkLst>
        </pc:spChg>
        <pc:spChg chg="add mod">
          <ac:chgData name="성현 이" userId="2f0182ffdb5a30a3" providerId="LiveId" clId="{96CFCBFF-3B86-4DA3-8BC4-90A0DDDF2BC8}" dt="2026-04-14T06:13:13.420" v="6140" actId="14100"/>
          <ac:spMkLst>
            <pc:docMk/>
            <pc:sldMk cId="682699708" sldId="267"/>
            <ac:spMk id="51" creationId="{6CEC35BE-622E-91BA-A397-ADF8121FF486}"/>
          </ac:spMkLst>
        </pc:spChg>
        <pc:spChg chg="mod">
          <ac:chgData name="성현 이" userId="2f0182ffdb5a30a3" providerId="LiveId" clId="{96CFCBFF-3B86-4DA3-8BC4-90A0DDDF2BC8}" dt="2026-04-14T06:13:21.105" v="6142"/>
          <ac:spMkLst>
            <pc:docMk/>
            <pc:sldMk cId="682699708" sldId="267"/>
            <ac:spMk id="53" creationId="{73FA3489-ED4E-A178-0DBD-DC861CDAA512}"/>
          </ac:spMkLst>
        </pc:spChg>
        <pc:spChg chg="mod">
          <ac:chgData name="성현 이" userId="2f0182ffdb5a30a3" providerId="LiveId" clId="{96CFCBFF-3B86-4DA3-8BC4-90A0DDDF2BC8}" dt="2026-04-14T06:13:21.105" v="6142"/>
          <ac:spMkLst>
            <pc:docMk/>
            <pc:sldMk cId="682699708" sldId="267"/>
            <ac:spMk id="55" creationId="{87CAF8B2-3364-7941-2CED-6B89073FB9C3}"/>
          </ac:spMkLst>
        </pc:spChg>
        <pc:spChg chg="mod">
          <ac:chgData name="성현 이" userId="2f0182ffdb5a30a3" providerId="LiveId" clId="{96CFCBFF-3B86-4DA3-8BC4-90A0DDDF2BC8}" dt="2026-04-14T06:13:21.105" v="6142"/>
          <ac:spMkLst>
            <pc:docMk/>
            <pc:sldMk cId="682699708" sldId="267"/>
            <ac:spMk id="56" creationId="{05A07400-9B33-490C-EE0B-BAAC6D1E0329}"/>
          </ac:spMkLst>
        </pc:spChg>
        <pc:spChg chg="mod">
          <ac:chgData name="성현 이" userId="2f0182ffdb5a30a3" providerId="LiveId" clId="{96CFCBFF-3B86-4DA3-8BC4-90A0DDDF2BC8}" dt="2026-04-14T06:13:21.105" v="6142"/>
          <ac:spMkLst>
            <pc:docMk/>
            <pc:sldMk cId="682699708" sldId="267"/>
            <ac:spMk id="57" creationId="{BF133635-54A9-3DCE-81C9-24D1F28D8FD0}"/>
          </ac:spMkLst>
        </pc:spChg>
        <pc:spChg chg="mod">
          <ac:chgData name="성현 이" userId="2f0182ffdb5a30a3" providerId="LiveId" clId="{96CFCBFF-3B86-4DA3-8BC4-90A0DDDF2BC8}" dt="2026-04-14T06:13:21.105" v="6142"/>
          <ac:spMkLst>
            <pc:docMk/>
            <pc:sldMk cId="682699708" sldId="267"/>
            <ac:spMk id="59" creationId="{582D85DE-06E6-6ACA-CE0A-28122A0C1936}"/>
          </ac:spMkLst>
        </pc:spChg>
        <pc:spChg chg="mod">
          <ac:chgData name="성현 이" userId="2f0182ffdb5a30a3" providerId="LiveId" clId="{96CFCBFF-3B86-4DA3-8BC4-90A0DDDF2BC8}" dt="2026-04-14T06:13:21.105" v="6142"/>
          <ac:spMkLst>
            <pc:docMk/>
            <pc:sldMk cId="682699708" sldId="267"/>
            <ac:spMk id="60" creationId="{7C5FCE4D-5861-6E5F-4A43-80D593B119A2}"/>
          </ac:spMkLst>
        </pc:spChg>
        <pc:spChg chg="mod">
          <ac:chgData name="성현 이" userId="2f0182ffdb5a30a3" providerId="LiveId" clId="{96CFCBFF-3B86-4DA3-8BC4-90A0DDDF2BC8}" dt="2026-04-14T06:13:21.105" v="6142"/>
          <ac:spMkLst>
            <pc:docMk/>
            <pc:sldMk cId="682699708" sldId="267"/>
            <ac:spMk id="61" creationId="{D0044B4F-281D-5750-18F8-5B6905CB2C52}"/>
          </ac:spMkLst>
        </pc:spChg>
        <pc:spChg chg="mod">
          <ac:chgData name="성현 이" userId="2f0182ffdb5a30a3" providerId="LiveId" clId="{96CFCBFF-3B86-4DA3-8BC4-90A0DDDF2BC8}" dt="2026-04-14T06:13:21.105" v="6142"/>
          <ac:spMkLst>
            <pc:docMk/>
            <pc:sldMk cId="682699708" sldId="267"/>
            <ac:spMk id="62" creationId="{279E3C2A-807C-D302-4F97-34BECA0F59CB}"/>
          </ac:spMkLst>
        </pc:spChg>
        <pc:spChg chg="mod">
          <ac:chgData name="성현 이" userId="2f0182ffdb5a30a3" providerId="LiveId" clId="{96CFCBFF-3B86-4DA3-8BC4-90A0DDDF2BC8}" dt="2026-04-14T06:13:21.105" v="6142"/>
          <ac:spMkLst>
            <pc:docMk/>
            <pc:sldMk cId="682699708" sldId="267"/>
            <ac:spMk id="63" creationId="{A6678D0B-9E08-13C5-EC95-09D5FC9136AB}"/>
          </ac:spMkLst>
        </pc:spChg>
        <pc:spChg chg="mod">
          <ac:chgData name="성현 이" userId="2f0182ffdb5a30a3" providerId="LiveId" clId="{96CFCBFF-3B86-4DA3-8BC4-90A0DDDF2BC8}" dt="2026-04-14T06:13:21.105" v="6142"/>
          <ac:spMkLst>
            <pc:docMk/>
            <pc:sldMk cId="682699708" sldId="267"/>
            <ac:spMk id="64" creationId="{C8EC08A1-3F50-86F9-319B-11828D8DE7B6}"/>
          </ac:spMkLst>
        </pc:spChg>
        <pc:spChg chg="mod">
          <ac:chgData name="성현 이" userId="2f0182ffdb5a30a3" providerId="LiveId" clId="{96CFCBFF-3B86-4DA3-8BC4-90A0DDDF2BC8}" dt="2026-04-14T06:13:28.167" v="6144"/>
          <ac:spMkLst>
            <pc:docMk/>
            <pc:sldMk cId="682699708" sldId="267"/>
            <ac:spMk id="67" creationId="{D68C741D-AECE-9890-FD5E-C207F3FC13F8}"/>
          </ac:spMkLst>
        </pc:spChg>
        <pc:spChg chg="mod">
          <ac:chgData name="성현 이" userId="2f0182ffdb5a30a3" providerId="LiveId" clId="{96CFCBFF-3B86-4DA3-8BC4-90A0DDDF2BC8}" dt="2026-04-14T06:13:28.167" v="6144"/>
          <ac:spMkLst>
            <pc:docMk/>
            <pc:sldMk cId="682699708" sldId="267"/>
            <ac:spMk id="69" creationId="{8F718681-4B4A-8267-53F8-5B1F0C6E77AE}"/>
          </ac:spMkLst>
        </pc:spChg>
        <pc:spChg chg="mod">
          <ac:chgData name="성현 이" userId="2f0182ffdb5a30a3" providerId="LiveId" clId="{96CFCBFF-3B86-4DA3-8BC4-90A0DDDF2BC8}" dt="2026-04-14T06:13:28.167" v="6144"/>
          <ac:spMkLst>
            <pc:docMk/>
            <pc:sldMk cId="682699708" sldId="267"/>
            <ac:spMk id="71" creationId="{CF5A6D3E-9094-4CEB-4FCB-0423EC20A900}"/>
          </ac:spMkLst>
        </pc:spChg>
        <pc:spChg chg="mod">
          <ac:chgData name="성현 이" userId="2f0182ffdb5a30a3" providerId="LiveId" clId="{96CFCBFF-3B86-4DA3-8BC4-90A0DDDF2BC8}" dt="2026-04-14T06:13:28.167" v="6144"/>
          <ac:spMkLst>
            <pc:docMk/>
            <pc:sldMk cId="682699708" sldId="267"/>
            <ac:spMk id="72" creationId="{0A10BAF9-D823-2322-A8E5-0F001126F4E3}"/>
          </ac:spMkLst>
        </pc:spChg>
        <pc:spChg chg="mod">
          <ac:chgData name="성현 이" userId="2f0182ffdb5a30a3" providerId="LiveId" clId="{96CFCBFF-3B86-4DA3-8BC4-90A0DDDF2BC8}" dt="2026-04-14T06:13:28.167" v="6144"/>
          <ac:spMkLst>
            <pc:docMk/>
            <pc:sldMk cId="682699708" sldId="267"/>
            <ac:spMk id="73" creationId="{15A17F66-92AF-8F01-B987-470334775332}"/>
          </ac:spMkLst>
        </pc:spChg>
        <pc:spChg chg="mod">
          <ac:chgData name="성현 이" userId="2f0182ffdb5a30a3" providerId="LiveId" clId="{96CFCBFF-3B86-4DA3-8BC4-90A0DDDF2BC8}" dt="2026-04-14T06:13:28.167" v="6144"/>
          <ac:spMkLst>
            <pc:docMk/>
            <pc:sldMk cId="682699708" sldId="267"/>
            <ac:spMk id="74" creationId="{8913A1C5-3954-FFBF-371F-345AAFFD069C}"/>
          </ac:spMkLst>
        </pc:spChg>
        <pc:spChg chg="mod">
          <ac:chgData name="성현 이" userId="2f0182ffdb5a30a3" providerId="LiveId" clId="{96CFCBFF-3B86-4DA3-8BC4-90A0DDDF2BC8}" dt="2026-04-14T06:13:28.167" v="6144"/>
          <ac:spMkLst>
            <pc:docMk/>
            <pc:sldMk cId="682699708" sldId="267"/>
            <ac:spMk id="76" creationId="{65A7996C-5CFD-2098-C9D1-2E4BBC1EAC70}"/>
          </ac:spMkLst>
        </pc:spChg>
        <pc:spChg chg="mod">
          <ac:chgData name="성현 이" userId="2f0182ffdb5a30a3" providerId="LiveId" clId="{96CFCBFF-3B86-4DA3-8BC4-90A0DDDF2BC8}" dt="2026-04-14T06:13:28.167" v="6144"/>
          <ac:spMkLst>
            <pc:docMk/>
            <pc:sldMk cId="682699708" sldId="267"/>
            <ac:spMk id="77" creationId="{602FDE99-970A-5865-1028-D50CD388780D}"/>
          </ac:spMkLst>
        </pc:spChg>
        <pc:spChg chg="mod">
          <ac:chgData name="성현 이" userId="2f0182ffdb5a30a3" providerId="LiveId" clId="{96CFCBFF-3B86-4DA3-8BC4-90A0DDDF2BC8}" dt="2026-04-14T06:13:28.167" v="6144"/>
          <ac:spMkLst>
            <pc:docMk/>
            <pc:sldMk cId="682699708" sldId="267"/>
            <ac:spMk id="78" creationId="{CEC6F554-5A71-0E51-635A-04DC87E60A24}"/>
          </ac:spMkLst>
        </pc:spChg>
        <pc:spChg chg="mod">
          <ac:chgData name="성현 이" userId="2f0182ffdb5a30a3" providerId="LiveId" clId="{96CFCBFF-3B86-4DA3-8BC4-90A0DDDF2BC8}" dt="2026-04-14T06:13:28.167" v="6144"/>
          <ac:spMkLst>
            <pc:docMk/>
            <pc:sldMk cId="682699708" sldId="267"/>
            <ac:spMk id="79" creationId="{B4FFF7DE-E953-EBDF-1D88-5E70D77C917D}"/>
          </ac:spMkLst>
        </pc:spChg>
        <pc:spChg chg="mod">
          <ac:chgData name="성현 이" userId="2f0182ffdb5a30a3" providerId="LiveId" clId="{96CFCBFF-3B86-4DA3-8BC4-90A0DDDF2BC8}" dt="2026-04-14T06:13:40.328" v="6146"/>
          <ac:spMkLst>
            <pc:docMk/>
            <pc:sldMk cId="682699708" sldId="267"/>
            <ac:spMk id="81" creationId="{3B9D3C89-2755-1090-B31D-B9561332BF2D}"/>
          </ac:spMkLst>
        </pc:spChg>
        <pc:spChg chg="mod">
          <ac:chgData name="성현 이" userId="2f0182ffdb5a30a3" providerId="LiveId" clId="{96CFCBFF-3B86-4DA3-8BC4-90A0DDDF2BC8}" dt="2026-04-14T06:13:40.328" v="6146"/>
          <ac:spMkLst>
            <pc:docMk/>
            <pc:sldMk cId="682699708" sldId="267"/>
            <ac:spMk id="82" creationId="{FB373622-DC82-78AC-2DC3-6DC7A79498FD}"/>
          </ac:spMkLst>
        </pc:spChg>
        <pc:spChg chg="mod">
          <ac:chgData name="성현 이" userId="2f0182ffdb5a30a3" providerId="LiveId" clId="{96CFCBFF-3B86-4DA3-8BC4-90A0DDDF2BC8}" dt="2026-04-14T06:13:40.328" v="6146"/>
          <ac:spMkLst>
            <pc:docMk/>
            <pc:sldMk cId="682699708" sldId="267"/>
            <ac:spMk id="83" creationId="{20098B51-456F-3497-4330-6A3A8BED99E3}"/>
          </ac:spMkLst>
        </pc:spChg>
        <pc:spChg chg="mod">
          <ac:chgData name="성현 이" userId="2f0182ffdb5a30a3" providerId="LiveId" clId="{96CFCBFF-3B86-4DA3-8BC4-90A0DDDF2BC8}" dt="2026-04-14T06:13:40.328" v="6146"/>
          <ac:spMkLst>
            <pc:docMk/>
            <pc:sldMk cId="682699708" sldId="267"/>
            <ac:spMk id="84" creationId="{D96ACB5D-40F6-AB8D-7767-3619AB117D86}"/>
          </ac:spMkLst>
        </pc:spChg>
        <pc:spChg chg="mod">
          <ac:chgData name="성현 이" userId="2f0182ffdb5a30a3" providerId="LiveId" clId="{96CFCBFF-3B86-4DA3-8BC4-90A0DDDF2BC8}" dt="2026-04-14T06:13:40.328" v="6146"/>
          <ac:spMkLst>
            <pc:docMk/>
            <pc:sldMk cId="682699708" sldId="267"/>
            <ac:spMk id="85" creationId="{B45FC077-F188-72CB-1781-0ADA7B0FEBE2}"/>
          </ac:spMkLst>
        </pc:spChg>
        <pc:spChg chg="mod">
          <ac:chgData name="성현 이" userId="2f0182ffdb5a30a3" providerId="LiveId" clId="{96CFCBFF-3B86-4DA3-8BC4-90A0DDDF2BC8}" dt="2026-04-14T06:13:40.328" v="6146"/>
          <ac:spMkLst>
            <pc:docMk/>
            <pc:sldMk cId="682699708" sldId="267"/>
            <ac:spMk id="88" creationId="{D538101B-5DC0-853F-CDA7-F4DF4DC0AD10}"/>
          </ac:spMkLst>
        </pc:spChg>
        <pc:spChg chg="mod">
          <ac:chgData name="성현 이" userId="2f0182ffdb5a30a3" providerId="LiveId" clId="{96CFCBFF-3B86-4DA3-8BC4-90A0DDDF2BC8}" dt="2026-04-14T06:13:40.328" v="6146"/>
          <ac:spMkLst>
            <pc:docMk/>
            <pc:sldMk cId="682699708" sldId="267"/>
            <ac:spMk id="89" creationId="{30F19363-7014-C6CD-25F8-EDE9C1BA9C0E}"/>
          </ac:spMkLst>
        </pc:spChg>
        <pc:spChg chg="mod">
          <ac:chgData name="성현 이" userId="2f0182ffdb5a30a3" providerId="LiveId" clId="{96CFCBFF-3B86-4DA3-8BC4-90A0DDDF2BC8}" dt="2026-04-14T06:13:40.328" v="6146"/>
          <ac:spMkLst>
            <pc:docMk/>
            <pc:sldMk cId="682699708" sldId="267"/>
            <ac:spMk id="90" creationId="{F7DC1B6B-A5BB-AAA2-AE07-77C09985AC3C}"/>
          </ac:spMkLst>
        </pc:spChg>
        <pc:spChg chg="mod">
          <ac:chgData name="성현 이" userId="2f0182ffdb5a30a3" providerId="LiveId" clId="{96CFCBFF-3B86-4DA3-8BC4-90A0DDDF2BC8}" dt="2026-04-14T06:13:40.328" v="6146"/>
          <ac:spMkLst>
            <pc:docMk/>
            <pc:sldMk cId="682699708" sldId="267"/>
            <ac:spMk id="92" creationId="{D466C40D-28C6-89CF-85F1-3342C06CCEEB}"/>
          </ac:spMkLst>
        </pc:spChg>
        <pc:spChg chg="mod">
          <ac:chgData name="성현 이" userId="2f0182ffdb5a30a3" providerId="LiveId" clId="{96CFCBFF-3B86-4DA3-8BC4-90A0DDDF2BC8}" dt="2026-04-14T06:13:40.328" v="6146"/>
          <ac:spMkLst>
            <pc:docMk/>
            <pc:sldMk cId="682699708" sldId="267"/>
            <ac:spMk id="93" creationId="{DA9FD929-3233-32B4-D7EA-65871D4BC1F2}"/>
          </ac:spMkLst>
        </pc:spChg>
        <pc:spChg chg="add del mod">
          <ac:chgData name="성현 이" userId="2f0182ffdb5a30a3" providerId="LiveId" clId="{96CFCBFF-3B86-4DA3-8BC4-90A0DDDF2BC8}" dt="2026-04-14T06:14:09.346" v="6158" actId="478"/>
          <ac:spMkLst>
            <pc:docMk/>
            <pc:sldMk cId="682699708" sldId="267"/>
            <ac:spMk id="94" creationId="{F3FB1898-4E2E-8094-6D9D-CF8BFA06E251}"/>
          </ac:spMkLst>
        </pc:spChg>
        <pc:spChg chg="add mod">
          <ac:chgData name="성현 이" userId="2f0182ffdb5a30a3" providerId="LiveId" clId="{96CFCBFF-3B86-4DA3-8BC4-90A0DDDF2BC8}" dt="2026-04-14T06:14:23.587" v="6163" actId="1076"/>
          <ac:spMkLst>
            <pc:docMk/>
            <pc:sldMk cId="682699708" sldId="267"/>
            <ac:spMk id="95" creationId="{81E122AC-658B-1595-9DE0-91C90423AF00}"/>
          </ac:spMkLst>
        </pc:spChg>
        <pc:spChg chg="add mod">
          <ac:chgData name="성현 이" userId="2f0182ffdb5a30a3" providerId="LiveId" clId="{96CFCBFF-3B86-4DA3-8BC4-90A0DDDF2BC8}" dt="2026-04-14T06:14:36.102" v="6169" actId="20577"/>
          <ac:spMkLst>
            <pc:docMk/>
            <pc:sldMk cId="682699708" sldId="267"/>
            <ac:spMk id="96" creationId="{C125BF38-8A17-7218-D104-9CBFEAEB5B90}"/>
          </ac:spMkLst>
        </pc:spChg>
        <pc:spChg chg="add mod">
          <ac:chgData name="성현 이" userId="2f0182ffdb5a30a3" providerId="LiveId" clId="{96CFCBFF-3B86-4DA3-8BC4-90A0DDDF2BC8}" dt="2026-04-14T06:14:44.382" v="6173" actId="20577"/>
          <ac:spMkLst>
            <pc:docMk/>
            <pc:sldMk cId="682699708" sldId="267"/>
            <ac:spMk id="97" creationId="{CE0D0771-10BC-E0AC-22AB-A85777E88A73}"/>
          </ac:spMkLst>
        </pc:spChg>
        <pc:spChg chg="add del mod">
          <ac:chgData name="성현 이" userId="2f0182ffdb5a30a3" providerId="LiveId" clId="{96CFCBFF-3B86-4DA3-8BC4-90A0DDDF2BC8}" dt="2026-04-14T06:23:54.639" v="6350"/>
          <ac:spMkLst>
            <pc:docMk/>
            <pc:sldMk cId="682699708" sldId="267"/>
            <ac:spMk id="98" creationId="{D9306972-F942-4CB1-13C8-2210DE445B0E}"/>
          </ac:spMkLst>
        </pc:spChg>
        <pc:spChg chg="add del mod">
          <ac:chgData name="성현 이" userId="2f0182ffdb5a30a3" providerId="LiveId" clId="{96CFCBFF-3B86-4DA3-8BC4-90A0DDDF2BC8}" dt="2026-04-14T06:23:54.636" v="6348" actId="478"/>
          <ac:spMkLst>
            <pc:docMk/>
            <pc:sldMk cId="682699708" sldId="267"/>
            <ac:spMk id="99" creationId="{7596CD9E-FA51-D7F8-F51A-F6B6842C01F8}"/>
          </ac:spMkLst>
        </pc:spChg>
        <pc:spChg chg="add del mod">
          <ac:chgData name="성현 이" userId="2f0182ffdb5a30a3" providerId="LiveId" clId="{96CFCBFF-3B86-4DA3-8BC4-90A0DDDF2BC8}" dt="2026-04-14T06:23:54.640" v="6352"/>
          <ac:spMkLst>
            <pc:docMk/>
            <pc:sldMk cId="682699708" sldId="267"/>
            <ac:spMk id="100" creationId="{0A278AF9-CC3A-8E90-EAF6-4408B44C19D6}"/>
          </ac:spMkLst>
        </pc:spChg>
        <pc:spChg chg="add del">
          <ac:chgData name="성현 이" userId="2f0182ffdb5a30a3" providerId="LiveId" clId="{96CFCBFF-3B86-4DA3-8BC4-90A0DDDF2BC8}" dt="2026-04-14T06:17:00.992" v="6231" actId="22"/>
          <ac:spMkLst>
            <pc:docMk/>
            <pc:sldMk cId="682699708" sldId="267"/>
            <ac:spMk id="102" creationId="{F0653BF0-855A-2A0A-A03C-4DB86EFD36DF}"/>
          </ac:spMkLst>
        </pc:spChg>
        <pc:spChg chg="add del">
          <ac:chgData name="성현 이" userId="2f0182ffdb5a30a3" providerId="LiveId" clId="{96CFCBFF-3B86-4DA3-8BC4-90A0DDDF2BC8}" dt="2026-04-14T06:17:28.338" v="6238" actId="22"/>
          <ac:spMkLst>
            <pc:docMk/>
            <pc:sldMk cId="682699708" sldId="267"/>
            <ac:spMk id="104" creationId="{2208C80D-B6A8-3637-75E3-62231CF8CE55}"/>
          </ac:spMkLst>
        </pc:spChg>
        <pc:spChg chg="add mod">
          <ac:chgData name="성현 이" userId="2f0182ffdb5a30a3" providerId="LiveId" clId="{96CFCBFF-3B86-4DA3-8BC4-90A0DDDF2BC8}" dt="2026-04-14T06:21:57.396" v="6274" actId="13822"/>
          <ac:spMkLst>
            <pc:docMk/>
            <pc:sldMk cId="682699708" sldId="267"/>
            <ac:spMk id="105" creationId="{4EBDC714-4F94-7C1A-448E-E970AE13172F}"/>
          </ac:spMkLst>
        </pc:spChg>
        <pc:spChg chg="add mod">
          <ac:chgData name="성현 이" userId="2f0182ffdb5a30a3" providerId="LiveId" clId="{96CFCBFF-3B86-4DA3-8BC4-90A0DDDF2BC8}" dt="2026-04-14T06:23:13.596" v="6329" actId="20577"/>
          <ac:spMkLst>
            <pc:docMk/>
            <pc:sldMk cId="682699708" sldId="267"/>
            <ac:spMk id="106" creationId="{0418DE46-B36B-FD6E-BAC5-3114DFE45799}"/>
          </ac:spMkLst>
        </pc:spChg>
        <pc:spChg chg="add mod">
          <ac:chgData name="성현 이" userId="2f0182ffdb5a30a3" providerId="LiveId" clId="{96CFCBFF-3B86-4DA3-8BC4-90A0DDDF2BC8}" dt="2026-04-14T06:23:19.650" v="6331" actId="1076"/>
          <ac:spMkLst>
            <pc:docMk/>
            <pc:sldMk cId="682699708" sldId="267"/>
            <ac:spMk id="107" creationId="{CEFF1A1D-2665-1638-5046-4CD1EF34FBEB}"/>
          </ac:spMkLst>
        </pc:spChg>
        <pc:spChg chg="add mod">
          <ac:chgData name="성현 이" userId="2f0182ffdb5a30a3" providerId="LiveId" clId="{96CFCBFF-3B86-4DA3-8BC4-90A0DDDF2BC8}" dt="2026-04-14T06:23:25.820" v="6335" actId="20577"/>
          <ac:spMkLst>
            <pc:docMk/>
            <pc:sldMk cId="682699708" sldId="267"/>
            <ac:spMk id="108" creationId="{FCF81136-E9FF-7AE2-2127-54BF4EE72372}"/>
          </ac:spMkLst>
        </pc:spChg>
        <pc:spChg chg="add mod">
          <ac:chgData name="성현 이" userId="2f0182ffdb5a30a3" providerId="LiveId" clId="{96CFCBFF-3B86-4DA3-8BC4-90A0DDDF2BC8}" dt="2026-04-14T06:24:20.452" v="6363" actId="14100"/>
          <ac:spMkLst>
            <pc:docMk/>
            <pc:sldMk cId="682699708" sldId="267"/>
            <ac:spMk id="109" creationId="{00B90B68-9054-6375-2D6B-01C3A21180E2}"/>
          </ac:spMkLst>
        </pc:spChg>
        <pc:spChg chg="add mod">
          <ac:chgData name="성현 이" userId="2f0182ffdb5a30a3" providerId="LiveId" clId="{96CFCBFF-3B86-4DA3-8BC4-90A0DDDF2BC8}" dt="2026-04-14T06:24:30.553" v="6367" actId="20577"/>
          <ac:spMkLst>
            <pc:docMk/>
            <pc:sldMk cId="682699708" sldId="267"/>
            <ac:spMk id="110" creationId="{DEF7929D-90D9-DAB6-C16D-97203A7560A9}"/>
          </ac:spMkLst>
        </pc:spChg>
        <pc:spChg chg="add mod">
          <ac:chgData name="성현 이" userId="2f0182ffdb5a30a3" providerId="LiveId" clId="{96CFCBFF-3B86-4DA3-8BC4-90A0DDDF2BC8}" dt="2026-04-14T06:24:42.893" v="6371" actId="20577"/>
          <ac:spMkLst>
            <pc:docMk/>
            <pc:sldMk cId="682699708" sldId="267"/>
            <ac:spMk id="111" creationId="{68747458-2E26-8D10-F0FD-422D5EB60423}"/>
          </ac:spMkLst>
        </pc:spChg>
        <pc:spChg chg="add mod">
          <ac:chgData name="성현 이" userId="2f0182ffdb5a30a3" providerId="LiveId" clId="{96CFCBFF-3B86-4DA3-8BC4-90A0DDDF2BC8}" dt="2026-04-14T06:24:53.257" v="6373" actId="1076"/>
          <ac:spMkLst>
            <pc:docMk/>
            <pc:sldMk cId="682699708" sldId="267"/>
            <ac:spMk id="112" creationId="{400242F5-518D-F7F8-9755-4C40A48545EC}"/>
          </ac:spMkLst>
        </pc:spChg>
        <pc:spChg chg="add mod">
          <ac:chgData name="성현 이" userId="2f0182ffdb5a30a3" providerId="LiveId" clId="{96CFCBFF-3B86-4DA3-8BC4-90A0DDDF2BC8}" dt="2026-04-14T06:25:03.376" v="6377" actId="14100"/>
          <ac:spMkLst>
            <pc:docMk/>
            <pc:sldMk cId="682699708" sldId="267"/>
            <ac:spMk id="113" creationId="{364EB1B3-F9EA-C22A-2910-9B499C687CF7}"/>
          </ac:spMkLst>
        </pc:spChg>
        <pc:spChg chg="add mod">
          <ac:chgData name="성현 이" userId="2f0182ffdb5a30a3" providerId="LiveId" clId="{96CFCBFF-3B86-4DA3-8BC4-90A0DDDF2BC8}" dt="2026-04-14T06:25:09.073" v="6380" actId="1076"/>
          <ac:spMkLst>
            <pc:docMk/>
            <pc:sldMk cId="682699708" sldId="267"/>
            <ac:spMk id="114" creationId="{DBF09A33-C0BA-86FA-45EF-7828F2978A10}"/>
          </ac:spMkLst>
        </pc:spChg>
        <pc:spChg chg="add mod">
          <ac:chgData name="성현 이" userId="2f0182ffdb5a30a3" providerId="LiveId" clId="{96CFCBFF-3B86-4DA3-8BC4-90A0DDDF2BC8}" dt="2026-04-14T06:25:12.198" v="6381"/>
          <ac:spMkLst>
            <pc:docMk/>
            <pc:sldMk cId="682699708" sldId="267"/>
            <ac:spMk id="115" creationId="{870516A1-409B-2300-5122-3221D09E991C}"/>
          </ac:spMkLst>
        </pc:spChg>
        <pc:spChg chg="add mod">
          <ac:chgData name="성현 이" userId="2f0182ffdb5a30a3" providerId="LiveId" clId="{96CFCBFF-3B86-4DA3-8BC4-90A0DDDF2BC8}" dt="2026-04-14T06:25:18.932" v="6383" actId="1076"/>
          <ac:spMkLst>
            <pc:docMk/>
            <pc:sldMk cId="682699708" sldId="267"/>
            <ac:spMk id="116" creationId="{425F2FF3-084E-284E-A3E3-6B2A5444F2FE}"/>
          </ac:spMkLst>
        </pc:spChg>
        <pc:spChg chg="add mod">
          <ac:chgData name="성현 이" userId="2f0182ffdb5a30a3" providerId="LiveId" clId="{96CFCBFF-3B86-4DA3-8BC4-90A0DDDF2BC8}" dt="2026-04-14T06:25:20.771" v="6385" actId="20577"/>
          <ac:spMkLst>
            <pc:docMk/>
            <pc:sldMk cId="682699708" sldId="267"/>
            <ac:spMk id="117" creationId="{EF23D407-FB34-B65A-9574-6ABA4C6F861D}"/>
          </ac:spMkLst>
        </pc:spChg>
        <pc:spChg chg="add del mod">
          <ac:chgData name="성현 이" userId="2f0182ffdb5a30a3" providerId="LiveId" clId="{96CFCBFF-3B86-4DA3-8BC4-90A0DDDF2BC8}" dt="2026-04-14T06:26:35.497" v="6403" actId="478"/>
          <ac:spMkLst>
            <pc:docMk/>
            <pc:sldMk cId="682699708" sldId="267"/>
            <ac:spMk id="118" creationId="{2885B873-8C0D-C969-9A7B-2FA05D4ACF2F}"/>
          </ac:spMkLst>
        </pc:spChg>
        <pc:spChg chg="add mod">
          <ac:chgData name="성현 이" userId="2f0182ffdb5a30a3" providerId="LiveId" clId="{96CFCBFF-3B86-4DA3-8BC4-90A0DDDF2BC8}" dt="2026-04-14T10:36:26.486" v="7294" actId="208"/>
          <ac:spMkLst>
            <pc:docMk/>
            <pc:sldMk cId="682699708" sldId="267"/>
            <ac:spMk id="119" creationId="{28984232-1FC0-4554-D4E5-36865EB42221}"/>
          </ac:spMkLst>
        </pc:spChg>
        <pc:spChg chg="add mod">
          <ac:chgData name="성현 이" userId="2f0182ffdb5a30a3" providerId="LiveId" clId="{96CFCBFF-3B86-4DA3-8BC4-90A0DDDF2BC8}" dt="2026-04-14T10:36:10.516" v="7288" actId="208"/>
          <ac:spMkLst>
            <pc:docMk/>
            <pc:sldMk cId="682699708" sldId="267"/>
            <ac:spMk id="120" creationId="{67D2BC00-E1E6-9E2C-BADD-6D872D1A6B83}"/>
          </ac:spMkLst>
        </pc:spChg>
        <pc:spChg chg="add mod">
          <ac:chgData name="성현 이" userId="2f0182ffdb5a30a3" providerId="LiveId" clId="{96CFCBFF-3B86-4DA3-8BC4-90A0DDDF2BC8}" dt="2026-04-14T10:36:34.001" v="7297" actId="207"/>
          <ac:spMkLst>
            <pc:docMk/>
            <pc:sldMk cId="682699708" sldId="267"/>
            <ac:spMk id="121" creationId="{0DD316AF-40E2-5666-7A94-C9900DF93265}"/>
          </ac:spMkLst>
        </pc:spChg>
        <pc:spChg chg="add del mod">
          <ac:chgData name="성현 이" userId="2f0182ffdb5a30a3" providerId="LiveId" clId="{96CFCBFF-3B86-4DA3-8BC4-90A0DDDF2BC8}" dt="2026-04-14T06:29:03.120" v="6488"/>
          <ac:spMkLst>
            <pc:docMk/>
            <pc:sldMk cId="682699708" sldId="267"/>
            <ac:spMk id="122" creationId="{EAFE8F6B-7F52-570F-5C24-A8F11F815DB4}"/>
          </ac:spMkLst>
        </pc:spChg>
        <pc:spChg chg="add mod">
          <ac:chgData name="성현 이" userId="2f0182ffdb5a30a3" providerId="LiveId" clId="{96CFCBFF-3B86-4DA3-8BC4-90A0DDDF2BC8}" dt="2026-04-14T10:36:14.881" v="7291" actId="207"/>
          <ac:spMkLst>
            <pc:docMk/>
            <pc:sldMk cId="682699708" sldId="267"/>
            <ac:spMk id="123" creationId="{59B6AED8-CE33-7D39-CBA5-24C5BD2A4B65}"/>
          </ac:spMkLst>
        </pc:spChg>
        <pc:spChg chg="add mod">
          <ac:chgData name="성현 이" userId="2f0182ffdb5a30a3" providerId="LiveId" clId="{96CFCBFF-3B86-4DA3-8BC4-90A0DDDF2BC8}" dt="2026-04-14T06:29:49.117" v="6513"/>
          <ac:spMkLst>
            <pc:docMk/>
            <pc:sldMk cId="682699708" sldId="267"/>
            <ac:spMk id="124" creationId="{BC0B1778-3E3F-D428-6D4A-F7DF1AC98AC8}"/>
          </ac:spMkLst>
        </pc:spChg>
        <pc:spChg chg="add mod">
          <ac:chgData name="성현 이" userId="2f0182ffdb5a30a3" providerId="LiveId" clId="{96CFCBFF-3B86-4DA3-8BC4-90A0DDDF2BC8}" dt="2026-04-14T06:30:34.487" v="6584" actId="1076"/>
          <ac:spMkLst>
            <pc:docMk/>
            <pc:sldMk cId="682699708" sldId="267"/>
            <ac:spMk id="125" creationId="{E38E90D9-AB58-4CF2-B667-53B1DEAABEBE}"/>
          </ac:spMkLst>
        </pc:spChg>
        <pc:spChg chg="add mod">
          <ac:chgData name="성현 이" userId="2f0182ffdb5a30a3" providerId="LiveId" clId="{96CFCBFF-3B86-4DA3-8BC4-90A0DDDF2BC8}" dt="2026-04-14T06:32:19.906" v="6594" actId="1582"/>
          <ac:spMkLst>
            <pc:docMk/>
            <pc:sldMk cId="682699708" sldId="267"/>
            <ac:spMk id="129" creationId="{4736FC47-5B99-0402-D17F-0D0047668549}"/>
          </ac:spMkLst>
        </pc:spChg>
        <pc:spChg chg="add mod">
          <ac:chgData name="성현 이" userId="2f0182ffdb5a30a3" providerId="LiveId" clId="{96CFCBFF-3B86-4DA3-8BC4-90A0DDDF2BC8}" dt="2026-04-14T06:33:04.445" v="6614" actId="1076"/>
          <ac:spMkLst>
            <pc:docMk/>
            <pc:sldMk cId="682699708" sldId="267"/>
            <ac:spMk id="132" creationId="{DEC2AD6D-8DE2-F75B-3D9B-4F7FE7534946}"/>
          </ac:spMkLst>
        </pc:spChg>
        <pc:grpChg chg="mod">
          <ac:chgData name="성현 이" userId="2f0182ffdb5a30a3" providerId="LiveId" clId="{96CFCBFF-3B86-4DA3-8BC4-90A0DDDF2BC8}" dt="2026-04-14T06:12:48.270" v="6132" actId="1076"/>
          <ac:grpSpMkLst>
            <pc:docMk/>
            <pc:sldMk cId="682699708" sldId="267"/>
            <ac:grpSpMk id="23" creationId="{1195992D-15D1-57C4-4C1E-E5EA9A9E903A}"/>
          </ac:grpSpMkLst>
        </pc:grpChg>
        <pc:grpChg chg="mod">
          <ac:chgData name="성현 이" userId="2f0182ffdb5a30a3" providerId="LiveId" clId="{96CFCBFF-3B86-4DA3-8BC4-90A0DDDF2BC8}" dt="2026-04-14T06:13:18.902" v="6141" actId="1076"/>
          <ac:grpSpMkLst>
            <pc:docMk/>
            <pc:sldMk cId="682699708" sldId="267"/>
            <ac:grpSpMk id="37" creationId="{3E12D6D2-D8DC-4B84-68BE-AA313B7DAC1E}"/>
          </ac:grpSpMkLst>
        </pc:grpChg>
        <pc:grpChg chg="mod">
          <ac:chgData name="성현 이" userId="2f0182ffdb5a30a3" providerId="LiveId" clId="{96CFCBFF-3B86-4DA3-8BC4-90A0DDDF2BC8}" dt="2026-04-14T06:13:25.573" v="6143" actId="1076"/>
          <ac:grpSpMkLst>
            <pc:docMk/>
            <pc:sldMk cId="682699708" sldId="267"/>
            <ac:grpSpMk id="52" creationId="{519C60D2-453B-70E6-ED90-E281F6413F17}"/>
          </ac:grpSpMkLst>
        </pc:grpChg>
        <pc:grpChg chg="mod">
          <ac:chgData name="성현 이" userId="2f0182ffdb5a30a3" providerId="LiveId" clId="{96CFCBFF-3B86-4DA3-8BC4-90A0DDDF2BC8}" dt="2026-04-14T06:13:42.707" v="6148" actId="1076"/>
          <ac:grpSpMkLst>
            <pc:docMk/>
            <pc:sldMk cId="682699708" sldId="267"/>
            <ac:grpSpMk id="66" creationId="{19E0317F-D3C8-FE1E-B61C-BEAE71221C26}"/>
          </ac:grpSpMkLst>
        </pc:grpChg>
        <pc:grpChg chg="mod">
          <ac:chgData name="성현 이" userId="2f0182ffdb5a30a3" providerId="LiveId" clId="{96CFCBFF-3B86-4DA3-8BC4-90A0DDDF2BC8}" dt="2026-04-14T06:13:48.548" v="6149" actId="1076"/>
          <ac:grpSpMkLst>
            <pc:docMk/>
            <pc:sldMk cId="682699708" sldId="267"/>
            <ac:grpSpMk id="80" creationId="{27813C86-EDAE-D5A6-4E9E-F90F2747C248}"/>
          </ac:grpSpMkLst>
        </pc:grpChg>
        <pc:cxnChg chg="add mod">
          <ac:chgData name="성현 이" userId="2f0182ffdb5a30a3" providerId="LiveId" clId="{96CFCBFF-3B86-4DA3-8BC4-90A0DDDF2BC8}" dt="2026-04-14T06:31:34.274" v="6590" actId="1582"/>
          <ac:cxnSpMkLst>
            <pc:docMk/>
            <pc:sldMk cId="682699708" sldId="267"/>
            <ac:cxnSpMk id="127" creationId="{8B426803-1188-12E1-C50C-EC2244E89B8C}"/>
          </ac:cxnSpMkLst>
        </pc:cxnChg>
        <pc:cxnChg chg="add del mod">
          <ac:chgData name="성현 이" userId="2f0182ffdb5a30a3" providerId="LiveId" clId="{96CFCBFF-3B86-4DA3-8BC4-90A0DDDF2BC8}" dt="2026-04-14T06:32:40.423" v="6596" actId="478"/>
          <ac:cxnSpMkLst>
            <pc:docMk/>
            <pc:sldMk cId="682699708" sldId="267"/>
            <ac:cxnSpMk id="131" creationId="{A150687D-08CC-A9EE-8ECD-390CF55977B5}"/>
          </ac:cxnSpMkLst>
        </pc:cxnChg>
        <pc:cxnChg chg="add mod">
          <ac:chgData name="성현 이" userId="2f0182ffdb5a30a3" providerId="LiveId" clId="{96CFCBFF-3B86-4DA3-8BC4-90A0DDDF2BC8}" dt="2026-04-14T06:33:04.445" v="6614" actId="1076"/>
          <ac:cxnSpMkLst>
            <pc:docMk/>
            <pc:sldMk cId="682699708" sldId="267"/>
            <ac:cxnSpMk id="134" creationId="{1ACF6BCA-611B-E9FE-61E0-3C7E251EC940}"/>
          </ac:cxnSpMkLst>
        </pc:cxnChg>
      </pc:sldChg>
      <pc:sldChg chg="del">
        <pc:chgData name="성현 이" userId="2f0182ffdb5a30a3" providerId="LiveId" clId="{96CFCBFF-3B86-4DA3-8BC4-90A0DDDF2BC8}" dt="2026-04-08T11:22:20.103" v="8" actId="2696"/>
        <pc:sldMkLst>
          <pc:docMk/>
          <pc:sldMk cId="509486466" sldId="268"/>
        </pc:sldMkLst>
      </pc:sldChg>
      <pc:sldChg chg="addSp delSp modSp new mod">
        <pc:chgData name="성현 이" userId="2f0182ffdb5a30a3" providerId="LiveId" clId="{96CFCBFF-3B86-4DA3-8BC4-90A0DDDF2BC8}" dt="2026-04-14T11:33:38.850" v="9420" actId="20577"/>
        <pc:sldMkLst>
          <pc:docMk/>
          <pc:sldMk cId="972813655" sldId="268"/>
        </pc:sldMkLst>
        <pc:spChg chg="mod">
          <ac:chgData name="성현 이" userId="2f0182ffdb5a30a3" providerId="LiveId" clId="{96CFCBFF-3B86-4DA3-8BC4-90A0DDDF2BC8}" dt="2026-04-14T06:42:07.451" v="6917" actId="20577"/>
          <ac:spMkLst>
            <pc:docMk/>
            <pc:sldMk cId="972813655" sldId="268"/>
            <ac:spMk id="2" creationId="{A8A491AF-7578-D186-E7AF-648840B0A2B5}"/>
          </ac:spMkLst>
        </pc:spChg>
        <pc:spChg chg="del">
          <ac:chgData name="성현 이" userId="2f0182ffdb5a30a3" providerId="LiveId" clId="{96CFCBFF-3B86-4DA3-8BC4-90A0DDDF2BC8}" dt="2026-04-14T06:42:09.478" v="6918" actId="478"/>
          <ac:spMkLst>
            <pc:docMk/>
            <pc:sldMk cId="972813655" sldId="268"/>
            <ac:spMk id="3" creationId="{4DEEDD25-417D-293B-D895-C771AC5F8F51}"/>
          </ac:spMkLst>
        </pc:spChg>
        <pc:spChg chg="add del mod">
          <ac:chgData name="성현 이" userId="2f0182ffdb5a30a3" providerId="LiveId" clId="{96CFCBFF-3B86-4DA3-8BC4-90A0DDDF2BC8}" dt="2026-04-14T09:18:31.299" v="7234" actId="478"/>
          <ac:spMkLst>
            <pc:docMk/>
            <pc:sldMk cId="972813655" sldId="268"/>
            <ac:spMk id="3" creationId="{52DAF866-5C1B-FB30-BDAE-5521448A1A2E}"/>
          </ac:spMkLst>
        </pc:spChg>
        <pc:spChg chg="add mod">
          <ac:chgData name="성현 이" userId="2f0182ffdb5a30a3" providerId="LiveId" clId="{96CFCBFF-3B86-4DA3-8BC4-90A0DDDF2BC8}" dt="2026-04-14T11:33:38.850" v="9420" actId="20577"/>
          <ac:spMkLst>
            <pc:docMk/>
            <pc:sldMk cId="972813655" sldId="268"/>
            <ac:spMk id="3" creationId="{63C3D505-A90C-9CAB-1606-3D24F79704B1}"/>
          </ac:spMkLst>
        </pc:spChg>
      </pc:sldChg>
      <pc:sldChg chg="addSp delSp modSp new del mod">
        <pc:chgData name="성현 이" userId="2f0182ffdb5a30a3" providerId="LiveId" clId="{96CFCBFF-3B86-4DA3-8BC4-90A0DDDF2BC8}" dt="2026-04-14T06:41:03.585" v="6904" actId="2696"/>
        <pc:sldMkLst>
          <pc:docMk/>
          <pc:sldMk cId="1814003769" sldId="268"/>
        </pc:sldMkLst>
        <pc:spChg chg="mod">
          <ac:chgData name="성현 이" userId="2f0182ffdb5a30a3" providerId="LiveId" clId="{96CFCBFF-3B86-4DA3-8BC4-90A0DDDF2BC8}" dt="2026-04-14T06:39:46.624" v="6785" actId="20577"/>
          <ac:spMkLst>
            <pc:docMk/>
            <pc:sldMk cId="1814003769" sldId="268"/>
            <ac:spMk id="2" creationId="{D397AAF5-6D6B-9E2A-08E8-8F34A048FD3D}"/>
          </ac:spMkLst>
        </pc:spChg>
        <pc:spChg chg="del">
          <ac:chgData name="성현 이" userId="2f0182ffdb5a30a3" providerId="LiveId" clId="{96CFCBFF-3B86-4DA3-8BC4-90A0DDDF2BC8}" dt="2026-04-14T06:39:49.438" v="6786" actId="478"/>
          <ac:spMkLst>
            <pc:docMk/>
            <pc:sldMk cId="1814003769" sldId="268"/>
            <ac:spMk id="3" creationId="{0478BDE5-8136-948A-6A45-EB4393A1C049}"/>
          </ac:spMkLst>
        </pc:spChg>
        <pc:spChg chg="add del mod">
          <ac:chgData name="성현 이" userId="2f0182ffdb5a30a3" providerId="LiveId" clId="{96CFCBFF-3B86-4DA3-8BC4-90A0DDDF2BC8}" dt="2026-04-14T06:41:00.595" v="6903" actId="478"/>
          <ac:spMkLst>
            <pc:docMk/>
            <pc:sldMk cId="1814003769" sldId="268"/>
            <ac:spMk id="5" creationId="{57C9ACD6-DDF9-2770-AACF-49CC045C30D6}"/>
          </ac:spMkLst>
        </pc:spChg>
      </pc:sldChg>
      <pc:sldChg chg="modSp add del mod ord">
        <pc:chgData name="성현 이" userId="2f0182ffdb5a30a3" providerId="LiveId" clId="{96CFCBFF-3B86-4DA3-8BC4-90A0DDDF2BC8}" dt="2026-04-14T08:51:20.898" v="7167" actId="2696"/>
        <pc:sldMkLst>
          <pc:docMk/>
          <pc:sldMk cId="3549097308" sldId="269"/>
        </pc:sldMkLst>
        <pc:spChg chg="mod">
          <ac:chgData name="성현 이" userId="2f0182ffdb5a30a3" providerId="LiveId" clId="{96CFCBFF-3B86-4DA3-8BC4-90A0DDDF2BC8}" dt="2026-04-14T08:51:03.698" v="7154" actId="20577"/>
          <ac:spMkLst>
            <pc:docMk/>
            <pc:sldMk cId="3549097308" sldId="269"/>
            <ac:spMk id="2" creationId="{0E5EB910-DA87-F69F-1D3C-8E7B23DD45D7}"/>
          </ac:spMkLst>
        </pc:spChg>
        <pc:spChg chg="mod">
          <ac:chgData name="성현 이" userId="2f0182ffdb5a30a3" providerId="LiveId" clId="{96CFCBFF-3B86-4DA3-8BC4-90A0DDDF2BC8}" dt="2026-04-14T08:51:15.917" v="7166" actId="20577"/>
          <ac:spMkLst>
            <pc:docMk/>
            <pc:sldMk cId="3549097308" sldId="269"/>
            <ac:spMk id="9" creationId="{14260FE6-E024-9EFB-0B3B-8F1ED8FBFB49}"/>
          </ac:spMkLst>
        </pc:spChg>
      </pc:sldChg>
      <pc:sldChg chg="del">
        <pc:chgData name="성현 이" userId="2f0182ffdb5a30a3" providerId="LiveId" clId="{96CFCBFF-3B86-4DA3-8BC4-90A0DDDF2BC8}" dt="2026-04-08T11:22:21.690" v="10" actId="2696"/>
        <pc:sldMkLst>
          <pc:docMk/>
          <pc:sldMk cId="3849193202" sldId="283"/>
        </pc:sldMkLst>
      </pc:sldChg>
      <pc:sldChg chg="del">
        <pc:chgData name="성현 이" userId="2f0182ffdb5a30a3" providerId="LiveId" clId="{96CFCBFF-3B86-4DA3-8BC4-90A0DDDF2BC8}" dt="2026-04-08T11:22:20.959" v="9" actId="2696"/>
        <pc:sldMkLst>
          <pc:docMk/>
          <pc:sldMk cId="4041733122" sldId="284"/>
        </pc:sldMkLst>
      </pc:sldChg>
      <pc:sldChg chg="del">
        <pc:chgData name="성현 이" userId="2f0182ffdb5a30a3" providerId="LiveId" clId="{96CFCBFF-3B86-4DA3-8BC4-90A0DDDF2BC8}" dt="2026-04-08T11:22:18.163" v="7" actId="2696"/>
        <pc:sldMkLst>
          <pc:docMk/>
          <pc:sldMk cId="1824576867" sldId="288"/>
        </pc:sldMkLst>
      </pc:sldChg>
      <pc:sldChg chg="del">
        <pc:chgData name="성현 이" userId="2f0182ffdb5a30a3" providerId="LiveId" clId="{96CFCBFF-3B86-4DA3-8BC4-90A0DDDF2BC8}" dt="2026-04-08T11:22:17.532" v="6" actId="2696"/>
        <pc:sldMkLst>
          <pc:docMk/>
          <pc:sldMk cId="3078375009" sldId="292"/>
        </pc:sldMkLst>
      </pc:sldChg>
      <pc:sldChg chg="del">
        <pc:chgData name="성현 이" userId="2f0182ffdb5a30a3" providerId="LiveId" clId="{96CFCBFF-3B86-4DA3-8BC4-90A0DDDF2BC8}" dt="2026-04-08T11:22:16.744" v="5" actId="2696"/>
        <pc:sldMkLst>
          <pc:docMk/>
          <pc:sldMk cId="3742762212" sldId="302"/>
        </pc:sldMkLst>
      </pc:sldChg>
      <pc:sldChg chg="del">
        <pc:chgData name="성현 이" userId="2f0182ffdb5a30a3" providerId="LiveId" clId="{96CFCBFF-3B86-4DA3-8BC4-90A0DDDF2BC8}" dt="2026-04-08T11:22:16.148" v="4" actId="2696"/>
        <pc:sldMkLst>
          <pc:docMk/>
          <pc:sldMk cId="3685741786" sldId="304"/>
        </pc:sldMkLst>
      </pc:sldChg>
      <pc:sldChg chg="del">
        <pc:chgData name="성현 이" userId="2f0182ffdb5a30a3" providerId="LiveId" clId="{96CFCBFF-3B86-4DA3-8BC4-90A0DDDF2BC8}" dt="2026-04-08T11:22:14.803" v="3" actId="2696"/>
        <pc:sldMkLst>
          <pc:docMk/>
          <pc:sldMk cId="3167648635" sldId="306"/>
        </pc:sldMkLst>
      </pc:sldChg>
      <pc:sldChg chg="del">
        <pc:chgData name="성현 이" userId="2f0182ffdb5a30a3" providerId="LiveId" clId="{96CFCBFF-3B86-4DA3-8BC4-90A0DDDF2BC8}" dt="2026-04-08T11:22:13.946" v="2" actId="2696"/>
        <pc:sldMkLst>
          <pc:docMk/>
          <pc:sldMk cId="3368050614" sldId="307"/>
        </pc:sldMkLst>
      </pc:sldChg>
      <pc:sldChg chg="del">
        <pc:chgData name="성현 이" userId="2f0182ffdb5a30a3" providerId="LiveId" clId="{96CFCBFF-3B86-4DA3-8BC4-90A0DDDF2BC8}" dt="2026-04-08T11:22:13.355" v="1" actId="2696"/>
        <pc:sldMkLst>
          <pc:docMk/>
          <pc:sldMk cId="1679396819" sldId="308"/>
        </pc:sldMkLst>
      </pc:sldChg>
      <pc:sldChg chg="del">
        <pc:chgData name="성현 이" userId="2f0182ffdb5a30a3" providerId="LiveId" clId="{96CFCBFF-3B86-4DA3-8BC4-90A0DDDF2BC8}" dt="2026-04-08T11:22:12.183" v="0" actId="2696"/>
        <pc:sldMkLst>
          <pc:docMk/>
          <pc:sldMk cId="2162955257" sldId="3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해당 </a:t>
            </a:r>
            <a:r>
              <a:rPr lang="en-US" altLang="ko-KR" dirty="0"/>
              <a:t>Figure</a:t>
            </a:r>
            <a:r>
              <a:rPr lang="ko-KR" altLang="en-US" dirty="0"/>
              <a:t>처럼 </a:t>
            </a:r>
            <a:r>
              <a:rPr lang="en-US" altLang="ko-KR" dirty="0"/>
              <a:t>0.7MB </a:t>
            </a:r>
            <a:r>
              <a:rPr lang="ko-KR" altLang="en-US" dirty="0"/>
              <a:t>이하의 최고의 정확도를 가진 모델</a:t>
            </a:r>
            <a:r>
              <a:rPr lang="en-US" altLang="ko-KR" dirty="0"/>
              <a:t>, 0.5MB</a:t>
            </a:r>
            <a:r>
              <a:rPr lang="ko-KR" altLang="en-US" dirty="0"/>
              <a:t> 이하의 최고의 정확도를 가진 모델을 찾습니다</a:t>
            </a:r>
            <a:r>
              <a:rPr lang="en-US" altLang="ko-KR" dirty="0"/>
              <a:t>. </a:t>
            </a:r>
            <a:r>
              <a:rPr lang="ko-KR" altLang="en-US" dirty="0"/>
              <a:t>이렇게 해당 </a:t>
            </a:r>
            <a:r>
              <a:rPr lang="en-US" altLang="ko-KR" dirty="0"/>
              <a:t>constraint</a:t>
            </a:r>
            <a:r>
              <a:rPr lang="ko-KR" altLang="en-US" dirty="0"/>
              <a:t>를 정한 다음에 그 안에 최적의 </a:t>
            </a:r>
            <a:r>
              <a:rPr lang="en-US" altLang="ko-KR" dirty="0"/>
              <a:t>tau list</a:t>
            </a:r>
            <a:r>
              <a:rPr lang="ko-KR" altLang="en-US" dirty="0"/>
              <a:t>를 뽑습니다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238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전체적인 </a:t>
            </a:r>
            <a:r>
              <a:rPr lang="en-US" altLang="ko-KR" dirty="0"/>
              <a:t>Flow</a:t>
            </a:r>
            <a:r>
              <a:rPr lang="ko-KR" altLang="en-US" dirty="0"/>
              <a:t>입니다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Phase 1</a:t>
            </a:r>
            <a:r>
              <a:rPr lang="ko-KR" altLang="en-US" dirty="0"/>
              <a:t>는 </a:t>
            </a:r>
            <a:r>
              <a:rPr lang="en-US" altLang="ko-KR" dirty="0"/>
              <a:t>DNAS search</a:t>
            </a:r>
            <a:r>
              <a:rPr lang="ko-KR" altLang="en-US" dirty="0"/>
              <a:t>를 이용해서 각 </a:t>
            </a:r>
            <a:r>
              <a:rPr lang="en-US" altLang="ko-KR" dirty="0"/>
              <a:t>layer</a:t>
            </a:r>
            <a:r>
              <a:rPr lang="ko-KR" altLang="en-US" dirty="0"/>
              <a:t>의 </a:t>
            </a:r>
            <a:r>
              <a:rPr lang="en-US" altLang="ko-KR" dirty="0"/>
              <a:t>1~8 </a:t>
            </a:r>
            <a:r>
              <a:rPr lang="ko-KR" altLang="en-US" dirty="0"/>
              <a:t> </a:t>
            </a:r>
            <a:r>
              <a:rPr lang="en-US" altLang="ko-KR" dirty="0"/>
              <a:t>τ </a:t>
            </a:r>
            <a:r>
              <a:rPr lang="ko-KR" altLang="en-US" dirty="0"/>
              <a:t>선호도를 측정합니다</a:t>
            </a:r>
            <a:r>
              <a:rPr lang="en-US" altLang="ko-KR" dirty="0"/>
              <a:t>. </a:t>
            </a:r>
          </a:p>
          <a:p>
            <a:pPr marL="228600" indent="-228600">
              <a:buAutoNum type="arabicPeriod"/>
            </a:pPr>
            <a:r>
              <a:rPr lang="en-US" altLang="ko-KR" dirty="0"/>
              <a:t>Phase 2</a:t>
            </a:r>
            <a:r>
              <a:rPr lang="ko-KR" altLang="en-US" dirty="0"/>
              <a:t>는 </a:t>
            </a:r>
            <a:r>
              <a:rPr lang="en-US" altLang="ko-KR" dirty="0"/>
              <a:t>[16,8] </a:t>
            </a:r>
            <a:r>
              <a:rPr lang="ko-KR" altLang="en-US" dirty="0"/>
              <a:t>선호도를 이용해서 사용자가 지정한 </a:t>
            </a:r>
            <a:r>
              <a:rPr lang="en-US" altLang="ko-KR" dirty="0"/>
              <a:t>hardware constraint </a:t>
            </a:r>
            <a:r>
              <a:rPr lang="ko-KR" altLang="en-US" dirty="0"/>
              <a:t>안에 최적의 </a:t>
            </a:r>
            <a:r>
              <a:rPr lang="en-US" altLang="ko-KR" dirty="0"/>
              <a:t>tau list</a:t>
            </a:r>
            <a:r>
              <a:rPr lang="ko-KR" altLang="en-US" dirty="0"/>
              <a:t>를 뽑습니다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3.</a:t>
            </a:r>
            <a:r>
              <a:rPr lang="ko-KR" altLang="en-US" dirty="0"/>
              <a:t>  </a:t>
            </a:r>
            <a:r>
              <a:rPr lang="en-US" altLang="ko-KR" dirty="0"/>
              <a:t>Phase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는 최적의 </a:t>
            </a:r>
            <a:r>
              <a:rPr lang="en-US" altLang="ko-KR" dirty="0"/>
              <a:t>tau list</a:t>
            </a:r>
            <a:r>
              <a:rPr lang="ko-KR" altLang="en-US" dirty="0"/>
              <a:t>를 가지고 학습시킵니다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176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ko-KR" altLang="en-US" dirty="0"/>
                  <a:t>전과 달리  </a:t>
                </a:r>
                <a:r>
                  <a:rPr lang="en-US" altLang="ko-KR" dirty="0"/>
                  <a:t>τ </a:t>
                </a:r>
                <a:r>
                  <a:rPr lang="ko-KR" altLang="en-US" dirty="0"/>
                  <a:t>후보를 </a:t>
                </a:r>
                <a:r>
                  <a:rPr lang="en-US" altLang="ko-KR" dirty="0"/>
                  <a:t>1~8 </a:t>
                </a:r>
                <a:r>
                  <a:rPr lang="ko-KR" altLang="en-US" dirty="0"/>
                  <a:t>까지 해서 선호도를 측정합니다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선호도는 각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의  </a:t>
                </a:r>
                <a:r>
                  <a:rPr lang="en-US" altLang="ko-KR" dirty="0"/>
                  <a:t>τ 1~8</a:t>
                </a:r>
                <a:r>
                  <a:rPr lang="ko-KR" altLang="en-US" dirty="0"/>
                  <a:t>까지의 확률을 구합니다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즉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… +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=1</m:t>
                    </m:r>
                  </m:oMath>
                </a14:m>
                <a:r>
                  <a:rPr lang="ko-KR" altLang="en-US" dirty="0"/>
                  <a:t>입니다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ko-KR" altLang="en-US" dirty="0"/>
                  <a:t>전과 달리  </a:t>
                </a:r>
                <a:r>
                  <a:rPr lang="en-US" altLang="ko-KR" dirty="0"/>
                  <a:t>τ </a:t>
                </a:r>
                <a:r>
                  <a:rPr lang="ko-KR" altLang="en-US" dirty="0"/>
                  <a:t>후보를 </a:t>
                </a:r>
                <a:r>
                  <a:rPr lang="en-US" altLang="ko-KR" dirty="0"/>
                  <a:t>1~8 </a:t>
                </a:r>
                <a:r>
                  <a:rPr lang="ko-KR" altLang="en-US" dirty="0"/>
                  <a:t>까지 해서 선호도를 측정합니다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선호도는 각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의  </a:t>
                </a:r>
                <a:r>
                  <a:rPr lang="en-US" altLang="ko-KR" dirty="0"/>
                  <a:t>τ 1~8</a:t>
                </a:r>
                <a:r>
                  <a:rPr lang="ko-KR" altLang="en-US" dirty="0"/>
                  <a:t>까지의 확률을 구합니다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즉</a:t>
                </a:r>
                <a:r>
                  <a:rPr lang="en-US" altLang="ko-KR" dirty="0"/>
                  <a:t>, </a:t>
                </a:r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p_(1</a:t>
                </a:r>
                <a:r>
                  <a:rPr lang="en-US" altLang="ko-KR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, </a:t>
                </a:r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1)  + p_(1</a:t>
                </a:r>
                <a:r>
                  <a:rPr lang="en-US" altLang="ko-KR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, </a:t>
                </a:r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2)  + p_(1</a:t>
                </a:r>
                <a:r>
                  <a:rPr lang="en-US" altLang="ko-KR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, </a:t>
                </a:r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3)+ … +p_(1</a:t>
                </a:r>
                <a:r>
                  <a:rPr lang="en-US" altLang="ko-KR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, </a:t>
                </a:r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8)  =1</a:t>
                </a:r>
                <a:r>
                  <a:rPr lang="ko-KR" altLang="en-US" dirty="0"/>
                  <a:t>입니다</a:t>
                </a:r>
                <a:r>
                  <a:rPr lang="en-US" altLang="ko-KR" dirty="0"/>
                  <a:t>.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379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적절한 </a:t>
            </a:r>
            <a:r>
              <a:rPr lang="en-US" altLang="ko-KR" dirty="0"/>
              <a:t>[16,8] </a:t>
            </a:r>
            <a:r>
              <a:rPr lang="ko-KR" altLang="en-US" dirty="0"/>
              <a:t>선호도를 </a:t>
            </a:r>
            <a:r>
              <a:rPr lang="ko-KR" altLang="en-US" dirty="0" err="1"/>
              <a:t>찾아야합니다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나쁜 예</a:t>
            </a:r>
            <a:r>
              <a:rPr lang="en-US" altLang="ko-KR" dirty="0"/>
              <a:t>: </a:t>
            </a:r>
            <a:r>
              <a:rPr lang="ko-KR" altLang="en-US" dirty="0"/>
              <a:t>전부 </a:t>
            </a:r>
            <a:r>
              <a:rPr lang="en-US" altLang="ko-KR" dirty="0"/>
              <a:t>uniform → ＂</a:t>
            </a:r>
            <a:r>
              <a:rPr lang="ko-KR" altLang="en-US" dirty="0"/>
              <a:t>아무거나 괜찮다</a:t>
            </a:r>
            <a:r>
              <a:rPr lang="en-US" altLang="ko-KR" dirty="0"/>
              <a:t>＂ → sensitivity </a:t>
            </a:r>
            <a:r>
              <a:rPr lang="ko-KR" altLang="en-US" dirty="0"/>
              <a:t>정보 없음</a:t>
            </a:r>
            <a:endParaRPr lang="en-US" altLang="ko-KR" dirty="0"/>
          </a:p>
          <a:p>
            <a:r>
              <a:rPr lang="ko-KR" altLang="en-US" dirty="0"/>
              <a:t>나쁜 예</a:t>
            </a:r>
            <a:r>
              <a:rPr lang="en-US" altLang="ko-KR" dirty="0"/>
              <a:t>: </a:t>
            </a:r>
            <a:r>
              <a:rPr lang="ko-KR" altLang="en-US" dirty="0"/>
              <a:t>전부 </a:t>
            </a:r>
            <a:r>
              <a:rPr lang="en-US" altLang="ko-KR" dirty="0"/>
              <a:t>τ=1</a:t>
            </a:r>
            <a:r>
              <a:rPr lang="ko-KR" altLang="en-US" dirty="0"/>
              <a:t>에 몰림 → </a:t>
            </a:r>
            <a:r>
              <a:rPr lang="en-US" altLang="ko-KR" dirty="0"/>
              <a:t>cost </a:t>
            </a:r>
            <a:r>
              <a:rPr lang="ko-KR" altLang="en-US" dirty="0"/>
              <a:t>압력이 너무 강해서 </a:t>
            </a:r>
            <a:r>
              <a:rPr lang="en-US" altLang="ko-KR" dirty="0"/>
              <a:t>accuracy </a:t>
            </a:r>
            <a:r>
              <a:rPr lang="ko-KR" altLang="en-US" dirty="0"/>
              <a:t>무시</a:t>
            </a:r>
            <a:endParaRPr lang="en-US" altLang="ko-KR" dirty="0"/>
          </a:p>
          <a:p>
            <a:r>
              <a:rPr lang="ko-KR" altLang="en-US" dirty="0"/>
              <a:t>좋은 예</a:t>
            </a:r>
            <a:r>
              <a:rPr lang="en-US" altLang="ko-KR" dirty="0"/>
              <a:t>: </a:t>
            </a:r>
            <a:r>
              <a:rPr lang="ko-KR" altLang="en-US" dirty="0"/>
              <a:t>어떤 레이어는 </a:t>
            </a:r>
            <a:r>
              <a:rPr lang="en-US" altLang="ko-KR" dirty="0"/>
              <a:t>τ=7 </a:t>
            </a:r>
            <a:r>
              <a:rPr lang="ko-KR" altLang="en-US" dirty="0"/>
              <a:t>선호</a:t>
            </a:r>
            <a:r>
              <a:rPr lang="en-US" altLang="ko-KR" dirty="0"/>
              <a:t>, </a:t>
            </a:r>
            <a:r>
              <a:rPr lang="ko-KR" altLang="en-US" dirty="0"/>
              <a:t>어떤 레이어는 </a:t>
            </a:r>
            <a:r>
              <a:rPr lang="en-US" altLang="ko-KR" dirty="0"/>
              <a:t>τ=3 </a:t>
            </a:r>
            <a:r>
              <a:rPr lang="ko-KR" altLang="en-US" dirty="0"/>
              <a:t>선호 → </a:t>
            </a:r>
            <a:r>
              <a:rPr lang="en-US" altLang="ko-KR" dirty="0"/>
              <a:t>DP</a:t>
            </a:r>
            <a:r>
              <a:rPr lang="ko-KR" altLang="en-US" dirty="0"/>
              <a:t>가 활용할 수 있는 의미 있는 차이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079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Phase 1</a:t>
                </a:r>
                <a:r>
                  <a:rPr lang="ko-KR" altLang="en-US" dirty="0"/>
                  <a:t>에서 </a:t>
                </a:r>
                <a14:m>
                  <m:oMath xmlns:m="http://schemas.openxmlformats.org/officeDocument/2006/math">
                    <m:r>
                      <a:rPr lang="ko-KR" altLang="en-US" sz="1200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 = 0.1,  1 ,  10 </m:t>
                    </m:r>
                    <m:r>
                      <a:rPr lang="ko-KR" altLang="en-US" sz="1200" b="1" i="1" smtClean="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 = 0 ,  0.5 , 1</m:t>
                    </m:r>
                  </m:oMath>
                </a14:m>
                <a:r>
                  <a:rPr lang="ko-KR" altLang="en-US" dirty="0"/>
                  <a:t> 를 설정해서 </a:t>
                </a:r>
                <a:r>
                  <a:rPr lang="en-US" altLang="ko-KR" dirty="0"/>
                  <a:t>tau</a:t>
                </a:r>
                <a:r>
                  <a:rPr lang="en-US" altLang="ko-KR" baseline="0" dirty="0"/>
                  <a:t> list</a:t>
                </a:r>
                <a:r>
                  <a:rPr lang="ko-KR" altLang="en-US" baseline="0" dirty="0"/>
                  <a:t>과 정확도</a:t>
                </a:r>
                <a:r>
                  <a:rPr lang="en-US" altLang="ko-KR" baseline="0" dirty="0"/>
                  <a:t>(Cifar10, epoch100)</a:t>
                </a:r>
                <a:r>
                  <a:rPr lang="ko-KR" altLang="en-US" baseline="0" dirty="0"/>
                  <a:t>를</a:t>
                </a:r>
                <a:r>
                  <a:rPr lang="en-US" altLang="ko-KR" baseline="0" dirty="0"/>
                  <a:t> </a:t>
                </a:r>
                <a:r>
                  <a:rPr lang="ko-KR" altLang="en-US" baseline="0" dirty="0"/>
                  <a:t>뽑았습니다</a:t>
                </a:r>
                <a:r>
                  <a:rPr lang="en-US" altLang="ko-KR" baseline="0" dirty="0"/>
                  <a:t>.  </a:t>
                </a:r>
                <a:r>
                  <a:rPr lang="ko-KR" altLang="en-US" baseline="0" dirty="0"/>
                  <a:t>보시면 </a:t>
                </a:r>
                <a14:m>
                  <m:oMath xmlns:m="http://schemas.openxmlformats.org/officeDocument/2006/math">
                    <m:r>
                      <a:rPr lang="ko-KR" altLang="en-US" sz="1200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ko-KR" altLang="en-US" dirty="0"/>
                  <a:t>가 낮을수록 높은 정확도가 보인다는 것을 알 수 있습니다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 그래서 </a:t>
                </a:r>
                <a14:m>
                  <m:oMath xmlns:m="http://schemas.openxmlformats.org/officeDocument/2006/math">
                    <m:r>
                      <a:rPr lang="ko-KR" altLang="en-US" sz="1200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 =0.1</m:t>
                    </m:r>
                  </m:oMath>
                </a14:m>
                <a:r>
                  <a:rPr lang="ko-KR" altLang="en-US" dirty="0"/>
                  <a:t>을 두는 것이 가장 적합하다고 생각합니다</a:t>
                </a:r>
                <a:r>
                  <a:rPr lang="en-US" altLang="ko-KR" dirty="0"/>
                  <a:t>. </a:t>
                </a:r>
                <a14:m>
                  <m:oMath xmlns:m="http://schemas.openxmlformats.org/officeDocument/2006/math">
                    <m:r>
                      <a:rPr lang="ko-KR" altLang="en-US" sz="1200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ko-KR" altLang="en-US" b="1" dirty="0"/>
                  <a:t> </a:t>
                </a:r>
                <a:r>
                  <a:rPr lang="ko-KR" altLang="en-US" b="0" i="0" dirty="0"/>
                  <a:t>를 보면 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τ</a:t>
                </a:r>
                <a:r>
                  <a:rPr lang="en-US" altLang="ko-KR" b="0" i="0" baseline="0" dirty="0"/>
                  <a:t> = 1,2,3</a:t>
                </a:r>
                <a:r>
                  <a:rPr lang="ko-KR" altLang="en-US" b="0" i="0" baseline="0" dirty="0"/>
                  <a:t>으로만 이루어진 것을 볼 수가 있습니다</a:t>
                </a:r>
                <a:r>
                  <a:rPr lang="en-US" altLang="ko-KR" b="0" i="0" baseline="0" dirty="0"/>
                  <a:t>. </a:t>
                </a:r>
                <a:r>
                  <a:rPr lang="ko-KR" altLang="en-US" b="0" i="0" baseline="0" dirty="0"/>
                  <a:t>그래서 </a:t>
                </a:r>
                <a14:m>
                  <m:oMath xmlns:m="http://schemas.openxmlformats.org/officeDocument/2006/math">
                    <m:r>
                      <a:rPr lang="ko-KR" altLang="en-US" sz="1200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2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b="0" i="0" dirty="0"/>
                  <a:t>부터 적합하지 않은 것 같습니다</a:t>
                </a:r>
                <a:r>
                  <a:rPr lang="en-US" altLang="ko-KR" b="0" i="0" dirty="0"/>
                  <a:t>.</a:t>
                </a:r>
                <a:endParaRPr lang="ko-KR" altLang="en-US" b="0" i="0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Phase 1</a:t>
                </a:r>
                <a:r>
                  <a:rPr lang="ko-KR" altLang="en-US" dirty="0"/>
                  <a:t>에서 </a:t>
                </a:r>
                <a:r>
                  <a:rPr lang="ko-KR" altLang="en-US" sz="1200" b="1" i="0">
                    <a:latin typeface="Cambria Math" panose="02040503050406030204" pitchFamily="18" charset="0"/>
                  </a:rPr>
                  <a:t>𝜽</a:t>
                </a:r>
                <a:r>
                  <a:rPr lang="en-US" altLang="ko-KR" sz="1200" b="1" i="0">
                    <a:latin typeface="Cambria Math" panose="02040503050406030204" pitchFamily="18" charset="0"/>
                  </a:rPr>
                  <a:t> = 0.1,  1 ,  10 </a:t>
                </a:r>
                <a:r>
                  <a:rPr lang="ko-KR" altLang="en-US" sz="1200" b="1" i="0">
                    <a:latin typeface="Cambria Math" panose="02040503050406030204" pitchFamily="18" charset="0"/>
                  </a:rPr>
                  <a:t>과</a:t>
                </a:r>
                <a:r>
                  <a:rPr lang="ko-KR" altLang="en-US" dirty="0"/>
                  <a:t> </a:t>
                </a:r>
                <a:r>
                  <a:rPr lang="en-US" altLang="ko-KR" sz="1200" b="1" i="0">
                    <a:latin typeface="Cambria Math" panose="02040503050406030204" pitchFamily="18" charset="0"/>
                  </a:rPr>
                  <a:t>𝒂 = 0 ,  0.5 , 1.0</a:t>
                </a:r>
                <a:r>
                  <a:rPr lang="ko-KR" altLang="en-US" dirty="0"/>
                  <a:t> 를 설정해서 </a:t>
                </a:r>
                <a:r>
                  <a:rPr lang="en-US" altLang="ko-KR" dirty="0"/>
                  <a:t>tau</a:t>
                </a:r>
                <a:r>
                  <a:rPr lang="en-US" altLang="ko-KR" baseline="0" dirty="0"/>
                  <a:t> list</a:t>
                </a:r>
                <a:r>
                  <a:rPr lang="ko-KR" altLang="en-US" baseline="0" dirty="0"/>
                  <a:t>과 정확도</a:t>
                </a:r>
                <a:r>
                  <a:rPr lang="en-US" altLang="ko-KR" baseline="0" dirty="0"/>
                  <a:t>(Cifar10, epoch100)</a:t>
                </a:r>
                <a:r>
                  <a:rPr lang="ko-KR" altLang="en-US" baseline="0" dirty="0"/>
                  <a:t>를</a:t>
                </a:r>
                <a:r>
                  <a:rPr lang="en-US" altLang="ko-KR" baseline="0" dirty="0"/>
                  <a:t> </a:t>
                </a:r>
                <a:r>
                  <a:rPr lang="ko-KR" altLang="en-US" baseline="0" dirty="0"/>
                  <a:t>뽑았습니다</a:t>
                </a:r>
                <a:r>
                  <a:rPr lang="en-US" altLang="ko-KR" baseline="0" dirty="0"/>
                  <a:t>.  </a:t>
                </a:r>
                <a:r>
                  <a:rPr lang="ko-KR" altLang="en-US" baseline="0" dirty="0"/>
                  <a:t>보시면 </a:t>
                </a:r>
                <a:r>
                  <a:rPr lang="ko-KR" altLang="en-US" sz="1200" b="1" i="0">
                    <a:latin typeface="Cambria Math" panose="02040503050406030204" pitchFamily="18" charset="0"/>
                  </a:rPr>
                  <a:t>𝜽</a:t>
                </a:r>
                <a:r>
                  <a:rPr lang="ko-KR" altLang="en-US" dirty="0"/>
                  <a:t>가 낮을수록 높은 정확도가 보인다는 것을 알 수 있습니다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 그래서 </a:t>
                </a:r>
                <a:r>
                  <a:rPr lang="ko-KR" altLang="en-US" sz="1200" b="1" i="0">
                    <a:latin typeface="Cambria Math" panose="02040503050406030204" pitchFamily="18" charset="0"/>
                  </a:rPr>
                  <a:t>𝜽</a:t>
                </a:r>
                <a:r>
                  <a:rPr lang="en-US" altLang="ko-KR" sz="1200" b="1" i="0">
                    <a:latin typeface="Cambria Math" panose="02040503050406030204" pitchFamily="18" charset="0"/>
                  </a:rPr>
                  <a:t> =0.1</a:t>
                </a:r>
                <a:r>
                  <a:rPr lang="ko-KR" altLang="en-US" dirty="0"/>
                  <a:t>을 두는 것이 가장 적합하다고 생각합니다</a:t>
                </a:r>
                <a:r>
                  <a:rPr lang="en-US" altLang="ko-KR" dirty="0"/>
                  <a:t>. </a:t>
                </a:r>
                <a:r>
                  <a:rPr lang="ko-KR" altLang="en-US" sz="1200" b="1" i="0">
                    <a:latin typeface="Cambria Math" panose="02040503050406030204" pitchFamily="18" charset="0"/>
                  </a:rPr>
                  <a:t>𝜽</a:t>
                </a:r>
                <a:r>
                  <a:rPr lang="en-US" altLang="ko-KR" sz="1200" b="1" i="0">
                    <a:latin typeface="Cambria Math" panose="02040503050406030204" pitchFamily="18" charset="0"/>
                  </a:rPr>
                  <a:t> =𝟏 , 𝒂=𝟎.𝟓</a:t>
                </a:r>
                <a:r>
                  <a:rPr lang="ko-KR" altLang="en-US" b="1" dirty="0"/>
                  <a:t> </a:t>
                </a:r>
                <a:r>
                  <a:rPr lang="ko-KR" altLang="en-US" b="0" i="0" dirty="0"/>
                  <a:t>를 보면 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τ</a:t>
                </a:r>
                <a:r>
                  <a:rPr lang="en-US" altLang="ko-KR" b="0" i="0" baseline="0" dirty="0"/>
                  <a:t> = 1,2,3</a:t>
                </a:r>
                <a:r>
                  <a:rPr lang="ko-KR" altLang="en-US" b="0" i="0" baseline="0" dirty="0"/>
                  <a:t>으로만 이루어진 것을 볼 수가 있습니다</a:t>
                </a:r>
                <a:r>
                  <a:rPr lang="en-US" altLang="ko-KR" b="0" i="0" baseline="0" dirty="0"/>
                  <a:t>. </a:t>
                </a:r>
                <a:r>
                  <a:rPr lang="ko-KR" altLang="en-US" b="0" i="0" baseline="0" dirty="0"/>
                  <a:t>그래서 </a:t>
                </a:r>
                <a:r>
                  <a:rPr lang="ko-KR" altLang="en-US" sz="1200" b="1" i="0">
                    <a:latin typeface="Cambria Math" panose="02040503050406030204" pitchFamily="18" charset="0"/>
                  </a:rPr>
                  <a:t>𝜽</a:t>
                </a:r>
                <a:r>
                  <a:rPr lang="en-US" altLang="ko-KR" sz="1200" b="1" i="0">
                    <a:latin typeface="Cambria Math" panose="02040503050406030204" pitchFamily="18" charset="0"/>
                  </a:rPr>
                  <a:t> =𝟏 </a:t>
                </a:r>
                <a:r>
                  <a:rPr lang="ko-KR" altLang="en-US" b="0" i="0" dirty="0"/>
                  <a:t>부터 적합하지 않은 것 같습니다</a:t>
                </a:r>
                <a:r>
                  <a:rPr lang="en-US" altLang="ko-KR" b="0" i="0" dirty="0"/>
                  <a:t>.</a:t>
                </a:r>
                <a:endParaRPr lang="ko-KR" altLang="en-US" b="0" i="0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375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Value</a:t>
            </a:r>
            <a:r>
              <a:rPr lang="ko-KR" altLang="en-US" dirty="0"/>
              <a:t>는 </a:t>
            </a:r>
            <a:r>
              <a:rPr lang="en-US" altLang="ko-KR" dirty="0"/>
              <a:t>“</a:t>
            </a:r>
            <a:r>
              <a:rPr lang="ko-KR" altLang="en-US" dirty="0"/>
              <a:t>레이어 </a:t>
            </a:r>
            <a:r>
              <a:rPr lang="en-US" altLang="ko-KR" dirty="0" err="1"/>
              <a:t>i</a:t>
            </a:r>
            <a:r>
              <a:rPr lang="ko-KR" altLang="en-US" dirty="0"/>
              <a:t>에 </a:t>
            </a:r>
            <a:r>
              <a:rPr lang="en-US" altLang="ko-KR" dirty="0"/>
              <a:t>τ</a:t>
            </a:r>
            <a:r>
              <a:rPr lang="ko-KR" altLang="en-US" dirty="0"/>
              <a:t>를 배정했을 때 </a:t>
            </a:r>
            <a:r>
              <a:rPr lang="en-US" altLang="ko-KR" dirty="0"/>
              <a:t>DNAS </a:t>
            </a:r>
            <a:r>
              <a:rPr lang="ko-KR" altLang="en-US" dirty="0"/>
              <a:t>선호와의 </a:t>
            </a:r>
            <a:r>
              <a:rPr lang="en-US" altLang="ko-KR" dirty="0"/>
              <a:t>mismatch”</a:t>
            </a:r>
            <a:r>
              <a:rPr lang="ko-KR" altLang="en-US" dirty="0"/>
              <a:t>의 음수입니다</a:t>
            </a:r>
            <a:r>
              <a:rPr lang="en-US" altLang="ko-KR" dirty="0"/>
              <a:t>. </a:t>
            </a:r>
            <a:r>
              <a:rPr lang="ko-KR" altLang="en-US" dirty="0"/>
              <a:t>예시로 </a:t>
            </a:r>
            <a:r>
              <a:rPr lang="en-US" altLang="ko-KR" dirty="0"/>
              <a:t>L8</a:t>
            </a:r>
            <a:r>
              <a:rPr lang="ko-KR" altLang="en-US" dirty="0"/>
              <a:t>의 </a:t>
            </a:r>
            <a:r>
              <a:rPr lang="en-US" altLang="ko-KR" dirty="0" err="1"/>
              <a:t>arch_probs</a:t>
            </a:r>
            <a:r>
              <a:rPr lang="ko-KR" altLang="en-US" dirty="0"/>
              <a:t>는 </a:t>
            </a:r>
            <a:r>
              <a:rPr lang="en-US" altLang="ko-KR" dirty="0"/>
              <a:t>τ=5</a:t>
            </a:r>
            <a:r>
              <a:rPr lang="ko-KR" altLang="en-US" dirty="0"/>
              <a:t>가 </a:t>
            </a:r>
            <a:r>
              <a:rPr lang="en-US" altLang="ko-KR" dirty="0"/>
              <a:t>peak</a:t>
            </a:r>
            <a:r>
              <a:rPr lang="ko-KR" altLang="en-US" dirty="0"/>
              <a:t>인데</a:t>
            </a:r>
            <a:r>
              <a:rPr lang="en-US" altLang="ko-KR" dirty="0"/>
              <a:t>, τ=5 </a:t>
            </a:r>
            <a:r>
              <a:rPr lang="ko-KR" altLang="en-US" dirty="0"/>
              <a:t>배정 시 </a:t>
            </a:r>
            <a:r>
              <a:rPr lang="en-US" altLang="ko-KR" dirty="0"/>
              <a:t>value -1.32</a:t>
            </a:r>
            <a:r>
              <a:rPr lang="ko-KR" altLang="en-US" dirty="0"/>
              <a:t>로 가장 높고</a:t>
            </a:r>
            <a:r>
              <a:rPr lang="en-US" altLang="ko-KR" dirty="0"/>
              <a:t>, τ=1 </a:t>
            </a:r>
            <a:r>
              <a:rPr lang="ko-KR" altLang="en-US" dirty="0"/>
              <a:t>배정 시 </a:t>
            </a:r>
            <a:r>
              <a:rPr lang="en-US" altLang="ko-KR" dirty="0"/>
              <a:t>-4.41</a:t>
            </a:r>
            <a:r>
              <a:rPr lang="ko-KR" altLang="en-US" dirty="0"/>
              <a:t>로 급격히 나빠집니다</a:t>
            </a:r>
            <a:r>
              <a:rPr lang="en-US" altLang="ko-KR" dirty="0"/>
              <a:t>. </a:t>
            </a:r>
            <a:r>
              <a:rPr lang="ko-KR" altLang="en-US" dirty="0"/>
              <a:t>선호 </a:t>
            </a:r>
            <a:r>
              <a:rPr lang="en-US" altLang="ko-KR" dirty="0"/>
              <a:t>τ</a:t>
            </a:r>
            <a:r>
              <a:rPr lang="ko-KR" altLang="en-US" dirty="0"/>
              <a:t>에서 멀어질수록 페널티가 커지는 구조라 </a:t>
            </a:r>
            <a:r>
              <a:rPr lang="en-US" altLang="ko-KR" dirty="0"/>
              <a:t>DP</a:t>
            </a:r>
            <a:r>
              <a:rPr lang="ko-KR" altLang="en-US" dirty="0"/>
              <a:t>가 자연스럽게 민감도를 고려합니다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013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en-US" altLang="ko-KR" dirty="0"/>
              <a:t>layer</a:t>
            </a:r>
            <a:r>
              <a:rPr lang="ko-KR" altLang="en-US" dirty="0"/>
              <a:t>의 </a:t>
            </a:r>
            <a:r>
              <a:rPr lang="en-US" altLang="ko-KR" dirty="0"/>
              <a:t>value</a:t>
            </a:r>
            <a:r>
              <a:rPr lang="ko-KR" altLang="en-US" dirty="0"/>
              <a:t>와 </a:t>
            </a:r>
            <a:r>
              <a:rPr lang="en-US" altLang="ko-KR" dirty="0"/>
              <a:t>Storage(</a:t>
            </a:r>
            <a:r>
              <a:rPr lang="en-US" altLang="ko-KR" dirty="0" err="1"/>
              <a:t>Bitops</a:t>
            </a:r>
            <a:r>
              <a:rPr lang="en-US" altLang="ko-KR" dirty="0"/>
              <a:t>)</a:t>
            </a:r>
            <a:r>
              <a:rPr lang="ko-KR" altLang="en-US" dirty="0"/>
              <a:t>를 구합니다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174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ko-KR" altLang="en-US" dirty="0"/>
                  <a:t> 는 </a:t>
                </a:r>
                <a:r>
                  <a:rPr lang="en-US" altLang="ko-KR" dirty="0"/>
                  <a:t>layer </a:t>
                </a:r>
                <a:r>
                  <a:rPr lang="en-US" altLang="ko-KR" dirty="0" err="1"/>
                  <a:t>i</a:t>
                </a:r>
                <a:r>
                  <a:rPr lang="en-US" altLang="ko-KR" baseline="0" dirty="0"/>
                  <a:t> </a:t>
                </a:r>
                <a:r>
                  <a:rPr lang="ko-KR" altLang="en-US" baseline="0" dirty="0"/>
                  <a:t>까지 합친 </a:t>
                </a:r>
                <a:r>
                  <a:rPr lang="en-US" altLang="ko-KR" baseline="0" dirty="0"/>
                  <a:t>weight storage. </a:t>
                </a:r>
                <a:r>
                  <a:rPr lang="ko-KR" altLang="en-US" baseline="0" dirty="0"/>
                  <a:t>즉</a:t>
                </a:r>
                <a:r>
                  <a:rPr lang="en-US" altLang="ko-KR" baseline="0" dirty="0"/>
                  <a:t>, </a:t>
                </a:r>
                <a:r>
                  <a:rPr lang="ko-KR" altLang="en-US" baseline="0" dirty="0"/>
                  <a:t>예를 들면 </a:t>
                </a:r>
                <a:r>
                  <a:rPr lang="en-US" altLang="ko-KR" baseline="0" dirty="0"/>
                  <a:t>layer </a:t>
                </a:r>
                <a:r>
                  <a:rPr lang="en-US" altLang="ko-KR" baseline="0" dirty="0" err="1"/>
                  <a:t>i</a:t>
                </a:r>
                <a:r>
                  <a:rPr lang="en-US" altLang="ko-KR" baseline="0" dirty="0"/>
                  <a:t>=7</a:t>
                </a:r>
                <a:r>
                  <a:rPr lang="ko-KR" altLang="en-US" baseline="0" dirty="0"/>
                  <a:t>이면 </a:t>
                </a:r>
                <a:r>
                  <a:rPr lang="en-US" altLang="ko-KR" baseline="0" dirty="0"/>
                  <a:t>layer 0~6</a:t>
                </a:r>
                <a:r>
                  <a:rPr lang="ko-KR" altLang="en-US" baseline="0" dirty="0"/>
                  <a:t>까지 </a:t>
                </a:r>
                <a:r>
                  <a:rPr lang="en-US" altLang="ko-KR" baseline="0" dirty="0"/>
                  <a:t>weight storage</a:t>
                </a:r>
                <a:r>
                  <a:rPr lang="ko-KR" altLang="en-US" baseline="0" dirty="0"/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ko-KR" altLang="en-US" dirty="0"/>
                  <a:t> 이다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Brute force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8^16 ≈ 2.8×10^15 </a:t>
                </a:r>
                <a:r>
                  <a:rPr lang="ko-KR" altLang="en-US" dirty="0"/>
                  <a:t>경우의 수로 불가능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하지만 각 레이어에서 </a:t>
                </a:r>
                <a:r>
                  <a:rPr lang="en-US" altLang="ko-KR" dirty="0"/>
                  <a:t>τ </a:t>
                </a:r>
                <a:r>
                  <a:rPr lang="ko-KR" altLang="en-US" dirty="0"/>
                  <a:t>하나를 정확히 선택하고 총 </a:t>
                </a:r>
                <a:r>
                  <a:rPr lang="en-US" altLang="ko-KR" dirty="0"/>
                  <a:t>cost ≤ budget</a:t>
                </a:r>
                <a:r>
                  <a:rPr lang="ko-KR" altLang="en-US" dirty="0"/>
                  <a:t>이라는 구조라 이는 </a:t>
                </a:r>
                <a:r>
                  <a:rPr lang="en-US" altLang="ko-KR" dirty="0"/>
                  <a:t>Multiple-Choice Knapsack Problem</a:t>
                </a:r>
                <a:r>
                  <a:rPr lang="ko-KR" altLang="en-US" dirty="0"/>
                  <a:t>으로 환원됩니다</a:t>
                </a:r>
                <a:r>
                  <a:rPr lang="en-US" altLang="ko-KR" dirty="0"/>
                  <a:t>. DP</a:t>
                </a:r>
                <a:r>
                  <a:rPr lang="ko-KR" altLang="en-US" dirty="0"/>
                  <a:t>로 </a:t>
                </a:r>
                <a:r>
                  <a:rPr lang="en-US" altLang="ko-KR" dirty="0"/>
                  <a:t>O(N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en-US" altLang="ko-KR" dirty="0"/>
                  <a:t> x K) = O(16 × 2000 × 8) ≈ 256K </a:t>
                </a:r>
                <a:r>
                  <a:rPr lang="ko-KR" altLang="en-US" dirty="0"/>
                  <a:t>연산으로 해결</a:t>
                </a:r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i="0">
                    <a:latin typeface="Cambria Math" panose="02040503050406030204" pitchFamily="18" charset="0"/>
                  </a:rPr>
                  <a:t>T_ws</a:t>
                </a:r>
                <a:r>
                  <a:rPr lang="ko-KR" altLang="en-US" dirty="0"/>
                  <a:t> 는 </a:t>
                </a:r>
                <a:r>
                  <a:rPr lang="en-US" altLang="ko-KR" dirty="0"/>
                  <a:t>layer </a:t>
                </a:r>
                <a:r>
                  <a:rPr lang="en-US" altLang="ko-KR" dirty="0" err="1"/>
                  <a:t>i</a:t>
                </a:r>
                <a:r>
                  <a:rPr lang="en-US" altLang="ko-KR" baseline="0" dirty="0"/>
                  <a:t> </a:t>
                </a:r>
                <a:r>
                  <a:rPr lang="ko-KR" altLang="en-US" baseline="0" dirty="0"/>
                  <a:t>까지 합친 </a:t>
                </a:r>
                <a:r>
                  <a:rPr lang="en-US" altLang="ko-KR" baseline="0" dirty="0"/>
                  <a:t>weight storage. </a:t>
                </a:r>
                <a:r>
                  <a:rPr lang="ko-KR" altLang="en-US" baseline="0" dirty="0"/>
                  <a:t>즉</a:t>
                </a:r>
                <a:r>
                  <a:rPr lang="en-US" altLang="ko-KR" baseline="0" dirty="0"/>
                  <a:t>, </a:t>
                </a:r>
                <a:r>
                  <a:rPr lang="ko-KR" altLang="en-US" baseline="0" dirty="0"/>
                  <a:t>예를 들면 </a:t>
                </a:r>
                <a:r>
                  <a:rPr lang="en-US" altLang="ko-KR" baseline="0" dirty="0"/>
                  <a:t>layer </a:t>
                </a:r>
                <a:r>
                  <a:rPr lang="en-US" altLang="ko-KR" baseline="0" dirty="0" err="1"/>
                  <a:t>i</a:t>
                </a:r>
                <a:r>
                  <a:rPr lang="en-US" altLang="ko-KR" baseline="0" dirty="0"/>
                  <a:t>=7</a:t>
                </a:r>
                <a:r>
                  <a:rPr lang="ko-KR" altLang="en-US" baseline="0" dirty="0"/>
                  <a:t>이면 </a:t>
                </a:r>
                <a:r>
                  <a:rPr lang="en-US" altLang="ko-KR" baseline="0" dirty="0"/>
                  <a:t>layer 0~6</a:t>
                </a:r>
                <a:r>
                  <a:rPr lang="ko-KR" altLang="en-US" baseline="0" dirty="0"/>
                  <a:t>까지 </a:t>
                </a:r>
                <a:r>
                  <a:rPr lang="en-US" altLang="ko-KR" baseline="0" dirty="0"/>
                  <a:t>weight storage</a:t>
                </a:r>
                <a:r>
                  <a:rPr lang="ko-KR" altLang="en-US" baseline="0" dirty="0"/>
                  <a:t>가 </a:t>
                </a:r>
                <a:r>
                  <a:rPr lang="en-US" altLang="ko-KR" i="0">
                    <a:latin typeface="Cambria Math" panose="02040503050406030204" pitchFamily="18" charset="0"/>
                  </a:rPr>
                  <a:t>T_ws</a:t>
                </a:r>
                <a:r>
                  <a:rPr lang="ko-KR" altLang="en-US" dirty="0"/>
                  <a:t> 이다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761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Weight Storage constraint</a:t>
                </a:r>
                <a:r>
                  <a:rPr lang="ko-KR" altLang="en-US" dirty="0"/>
                  <a:t>를 </a:t>
                </a:r>
                <a:r>
                  <a:rPr lang="en-US" altLang="ko-KR" dirty="0"/>
                  <a:t>5 Mbit</a:t>
                </a:r>
                <a:r>
                  <a:rPr lang="ko-KR" altLang="en-US" dirty="0"/>
                  <a:t>이면 </a:t>
                </a:r>
                <a:r>
                  <a:rPr lang="en-US" altLang="ko-KR" dirty="0"/>
                  <a:t>5,000,000 bits</a:t>
                </a:r>
                <a:r>
                  <a:rPr lang="ko-KR" altLang="en-US" dirty="0"/>
                  <a:t>인데 </a:t>
                </a:r>
                <a:r>
                  <a:rPr lang="en-US" altLang="ko-KR" dirty="0"/>
                  <a:t>DP </a:t>
                </a:r>
                <a:r>
                  <a:rPr lang="ko-KR" altLang="en-US" dirty="0"/>
                  <a:t>테이블이 너무 커집니다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그래서 </a:t>
                </a:r>
                <a:r>
                  <a:rPr lang="en-US" altLang="ko-KR" dirty="0" err="1"/>
                  <a:t>bin_size</a:t>
                </a:r>
                <a:r>
                  <a:rPr lang="en-US" altLang="ko-KR" dirty="0"/>
                  <a:t> =Weight Storage constraint// 2000</a:t>
                </a:r>
                <a:r>
                  <a:rPr lang="ko-KR" altLang="en-US" dirty="0"/>
                  <a:t>으로 나눠 </a:t>
                </a:r>
                <a:r>
                  <a:rPr lang="en-US" altLang="ko-KR" dirty="0"/>
                  <a:t>storage</a:t>
                </a:r>
                <a:r>
                  <a:rPr lang="ko-KR" altLang="en-US" dirty="0"/>
                  <a:t>를 </a:t>
                </a:r>
                <a:r>
                  <a:rPr lang="en-US" altLang="ko-KR" dirty="0"/>
                  <a:t>2500 bits </a:t>
                </a:r>
                <a:r>
                  <a:rPr lang="ko-KR" altLang="en-US" dirty="0"/>
                  <a:t>단위 정수로 </a:t>
                </a:r>
                <a:r>
                  <a:rPr lang="ko-KR" altLang="en-US" dirty="0" err="1"/>
                  <a:t>양자화합니다</a:t>
                </a:r>
                <a:r>
                  <a:rPr lang="en-US" altLang="ko-KR" dirty="0"/>
                  <a:t>. DP </a:t>
                </a:r>
                <a:r>
                  <a:rPr lang="ko-KR" altLang="en-US" dirty="0"/>
                  <a:t>테이블은 </a:t>
                </a:r>
                <a:r>
                  <a:rPr lang="en-US" altLang="ko-KR" dirty="0"/>
                  <a:t>[17][2001]</a:t>
                </a:r>
                <a:r>
                  <a:rPr lang="ko-KR" altLang="en-US" dirty="0"/>
                  <a:t>로 축소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양자화 오차는 </a:t>
                </a:r>
                <a:r>
                  <a:rPr lang="en-US" altLang="ko-KR" dirty="0"/>
                  <a:t>ceil </a:t>
                </a:r>
                <a:r>
                  <a:rPr lang="ko-KR" altLang="en-US" dirty="0"/>
                  <a:t>올림으로 보수적 근사합니다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storage_int[ layer ][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 ] = storage[ layer ][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 ] / 2,500bits</a:t>
                </a:r>
              </a:p>
              <a:p>
                <a:r>
                  <a:rPr lang="ko-KR" altLang="en-US" dirty="0"/>
                  <a:t>예시로 들면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τ=1</a:t>
                </a:r>
                <a:r>
                  <a:rPr lang="ko-KR" altLang="en-US" dirty="0" err="1"/>
                  <a:t>일때</a:t>
                </a:r>
                <a:r>
                  <a:rPr lang="en-US" altLang="ko-KR" dirty="0"/>
                  <a:t>, weight storage= 0.004Mbit = 4,000bits</a:t>
                </a:r>
                <a:r>
                  <a:rPr lang="ko-KR" altLang="en-US" dirty="0"/>
                  <a:t>이므로 </a:t>
                </a:r>
                <a:r>
                  <a:rPr lang="en-US" altLang="ko-KR" dirty="0"/>
                  <a:t>4000bits/2500bits</a:t>
                </a:r>
                <a:r>
                  <a:rPr lang="ko-KR" altLang="en-US" dirty="0"/>
                  <a:t>을 하면 </a:t>
                </a:r>
                <a:r>
                  <a:rPr lang="en-US" altLang="ko-KR" dirty="0" err="1"/>
                  <a:t>storage_int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2 </a:t>
                </a:r>
                <a:r>
                  <a:rPr lang="ko-KR" altLang="en-US" dirty="0"/>
                  <a:t>나옵니다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Weight Storage constraint</a:t>
                </a:r>
                <a:r>
                  <a:rPr lang="ko-KR" altLang="en-US" dirty="0"/>
                  <a:t>를 </a:t>
                </a:r>
                <a:r>
                  <a:rPr lang="en-US" altLang="ko-KR" dirty="0"/>
                  <a:t>5 Mbit</a:t>
                </a:r>
                <a:r>
                  <a:rPr lang="ko-KR" altLang="en-US" dirty="0"/>
                  <a:t>이면 </a:t>
                </a:r>
                <a:r>
                  <a:rPr lang="en-US" altLang="ko-KR" dirty="0"/>
                  <a:t>5,000,000 bits</a:t>
                </a:r>
                <a:r>
                  <a:rPr lang="ko-KR" altLang="en-US" dirty="0"/>
                  <a:t>인데 </a:t>
                </a:r>
                <a:r>
                  <a:rPr lang="en-US" altLang="ko-KR" dirty="0"/>
                  <a:t>DP </a:t>
                </a:r>
                <a:r>
                  <a:rPr lang="ko-KR" altLang="en-US" dirty="0"/>
                  <a:t>테이블이 너무 커집니다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그래서 </a:t>
                </a:r>
                <a:r>
                  <a:rPr lang="en-US" altLang="ko-KR" dirty="0" err="1"/>
                  <a:t>bin_size</a:t>
                </a:r>
                <a:r>
                  <a:rPr lang="en-US" altLang="ko-KR" dirty="0"/>
                  <a:t> =Weight Storage constraint// 2000</a:t>
                </a:r>
                <a:r>
                  <a:rPr lang="ko-KR" altLang="en-US" dirty="0"/>
                  <a:t>으로 나눠 </a:t>
                </a:r>
                <a:r>
                  <a:rPr lang="en-US" altLang="ko-KR" dirty="0"/>
                  <a:t>storage</a:t>
                </a:r>
                <a:r>
                  <a:rPr lang="ko-KR" altLang="en-US" dirty="0"/>
                  <a:t>를 </a:t>
                </a:r>
                <a:r>
                  <a:rPr lang="en-US" altLang="ko-KR" dirty="0"/>
                  <a:t>2500 bits </a:t>
                </a:r>
                <a:r>
                  <a:rPr lang="ko-KR" altLang="en-US" dirty="0"/>
                  <a:t>단위 정수로 </a:t>
                </a:r>
                <a:r>
                  <a:rPr lang="ko-KR" altLang="en-US" dirty="0" err="1"/>
                  <a:t>양자화합니다</a:t>
                </a:r>
                <a:r>
                  <a:rPr lang="en-US" altLang="ko-KR" dirty="0"/>
                  <a:t>. DP </a:t>
                </a:r>
                <a:r>
                  <a:rPr lang="ko-KR" altLang="en-US" dirty="0"/>
                  <a:t>테이블은 </a:t>
                </a:r>
                <a:r>
                  <a:rPr lang="en-US" altLang="ko-KR" dirty="0"/>
                  <a:t>[17][2001]</a:t>
                </a:r>
                <a:r>
                  <a:rPr lang="ko-KR" altLang="en-US" dirty="0"/>
                  <a:t>로 축소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양자화 오차는 </a:t>
                </a:r>
                <a:r>
                  <a:rPr lang="en-US" altLang="ko-KR" dirty="0"/>
                  <a:t>ceil </a:t>
                </a:r>
                <a:r>
                  <a:rPr lang="ko-KR" altLang="en-US" dirty="0"/>
                  <a:t>올림으로 보수적 근사합니다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storage_int[ layer ][ </a:t>
                </a:r>
                <a:r>
                  <a:rPr lang="ko-KR" altLang="en-US" i="0">
                    <a:latin typeface="Cambria Math" panose="02040503050406030204" pitchFamily="18" charset="0"/>
                  </a:rPr>
                  <a:t>𝜏</a:t>
                </a:r>
                <a:r>
                  <a:rPr lang="en-US" altLang="ko-KR" dirty="0"/>
                  <a:t> ] = storage[ layer ][ </a:t>
                </a:r>
                <a:r>
                  <a:rPr lang="ko-KR" altLang="en-US" i="0">
                    <a:latin typeface="Cambria Math" panose="02040503050406030204" pitchFamily="18" charset="0"/>
                  </a:rPr>
                  <a:t>𝜏</a:t>
                </a:r>
                <a:r>
                  <a:rPr lang="en-US" altLang="ko-KR" dirty="0"/>
                  <a:t> ] / 2,500bits</a:t>
                </a:r>
              </a:p>
              <a:p>
                <a:r>
                  <a:rPr lang="ko-KR" altLang="en-US" dirty="0"/>
                  <a:t>예시로 들면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τ=1</a:t>
                </a:r>
                <a:r>
                  <a:rPr lang="ko-KR" altLang="en-US" dirty="0" err="1"/>
                  <a:t>일때</a:t>
                </a:r>
                <a:r>
                  <a:rPr lang="en-US" altLang="ko-KR" dirty="0"/>
                  <a:t>, weight storage= 0.004Mbit = 4,000bits</a:t>
                </a:r>
                <a:r>
                  <a:rPr lang="ko-KR" altLang="en-US" dirty="0"/>
                  <a:t>이므로 </a:t>
                </a:r>
                <a:r>
                  <a:rPr lang="en-US" altLang="ko-KR" dirty="0"/>
                  <a:t>4000bits/2500bits</a:t>
                </a:r>
                <a:r>
                  <a:rPr lang="ko-KR" altLang="en-US" dirty="0"/>
                  <a:t>을 하면 </a:t>
                </a:r>
                <a:r>
                  <a:rPr lang="en-US" altLang="ko-KR" dirty="0" err="1"/>
                  <a:t>storage_int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2 </a:t>
                </a:r>
                <a:r>
                  <a:rPr lang="ko-KR" altLang="en-US" dirty="0"/>
                  <a:t>나옵니다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903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행</a:t>
                </a:r>
                <a:r>
                  <a:rPr lang="en-US" altLang="ko-KR" dirty="0"/>
                  <a:t>(row) : </a:t>
                </a:r>
                <a:r>
                  <a:rPr lang="en-US" altLang="ko-KR" dirty="0" err="1"/>
                  <a:t>i</a:t>
                </a:r>
                <a:r>
                  <a:rPr lang="ko-KR" altLang="en-US" dirty="0"/>
                  <a:t>개 레이어까지 배정 완료한 단계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 = 0, 1, ..., 16)</a:t>
                </a:r>
              </a:p>
              <a:p>
                <a:r>
                  <a:rPr lang="ko-KR" altLang="en-US" dirty="0"/>
                  <a:t>열</a:t>
                </a:r>
                <a:r>
                  <a:rPr lang="en-US" altLang="ko-KR" dirty="0"/>
                  <a:t>(col) 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ko-KR" altLang="en-US" dirty="0"/>
                  <a:t> 누적 사용한 </a:t>
                </a:r>
                <a:r>
                  <a:rPr lang="en-US" altLang="ko-KR" dirty="0"/>
                  <a:t>storage bins (0, 1, 2, ..., 2000) </a:t>
                </a:r>
              </a:p>
              <a:p>
                <a:r>
                  <a:rPr lang="ko-KR" altLang="en-US" dirty="0"/>
                  <a:t>셀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누적 </a:t>
                </a:r>
                <a:r>
                  <a:rPr lang="en-US" altLang="ko-KR" dirty="0"/>
                  <a:t>value</a:t>
                </a:r>
                <a:r>
                  <a:rPr lang="ko-KR" altLang="en-US" dirty="0"/>
                  <a:t>의 최댓값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해당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상태에서 달성 가능한</a:t>
                </a:r>
                <a:r>
                  <a:rPr lang="en-US" altLang="ko-KR" dirty="0"/>
                  <a:t>)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DP table </a:t>
                </a:r>
                <a:r>
                  <a:rPr lang="ko-KR" altLang="en-US" dirty="0"/>
                  <a:t>채우는 방식을 구체 예시로 </a:t>
                </a:r>
                <a:r>
                  <a:rPr lang="ko-KR" altLang="en-US" dirty="0" err="1"/>
                  <a:t>설명드리겠습니다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초기 상태 </a:t>
                </a:r>
                <a:r>
                  <a:rPr lang="en-US" altLang="ko-KR" dirty="0"/>
                  <a:t>DP[0][0]</a:t>
                </a:r>
                <a:r>
                  <a:rPr lang="ko-KR" altLang="en-US" dirty="0"/>
                  <a:t>은 </a:t>
                </a:r>
                <a:r>
                  <a:rPr lang="en-US" altLang="ko-KR" dirty="0"/>
                  <a:t>0, </a:t>
                </a:r>
                <a:r>
                  <a:rPr lang="ko-KR" altLang="en-US" dirty="0"/>
                  <a:t>나머지는 모두 −∞입니다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Layer 0</a:t>
                </a:r>
                <a:r>
                  <a:rPr lang="ko-KR" altLang="en-US" dirty="0"/>
                  <a:t>을 배정할 때</a:t>
                </a:r>
                <a:r>
                  <a:rPr lang="en-US" altLang="ko-KR" dirty="0"/>
                  <a:t>, DP[0][0]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8</a:t>
                </a:r>
                <a:r>
                  <a:rPr lang="ko-KR" altLang="en-US" dirty="0"/>
                  <a:t>개 </a:t>
                </a:r>
                <a:r>
                  <a:rPr lang="en-US" altLang="ko-KR" dirty="0"/>
                  <a:t>τ</a:t>
                </a:r>
                <a:r>
                  <a:rPr lang="ko-KR" altLang="en-US" dirty="0"/>
                  <a:t>를 각각 시도합니다</a:t>
                </a:r>
                <a:r>
                  <a:rPr lang="en-US" altLang="ko-KR" dirty="0"/>
                  <a:t>. τ=1 </a:t>
                </a:r>
                <a:r>
                  <a:rPr lang="ko-KR" altLang="en-US" dirty="0"/>
                  <a:t>선택 시 </a:t>
                </a:r>
                <a:r>
                  <a:rPr lang="en-US" altLang="ko-KR" dirty="0" err="1"/>
                  <a:t>storage_int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2, value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-2.06</a:t>
                </a:r>
                <a:r>
                  <a:rPr lang="ko-KR" altLang="en-US" dirty="0"/>
                  <a:t>이므로 </a:t>
                </a:r>
                <a:r>
                  <a:rPr lang="en-US" altLang="ko-KR" dirty="0"/>
                  <a:t>DP[1][1] </a:t>
                </a:r>
                <a:r>
                  <a:rPr lang="ko-KR" altLang="en-US" dirty="0"/>
                  <a:t>셀에 </a:t>
                </a:r>
                <a:r>
                  <a:rPr lang="en-US" altLang="ko-KR" dirty="0"/>
                  <a:t>-2.06</a:t>
                </a:r>
                <a:r>
                  <a:rPr lang="ko-KR" altLang="en-US" dirty="0"/>
                  <a:t>이 기록됩니다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같은 방식으로 </a:t>
                </a:r>
                <a:r>
                  <a:rPr lang="en-US" altLang="ko-KR" dirty="0"/>
                  <a:t>τ=2, 3, …, 8</a:t>
                </a:r>
                <a:r>
                  <a:rPr lang="ko-KR" altLang="en-US" dirty="0"/>
                  <a:t>까지 가면 </a:t>
                </a:r>
                <a:r>
                  <a:rPr lang="en-US" altLang="ko-KR" dirty="0"/>
                  <a:t>DP[1]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8</a:t>
                </a:r>
                <a:r>
                  <a:rPr lang="ko-KR" altLang="en-US" dirty="0"/>
                  <a:t>개 셀이 채워집니다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과정을 </a:t>
                </a:r>
                <a:r>
                  <a:rPr lang="en-US" altLang="ko-KR" dirty="0"/>
                  <a:t>16</a:t>
                </a:r>
                <a:r>
                  <a:rPr lang="ko-KR" altLang="en-US" dirty="0"/>
                  <a:t>번 반복하면 </a:t>
                </a:r>
                <a:r>
                  <a:rPr lang="en-US" altLang="ko-KR" dirty="0"/>
                  <a:t>DP[16] </a:t>
                </a:r>
                <a:r>
                  <a:rPr lang="ko-KR" altLang="en-US" dirty="0"/>
                  <a:t>행이 완성됩니다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중간에 같은 셀에 여러 경로가 도달하면 </a:t>
                </a:r>
                <a:r>
                  <a:rPr lang="en-US" altLang="ko-KR" dirty="0"/>
                  <a:t>value</a:t>
                </a:r>
                <a:r>
                  <a:rPr lang="ko-KR" altLang="en-US" dirty="0"/>
                  <a:t>가 높은 쪽만 남기는 </a:t>
                </a:r>
                <a:r>
                  <a:rPr lang="en-US" altLang="ko-KR" dirty="0"/>
                  <a:t>max </a:t>
                </a:r>
                <a:r>
                  <a:rPr lang="ko-KR" altLang="en-US" dirty="0"/>
                  <a:t>연산이 </a:t>
                </a:r>
                <a:r>
                  <a:rPr lang="en-US" altLang="ko-KR" dirty="0"/>
                  <a:t>DP</a:t>
                </a:r>
                <a:r>
                  <a:rPr lang="ko-KR" altLang="en-US" dirty="0"/>
                  <a:t>의 핵심입니다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이렇게 해야 최적 누적 </a:t>
                </a:r>
                <a:r>
                  <a:rPr lang="en-US" altLang="ko-KR" dirty="0"/>
                  <a:t>value</a:t>
                </a:r>
                <a:r>
                  <a:rPr lang="ko-KR" altLang="en-US" dirty="0"/>
                  <a:t>만 남기게 됩니다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결국 </a:t>
                </a:r>
                <a:r>
                  <a:rPr lang="en-US" altLang="ko-KR" dirty="0"/>
                  <a:t>DP[16]</a:t>
                </a:r>
                <a:r>
                  <a:rPr lang="ko-KR" altLang="en-US" dirty="0"/>
                  <a:t>에서 가장 </a:t>
                </a:r>
                <a:r>
                  <a:rPr lang="en-US" altLang="ko-KR" dirty="0"/>
                  <a:t>value</a:t>
                </a:r>
                <a:r>
                  <a:rPr lang="ko-KR" altLang="en-US" dirty="0"/>
                  <a:t>가 최댓값을 구해서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거기에 속한 최적의 </a:t>
                </a:r>
                <a:r>
                  <a:rPr lang="en-US" altLang="ko-KR" dirty="0" err="1"/>
                  <a:t>tau_list</a:t>
                </a:r>
                <a:r>
                  <a:rPr lang="ko-KR" altLang="en-US" dirty="0"/>
                  <a:t>을 확인하면 된다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행</a:t>
                </a:r>
                <a:r>
                  <a:rPr lang="en-US" altLang="ko-KR" dirty="0"/>
                  <a:t>(row) : </a:t>
                </a:r>
                <a:r>
                  <a:rPr lang="en-US" altLang="ko-KR" dirty="0" err="1"/>
                  <a:t>i</a:t>
                </a:r>
                <a:r>
                  <a:rPr lang="ko-KR" altLang="en-US" dirty="0"/>
                  <a:t>개 레이어까지 배정 완료한 단계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 = 0, 1, ..., 16)</a:t>
                </a:r>
              </a:p>
              <a:p>
                <a:r>
                  <a:rPr lang="ko-KR" altLang="en-US" dirty="0"/>
                  <a:t>열</a:t>
                </a:r>
                <a:r>
                  <a:rPr lang="en-US" altLang="ko-KR" dirty="0"/>
                  <a:t>(col) :  </a:t>
                </a:r>
                <a:r>
                  <a:rPr lang="en-US" altLang="ko-KR" i="0">
                    <a:latin typeface="Cambria Math" panose="02040503050406030204" pitchFamily="18" charset="0"/>
                  </a:rPr>
                  <a:t>T_ws</a:t>
                </a:r>
                <a:r>
                  <a:rPr lang="ko-KR" altLang="en-US" dirty="0"/>
                  <a:t> 누적 사용한 </a:t>
                </a:r>
                <a:r>
                  <a:rPr lang="en-US" altLang="ko-KR" dirty="0"/>
                  <a:t>storage bins (0, 1, 2, ..., 2000) </a:t>
                </a:r>
              </a:p>
              <a:p>
                <a:r>
                  <a:rPr lang="ko-KR" altLang="en-US" dirty="0"/>
                  <a:t>셀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누적 </a:t>
                </a:r>
                <a:r>
                  <a:rPr lang="en-US" altLang="ko-KR" dirty="0"/>
                  <a:t>value</a:t>
                </a:r>
                <a:r>
                  <a:rPr lang="ko-KR" altLang="en-US" dirty="0"/>
                  <a:t>의 최댓값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해당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, </a:t>
                </a:r>
                <a:r>
                  <a:rPr lang="en-US" altLang="ko-KR" i="0">
                    <a:latin typeface="Cambria Math" panose="02040503050406030204" pitchFamily="18" charset="0"/>
                  </a:rPr>
                  <a:t>T_ws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상태에서 달성 가능한</a:t>
                </a:r>
                <a:r>
                  <a:rPr lang="en-US" altLang="ko-KR" dirty="0"/>
                  <a:t>)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결국 </a:t>
                </a:r>
                <a:r>
                  <a:rPr lang="en-US" altLang="ko-KR" dirty="0"/>
                  <a:t>DP[16]</a:t>
                </a:r>
                <a:r>
                  <a:rPr lang="ko-KR" altLang="en-US" dirty="0"/>
                  <a:t>에서 가장 </a:t>
                </a:r>
                <a:r>
                  <a:rPr lang="en-US" altLang="ko-KR" dirty="0"/>
                  <a:t>value</a:t>
                </a:r>
                <a:r>
                  <a:rPr lang="ko-KR" altLang="en-US" dirty="0"/>
                  <a:t>가 최댓값을 구해서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거기에 속한 </a:t>
                </a:r>
                <a:r>
                  <a:rPr lang="en-US" altLang="ko-KR" dirty="0" err="1"/>
                  <a:t>tau_list</a:t>
                </a:r>
                <a:r>
                  <a:rPr lang="ko-KR" altLang="en-US" dirty="0"/>
                  <a:t>을 확인하면 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845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19" Type="http://schemas.openxmlformats.org/officeDocument/2006/relationships/image" Target="../media/image5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6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8.png"/><Relationship Id="rId10" Type="http://schemas.openxmlformats.org/officeDocument/2006/relationships/image" Target="../media/image64.png"/><Relationship Id="rId4" Type="http://schemas.openxmlformats.org/officeDocument/2006/relationships/image" Target="../media/image57.png"/><Relationship Id="rId9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Hardware-Constrained Mixed-tau SNN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04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15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일 </a:t>
            </a: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AE83D-E399-7F21-E99B-BD67CAB74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B7BD02-B542-F572-4CAE-1AB4931D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A9492A-6300-50A9-91FE-3EEC3324723B}"/>
                  </a:ext>
                </a:extLst>
              </p:cNvPr>
              <p:cNvSpPr txBox="1"/>
              <p:nvPr/>
            </p:nvSpPr>
            <p:spPr>
              <a:xfrm>
                <a:off x="530087" y="5797994"/>
                <a:ext cx="111318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원하는 </a:t>
                </a:r>
                <a:r>
                  <a:rPr lang="en-US" altLang="ko-KR" dirty="0"/>
                  <a:t>hardware constraint(Weight storage, </a:t>
                </a:r>
                <a:r>
                  <a:rPr lang="en-US" altLang="ko-KR" dirty="0" err="1"/>
                  <a:t>BitOPs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또는 둘 다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을 지정하면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그 </a:t>
                </a:r>
                <a:r>
                  <a:rPr lang="en-US" altLang="ko-KR" dirty="0"/>
                  <a:t>hardware constraint</a:t>
                </a:r>
                <a:r>
                  <a:rPr lang="ko-KR" altLang="en-US" dirty="0"/>
                  <a:t> 안에서 최적의 레이어별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 조합을 자동 탐색하는 </a:t>
                </a:r>
                <a:r>
                  <a:rPr lang="en-US" altLang="ko-KR" dirty="0"/>
                  <a:t>DNAS framework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A9492A-6300-50A9-91FE-3EEC33247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87" y="5797994"/>
                <a:ext cx="11131826" cy="646331"/>
              </a:xfrm>
              <a:prstGeom prst="rect">
                <a:avLst/>
              </a:prstGeom>
              <a:blipFill>
                <a:blip r:embed="rId3"/>
                <a:stretch>
                  <a:fillRect l="-493" t="-4717" b="-150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>
            <a:extLst>
              <a:ext uri="{FF2B5EF4-FFF2-40B4-BE49-F238E27FC236}">
                <a16:creationId xmlns:a16="http://schemas.microsoft.com/office/drawing/2014/main" id="{1BCE6FE6-25A6-E20D-CFEF-8CB2D8AAD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121" y="520023"/>
            <a:ext cx="7262538" cy="5243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D56B84-1566-0231-0EAB-071DEFC81D85}"/>
              </a:ext>
            </a:extLst>
          </p:cNvPr>
          <p:cNvSpPr txBox="1"/>
          <p:nvPr/>
        </p:nvSpPr>
        <p:spPr>
          <a:xfrm>
            <a:off x="1415332" y="817513"/>
            <a:ext cx="1168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0273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D35BB-AF99-3650-CD8E-7481FB7CA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Flow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4FC1C6-9D57-8DE3-C5FF-ACC1D1219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748AE75E-A73C-EBEE-4771-D1C3AFF943F8}"/>
                  </a:ext>
                </a:extLst>
              </p:cNvPr>
              <p:cNvSpPr/>
              <p:nvPr/>
            </p:nvSpPr>
            <p:spPr>
              <a:xfrm>
                <a:off x="2488759" y="863604"/>
                <a:ext cx="6202017" cy="130401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DNAS Search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candidates =[1,2,3,4,5,6,7,8]</a:t>
                </a:r>
              </a:p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-&gt;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각 레이어가 각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을 얼마큼 선호</a:t>
                </a: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748AE75E-A73C-EBEE-4771-D1C3AFF943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759" y="863604"/>
                <a:ext cx="6202017" cy="1304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DE6FA38-6046-B622-62EA-39CF33CC29D8}"/>
              </a:ext>
            </a:extLst>
          </p:cNvPr>
          <p:cNvCxnSpPr/>
          <p:nvPr/>
        </p:nvCxnSpPr>
        <p:spPr>
          <a:xfrm>
            <a:off x="5589767" y="2282024"/>
            <a:ext cx="0" cy="56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195A35-ED58-AA23-355A-02812FF1E1AF}"/>
                  </a:ext>
                </a:extLst>
              </p:cNvPr>
              <p:cNvSpPr txBox="1"/>
              <p:nvPr/>
            </p:nvSpPr>
            <p:spPr>
              <a:xfrm>
                <a:off x="6096000" y="4663865"/>
                <a:ext cx="37212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_list [16]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195A35-ED58-AA23-355A-02812FF1E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63865"/>
                <a:ext cx="3721211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12FEAD6-DC5E-BC05-6DD6-EB39B42C92D2}"/>
              </a:ext>
            </a:extLst>
          </p:cNvPr>
          <p:cNvSpPr txBox="1"/>
          <p:nvPr/>
        </p:nvSpPr>
        <p:spPr>
          <a:xfrm>
            <a:off x="1892410" y="520023"/>
            <a:ext cx="1908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Phase 1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F4AEEAC3-6EF0-D9FA-485A-F3618714FC01}"/>
                  </a:ext>
                </a:extLst>
              </p:cNvPr>
              <p:cNvSpPr/>
              <p:nvPr/>
            </p:nvSpPr>
            <p:spPr>
              <a:xfrm>
                <a:off x="2488759" y="2960973"/>
                <a:ext cx="6202017" cy="1304014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Dynamic Programming constraint Allocation</a:t>
                </a:r>
              </a:p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사용자가 지정한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constraint (storage &amp;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BitOPs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-&gt; constraint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안에서 최적의 레이어별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조합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F4AEEAC3-6EF0-D9FA-485A-F3618714F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759" y="2960973"/>
                <a:ext cx="6202017" cy="13040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8426FDE-DACA-70C7-0569-FD8EBEC2A9B0}"/>
              </a:ext>
            </a:extLst>
          </p:cNvPr>
          <p:cNvCxnSpPr/>
          <p:nvPr/>
        </p:nvCxnSpPr>
        <p:spPr>
          <a:xfrm>
            <a:off x="5589767" y="4379393"/>
            <a:ext cx="0" cy="56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93314C-108E-C014-0A28-BEE798943C91}"/>
              </a:ext>
            </a:extLst>
          </p:cNvPr>
          <p:cNvSpPr txBox="1"/>
          <p:nvPr/>
        </p:nvSpPr>
        <p:spPr>
          <a:xfrm>
            <a:off x="1892410" y="2617392"/>
            <a:ext cx="1908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Phase 2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A1C3A6-7680-EC95-C8BC-6A599759FA57}"/>
              </a:ext>
            </a:extLst>
          </p:cNvPr>
          <p:cNvSpPr txBox="1"/>
          <p:nvPr/>
        </p:nvSpPr>
        <p:spPr>
          <a:xfrm>
            <a:off x="5988657" y="2585500"/>
            <a:ext cx="3721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Probability [16,8]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4A6CB8A8-BEC6-7FF9-2716-20C1436F2689}"/>
                  </a:ext>
                </a:extLst>
              </p:cNvPr>
              <p:cNvSpPr/>
              <p:nvPr/>
            </p:nvSpPr>
            <p:spPr>
              <a:xfrm>
                <a:off x="2488759" y="5058342"/>
                <a:ext cx="6202017" cy="13040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고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정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된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_list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를 가지고 학습</a:t>
                </a:r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4A6CB8A8-BEC6-7FF9-2716-20C1436F26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759" y="5058342"/>
                <a:ext cx="6202017" cy="13040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FBE5603-75FB-228C-E9C1-684DC622C3C2}"/>
              </a:ext>
            </a:extLst>
          </p:cNvPr>
          <p:cNvSpPr txBox="1"/>
          <p:nvPr/>
        </p:nvSpPr>
        <p:spPr>
          <a:xfrm>
            <a:off x="1892410" y="4714761"/>
            <a:ext cx="1908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Phase 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199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8B2DE4-005F-025C-F031-30713E56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Phase 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B8A3C-6DA6-4CD7-4D9F-D01FFEE9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81A9F7-331F-C9BA-85BB-79AECFB1BD84}"/>
                  </a:ext>
                </a:extLst>
              </p:cNvPr>
              <p:cNvSpPr txBox="1"/>
              <p:nvPr/>
            </p:nvSpPr>
            <p:spPr>
              <a:xfrm>
                <a:off x="771277" y="1014418"/>
                <a:ext cx="10296939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목적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각 레이어가 각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를 얼마큼 선호하는지 파악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81A9F7-331F-C9BA-85BB-79AECFB1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77" y="1014418"/>
                <a:ext cx="10296939" cy="374526"/>
              </a:xfrm>
              <a:prstGeom prst="rect">
                <a:avLst/>
              </a:prstGeom>
              <a:blipFill>
                <a:blip r:embed="rId3"/>
                <a:stretch>
                  <a:fillRect l="-533" t="-8065" b="-241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직사각형 6">
            <a:extLst>
              <a:ext uri="{FF2B5EF4-FFF2-40B4-BE49-F238E27FC236}">
                <a16:creationId xmlns:a16="http://schemas.microsoft.com/office/drawing/2014/main" id="{799186F0-ADCC-C571-578F-AE408A84EC78}"/>
              </a:ext>
            </a:extLst>
          </p:cNvPr>
          <p:cNvSpPr/>
          <p:nvPr/>
        </p:nvSpPr>
        <p:spPr>
          <a:xfrm>
            <a:off x="3086554" y="1512085"/>
            <a:ext cx="1453264" cy="35656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layer 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263A5A-CF1C-5D06-7671-0CB277BF2A42}"/>
              </a:ext>
            </a:extLst>
          </p:cNvPr>
          <p:cNvSpPr/>
          <p:nvPr/>
        </p:nvSpPr>
        <p:spPr>
          <a:xfrm>
            <a:off x="4871811" y="1512085"/>
            <a:ext cx="1453264" cy="35656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layer 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D2D8CC-D38F-A6EE-D8C9-BC245DBA364A}"/>
              </a:ext>
            </a:extLst>
          </p:cNvPr>
          <p:cNvSpPr txBox="1"/>
          <p:nvPr/>
        </p:nvSpPr>
        <p:spPr>
          <a:xfrm>
            <a:off x="6872502" y="3021028"/>
            <a:ext cx="150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…</a:t>
            </a:r>
            <a:endParaRPr lang="ko-KR" altLang="en-US" sz="2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61E0F66-D55B-1402-CCF0-72CDDD6644EA}"/>
              </a:ext>
            </a:extLst>
          </p:cNvPr>
          <p:cNvSpPr/>
          <p:nvPr/>
        </p:nvSpPr>
        <p:spPr>
          <a:xfrm>
            <a:off x="7934326" y="1512085"/>
            <a:ext cx="1453264" cy="35656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layer 16</a:t>
            </a:r>
            <a:endParaRPr lang="ko-KR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8EA48763-01DE-B15E-51A6-29C50DB25E86}"/>
                  </a:ext>
                </a:extLst>
              </p:cNvPr>
              <p:cNvSpPr/>
              <p:nvPr/>
            </p:nvSpPr>
            <p:spPr>
              <a:xfrm>
                <a:off x="3086554" y="2278026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8EA48763-01DE-B15E-51A6-29C50DB25E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554" y="2278026"/>
                <a:ext cx="1453264" cy="356568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30B6671-D09E-3E35-09B1-9B1C861E1622}"/>
                  </a:ext>
                </a:extLst>
              </p:cNvPr>
              <p:cNvSpPr/>
              <p:nvPr/>
            </p:nvSpPr>
            <p:spPr>
              <a:xfrm>
                <a:off x="3086554" y="3043967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30B6671-D09E-3E35-09B1-9B1C861E1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554" y="3043967"/>
                <a:ext cx="1453264" cy="356568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8E43CFB7-F50F-BD73-625B-772383ACF51A}"/>
                  </a:ext>
                </a:extLst>
              </p:cNvPr>
              <p:cNvSpPr/>
              <p:nvPr/>
            </p:nvSpPr>
            <p:spPr>
              <a:xfrm>
                <a:off x="3086554" y="3809908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8E43CFB7-F50F-BD73-625B-772383ACF5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554" y="3809908"/>
                <a:ext cx="1453264" cy="356568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8E2C32F-40D8-C81F-4378-1E02E2CC8BBA}"/>
                  </a:ext>
                </a:extLst>
              </p:cNvPr>
              <p:cNvSpPr/>
              <p:nvPr/>
            </p:nvSpPr>
            <p:spPr>
              <a:xfrm>
                <a:off x="3086554" y="4575849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8E2C32F-40D8-C81F-4378-1E02E2CC8B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554" y="4575849"/>
                <a:ext cx="1453264" cy="356568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0974CA46-7778-CCDB-DF39-B6ADCA282492}"/>
                  </a:ext>
                </a:extLst>
              </p:cNvPr>
              <p:cNvSpPr/>
              <p:nvPr/>
            </p:nvSpPr>
            <p:spPr>
              <a:xfrm>
                <a:off x="4871811" y="2287744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0974CA46-7778-CCDB-DF39-B6ADCA282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11" y="2287744"/>
                <a:ext cx="1453264" cy="356568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93D6180E-8D61-0D00-1A53-C5E80DB46C46}"/>
                  </a:ext>
                </a:extLst>
              </p:cNvPr>
              <p:cNvSpPr/>
              <p:nvPr/>
            </p:nvSpPr>
            <p:spPr>
              <a:xfrm>
                <a:off x="4871811" y="3053685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93D6180E-8D61-0D00-1A53-C5E80DB46C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11" y="3053685"/>
                <a:ext cx="1453264" cy="356568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124127EE-C437-CEFC-61D0-5BDBDE056437}"/>
                  </a:ext>
                </a:extLst>
              </p:cNvPr>
              <p:cNvSpPr/>
              <p:nvPr/>
            </p:nvSpPr>
            <p:spPr>
              <a:xfrm>
                <a:off x="4871811" y="3819626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124127EE-C437-CEFC-61D0-5BDBDE0564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11" y="3819626"/>
                <a:ext cx="1453264" cy="356568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D817CC4F-B23F-3304-376A-B0B7DFA9ADB5}"/>
                  </a:ext>
                </a:extLst>
              </p:cNvPr>
              <p:cNvSpPr/>
              <p:nvPr/>
            </p:nvSpPr>
            <p:spPr>
              <a:xfrm>
                <a:off x="4871811" y="4585567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D817CC4F-B23F-3304-376A-B0B7DFA9A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11" y="4585567"/>
                <a:ext cx="1453264" cy="356568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3A69E307-D257-40AB-BEAC-D26993D0595C}"/>
                  </a:ext>
                </a:extLst>
              </p:cNvPr>
              <p:cNvSpPr/>
              <p:nvPr/>
            </p:nvSpPr>
            <p:spPr>
              <a:xfrm>
                <a:off x="7956097" y="2287744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3A69E307-D257-40AB-BEAC-D26993D059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097" y="2287744"/>
                <a:ext cx="1453264" cy="356568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3EE79BF1-C242-1005-ECDE-0476A034DF6C}"/>
                  </a:ext>
                </a:extLst>
              </p:cNvPr>
              <p:cNvSpPr/>
              <p:nvPr/>
            </p:nvSpPr>
            <p:spPr>
              <a:xfrm>
                <a:off x="7956097" y="3053685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3EE79BF1-C242-1005-ECDE-0476A034DF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097" y="3053685"/>
                <a:ext cx="1453264" cy="356568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F3000DEA-BBB5-F94B-C079-D8799B66D37B}"/>
                  </a:ext>
                </a:extLst>
              </p:cNvPr>
              <p:cNvSpPr/>
              <p:nvPr/>
            </p:nvSpPr>
            <p:spPr>
              <a:xfrm>
                <a:off x="7956097" y="3819626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F3000DEA-BBB5-F94B-C079-D8799B66D3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097" y="3819626"/>
                <a:ext cx="1453264" cy="356568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17E2E4E3-FEA1-4DEE-E115-5163C3D90925}"/>
                  </a:ext>
                </a:extLst>
              </p:cNvPr>
              <p:cNvSpPr/>
              <p:nvPr/>
            </p:nvSpPr>
            <p:spPr>
              <a:xfrm>
                <a:off x="7956097" y="4585567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17E2E4E3-FEA1-4DEE-E115-5163C3D909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097" y="4585567"/>
                <a:ext cx="1453264" cy="356568"/>
              </a:xfrm>
              <a:prstGeom prst="rect">
                <a:avLst/>
              </a:prstGeom>
              <a:blipFill>
                <a:blip r:embed="rId15"/>
                <a:stretch>
                  <a:fillRect b="-6557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C91A1DC6-E83D-72C9-CCEA-AEA17D8F8C78}"/>
                  </a:ext>
                </a:extLst>
              </p:cNvPr>
              <p:cNvSpPr/>
              <p:nvPr/>
            </p:nvSpPr>
            <p:spPr>
              <a:xfrm>
                <a:off x="1301297" y="2271813"/>
                <a:ext cx="1453264" cy="3565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C91A1DC6-E83D-72C9-CCEA-AEA17D8F8C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297" y="2271813"/>
                <a:ext cx="1453264" cy="35656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2FB602CA-1F2C-1D47-B0B2-C1686B0070AB}"/>
                  </a:ext>
                </a:extLst>
              </p:cNvPr>
              <p:cNvSpPr/>
              <p:nvPr/>
            </p:nvSpPr>
            <p:spPr>
              <a:xfrm>
                <a:off x="1301297" y="3037754"/>
                <a:ext cx="1453264" cy="3565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2FB602CA-1F2C-1D47-B0B2-C1686B0070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297" y="3037754"/>
                <a:ext cx="1453264" cy="35656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7EEC9B36-EA6D-0292-8418-F0B72505CE45}"/>
                  </a:ext>
                </a:extLst>
              </p:cNvPr>
              <p:cNvSpPr/>
              <p:nvPr/>
            </p:nvSpPr>
            <p:spPr>
              <a:xfrm>
                <a:off x="1301297" y="3803695"/>
                <a:ext cx="1453264" cy="3565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7EEC9B36-EA6D-0292-8418-F0B72505CE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297" y="3803695"/>
                <a:ext cx="1453264" cy="35656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A25C8C7-FA65-FF5A-F152-9D8B4AE3B03C}"/>
                  </a:ext>
                </a:extLst>
              </p:cNvPr>
              <p:cNvSpPr/>
              <p:nvPr/>
            </p:nvSpPr>
            <p:spPr>
              <a:xfrm>
                <a:off x="1301297" y="4569636"/>
                <a:ext cx="1453264" cy="3565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A25C8C7-FA65-FF5A-F152-9D8B4AE3B0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297" y="4569636"/>
                <a:ext cx="1453264" cy="35656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BAEECAFA-D99E-DA77-92EB-5E7279FBD423}"/>
                  </a:ext>
                </a:extLst>
              </p:cNvPr>
              <p:cNvSpPr/>
              <p:nvPr/>
            </p:nvSpPr>
            <p:spPr>
              <a:xfrm>
                <a:off x="3100151" y="5341790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BAEECAFA-D99E-DA77-92EB-5E7279FBD4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151" y="5341790"/>
                <a:ext cx="1453264" cy="356568"/>
              </a:xfrm>
              <a:prstGeom prst="rect">
                <a:avLst/>
              </a:prstGeom>
              <a:blipFill>
                <a:blip r:embed="rId20"/>
                <a:stretch>
                  <a:fillRect b="-6557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2059C940-BEDA-ED28-6502-79A412E5608A}"/>
                  </a:ext>
                </a:extLst>
              </p:cNvPr>
              <p:cNvSpPr/>
              <p:nvPr/>
            </p:nvSpPr>
            <p:spPr>
              <a:xfrm>
                <a:off x="4885408" y="5351508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2059C940-BEDA-ED28-6502-79A412E560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408" y="5351508"/>
                <a:ext cx="1453264" cy="356568"/>
              </a:xfrm>
              <a:prstGeom prst="rect">
                <a:avLst/>
              </a:prstGeom>
              <a:blipFill>
                <a:blip r:embed="rId21"/>
                <a:stretch>
                  <a:fillRect b="-8333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F7ADAC98-70BC-A8BA-5051-1582B78BF164}"/>
                  </a:ext>
                </a:extLst>
              </p:cNvPr>
              <p:cNvSpPr/>
              <p:nvPr/>
            </p:nvSpPr>
            <p:spPr>
              <a:xfrm>
                <a:off x="7969694" y="5351508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F7ADAC98-70BC-A8BA-5051-1582B78BF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694" y="5351508"/>
                <a:ext cx="1453264" cy="356568"/>
              </a:xfrm>
              <a:prstGeom prst="rect">
                <a:avLst/>
              </a:prstGeom>
              <a:blipFill>
                <a:blip r:embed="rId22"/>
                <a:stretch>
                  <a:fillRect b="-8333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C74E2FCC-8223-BEEA-F3BE-2AF9027DFE2C}"/>
                  </a:ext>
                </a:extLst>
              </p:cNvPr>
              <p:cNvSpPr/>
              <p:nvPr/>
            </p:nvSpPr>
            <p:spPr>
              <a:xfrm>
                <a:off x="1301297" y="5335577"/>
                <a:ext cx="1453264" cy="3565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C74E2FCC-8223-BEEA-F3BE-2AF9027DFE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297" y="5335577"/>
                <a:ext cx="1453264" cy="35656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5E43F970-E7FA-3F48-467F-C67CA2EAE71E}"/>
                  </a:ext>
                </a:extLst>
              </p:cNvPr>
              <p:cNvSpPr/>
              <p:nvPr/>
            </p:nvSpPr>
            <p:spPr>
              <a:xfrm>
                <a:off x="3100151" y="6240590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5E43F970-E7FA-3F48-467F-C67CA2EAE7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151" y="6240590"/>
                <a:ext cx="1453264" cy="356568"/>
              </a:xfrm>
              <a:prstGeom prst="rect">
                <a:avLst/>
              </a:prstGeom>
              <a:blipFill>
                <a:blip r:embed="rId24"/>
                <a:stretch>
                  <a:fillRect b="-6667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D33EFA9-9C38-A058-7B3F-636B779585B6}"/>
                  </a:ext>
                </a:extLst>
              </p:cNvPr>
              <p:cNvSpPr/>
              <p:nvPr/>
            </p:nvSpPr>
            <p:spPr>
              <a:xfrm>
                <a:off x="4885408" y="6250308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D33EFA9-9C38-A058-7B3F-636B779585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408" y="6250308"/>
                <a:ext cx="1453264" cy="356568"/>
              </a:xfrm>
              <a:prstGeom prst="rect">
                <a:avLst/>
              </a:prstGeom>
              <a:blipFill>
                <a:blip r:embed="rId25"/>
                <a:stretch>
                  <a:fillRect b="-6557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E2457EF1-B787-1F4B-5CD1-33CB4F4E6EE0}"/>
                  </a:ext>
                </a:extLst>
              </p:cNvPr>
              <p:cNvSpPr/>
              <p:nvPr/>
            </p:nvSpPr>
            <p:spPr>
              <a:xfrm>
                <a:off x="7969694" y="6250308"/>
                <a:ext cx="1453264" cy="356568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E2457EF1-B787-1F4B-5CD1-33CB4F4E6E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694" y="6250308"/>
                <a:ext cx="1453264" cy="356568"/>
              </a:xfrm>
              <a:prstGeom prst="rect">
                <a:avLst/>
              </a:prstGeom>
              <a:blipFill>
                <a:blip r:embed="rId26"/>
                <a:stretch>
                  <a:fillRect b="-6557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E30FA373-0254-3986-0CB3-7E3669D361A9}"/>
                  </a:ext>
                </a:extLst>
              </p:cNvPr>
              <p:cNvSpPr/>
              <p:nvPr/>
            </p:nvSpPr>
            <p:spPr>
              <a:xfrm>
                <a:off x="1301297" y="6234377"/>
                <a:ext cx="1453264" cy="3565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E30FA373-0254-3986-0CB3-7E3669D361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297" y="6234377"/>
                <a:ext cx="1453264" cy="356568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8EE1593B-A2A7-B5C3-F5F2-B15CDBDBC992}"/>
              </a:ext>
            </a:extLst>
          </p:cNvPr>
          <p:cNvSpPr txBox="1"/>
          <p:nvPr/>
        </p:nvSpPr>
        <p:spPr>
          <a:xfrm>
            <a:off x="6923350" y="5894894"/>
            <a:ext cx="461665" cy="7156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A145F4-4B54-3789-AD52-475368E516E2}"/>
                  </a:ext>
                </a:extLst>
              </p:cNvPr>
              <p:cNvSpPr txBox="1"/>
              <p:nvPr/>
            </p:nvSpPr>
            <p:spPr>
              <a:xfrm>
                <a:off x="8229600" y="1012406"/>
                <a:ext cx="3641698" cy="376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candidates = [1,2, 3, 4 ,5 ,6 ,7 ,8]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A145F4-4B54-3789-AD52-475368E51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1012406"/>
                <a:ext cx="3641698" cy="376261"/>
              </a:xfrm>
              <a:prstGeom prst="rect">
                <a:avLst/>
              </a:prstGeom>
              <a:blipFill>
                <a:blip r:embed="rId28"/>
                <a:stretch>
                  <a:fillRect t="-8065" r="-4858" b="-225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85C453D6-2A26-E7FC-ECBE-5B004E9E6E06}"/>
              </a:ext>
            </a:extLst>
          </p:cNvPr>
          <p:cNvSpPr txBox="1"/>
          <p:nvPr/>
        </p:nvSpPr>
        <p:spPr>
          <a:xfrm>
            <a:off x="1788961" y="5878268"/>
            <a:ext cx="461665" cy="7156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5756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EBB77D-B018-9F8E-ED60-7F1A9117E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Phase 1</a:t>
            </a:r>
            <a:r>
              <a:rPr lang="ko-KR" altLang="en-US" dirty="0"/>
              <a:t>의 핵심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D751B3-E549-0017-1D21-3335DD13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76D04C-97F8-CB50-167F-1ACDCF2F2A60}"/>
                  </a:ext>
                </a:extLst>
              </p:cNvPr>
              <p:cNvSpPr txBox="1"/>
              <p:nvPr/>
            </p:nvSpPr>
            <p:spPr>
              <a:xfrm>
                <a:off x="803744" y="1082702"/>
                <a:ext cx="9532620" cy="37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acc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[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cost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+  (1−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cost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 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76D04C-97F8-CB50-167F-1ACDCF2F2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44" y="1082702"/>
                <a:ext cx="9532620" cy="378950"/>
              </a:xfrm>
              <a:prstGeom prst="rect">
                <a:avLst/>
              </a:prstGeom>
              <a:blipFill>
                <a:blip r:embed="rId3"/>
                <a:stretch>
                  <a:fillRect b="-177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894B10-5B30-4F2B-9D50-62EB04F29D44}"/>
                  </a:ext>
                </a:extLst>
              </p:cNvPr>
              <p:cNvSpPr txBox="1"/>
              <p:nvPr/>
            </p:nvSpPr>
            <p:spPr>
              <a:xfrm>
                <a:off x="392264" y="2202842"/>
                <a:ext cx="3444240" cy="14773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cost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(Storage</a:t>
                </a:r>
                <a:r>
                  <a:rPr lang="ko-KR" altLang="en-US" dirty="0"/>
                  <a:t>만</a:t>
                </a:r>
                <a:r>
                  <a:rPr lang="en-US" altLang="ko-KR" dirty="0"/>
                  <a:t>)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깊은 층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채널 수 큰 레이어 우선 압축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894B10-5B30-4F2B-9D50-62EB04F29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64" y="2202842"/>
                <a:ext cx="3444240" cy="1477328"/>
              </a:xfrm>
              <a:prstGeom prst="rect">
                <a:avLst/>
              </a:prstGeom>
              <a:blipFill>
                <a:blip r:embed="rId4"/>
                <a:stretch>
                  <a:fillRect l="-1235" t="-1633" b="-489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E28520-C6AC-A55F-E86C-FC8F34370128}"/>
                  </a:ext>
                </a:extLst>
              </p:cNvPr>
              <p:cNvSpPr txBox="1"/>
              <p:nvPr/>
            </p:nvSpPr>
            <p:spPr>
              <a:xfrm>
                <a:off x="4278464" y="2202842"/>
                <a:ext cx="3444240" cy="1477328"/>
              </a:xfrm>
              <a:prstGeom prst="rect">
                <a:avLst/>
              </a:prstGeom>
              <a:noFill/>
              <a:ln>
                <a:solidFill>
                  <a:srgbClr val="0066C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cost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BitOPs</a:t>
                </a:r>
                <a:r>
                  <a:rPr lang="ko-KR" altLang="en-US" dirty="0"/>
                  <a:t>만</a:t>
                </a:r>
                <a:r>
                  <a:rPr lang="en-US" altLang="ko-KR" dirty="0"/>
                  <a:t>)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얕은 층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H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W</a:t>
                </a:r>
                <a:r>
                  <a:rPr lang="ko-KR" altLang="en-US" dirty="0"/>
                  <a:t> 큰 레이어 우선 압축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E28520-C6AC-A55F-E86C-FC8F34370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464" y="2202842"/>
                <a:ext cx="3444240" cy="1477328"/>
              </a:xfrm>
              <a:prstGeom prst="rect">
                <a:avLst/>
              </a:prstGeom>
              <a:blipFill>
                <a:blip r:embed="rId5"/>
                <a:stretch>
                  <a:fillRect l="-1411" t="-1633" b="-5306"/>
                </a:stretch>
              </a:blipFill>
              <a:ln>
                <a:solidFill>
                  <a:srgbClr val="0066CC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EB381B-1CA3-8D09-995E-44177E911C89}"/>
                  </a:ext>
                </a:extLst>
              </p:cNvPr>
              <p:cNvSpPr txBox="1"/>
              <p:nvPr/>
            </p:nvSpPr>
            <p:spPr>
              <a:xfrm>
                <a:off x="8164664" y="2202842"/>
                <a:ext cx="3444240" cy="1477328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cost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ko-KR" dirty="0"/>
                  <a:t> 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균형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두 압축 목표를 동시에 고려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EB381B-1CA3-8D09-995E-44177E911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664" y="2202842"/>
                <a:ext cx="3444240" cy="1477328"/>
              </a:xfrm>
              <a:prstGeom prst="rect">
                <a:avLst/>
              </a:prstGeom>
              <a:blipFill>
                <a:blip r:embed="rId6"/>
                <a:stretch>
                  <a:fillRect l="-1235" b="-4898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59D19F-3B00-19D5-8035-5B27D00973E4}"/>
                  </a:ext>
                </a:extLst>
              </p:cNvPr>
              <p:cNvSpPr txBox="1"/>
              <p:nvPr/>
            </p:nvSpPr>
            <p:spPr>
              <a:xfrm>
                <a:off x="906449" y="4683318"/>
                <a:ext cx="962107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모델의 </a:t>
                </a:r>
                <a:r>
                  <a:rPr lang="en-US" altLang="ko-KR" dirty="0"/>
                  <a:t>ACC</a:t>
                </a:r>
                <a:r>
                  <a:rPr lang="ko-KR" altLang="en-US" dirty="0"/>
                  <a:t>이 충분히 높아야</a:t>
                </a:r>
                <a:r>
                  <a:rPr lang="en-US" altLang="ko-KR" dirty="0"/>
                  <a:t>, </a:t>
                </a:r>
                <a:r>
                  <a:rPr lang="en-US" altLang="ko-KR" dirty="0" err="1"/>
                  <a:t>arch_probs</a:t>
                </a:r>
                <a:r>
                  <a:rPr lang="en-US" altLang="ko-KR" dirty="0"/>
                  <a:t> [16, 8] </a:t>
                </a:r>
                <a:r>
                  <a:rPr lang="ko-KR" altLang="en-US" dirty="0"/>
                  <a:t>신뢰 가능</a:t>
                </a: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16</a:t>
                </a:r>
                <a:r>
                  <a:rPr lang="ko-KR" altLang="en-US" dirty="0"/>
                  <a:t>개 레이어가 서로 다른 선호 분포를 </a:t>
                </a:r>
                <a:r>
                  <a:rPr lang="ko-KR" altLang="en-US" dirty="0" err="1"/>
                  <a:t>가져야함</a:t>
                </a:r>
                <a:r>
                  <a:rPr lang="en-US" altLang="ko-KR" dirty="0"/>
                  <a:t>. </a:t>
                </a:r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적절한 </a:t>
                </a:r>
                <a:r>
                  <a:rPr lang="ko-KR" altLang="en-US" dirty="0" err="1"/>
                  <a:t>하이퍼파라미터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cost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를 가진 </a:t>
                </a:r>
                <a:r>
                  <a:rPr lang="en-US" altLang="ko-KR" dirty="0" err="1"/>
                  <a:t>arch_probs</a:t>
                </a:r>
                <a:r>
                  <a:rPr lang="en-US" altLang="ko-KR" dirty="0"/>
                  <a:t> [16, 8]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59D19F-3B00-19D5-8035-5B27D0097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49" y="4683318"/>
                <a:ext cx="9621079" cy="1477328"/>
              </a:xfrm>
              <a:prstGeom prst="rect">
                <a:avLst/>
              </a:prstGeom>
              <a:blipFill>
                <a:blip r:embed="rId7"/>
                <a:stretch>
                  <a:fillRect l="-570" t="-2058" b="-57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617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0B049-DB92-80B3-7C85-E3C4F7FE9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Phase 1</a:t>
            </a:r>
            <a:r>
              <a:rPr lang="ko-KR" altLang="en-US" dirty="0"/>
              <a:t>의 표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CA978F-BB0A-BB19-9839-851733E5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BF02740F-E453-F4BE-179F-4AFAECA374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3107801"/>
                  </p:ext>
                </p:extLst>
              </p:nvPr>
            </p:nvGraphicFramePr>
            <p:xfrm>
              <a:off x="309189" y="1015923"/>
              <a:ext cx="11445240" cy="57055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7150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5537129">
                      <a:extLst>
                        <a:ext uri="{9D8B030D-6E8A-4147-A177-3AD203B41FA5}">
                          <a16:colId xmlns:a16="http://schemas.microsoft.com/office/drawing/2014/main" val="2766998562"/>
                        </a:ext>
                      </a:extLst>
                    </a:gridCol>
                    <a:gridCol w="1165860">
                      <a:extLst>
                        <a:ext uri="{9D8B030D-6E8A-4147-A177-3AD203B41FA5}">
                          <a16:colId xmlns:a16="http://schemas.microsoft.com/office/drawing/2014/main" val="4176876915"/>
                        </a:ext>
                      </a:extLst>
                    </a:gridCol>
                    <a:gridCol w="1455420">
                      <a:extLst>
                        <a:ext uri="{9D8B030D-6E8A-4147-A177-3AD203B41FA5}">
                          <a16:colId xmlns:a16="http://schemas.microsoft.com/office/drawing/2014/main" val="2185725829"/>
                        </a:ext>
                      </a:extLst>
                    </a:gridCol>
                    <a:gridCol w="1249681">
                      <a:extLst>
                        <a:ext uri="{9D8B030D-6E8A-4147-A177-3AD203B41FA5}">
                          <a16:colId xmlns:a16="http://schemas.microsoft.com/office/drawing/2014/main" val="2834237975"/>
                        </a:ext>
                      </a:extLst>
                    </a:gridCol>
                  </a:tblGrid>
                  <a:tr h="7755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Tau list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Bit-OPs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BNN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11.0Mbit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3909041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=5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6.10Mbit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[8, 6, 7, 4, 8, 7, 3, 5, 3, 3, 2, 3, 5, 5, 4, 2]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91.21%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4.6Mbit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/>
                            <a:t>0.4G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0787658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ko-KR" altLang="en-US" sz="1800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 , 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ko-KR" sz="1800" b="1" i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ko-KR" sz="1800" b="1" i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[2, 3, 2, 1, 4, 5, 3, 3, 5, 7, 4, 5, 5, 5, 5, 3]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90.58%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5.52Mbit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/>
                            <a:t>0.09G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33247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[2, 1, 1, 2, 1, 4, 2, 4, 8, 8, 6, 6, 8, 8, 6, 6]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90.39%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8.07Mbit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09144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[7, 5, 4, 2, 3, 2, 2, 3, 2, 1, 1, 3, 1, 1, 1, 1]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89.12%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1.52Mbit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i="0" dirty="0"/>
                            <a:t>0.145G</a:t>
                          </a:r>
                          <a:endParaRPr lang="ko-KR" altLang="en-US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36923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[1, 1, 1, 1, 3, 2, 2, 2, 3, 2, 2, 1, 2, 2, 1, 1]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88.06%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i="0" dirty="0"/>
                            <a:t>0.042G</a:t>
                          </a:r>
                          <a:endParaRPr lang="ko-KR" altLang="en-US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001630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[1, 1, 1, 1, 1, 2, 2, 1, 4, 3, 5, 3, 7, 6, 7, 2]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88.93%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5.81Mbit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i="0" dirty="0"/>
                            <a:t>0.066G</a:t>
                          </a:r>
                          <a:endParaRPr lang="ko-KR" altLang="en-US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251640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[1, 1, 1, 1, 1, 1, 1, 1, 1, 1, 1, 1, 1, 1, 1, 1]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-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1.22Mbit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i="0" dirty="0"/>
                            <a:t>0.039G</a:t>
                          </a:r>
                          <a:endParaRPr lang="ko-KR" altLang="en-US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175397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[1, 1, 1, 1, 1, 1, 1, 1, 1, 1, 1, 1, 1, 1, 1, 1]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-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1.22Mbit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i="0" dirty="0"/>
                            <a:t>0.039G</a:t>
                          </a:r>
                          <a:endParaRPr lang="ko-KR" altLang="en-US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19875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[1, 1, 1, 1, 1, 1, 1, 1, 1, 3, 2, 3, 4, 5, 3, 3]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-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4.04MBit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i="0" dirty="0"/>
                            <a:t>0.044G</a:t>
                          </a:r>
                          <a:endParaRPr lang="ko-KR" altLang="en-US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893311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=4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4.88Mbit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80828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=3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3.66Mbit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13647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BF02740F-E453-F4BE-179F-4AFAECA374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3107801"/>
                  </p:ext>
                </p:extLst>
              </p:nvPr>
            </p:nvGraphicFramePr>
            <p:xfrm>
              <a:off x="309189" y="1015923"/>
              <a:ext cx="11445240" cy="57055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7150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5537129">
                      <a:extLst>
                        <a:ext uri="{9D8B030D-6E8A-4147-A177-3AD203B41FA5}">
                          <a16:colId xmlns:a16="http://schemas.microsoft.com/office/drawing/2014/main" val="2766998562"/>
                        </a:ext>
                      </a:extLst>
                    </a:gridCol>
                    <a:gridCol w="1165860">
                      <a:extLst>
                        <a:ext uri="{9D8B030D-6E8A-4147-A177-3AD203B41FA5}">
                          <a16:colId xmlns:a16="http://schemas.microsoft.com/office/drawing/2014/main" val="4176876915"/>
                        </a:ext>
                      </a:extLst>
                    </a:gridCol>
                    <a:gridCol w="1455420">
                      <a:extLst>
                        <a:ext uri="{9D8B030D-6E8A-4147-A177-3AD203B41FA5}">
                          <a16:colId xmlns:a16="http://schemas.microsoft.com/office/drawing/2014/main" val="2185725829"/>
                        </a:ext>
                      </a:extLst>
                    </a:gridCol>
                    <a:gridCol w="1249681">
                      <a:extLst>
                        <a:ext uri="{9D8B030D-6E8A-4147-A177-3AD203B41FA5}">
                          <a16:colId xmlns:a16="http://schemas.microsoft.com/office/drawing/2014/main" val="2834237975"/>
                        </a:ext>
                      </a:extLst>
                    </a:gridCol>
                  </a:tblGrid>
                  <a:tr h="7755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Tau list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Bit-OPs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BNN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11.0Mbit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3909041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" t="-298507" r="-463174" b="-10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6.10Mbit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" t="-398507" r="-463174" b="-9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[8, 6, 7, 4, 8, 7, 3, 5, 3, 3, 2, 3, 5, 5, 4, 2]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91.21%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4.6Mbit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/>
                            <a:t>0.4G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0787658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" t="-498507" r="-463174" b="-8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[2, 3, 2, 1, 4, 5, 3, 3, 5, 7, 4, 5, 5, 5, 5, 3]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90.58%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5.52Mbit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/>
                            <a:t>0.09G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33247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" t="-668333" r="-463174" b="-8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[2, 1, 1, 2, 1, 4, 2, 4, 8, 8, 6, 6, 8, 8, 6, 6]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90.39%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8.07Mbit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09144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" t="-755738" r="-463174" b="-7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[7, 5, 4, 2, 3, 2, 2, 3, 2, 1, 1, 3, 1, 1, 1, 1]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89.12%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1.52Mbit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i="0" dirty="0"/>
                            <a:t>0.145G</a:t>
                          </a:r>
                          <a:endParaRPr lang="ko-KR" altLang="en-US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369239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" t="-870000" r="-463174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[1, 1, 1, 1, 3, 2, 2, 2, 3, 2, 2, 1, 2, 2, 1, 1]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88.06%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i="0" dirty="0"/>
                            <a:t>0.042G</a:t>
                          </a:r>
                          <a:endParaRPr lang="ko-KR" altLang="en-US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001630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" t="-970000" r="-463174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[1, 1, 1, 1, 1, 2, 2, 1, 4, 3, 5, 3, 7, 6, 7, 2]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88.93%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5.81Mbit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i="0" dirty="0"/>
                            <a:t>0.066G</a:t>
                          </a:r>
                          <a:endParaRPr lang="ko-KR" altLang="en-US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251640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" t="-1070000" r="-463174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[1, 1, 1, 1, 1, 1, 1, 1, 1, 1, 1, 1, 1, 1, 1, 1]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-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1.22Mbit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i="0" dirty="0"/>
                            <a:t>0.039G</a:t>
                          </a:r>
                          <a:endParaRPr lang="ko-KR" altLang="en-US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175397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" t="-1170000" r="-463174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[1, 1, 1, 1, 1, 1, 1, 1, 1, 1, 1, 1, 1, 1, 1, 1]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-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1.22Mbit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i="0" dirty="0"/>
                            <a:t>0.039G</a:t>
                          </a:r>
                          <a:endParaRPr lang="ko-KR" altLang="en-US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198756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" t="-1270000" r="-463174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[1, 1, 1, 1, 1, 1, 1, 1, 1, 3, 2, 3, 4, 5, 3, 3]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none" dirty="0"/>
                            <a:t>-</a:t>
                          </a:r>
                          <a:endParaRPr lang="ko-KR" altLang="en-US" u="non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4.04MBit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i="0" dirty="0"/>
                            <a:t>0.044G</a:t>
                          </a:r>
                          <a:endParaRPr lang="ko-KR" altLang="en-US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893311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" t="-1370000" r="-46317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4.88Mbit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80828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" t="-1470000" r="-463174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3.66Mbit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13647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2174F7-6135-0290-A44E-33B15C135A31}"/>
                  </a:ext>
                </a:extLst>
              </p:cNvPr>
              <p:cNvSpPr txBox="1"/>
              <p:nvPr/>
            </p:nvSpPr>
            <p:spPr>
              <a:xfrm>
                <a:off x="8112730" y="520023"/>
                <a:ext cx="3945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candidates = [1, 2, 3, 4 ,5 ,6 ,7 ,8]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2174F7-6135-0290-A44E-33B15C135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730" y="520023"/>
                <a:ext cx="3945009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6834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6223F-C892-4C62-6C22-F08C0F12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Phase 2</a:t>
            </a:r>
            <a:r>
              <a:rPr lang="ko-KR" altLang="en-US" dirty="0"/>
              <a:t>의 </a:t>
            </a:r>
            <a:r>
              <a:rPr lang="en-US" altLang="ko-KR" dirty="0"/>
              <a:t>Value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ED6CDA-CF93-7B4F-251A-1626C9A1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C378C1-215B-C75B-5DC9-9B32DBB4C616}"/>
                  </a:ext>
                </a:extLst>
              </p:cNvPr>
              <p:cNvSpPr txBox="1"/>
              <p:nvPr/>
            </p:nvSpPr>
            <p:spPr>
              <a:xfrm>
                <a:off x="1606165" y="989209"/>
                <a:ext cx="7323151" cy="602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) = 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9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 | 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 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C378C1-215B-C75B-5DC9-9B32DBB4C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165" y="989209"/>
                <a:ext cx="7323151" cy="6029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004EF3-B9E7-71AF-7C83-050A3B9456EC}"/>
                  </a:ext>
                </a:extLst>
              </p:cNvPr>
              <p:cNvSpPr txBox="1"/>
              <p:nvPr/>
            </p:nvSpPr>
            <p:spPr>
              <a:xfrm>
                <a:off x="699715" y="2130555"/>
                <a:ext cx="9764202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{0.035,   0.039,  0.063  0.07,  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 0.13,  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0.205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 0.108} </m:t>
                    </m:r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004EF3-B9E7-71AF-7C83-050A3B945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15" y="2130555"/>
                <a:ext cx="9764202" cy="395045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76C6CE-BB74-E002-47C8-C37E706E06BE}"/>
                  </a:ext>
                </a:extLst>
              </p:cNvPr>
              <p:cNvSpPr txBox="1"/>
              <p:nvPr/>
            </p:nvSpPr>
            <p:spPr>
              <a:xfrm>
                <a:off x="3116249" y="1892335"/>
                <a:ext cx="922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76C6CE-BB74-E002-47C8-C37E706E0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249" y="1892335"/>
                <a:ext cx="92235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F0162F-2AD1-2877-8072-07B7D2EA6AD7}"/>
                  </a:ext>
                </a:extLst>
              </p:cNvPr>
              <p:cNvSpPr txBox="1"/>
              <p:nvPr/>
            </p:nvSpPr>
            <p:spPr>
              <a:xfrm>
                <a:off x="1725434" y="2803092"/>
                <a:ext cx="96131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dirty="0"/>
                  <a:t> 배정  </a:t>
                </a:r>
                <a:r>
                  <a:rPr lang="en-US" altLang="ko-KR" dirty="0"/>
                  <a:t>-&gt; - (0 + 0.039 + 0.126 + 0.210 + 1.40 + 0.65 + 1.23 + 0.756) = -4.41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F0162F-2AD1-2877-8072-07B7D2EA6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434" y="2803092"/>
                <a:ext cx="9613127" cy="369332"/>
              </a:xfrm>
              <a:prstGeom prst="rect">
                <a:avLst/>
              </a:prstGeom>
              <a:blipFill>
                <a:blip r:embed="rId6"/>
                <a:stretch>
                  <a:fillRect t="-10000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7B5C0E-19A2-AADE-7210-C67C0ED07077}"/>
                  </a:ext>
                </a:extLst>
              </p:cNvPr>
              <p:cNvSpPr txBox="1"/>
              <p:nvPr/>
            </p:nvSpPr>
            <p:spPr>
              <a:xfrm>
                <a:off x="3835839" y="1897023"/>
                <a:ext cx="922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7B5C0E-19A2-AADE-7210-C67C0ED07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839" y="1897023"/>
                <a:ext cx="92235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EB7418-8993-B7F2-B0DE-E641391CCF74}"/>
                  </a:ext>
                </a:extLst>
              </p:cNvPr>
              <p:cNvSpPr txBox="1"/>
              <p:nvPr/>
            </p:nvSpPr>
            <p:spPr>
              <a:xfrm>
                <a:off x="4587902" y="1885206"/>
                <a:ext cx="922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EB7418-8993-B7F2-B0DE-E641391CC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902" y="1885206"/>
                <a:ext cx="92235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E5D6ED-73A0-ADEF-075D-9D639574D314}"/>
                  </a:ext>
                </a:extLst>
              </p:cNvPr>
              <p:cNvSpPr txBox="1"/>
              <p:nvPr/>
            </p:nvSpPr>
            <p:spPr>
              <a:xfrm>
                <a:off x="5173649" y="1885600"/>
                <a:ext cx="922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E5D6ED-73A0-ADEF-075D-9D639574D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649" y="1885600"/>
                <a:ext cx="92235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F05302-3AA9-1CF7-5402-5324CE7BDF78}"/>
                  </a:ext>
                </a:extLst>
              </p:cNvPr>
              <p:cNvSpPr txBox="1"/>
              <p:nvPr/>
            </p:nvSpPr>
            <p:spPr>
              <a:xfrm>
                <a:off x="5797248" y="1887523"/>
                <a:ext cx="922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F05302-3AA9-1CF7-5402-5324CE7BD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7248" y="1887523"/>
                <a:ext cx="92235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89D6C0-CA68-18D4-1863-8A0708A47314}"/>
                  </a:ext>
                </a:extLst>
              </p:cNvPr>
              <p:cNvSpPr txBox="1"/>
              <p:nvPr/>
            </p:nvSpPr>
            <p:spPr>
              <a:xfrm>
                <a:off x="6415794" y="1885205"/>
                <a:ext cx="922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89D6C0-CA68-18D4-1863-8A0708A47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5794" y="1885205"/>
                <a:ext cx="92235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03D331E-CAD4-9A59-7A49-D6F5B3540A91}"/>
                  </a:ext>
                </a:extLst>
              </p:cNvPr>
              <p:cNvSpPr txBox="1"/>
              <p:nvPr/>
            </p:nvSpPr>
            <p:spPr>
              <a:xfrm>
                <a:off x="7108687" y="1881070"/>
                <a:ext cx="922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03D331E-CAD4-9A59-7A49-D6F5B3540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687" y="1881070"/>
                <a:ext cx="922351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C94FAE-75B1-A756-FB7F-30CF4A24B22B}"/>
                  </a:ext>
                </a:extLst>
              </p:cNvPr>
              <p:cNvSpPr txBox="1"/>
              <p:nvPr/>
            </p:nvSpPr>
            <p:spPr>
              <a:xfrm>
                <a:off x="7831015" y="1887522"/>
                <a:ext cx="922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C94FAE-75B1-A756-FB7F-30CF4A24B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015" y="1887522"/>
                <a:ext cx="922351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182B79F-850D-D88D-F596-1AD1137CE76F}"/>
                  </a:ext>
                </a:extLst>
              </p:cNvPr>
              <p:cNvSpPr txBox="1"/>
              <p:nvPr/>
            </p:nvSpPr>
            <p:spPr>
              <a:xfrm>
                <a:off x="1722782" y="3549847"/>
                <a:ext cx="96131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ko-KR" altLang="en-US" dirty="0"/>
                  <a:t> 배정  </a:t>
                </a:r>
                <a:r>
                  <a:rPr lang="en-US" altLang="ko-KR" dirty="0"/>
                  <a:t>-&gt; - (0.14 + 0.117 + 0.126 + 0.07 + 0 + 0.13 + 0.41 + 0.324) = </a:t>
                </a:r>
                <a:r>
                  <a:rPr lang="en-US" altLang="ko-KR" b="1" dirty="0">
                    <a:solidFill>
                      <a:srgbClr val="FF0000"/>
                    </a:solidFill>
                  </a:rPr>
                  <a:t>-1.317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182B79F-850D-D88D-F596-1AD1137CE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782" y="3549847"/>
                <a:ext cx="9613127" cy="369332"/>
              </a:xfrm>
              <a:prstGeom prst="rect">
                <a:avLst/>
              </a:prstGeom>
              <a:blipFill>
                <a:blip r:embed="rId14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ABA19A-3726-A59E-B944-93488CE4E25E}"/>
                  </a:ext>
                </a:extLst>
              </p:cNvPr>
              <p:cNvSpPr txBox="1"/>
              <p:nvPr/>
            </p:nvSpPr>
            <p:spPr>
              <a:xfrm>
                <a:off x="1722782" y="4124053"/>
                <a:ext cx="96131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ko-KR" altLang="en-US" dirty="0"/>
                  <a:t> 배정  </a:t>
                </a:r>
                <a:r>
                  <a:rPr lang="en-US" altLang="ko-KR" dirty="0"/>
                  <a:t>-&gt; - (0.175 + 0.156 + 0.189 + 0.14 + 0.35 + 0 + 0.205 + 0.216) = -1.431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ABA19A-3726-A59E-B944-93488CE4E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782" y="4124053"/>
                <a:ext cx="9613127" cy="369332"/>
              </a:xfrm>
              <a:prstGeom prst="rect">
                <a:avLst/>
              </a:prstGeom>
              <a:blipFill>
                <a:blip r:embed="rId15"/>
                <a:stretch>
                  <a:fillRect t="-10000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5B2508-8046-A470-AF43-1F24F4EC2ED0}"/>
                  </a:ext>
                </a:extLst>
              </p:cNvPr>
              <p:cNvSpPr txBox="1"/>
              <p:nvPr/>
            </p:nvSpPr>
            <p:spPr>
              <a:xfrm>
                <a:off x="1722782" y="4608019"/>
                <a:ext cx="96131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ko-KR" altLang="en-US" dirty="0"/>
                  <a:t> 배정  </a:t>
                </a:r>
                <a:r>
                  <a:rPr lang="en-US" altLang="ko-KR" dirty="0"/>
                  <a:t>-&gt; - (0.21 + 0.195 + 0.252 + 0.210 + 0.7 + 0.13 + 0 + 0.108) = -1.805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5B2508-8046-A470-AF43-1F24F4EC2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782" y="4608019"/>
                <a:ext cx="9613127" cy="369332"/>
              </a:xfrm>
              <a:prstGeom prst="rect">
                <a:avLst/>
              </a:prstGeom>
              <a:blipFill>
                <a:blip r:embed="rId16"/>
                <a:stretch>
                  <a:fillRect t="-10000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982AB9D-5793-A716-D051-D25FA3C88855}"/>
              </a:ext>
            </a:extLst>
          </p:cNvPr>
          <p:cNvSpPr txBox="1"/>
          <p:nvPr/>
        </p:nvSpPr>
        <p:spPr>
          <a:xfrm>
            <a:off x="5737703" y="3240363"/>
            <a:ext cx="461665" cy="4941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92ED72-66A5-7695-A8E4-1F59C448F9AE}"/>
              </a:ext>
            </a:extLst>
          </p:cNvPr>
          <p:cNvSpPr txBox="1"/>
          <p:nvPr/>
        </p:nvSpPr>
        <p:spPr>
          <a:xfrm>
            <a:off x="957472" y="1783031"/>
            <a:ext cx="1152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ECBD53-0133-2898-85E6-CDAB11381657}"/>
                  </a:ext>
                </a:extLst>
              </p:cNvPr>
              <p:cNvSpPr txBox="1"/>
              <p:nvPr/>
            </p:nvSpPr>
            <p:spPr>
              <a:xfrm>
                <a:off x="416987" y="5537852"/>
                <a:ext cx="1135802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레이어 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에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US" altLang="ko-KR" dirty="0"/>
                  <a:t>t </a:t>
                </a:r>
                <a:r>
                  <a:rPr lang="ko-KR" altLang="en-US" dirty="0"/>
                  <a:t>를 배정했을 때</a:t>
                </a:r>
                <a:r>
                  <a:rPr lang="en-US" altLang="ko-KR" dirty="0"/>
                  <a:t>, DNAS</a:t>
                </a:r>
                <a:r>
                  <a:rPr lang="ko-KR" altLang="en-US" dirty="0"/>
                  <a:t>가 학습한 선호 분포와의 가중 평균 거리를 계산합니다</a:t>
                </a:r>
                <a:r>
                  <a:rPr lang="en-US" altLang="ko-KR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선호 확률이 높은 </a:t>
                </a:r>
                <a:r>
                  <a:rPr lang="en-US" altLang="ko-KR" dirty="0"/>
                  <a:t>τ</a:t>
                </a:r>
                <a:r>
                  <a:rPr lang="ko-KR" altLang="en-US" dirty="0"/>
                  <a:t>에서 멀어질수록 페널티가 커지므로</a:t>
                </a:r>
                <a:r>
                  <a:rPr lang="en-US" altLang="ko-KR" dirty="0"/>
                  <a:t>, DP</a:t>
                </a:r>
                <a:r>
                  <a:rPr lang="ko-KR" altLang="en-US" dirty="0"/>
                  <a:t>가 각 레이어의 민감도를 고려한 최적 배정을 할 수 있음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ECBD53-0133-2898-85E6-CDAB11381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87" y="5537852"/>
                <a:ext cx="11358025" cy="923330"/>
              </a:xfrm>
              <a:prstGeom prst="rect">
                <a:avLst/>
              </a:prstGeom>
              <a:blipFill>
                <a:blip r:embed="rId19"/>
                <a:stretch>
                  <a:fillRect l="-322" t="-3289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4D41BE-93F6-41A1-BD5F-A4820FFB542C}"/>
              </a:ext>
            </a:extLst>
          </p:cNvPr>
          <p:cNvSpPr/>
          <p:nvPr/>
        </p:nvSpPr>
        <p:spPr>
          <a:xfrm>
            <a:off x="755374" y="1668397"/>
            <a:ext cx="10106108" cy="360916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264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8F06D-285B-0E8C-DB37-6BAFF816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Phase 2</a:t>
            </a:r>
            <a:r>
              <a:rPr lang="ko-KR" altLang="en-US" dirty="0"/>
              <a:t>의 </a:t>
            </a:r>
            <a:r>
              <a:rPr lang="en-US" altLang="ko-KR" dirty="0"/>
              <a:t>Value and Cost table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255BEB-5F0C-C83B-4BDB-916D78419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9D48F92-5288-494B-8720-A974350779E7}"/>
              </a:ext>
            </a:extLst>
          </p:cNvPr>
          <p:cNvGrpSpPr/>
          <p:nvPr/>
        </p:nvGrpSpPr>
        <p:grpSpPr>
          <a:xfrm>
            <a:off x="0" y="952801"/>
            <a:ext cx="12057740" cy="1661382"/>
            <a:chOff x="0" y="952801"/>
            <a:chExt cx="12057740" cy="166138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DC072B6-A677-0545-3802-F42F1F4E9CD8}"/>
                </a:ext>
              </a:extLst>
            </p:cNvPr>
            <p:cNvSpPr txBox="1"/>
            <p:nvPr/>
          </p:nvSpPr>
          <p:spPr>
            <a:xfrm>
              <a:off x="0" y="1772063"/>
              <a:ext cx="1082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layer 0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84E9233-0678-22D3-1439-DA7E9CF0AA91}"/>
                    </a:ext>
                  </a:extLst>
                </p:cNvPr>
                <p:cNvSpPr txBox="1"/>
                <p:nvPr/>
              </p:nvSpPr>
              <p:spPr>
                <a:xfrm>
                  <a:off x="956316" y="952801"/>
                  <a:ext cx="12271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dirty="0"/>
                    <a:t>=1</a:t>
                  </a:r>
                  <a:endParaRPr lang="ko-KR" alt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84E9233-0678-22D3-1439-DA7E9CF0AA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316" y="952801"/>
                  <a:ext cx="1227125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1CCA722-18D9-203A-72BB-C24EB20C12C3}"/>
                </a:ext>
              </a:extLst>
            </p:cNvPr>
            <p:cNvSpPr/>
            <p:nvPr/>
          </p:nvSpPr>
          <p:spPr>
            <a:xfrm>
              <a:off x="956317" y="1387058"/>
              <a:ext cx="1227125" cy="122712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Value: </a:t>
              </a:r>
            </a:p>
            <a:p>
              <a:pPr algn="ctr"/>
              <a:r>
                <a:rPr lang="en-US" altLang="ko-KR" dirty="0"/>
                <a:t>-2.06 </a:t>
              </a:r>
            </a:p>
            <a:p>
              <a:pPr algn="ctr"/>
              <a:r>
                <a:rPr lang="en-US" altLang="ko-KR" dirty="0"/>
                <a:t>Storage: 0.004Mbit</a:t>
              </a:r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182E1EA-A9E8-9166-2EA1-02E84C45AA44}"/>
                </a:ext>
              </a:extLst>
            </p:cNvPr>
            <p:cNvSpPr/>
            <p:nvPr/>
          </p:nvSpPr>
          <p:spPr>
            <a:xfrm>
              <a:off x="2366931" y="1387058"/>
              <a:ext cx="1227125" cy="122712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Value: </a:t>
              </a:r>
            </a:p>
            <a:p>
              <a:pPr algn="ctr"/>
              <a:r>
                <a:rPr lang="en-US" altLang="ko-KR" dirty="0"/>
                <a:t>-1.08 </a:t>
              </a:r>
            </a:p>
            <a:p>
              <a:pPr algn="ctr"/>
              <a:r>
                <a:rPr lang="en-US" altLang="ko-KR" dirty="0"/>
                <a:t>Storage: 0.008Mbit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F735786-FD7A-8F1F-2DDD-46B084418204}"/>
                    </a:ext>
                  </a:extLst>
                </p:cNvPr>
                <p:cNvSpPr txBox="1"/>
                <p:nvPr/>
              </p:nvSpPr>
              <p:spPr>
                <a:xfrm>
                  <a:off x="2366931" y="952801"/>
                  <a:ext cx="12271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dirty="0"/>
                    <a:t>=2</a:t>
                  </a:r>
                  <a:endParaRPr lang="ko-KR" alt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F735786-FD7A-8F1F-2DDD-46B0844182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6931" y="952801"/>
                  <a:ext cx="1227125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1FD27EF-CFC5-33AF-B3A1-FDE74EDD5EB1}"/>
                </a:ext>
              </a:extLst>
            </p:cNvPr>
            <p:cNvSpPr/>
            <p:nvPr/>
          </p:nvSpPr>
          <p:spPr>
            <a:xfrm>
              <a:off x="3777545" y="1387058"/>
              <a:ext cx="1227125" cy="122712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Value: </a:t>
              </a:r>
            </a:p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-0.88 </a:t>
              </a:r>
            </a:p>
            <a:p>
              <a:pPr algn="ctr"/>
              <a:r>
                <a:rPr lang="en-US" altLang="ko-KR" dirty="0"/>
                <a:t>Storage: 0.012Mbit</a:t>
              </a:r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347EF65-F0E5-8B00-CDBE-E58C89228D0A}"/>
                </a:ext>
              </a:extLst>
            </p:cNvPr>
            <p:cNvSpPr/>
            <p:nvPr/>
          </p:nvSpPr>
          <p:spPr>
            <a:xfrm>
              <a:off x="5188159" y="1387057"/>
              <a:ext cx="1227125" cy="122712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Value: </a:t>
              </a:r>
            </a:p>
            <a:p>
              <a:pPr algn="ctr"/>
              <a:r>
                <a:rPr lang="en-US" altLang="ko-KR" dirty="0"/>
                <a:t>-1.40 </a:t>
              </a:r>
            </a:p>
            <a:p>
              <a:pPr algn="ctr"/>
              <a:r>
                <a:rPr lang="en-US" altLang="ko-KR" dirty="0"/>
                <a:t>Storage: 0.017Mbit</a:t>
              </a:r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3017716-53E0-C8FA-C9D5-5E2C93C3CA96}"/>
                </a:ext>
              </a:extLst>
            </p:cNvPr>
            <p:cNvSpPr/>
            <p:nvPr/>
          </p:nvSpPr>
          <p:spPr>
            <a:xfrm>
              <a:off x="6598773" y="1387057"/>
              <a:ext cx="1227125" cy="122712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Value: </a:t>
              </a:r>
            </a:p>
            <a:p>
              <a:pPr algn="ctr"/>
              <a:r>
                <a:rPr lang="en-US" altLang="ko-KR" dirty="0"/>
                <a:t>-2.17 </a:t>
              </a:r>
            </a:p>
            <a:p>
              <a:pPr algn="ctr"/>
              <a:r>
                <a:rPr lang="en-US" altLang="ko-KR" dirty="0"/>
                <a:t>Storage: 0.021Mbit</a:t>
              </a:r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5E7DB5E-7B00-6F0A-6C8C-E786D302B20E}"/>
                </a:ext>
              </a:extLst>
            </p:cNvPr>
            <p:cNvSpPr/>
            <p:nvPr/>
          </p:nvSpPr>
          <p:spPr>
            <a:xfrm>
              <a:off x="8009387" y="1387057"/>
              <a:ext cx="1227125" cy="122712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Value: </a:t>
              </a:r>
            </a:p>
            <a:p>
              <a:pPr algn="ctr"/>
              <a:r>
                <a:rPr lang="en-US" altLang="ko-KR" dirty="0"/>
                <a:t>-3.03 </a:t>
              </a:r>
            </a:p>
            <a:p>
              <a:pPr algn="ctr"/>
              <a:r>
                <a:rPr lang="en-US" altLang="ko-KR" dirty="0"/>
                <a:t>Storage: 0.025Mbit</a:t>
              </a:r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733E052-7563-DD8E-8347-8C5E7D91E6F7}"/>
                </a:ext>
              </a:extLst>
            </p:cNvPr>
            <p:cNvSpPr/>
            <p:nvPr/>
          </p:nvSpPr>
          <p:spPr>
            <a:xfrm>
              <a:off x="9420001" y="1387057"/>
              <a:ext cx="1227125" cy="122712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Value: </a:t>
              </a:r>
            </a:p>
            <a:p>
              <a:pPr algn="ctr"/>
              <a:r>
                <a:rPr lang="en-US" altLang="ko-KR" dirty="0"/>
                <a:t>-3.97 </a:t>
              </a:r>
            </a:p>
            <a:p>
              <a:pPr algn="ctr"/>
              <a:r>
                <a:rPr lang="en-US" altLang="ko-KR" dirty="0"/>
                <a:t>Storage: 0.030Mbit</a:t>
              </a:r>
              <a:endParaRPr lang="ko-KR" altLang="en-US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A210BED-6EC5-0B34-2161-CBA29795FEC4}"/>
                </a:ext>
              </a:extLst>
            </p:cNvPr>
            <p:cNvSpPr/>
            <p:nvPr/>
          </p:nvSpPr>
          <p:spPr>
            <a:xfrm>
              <a:off x="10830615" y="1387056"/>
              <a:ext cx="1227125" cy="122712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Value: </a:t>
              </a:r>
            </a:p>
            <a:p>
              <a:pPr algn="ctr"/>
              <a:r>
                <a:rPr lang="en-US" altLang="ko-KR" dirty="0"/>
                <a:t>-4.94 </a:t>
              </a:r>
            </a:p>
            <a:p>
              <a:pPr algn="ctr"/>
              <a:r>
                <a:rPr lang="en-US" altLang="ko-KR" dirty="0"/>
                <a:t>Storage: 0.033Mbit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1097FC4-8078-57D6-23D7-9A3373A08322}"/>
                    </a:ext>
                  </a:extLst>
                </p:cNvPr>
                <p:cNvSpPr txBox="1"/>
                <p:nvPr/>
              </p:nvSpPr>
              <p:spPr>
                <a:xfrm>
                  <a:off x="3777545" y="963727"/>
                  <a:ext cx="12271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dirty="0"/>
                    <a:t>=3</a:t>
                  </a:r>
                  <a:endParaRPr lang="ko-KR" alt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1097FC4-8078-57D6-23D7-9A3373A083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7545" y="963727"/>
                  <a:ext cx="1227125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025E4C3-5CC9-6D62-0CCE-715273DECB40}"/>
                    </a:ext>
                  </a:extLst>
                </p:cNvPr>
                <p:cNvSpPr txBox="1"/>
                <p:nvPr/>
              </p:nvSpPr>
              <p:spPr>
                <a:xfrm>
                  <a:off x="5188159" y="952801"/>
                  <a:ext cx="12271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dirty="0"/>
                    <a:t>=4</a:t>
                  </a:r>
                  <a:endParaRPr lang="ko-KR" alt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025E4C3-5CC9-6D62-0CCE-715273DEC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8159" y="952801"/>
                  <a:ext cx="1227125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D0372A3-BA76-7F9A-B21E-E4DF7DE187F4}"/>
                    </a:ext>
                  </a:extLst>
                </p:cNvPr>
                <p:cNvSpPr txBox="1"/>
                <p:nvPr/>
              </p:nvSpPr>
              <p:spPr>
                <a:xfrm>
                  <a:off x="6598774" y="952801"/>
                  <a:ext cx="12271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dirty="0"/>
                    <a:t>=5</a:t>
                  </a:r>
                  <a:endParaRPr lang="ko-KR" alt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D0372A3-BA76-7F9A-B21E-E4DF7DE187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8774" y="952801"/>
                  <a:ext cx="1227125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F422E45-6B66-BD3F-C17C-B47F7397AB88}"/>
                    </a:ext>
                  </a:extLst>
                </p:cNvPr>
                <p:cNvSpPr txBox="1"/>
                <p:nvPr/>
              </p:nvSpPr>
              <p:spPr>
                <a:xfrm>
                  <a:off x="8009388" y="963727"/>
                  <a:ext cx="12271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dirty="0"/>
                    <a:t>=6</a:t>
                  </a:r>
                  <a:endParaRPr lang="ko-KR" alt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F422E45-6B66-BD3F-C17C-B47F7397AB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9388" y="963727"/>
                  <a:ext cx="1227125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035E921-57CC-25EC-D87A-84E1008C8347}"/>
                    </a:ext>
                  </a:extLst>
                </p:cNvPr>
                <p:cNvSpPr txBox="1"/>
                <p:nvPr/>
              </p:nvSpPr>
              <p:spPr>
                <a:xfrm>
                  <a:off x="9420001" y="963727"/>
                  <a:ext cx="12271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dirty="0"/>
                    <a:t>=7</a:t>
                  </a:r>
                  <a:endParaRPr lang="ko-KR" alt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035E921-57CC-25EC-D87A-84E1008C83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0001" y="963727"/>
                  <a:ext cx="1227125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2667B95-408D-BB4B-A609-5CA8F103A39F}"/>
                    </a:ext>
                  </a:extLst>
                </p:cNvPr>
                <p:cNvSpPr txBox="1"/>
                <p:nvPr/>
              </p:nvSpPr>
              <p:spPr>
                <a:xfrm>
                  <a:off x="10830615" y="974653"/>
                  <a:ext cx="12271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dirty="0"/>
                    <a:t>=8</a:t>
                  </a:r>
                  <a:endParaRPr lang="ko-KR" alt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2667B95-408D-BB4B-A609-5CA8F103A3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0615" y="974653"/>
                  <a:ext cx="1227125" cy="369332"/>
                </a:xfrm>
                <a:prstGeom prst="rect">
                  <a:avLst/>
                </a:prstGeom>
                <a:blipFill>
                  <a:blip r:embed="rId10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3933841-2FCB-BD54-1236-ABB8944BEEA7}"/>
              </a:ext>
            </a:extLst>
          </p:cNvPr>
          <p:cNvSpPr txBox="1"/>
          <p:nvPr/>
        </p:nvSpPr>
        <p:spPr>
          <a:xfrm>
            <a:off x="0" y="3401699"/>
            <a:ext cx="108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layer 8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683F7F-9885-527A-0C3C-F1C280736100}"/>
              </a:ext>
            </a:extLst>
          </p:cNvPr>
          <p:cNvSpPr/>
          <p:nvPr/>
        </p:nvSpPr>
        <p:spPr>
          <a:xfrm>
            <a:off x="956317" y="3016694"/>
            <a:ext cx="1227125" cy="12271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-4.41 </a:t>
            </a:r>
          </a:p>
          <a:p>
            <a:pPr algn="ctr"/>
            <a:r>
              <a:rPr lang="en-US" altLang="ko-KR" dirty="0"/>
              <a:t>Storage: 0.033Mbit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C64704A-5B98-E328-C91B-9FE55D8AC2A6}"/>
              </a:ext>
            </a:extLst>
          </p:cNvPr>
          <p:cNvSpPr/>
          <p:nvPr/>
        </p:nvSpPr>
        <p:spPr>
          <a:xfrm>
            <a:off x="2366931" y="3016694"/>
            <a:ext cx="1227125" cy="12271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-3.48 </a:t>
            </a:r>
          </a:p>
          <a:p>
            <a:pPr algn="ctr"/>
            <a:r>
              <a:rPr lang="en-US" altLang="ko-KR" dirty="0"/>
              <a:t>Storage: 0.066Mbit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CAB3AE3-5DA4-4395-3153-9366388C08BA}"/>
              </a:ext>
            </a:extLst>
          </p:cNvPr>
          <p:cNvSpPr/>
          <p:nvPr/>
        </p:nvSpPr>
        <p:spPr>
          <a:xfrm>
            <a:off x="3777545" y="3016694"/>
            <a:ext cx="1227125" cy="12271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-2.63 </a:t>
            </a:r>
          </a:p>
          <a:p>
            <a:pPr algn="ctr"/>
            <a:r>
              <a:rPr lang="en-US" altLang="ko-KR" dirty="0"/>
              <a:t>Storage: 0.098Mbit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707A6F-CAB9-2BEF-FC64-0EF48C6BD605}"/>
              </a:ext>
            </a:extLst>
          </p:cNvPr>
          <p:cNvSpPr/>
          <p:nvPr/>
        </p:nvSpPr>
        <p:spPr>
          <a:xfrm>
            <a:off x="5188159" y="3016693"/>
            <a:ext cx="1227125" cy="12271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-1.90 </a:t>
            </a:r>
          </a:p>
          <a:p>
            <a:pPr algn="ctr"/>
            <a:r>
              <a:rPr lang="en-US" altLang="ko-KR" dirty="0"/>
              <a:t>Storage: 0.131Mbit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4243B3D-5C08-8459-8CBC-FD51D4DA020A}"/>
              </a:ext>
            </a:extLst>
          </p:cNvPr>
          <p:cNvSpPr/>
          <p:nvPr/>
        </p:nvSpPr>
        <p:spPr>
          <a:xfrm>
            <a:off x="6598773" y="3016693"/>
            <a:ext cx="1227125" cy="12271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-1.32 </a:t>
            </a:r>
          </a:p>
          <a:p>
            <a:pPr algn="ctr"/>
            <a:r>
              <a:rPr lang="en-US" altLang="ko-KR" dirty="0"/>
              <a:t>Storage: 0.164Mbit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DCAD80E-93F6-9ABD-D390-23F6B322A2C6}"/>
              </a:ext>
            </a:extLst>
          </p:cNvPr>
          <p:cNvSpPr/>
          <p:nvPr/>
        </p:nvSpPr>
        <p:spPr>
          <a:xfrm>
            <a:off x="8009387" y="3016693"/>
            <a:ext cx="1227125" cy="12271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-1.43 </a:t>
            </a:r>
          </a:p>
          <a:p>
            <a:pPr algn="ctr"/>
            <a:r>
              <a:rPr lang="en-US" altLang="ko-KR" dirty="0"/>
              <a:t>Storage: 0.197Mbit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FC1E4C4-F7A9-BF59-59E6-AF1EDBB6DA82}"/>
              </a:ext>
            </a:extLst>
          </p:cNvPr>
          <p:cNvSpPr/>
          <p:nvPr/>
        </p:nvSpPr>
        <p:spPr>
          <a:xfrm>
            <a:off x="9420001" y="3016693"/>
            <a:ext cx="1227125" cy="12271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-1.81 </a:t>
            </a:r>
          </a:p>
          <a:p>
            <a:pPr algn="ctr"/>
            <a:r>
              <a:rPr lang="en-US" altLang="ko-KR" dirty="0"/>
              <a:t>Storage: 0.231Mbit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3A0369A-9164-3418-C671-5223C6BC8F75}"/>
              </a:ext>
            </a:extLst>
          </p:cNvPr>
          <p:cNvSpPr/>
          <p:nvPr/>
        </p:nvSpPr>
        <p:spPr>
          <a:xfrm>
            <a:off x="10830615" y="3016692"/>
            <a:ext cx="1227125" cy="12271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-2.59 </a:t>
            </a:r>
          </a:p>
          <a:p>
            <a:pPr algn="ctr"/>
            <a:r>
              <a:rPr lang="en-US" altLang="ko-KR" dirty="0"/>
              <a:t>Storage: 0.264Mbit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8EC3B5-5F9C-B3CF-7B8F-1488F12B949A}"/>
              </a:ext>
            </a:extLst>
          </p:cNvPr>
          <p:cNvSpPr txBox="1"/>
          <p:nvPr/>
        </p:nvSpPr>
        <p:spPr>
          <a:xfrm>
            <a:off x="5953619" y="2670048"/>
            <a:ext cx="461665" cy="2926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33A473-3FE3-715B-043A-667ABB196B9D}"/>
              </a:ext>
            </a:extLst>
          </p:cNvPr>
          <p:cNvSpPr txBox="1"/>
          <p:nvPr/>
        </p:nvSpPr>
        <p:spPr>
          <a:xfrm>
            <a:off x="0" y="4990778"/>
            <a:ext cx="108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layer 15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D9B14DE-7FB9-C902-7FAA-BAE2A5EFE834}"/>
              </a:ext>
            </a:extLst>
          </p:cNvPr>
          <p:cNvSpPr/>
          <p:nvPr/>
        </p:nvSpPr>
        <p:spPr>
          <a:xfrm>
            <a:off x="956317" y="4605773"/>
            <a:ext cx="1227125" cy="122712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-2.26 </a:t>
            </a:r>
          </a:p>
          <a:p>
            <a:pPr algn="ctr"/>
            <a:r>
              <a:rPr lang="en-US" altLang="ko-KR" dirty="0"/>
              <a:t>Storage: 0.262Mbit</a:t>
            </a:r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01E707E-44C7-0030-203A-65791EB0D47C}"/>
              </a:ext>
            </a:extLst>
          </p:cNvPr>
          <p:cNvSpPr/>
          <p:nvPr/>
        </p:nvSpPr>
        <p:spPr>
          <a:xfrm>
            <a:off x="2366931" y="4605773"/>
            <a:ext cx="1227125" cy="122712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-1.35 </a:t>
            </a:r>
          </a:p>
          <a:p>
            <a:pPr algn="ctr"/>
            <a:r>
              <a:rPr lang="en-US" altLang="ko-KR" dirty="0"/>
              <a:t>Storage: 0.524Mbit</a:t>
            </a:r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A8BD221-32E3-66B0-8254-86D653423049}"/>
              </a:ext>
            </a:extLst>
          </p:cNvPr>
          <p:cNvSpPr/>
          <p:nvPr/>
        </p:nvSpPr>
        <p:spPr>
          <a:xfrm>
            <a:off x="3777545" y="4605773"/>
            <a:ext cx="1227125" cy="122712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-0.44 </a:t>
            </a:r>
          </a:p>
          <a:p>
            <a:pPr algn="ctr"/>
            <a:r>
              <a:rPr lang="en-US" altLang="ko-KR" dirty="0"/>
              <a:t>Storage: 0.787Mbit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439B9E0-CEAF-9FD5-9EB3-E556B4989025}"/>
              </a:ext>
            </a:extLst>
          </p:cNvPr>
          <p:cNvSpPr/>
          <p:nvPr/>
        </p:nvSpPr>
        <p:spPr>
          <a:xfrm>
            <a:off x="5188159" y="4605772"/>
            <a:ext cx="1227125" cy="122712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-0.78 </a:t>
            </a:r>
          </a:p>
          <a:p>
            <a:pPr algn="ctr"/>
            <a:r>
              <a:rPr lang="en-US" altLang="ko-KR" dirty="0"/>
              <a:t>Storage: 1.05Mbit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C75E889-3752-7446-A73C-E198D6B4C77E}"/>
              </a:ext>
            </a:extLst>
          </p:cNvPr>
          <p:cNvSpPr/>
          <p:nvPr/>
        </p:nvSpPr>
        <p:spPr>
          <a:xfrm>
            <a:off x="6598773" y="4605772"/>
            <a:ext cx="1227125" cy="122712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-1.75 </a:t>
            </a:r>
          </a:p>
          <a:p>
            <a:pPr algn="ctr"/>
            <a:r>
              <a:rPr lang="en-US" altLang="ko-KR" dirty="0"/>
              <a:t>Storage: 1.31Mbit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CC0E333-DA93-A8CC-82C6-699FF4304F27}"/>
              </a:ext>
            </a:extLst>
          </p:cNvPr>
          <p:cNvSpPr/>
          <p:nvPr/>
        </p:nvSpPr>
        <p:spPr>
          <a:xfrm>
            <a:off x="8009387" y="4605772"/>
            <a:ext cx="1227125" cy="122712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-2.75 </a:t>
            </a:r>
          </a:p>
          <a:p>
            <a:pPr algn="ctr"/>
            <a:r>
              <a:rPr lang="en-US" altLang="ko-KR" dirty="0"/>
              <a:t>Storage: 1.57Mbit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4554730-D708-3925-CF2E-A03AAB4E5D81}"/>
              </a:ext>
            </a:extLst>
          </p:cNvPr>
          <p:cNvSpPr/>
          <p:nvPr/>
        </p:nvSpPr>
        <p:spPr>
          <a:xfrm>
            <a:off x="9420001" y="4605772"/>
            <a:ext cx="1227125" cy="122712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-3.74 </a:t>
            </a:r>
          </a:p>
          <a:p>
            <a:pPr algn="ctr"/>
            <a:r>
              <a:rPr lang="en-US" altLang="ko-KR" dirty="0"/>
              <a:t>Storage: 1.84Mbit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725257A-7434-AE98-1BBF-AB47154151FD}"/>
              </a:ext>
            </a:extLst>
          </p:cNvPr>
          <p:cNvSpPr/>
          <p:nvPr/>
        </p:nvSpPr>
        <p:spPr>
          <a:xfrm>
            <a:off x="10830615" y="4605771"/>
            <a:ext cx="1227125" cy="122712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Value: </a:t>
            </a:r>
          </a:p>
          <a:p>
            <a:pPr algn="ctr"/>
            <a:r>
              <a:rPr lang="en-US" altLang="ko-KR" dirty="0"/>
              <a:t>-4.74 </a:t>
            </a:r>
          </a:p>
          <a:p>
            <a:pPr algn="ctr"/>
            <a:r>
              <a:rPr lang="en-US" altLang="ko-KR" dirty="0"/>
              <a:t>Storage: 2.10Mbit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5CAD24-B303-124C-7DF3-5BCB1C8137EA}"/>
              </a:ext>
            </a:extLst>
          </p:cNvPr>
          <p:cNvSpPr txBox="1"/>
          <p:nvPr/>
        </p:nvSpPr>
        <p:spPr>
          <a:xfrm>
            <a:off x="5953619" y="4259127"/>
            <a:ext cx="461665" cy="2926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5758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FC8B6-CD69-9350-FBD5-20A97C11E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Phase 2</a:t>
            </a:r>
            <a:r>
              <a:rPr lang="ko-KR" altLang="en-US" dirty="0"/>
              <a:t>의 </a:t>
            </a:r>
            <a:r>
              <a:rPr lang="en-US" altLang="ko-KR" dirty="0"/>
              <a:t>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7530CA-0809-275E-FBC7-E48A039ED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3398A2-F382-EE0B-AD49-120525578FDA}"/>
                  </a:ext>
                </a:extLst>
              </p:cNvPr>
              <p:cNvSpPr txBox="1"/>
              <p:nvPr/>
            </p:nvSpPr>
            <p:spPr>
              <a:xfrm>
                <a:off x="446226" y="2310752"/>
                <a:ext cx="11426344" cy="3140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각 레이어에서 정확히 하나의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선택</a:t>
                </a:r>
                <a:r>
                  <a:rPr lang="en-US" altLang="ko-KR" dirty="0"/>
                  <a:t>(multiple choice)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선택마다 </a:t>
                </a:r>
                <a:r>
                  <a:rPr lang="en-US" altLang="ko-KR" dirty="0"/>
                  <a:t>storage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value</a:t>
                </a:r>
                <a:r>
                  <a:rPr lang="ko-KR" altLang="en-US" dirty="0"/>
                  <a:t>가 </a:t>
                </a:r>
                <a:r>
                  <a:rPr lang="ko-KR" altLang="en-US" dirty="0" err="1"/>
                  <a:t>정해짐</a:t>
                </a: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총 </a:t>
                </a:r>
                <a:r>
                  <a:rPr lang="en-US" altLang="ko-KR" dirty="0"/>
                  <a:t>storage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&lt;=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Hard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constraint </a:t>
                </a:r>
                <a:r>
                  <a:rPr lang="ko-KR" altLang="en-US" dirty="0"/>
                  <a:t>제약 하에서 총 </a:t>
                </a:r>
                <a:r>
                  <a:rPr lang="en-US" altLang="ko-KR" dirty="0"/>
                  <a:t>value </a:t>
                </a:r>
                <a:r>
                  <a:rPr lang="ko-KR" altLang="en-US" dirty="0"/>
                  <a:t>최대화</a:t>
                </a: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>
                  <a:buFont typeface="Wingdings" panose="05000000000000000000" pitchFamily="2" charset="2"/>
                  <a:buChar char="è"/>
                </a:pPr>
                <a:r>
                  <a:rPr lang="en-US" altLang="ko-KR" b="1" dirty="0"/>
                  <a:t>Multiple-Choice Knapsack Problem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조합의 최적화 문제인 배낭 문제</a:t>
                </a:r>
                <a:r>
                  <a:rPr lang="en-US" altLang="ko-KR" dirty="0"/>
                  <a:t>(Knapsack Problem) </a:t>
                </a:r>
                <a:r>
                  <a:rPr lang="ko-KR" altLang="en-US" dirty="0"/>
                  <a:t>확장 버전</a:t>
                </a:r>
                <a:r>
                  <a:rPr lang="en-US" altLang="ko-KR" dirty="0"/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è"/>
                </a:pPr>
                <a:endParaRPr lang="en-US" altLang="ko-KR" dirty="0"/>
              </a:p>
              <a:p>
                <a:pPr marL="285750" indent="-285750">
                  <a:buFont typeface="Wingdings" panose="05000000000000000000" pitchFamily="2" charset="2"/>
                  <a:buChar char="è"/>
                </a:pPr>
                <a:endParaRPr lang="en-US" altLang="ko-KR" dirty="0"/>
              </a:p>
              <a:p>
                <a:r>
                  <a:rPr lang="en-US" altLang="ko-KR" dirty="0"/>
                  <a:t>DP[N+1][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en-US" altLang="ko-KR" dirty="0"/>
                  <a:t>] = N </a:t>
                </a:r>
                <a:r>
                  <a:rPr lang="ko-KR" altLang="en-US" dirty="0"/>
                  <a:t>번째 레이어까지 배정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총 </a:t>
                </a:r>
                <a:r>
                  <a:rPr lang="en-US" altLang="ko-KR" dirty="0"/>
                  <a:t>hard constraint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일 때 최대 </a:t>
                </a:r>
                <a:r>
                  <a:rPr lang="en-US" altLang="ko-KR" dirty="0"/>
                  <a:t>value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시간 복잡도 </a:t>
                </a:r>
                <a:r>
                  <a:rPr lang="en-US" altLang="ko-KR" dirty="0"/>
                  <a:t>: “DP[N+1][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en-US" altLang="ko-KR" dirty="0"/>
                  <a:t>]</a:t>
                </a:r>
                <a:r>
                  <a:rPr lang="ko-KR" altLang="en-US" dirty="0"/>
                  <a:t>에서</a:t>
                </a:r>
                <a:r>
                  <a:rPr lang="en-US" altLang="ko-KR" dirty="0"/>
                  <a:t>”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O(N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en-US" altLang="ko-KR" dirty="0"/>
                  <a:t> x K) = O(16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en-US" altLang="ko-KR" dirty="0"/>
                  <a:t> x 8)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3398A2-F382-EE0B-AD49-120525578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26" y="2310752"/>
                <a:ext cx="11426344" cy="3140796"/>
              </a:xfrm>
              <a:prstGeom prst="rect">
                <a:avLst/>
              </a:prstGeom>
              <a:blipFill>
                <a:blip r:embed="rId3"/>
                <a:stretch>
                  <a:fillRect l="-427" t="-971" b="-23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09A831-90F2-7308-EFEE-A15BBFE169C6}"/>
                  </a:ext>
                </a:extLst>
              </p:cNvPr>
              <p:cNvSpPr txBox="1"/>
              <p:nvPr/>
            </p:nvSpPr>
            <p:spPr>
              <a:xfrm>
                <a:off x="446226" y="1358621"/>
                <a:ext cx="106582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최적의 해를 구하기 위해서 </a:t>
                </a:r>
                <a:r>
                  <a:rPr lang="en-US" altLang="ko-KR" dirty="0"/>
                  <a:t>brute force</a:t>
                </a:r>
                <a:r>
                  <a:rPr lang="ko-KR" altLang="en-US" dirty="0"/>
                  <a:t>를 사용하면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이므로 경우의 수를 모두 구하기 힘듭니다</a:t>
                </a:r>
                <a:r>
                  <a:rPr lang="en-US" altLang="ko-KR" dirty="0"/>
                  <a:t>.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09A831-90F2-7308-EFEE-A15BBFE16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26" y="1358621"/>
                <a:ext cx="10658247" cy="369332"/>
              </a:xfrm>
              <a:prstGeom prst="rect">
                <a:avLst/>
              </a:prstGeom>
              <a:blipFill>
                <a:blip r:embed="rId4"/>
                <a:stretch>
                  <a:fillRect l="-457" t="-10000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58F8CE-A591-5751-EAEA-66F58B3C8214}"/>
                  </a:ext>
                </a:extLst>
              </p:cNvPr>
              <p:cNvSpPr txBox="1"/>
              <p:nvPr/>
            </p:nvSpPr>
            <p:spPr>
              <a:xfrm>
                <a:off x="396166" y="6341719"/>
                <a:ext cx="77602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는 다음 슬라이드에서 설명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58F8CE-A591-5751-EAEA-66F58B3C8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66" y="6341719"/>
                <a:ext cx="7760282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918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B20BABD7-8BFA-E336-6206-903A03F8A11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ko-KR" dirty="0"/>
                  <a:t>Phase 2</a:t>
                </a:r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란</a:t>
                </a:r>
                <a:r>
                  <a:rPr lang="en-US" altLang="ko-KR" dirty="0"/>
                  <a:t>?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B20BABD7-8BFA-E336-6206-903A03F8A1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26" t="-22124" b="-34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E03B62-01A7-77F4-F535-84BFFF246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91B50D-F2F9-ED8D-F740-6695735521C5}"/>
                  </a:ext>
                </a:extLst>
              </p:cNvPr>
              <p:cNvSpPr txBox="1"/>
              <p:nvPr/>
            </p:nvSpPr>
            <p:spPr>
              <a:xfrm>
                <a:off x="541324" y="1360627"/>
                <a:ext cx="11516415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만약에 제가 </a:t>
                </a:r>
                <a:r>
                  <a:rPr lang="en-US" altLang="ko-KR" dirty="0"/>
                  <a:t>Hard constraint</a:t>
                </a:r>
                <a:r>
                  <a:rPr lang="ko-KR" altLang="en-US" dirty="0"/>
                  <a:t>을</a:t>
                </a:r>
                <a:r>
                  <a:rPr lang="en-US" altLang="ko-KR" dirty="0"/>
                  <a:t> 5 Mbit(5,000,000 bits)</a:t>
                </a:r>
                <a:r>
                  <a:rPr lang="ko-KR" altLang="en-US" dirty="0"/>
                  <a:t>이라고 설정했으면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DP[N+1][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en-US" altLang="ko-KR" dirty="0"/>
                  <a:t>]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DP[17][5,000,001] </a:t>
                </a:r>
                <a:r>
                  <a:rPr lang="ko-KR" altLang="en-US" dirty="0"/>
                  <a:t>로 만들면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메모리에 문제 발생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해결 </a:t>
                </a:r>
                <a:r>
                  <a:rPr lang="en-US" altLang="ko-KR" dirty="0"/>
                  <a:t>: storage </a:t>
                </a:r>
                <a:r>
                  <a:rPr lang="ko-KR" altLang="en-US" dirty="0"/>
                  <a:t>크기를 양자화</a:t>
                </a:r>
                <a:endParaRPr lang="en-US" altLang="ko-KR" dirty="0"/>
              </a:p>
              <a:p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DP[N+1][2000]</a:t>
                </a:r>
                <a:r>
                  <a:rPr lang="ko-KR" altLang="en-US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ko-KR" altLang="en-US" dirty="0"/>
                  <a:t>를 </a:t>
                </a:r>
                <a:r>
                  <a:rPr lang="en-US" altLang="ko-KR" dirty="0"/>
                  <a:t>2000</a:t>
                </a:r>
                <a:r>
                  <a:rPr lang="ko-KR" altLang="en-US" dirty="0"/>
                  <a:t>으로 고정</a:t>
                </a: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5Mbit / 2000</a:t>
                </a:r>
                <a:r>
                  <a:rPr lang="ko-KR" altLang="en-US" dirty="0"/>
                  <a:t>으로 나누면 </a:t>
                </a:r>
                <a:r>
                  <a:rPr lang="en-US" altLang="ko-KR" dirty="0"/>
                  <a:t>2000</a:t>
                </a:r>
                <a:r>
                  <a:rPr lang="ko-KR" altLang="en-US" dirty="0"/>
                  <a:t>칸 중 </a:t>
                </a:r>
                <a:r>
                  <a:rPr lang="ko-KR" altLang="en-US" b="1" dirty="0"/>
                  <a:t>한 칸의 크기는 </a:t>
                </a:r>
                <a:r>
                  <a:rPr lang="en-US" altLang="ko-KR" b="1" dirty="0"/>
                  <a:t>2,500bits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각</a:t>
                </a:r>
                <a:r>
                  <a:rPr lang="en-US" altLang="ko-KR" dirty="0"/>
                  <a:t> (layer,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) </a:t>
                </a:r>
                <a:r>
                  <a:rPr lang="ko-KR" altLang="en-US" dirty="0"/>
                  <a:t>마다 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a:fld id="{825F15A7-03F4-43D7-82C5-3E23DA2F108C}" type="mathplaceholder">
                      <a:rPr lang="en-US" altLang="ko-KR" i="1" smtClean="0">
                        <a:latin typeface="Cambria Math" panose="02040503050406030204" pitchFamily="18" charset="0"/>
                      </a:rPr>
                      <a:t>여기에</a:t>
                    </a:fld>
                    <a:fld id="{825F15A7-03F4-43D7-82C5-3E23DA2F108C}" type="mathplaceholder">
                      <a:rPr lang="en-US" altLang="ko-KR" i="1" smtClean="0">
                        <a:latin typeface="Cambria Math" panose="02040503050406030204" pitchFamily="18" charset="0"/>
                      </a:rPr>
                      <a:t> </a:t>
                    </a:fld>
                    <a:fld id="{825F15A7-03F4-43D7-82C5-3E23DA2F108C}" type="mathplaceholder">
                      <a:rPr lang="en-US" altLang="ko-KR" i="1" smtClean="0">
                        <a:latin typeface="Cambria Math" panose="02040503050406030204" pitchFamily="18" charset="0"/>
                      </a:rPr>
                      <a:t>수식을</a:t>
                    </a:fld>
                    <a:fld id="{825F15A7-03F4-43D7-82C5-3E23DA2F108C}" type="mathplaceholder">
                      <a:rPr lang="en-US" altLang="ko-KR" i="1" smtClean="0">
                        <a:latin typeface="Cambria Math" panose="02040503050406030204" pitchFamily="18" charset="0"/>
                      </a:rPr>
                      <a:t> </a:t>
                    </a:fld>
                    <a:fld id="{825F15A7-03F4-43D7-82C5-3E23DA2F108C}" type="mathplaceholder">
                      <a:rPr lang="en-US" altLang="ko-KR" i="1" smtClean="0">
                        <a:latin typeface="Cambria Math" panose="02040503050406030204" pitchFamily="18" charset="0"/>
                      </a:rPr>
                      <a:t>입력하십시오</a:t>
                    </a:fld>
                    <a:fld id="{825F15A7-03F4-43D7-82C5-3E23DA2F108C}" type="mathplaceholder">
                      <a:rPr lang="en-US" altLang="ko-KR" i="1" smtClean="0">
                        <a:latin typeface="Cambria Math" panose="02040503050406030204" pitchFamily="18" charset="0"/>
                      </a:rPr>
                      <a:t>.</a:t>
                    </a:fld>
                  </m:oMath>
                </a14:m>
                <a:r>
                  <a:rPr lang="en-US" altLang="ko-KR" dirty="0" err="1"/>
                  <a:t>storage_int</a:t>
                </a:r>
                <a:r>
                  <a:rPr lang="en-US" altLang="ko-KR" dirty="0"/>
                  <a:t>[ layer ][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 ] = storage[ layer ][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 ] / 2,500bits</a:t>
                </a:r>
                <a:r>
                  <a:rPr lang="ko-KR" altLang="en-US" dirty="0"/>
                  <a:t>을 한 다음에  올림</a:t>
                </a: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r>
                  <a:rPr lang="ko-KR" altLang="en-US" dirty="0"/>
                  <a:t>최종적으로 </a:t>
                </a:r>
                <a:r>
                  <a:rPr lang="en-US" altLang="ko-KR" dirty="0"/>
                  <a:t>DP[17][2001] </a:t>
                </a:r>
                <a:r>
                  <a:rPr lang="ko-KR" altLang="en-US" dirty="0"/>
                  <a:t>테이블 형성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91B50D-F2F9-ED8D-F740-669573552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24" y="1360627"/>
                <a:ext cx="11516415" cy="4524315"/>
              </a:xfrm>
              <a:prstGeom prst="rect">
                <a:avLst/>
              </a:prstGeom>
              <a:blipFill>
                <a:blip r:embed="rId4"/>
                <a:stretch>
                  <a:fillRect l="-476" t="-674" r="-1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491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723A95-CFE4-4A21-95B8-DF7E8DE50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Phase2</a:t>
            </a:r>
            <a:r>
              <a:rPr lang="ko-KR" altLang="en-US" dirty="0"/>
              <a:t> 의</a:t>
            </a:r>
            <a:r>
              <a:rPr lang="en-US" altLang="ko-KR" dirty="0"/>
              <a:t>DP table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AD4F69-C964-C7BC-0D18-C820DBFF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56AB43-08E4-2A1B-F597-143249FC2629}"/>
                  </a:ext>
                </a:extLst>
              </p:cNvPr>
              <p:cNvSpPr txBox="1"/>
              <p:nvPr/>
            </p:nvSpPr>
            <p:spPr>
              <a:xfrm>
                <a:off x="2328621" y="664353"/>
                <a:ext cx="10035152" cy="872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초기화 </a:t>
                </a:r>
                <a:r>
                  <a:rPr lang="en-US" altLang="ko-KR" dirty="0"/>
                  <a:t>: DP[0][0] =0, </a:t>
                </a:r>
                <a:r>
                  <a:rPr lang="ko-KR" altLang="en-US" dirty="0"/>
                  <a:t>그 외 모두 − 무한대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DP[i+1][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:r>
                  <a:rPr lang="en-US" altLang="ko-KR" dirty="0" err="1"/>
                  <a:t>storage_int</a:t>
                </a:r>
                <a:r>
                  <a:rPr lang="en-US" altLang="ko-KR" dirty="0"/>
                  <a:t>[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][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] ] = max( DP[i+1][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:r>
                  <a:rPr lang="en-US" altLang="ko-KR" dirty="0" err="1"/>
                  <a:t>storage_int</a:t>
                </a:r>
                <a:r>
                  <a:rPr lang="en-US" altLang="ko-KR" dirty="0"/>
                  <a:t>[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][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] ] , DP[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][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ws</m:t>
                        </m:r>
                      </m:sub>
                    </m:sSub>
                  </m:oMath>
                </a14:m>
                <a:r>
                  <a:rPr lang="en-US" altLang="ko-KR" dirty="0"/>
                  <a:t>] + value[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][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] 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56AB43-08E4-2A1B-F597-143249FC2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621" y="664353"/>
                <a:ext cx="10035152" cy="872034"/>
              </a:xfrm>
              <a:prstGeom prst="rect">
                <a:avLst/>
              </a:prstGeom>
              <a:blipFill>
                <a:blip r:embed="rId3"/>
                <a:stretch>
                  <a:fillRect l="-425" b="-104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그룹 21">
            <a:extLst>
              <a:ext uri="{FF2B5EF4-FFF2-40B4-BE49-F238E27FC236}">
                <a16:creationId xmlns:a16="http://schemas.microsoft.com/office/drawing/2014/main" id="{E9300F94-6DC3-DA34-93CD-83D1A9CA5975}"/>
              </a:ext>
            </a:extLst>
          </p:cNvPr>
          <p:cNvGrpSpPr/>
          <p:nvPr/>
        </p:nvGrpSpPr>
        <p:grpSpPr>
          <a:xfrm>
            <a:off x="2328621" y="2421967"/>
            <a:ext cx="7476644" cy="493830"/>
            <a:chOff x="2328621" y="2421967"/>
            <a:chExt cx="7476644" cy="49383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913AC7F-653F-F591-4132-83D6F45F1E4A}"/>
                </a:ext>
              </a:extLst>
            </p:cNvPr>
            <p:cNvSpPr/>
            <p:nvPr/>
          </p:nvSpPr>
          <p:spPr>
            <a:xfrm>
              <a:off x="2328621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35D5105-E1E6-AB7B-B75C-18307BCCEF5E}"/>
                </a:ext>
              </a:extLst>
            </p:cNvPr>
            <p:cNvSpPr/>
            <p:nvPr/>
          </p:nvSpPr>
          <p:spPr>
            <a:xfrm>
              <a:off x="2930472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-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inp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77A79D7-11EE-BFBD-FBD5-9DD4D36832F7}"/>
                </a:ext>
              </a:extLst>
            </p:cNvPr>
            <p:cNvSpPr/>
            <p:nvPr/>
          </p:nvSpPr>
          <p:spPr>
            <a:xfrm>
              <a:off x="353232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-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inp</a:t>
              </a:r>
              <a:endParaRPr lang="ko-KR" altLang="en-US" sz="1200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5E656F-8670-85A7-9F17-83ACA3D93963}"/>
                </a:ext>
              </a:extLst>
            </p:cNvPr>
            <p:cNvSpPr txBox="1"/>
            <p:nvPr/>
          </p:nvSpPr>
          <p:spPr>
            <a:xfrm>
              <a:off x="4134174" y="2442586"/>
              <a:ext cx="47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873EBAB-92ED-8CE4-7632-90D5236567A7}"/>
                </a:ext>
              </a:extLst>
            </p:cNvPr>
            <p:cNvSpPr/>
            <p:nvPr/>
          </p:nvSpPr>
          <p:spPr>
            <a:xfrm>
              <a:off x="4606872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-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inp</a:t>
              </a:r>
              <a:endParaRPr lang="ko-KR" altLang="en-US" sz="1200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72B7214-1AEE-84CC-BD68-93B7D2DBC2FB}"/>
                </a:ext>
              </a:extLst>
            </p:cNvPr>
            <p:cNvSpPr/>
            <p:nvPr/>
          </p:nvSpPr>
          <p:spPr>
            <a:xfrm>
              <a:off x="520872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-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inp</a:t>
              </a:r>
              <a:endParaRPr lang="ko-KR" altLang="en-US" sz="1200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7D0DE79-975B-E848-AC7E-9205AC4A7154}"/>
                </a:ext>
              </a:extLst>
            </p:cNvPr>
            <p:cNvSpPr/>
            <p:nvPr/>
          </p:nvSpPr>
          <p:spPr>
            <a:xfrm>
              <a:off x="5810574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-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inp</a:t>
              </a:r>
              <a:endParaRPr lang="ko-KR" altLang="en-US" sz="1200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2D726BC-A995-7308-13BB-E1A6B307BDC3}"/>
                </a:ext>
              </a:extLst>
            </p:cNvPr>
            <p:cNvSpPr/>
            <p:nvPr/>
          </p:nvSpPr>
          <p:spPr>
            <a:xfrm>
              <a:off x="648604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-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inp</a:t>
              </a:r>
              <a:endParaRPr lang="ko-KR" altLang="en-US" sz="1200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3A5676F-3F5E-9F26-10B8-2BDF9A26C901}"/>
                </a:ext>
              </a:extLst>
            </p:cNvPr>
            <p:cNvSpPr/>
            <p:nvPr/>
          </p:nvSpPr>
          <p:spPr>
            <a:xfrm>
              <a:off x="7087894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-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inp</a:t>
              </a:r>
              <a:endParaRPr lang="ko-KR" altLang="en-US" sz="1200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DDB15E9-7F9C-62C9-40E9-B67B779A4EEC}"/>
                </a:ext>
              </a:extLst>
            </p:cNvPr>
            <p:cNvSpPr txBox="1"/>
            <p:nvPr/>
          </p:nvSpPr>
          <p:spPr>
            <a:xfrm>
              <a:off x="7689745" y="2421967"/>
              <a:ext cx="47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70B7F54-6CE0-19D0-889D-76452A87C25F}"/>
                </a:ext>
              </a:extLst>
            </p:cNvPr>
            <p:cNvSpPr/>
            <p:nvPr/>
          </p:nvSpPr>
          <p:spPr>
            <a:xfrm>
              <a:off x="8128865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-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inp</a:t>
              </a:r>
              <a:endParaRPr lang="ko-KR" altLang="en-US" sz="1200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3A992E8-BFCD-6430-442E-48DA31F38D7E}"/>
                </a:ext>
              </a:extLst>
            </p:cNvPr>
            <p:cNvSpPr/>
            <p:nvPr/>
          </p:nvSpPr>
          <p:spPr>
            <a:xfrm>
              <a:off x="8730716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-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inp</a:t>
              </a:r>
              <a:endParaRPr lang="ko-KR" altLang="en-US" sz="1200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E1B92BE-A125-42DC-EF4B-385DC32E44AE}"/>
                </a:ext>
              </a:extLst>
            </p:cNvPr>
            <p:cNvSpPr/>
            <p:nvPr/>
          </p:nvSpPr>
          <p:spPr>
            <a:xfrm>
              <a:off x="9332567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-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inp</a:t>
              </a:r>
              <a:endParaRPr lang="ko-KR" altLang="en-US" sz="1200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F3A4CC4-C7C3-D857-362B-99FAE17BB960}"/>
              </a:ext>
            </a:extLst>
          </p:cNvPr>
          <p:cNvSpPr txBox="1"/>
          <p:nvPr/>
        </p:nvSpPr>
        <p:spPr>
          <a:xfrm>
            <a:off x="2328621" y="2100020"/>
            <a:ext cx="947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0        1       2              50      51     52       53     54          1998  1999  2000            </a:t>
            </a:r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195992D-15D1-57C4-4C1E-E5EA9A9E903A}"/>
              </a:ext>
            </a:extLst>
          </p:cNvPr>
          <p:cNvGrpSpPr/>
          <p:nvPr/>
        </p:nvGrpSpPr>
        <p:grpSpPr>
          <a:xfrm>
            <a:off x="2328621" y="3013380"/>
            <a:ext cx="7476644" cy="493830"/>
            <a:chOff x="2328621" y="2421967"/>
            <a:chExt cx="7476644" cy="493830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7AB5752-3096-FC6A-C50C-C83DD7BAA4BA}"/>
                </a:ext>
              </a:extLst>
            </p:cNvPr>
            <p:cNvSpPr/>
            <p:nvPr/>
          </p:nvSpPr>
          <p:spPr>
            <a:xfrm>
              <a:off x="2328621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E84BF129-4277-5FBF-611A-98857F5A4D22}"/>
                </a:ext>
              </a:extLst>
            </p:cNvPr>
            <p:cNvSpPr/>
            <p:nvPr/>
          </p:nvSpPr>
          <p:spPr>
            <a:xfrm>
              <a:off x="2930472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BF0685B-EA30-990C-0E6E-1EE0DD6EEB1F}"/>
                </a:ext>
              </a:extLst>
            </p:cNvPr>
            <p:cNvSpPr/>
            <p:nvPr/>
          </p:nvSpPr>
          <p:spPr>
            <a:xfrm>
              <a:off x="353232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-2.06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696A3CA-BEF7-E3EF-0519-8C923932EE19}"/>
                </a:ext>
              </a:extLst>
            </p:cNvPr>
            <p:cNvSpPr txBox="1"/>
            <p:nvPr/>
          </p:nvSpPr>
          <p:spPr>
            <a:xfrm>
              <a:off x="4134174" y="2442586"/>
              <a:ext cx="47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6C1584E-8257-17F9-4247-2CF6CBB66E60}"/>
                </a:ext>
              </a:extLst>
            </p:cNvPr>
            <p:cNvSpPr/>
            <p:nvPr/>
          </p:nvSpPr>
          <p:spPr>
            <a:xfrm>
              <a:off x="4606872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205BB21-E891-6769-67DB-25225B5CE880}"/>
                </a:ext>
              </a:extLst>
            </p:cNvPr>
            <p:cNvSpPr/>
            <p:nvPr/>
          </p:nvSpPr>
          <p:spPr>
            <a:xfrm>
              <a:off x="520872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C00DA3D-D02C-7865-8E67-1263C45C3E2A}"/>
                </a:ext>
              </a:extLst>
            </p:cNvPr>
            <p:cNvSpPr/>
            <p:nvPr/>
          </p:nvSpPr>
          <p:spPr>
            <a:xfrm>
              <a:off x="5810574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1454C25-E298-2F07-5142-4871B1FF5FA8}"/>
                </a:ext>
              </a:extLst>
            </p:cNvPr>
            <p:cNvSpPr/>
            <p:nvPr/>
          </p:nvSpPr>
          <p:spPr>
            <a:xfrm>
              <a:off x="648604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7832EEC-9FB6-594C-FB9F-1FFFC352478B}"/>
                </a:ext>
              </a:extLst>
            </p:cNvPr>
            <p:cNvSpPr/>
            <p:nvPr/>
          </p:nvSpPr>
          <p:spPr>
            <a:xfrm>
              <a:off x="7087894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AC3AB4B-001C-91B1-7E60-8F5B2BA41AF6}"/>
                </a:ext>
              </a:extLst>
            </p:cNvPr>
            <p:cNvSpPr txBox="1"/>
            <p:nvPr/>
          </p:nvSpPr>
          <p:spPr>
            <a:xfrm>
              <a:off x="7689745" y="2421967"/>
              <a:ext cx="47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0438EB40-FE02-46A2-0789-58D3A455A3B5}"/>
                </a:ext>
              </a:extLst>
            </p:cNvPr>
            <p:cNvSpPr/>
            <p:nvPr/>
          </p:nvSpPr>
          <p:spPr>
            <a:xfrm>
              <a:off x="8128865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0C4358F-289F-57B0-AA8E-48D050798E50}"/>
                </a:ext>
              </a:extLst>
            </p:cNvPr>
            <p:cNvSpPr/>
            <p:nvPr/>
          </p:nvSpPr>
          <p:spPr>
            <a:xfrm>
              <a:off x="8730716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57F5177-90BE-05DB-308D-D3F0165AEEA9}"/>
                </a:ext>
              </a:extLst>
            </p:cNvPr>
            <p:cNvSpPr/>
            <p:nvPr/>
          </p:nvSpPr>
          <p:spPr>
            <a:xfrm>
              <a:off x="9332567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E12D6D2-D8DC-4B84-68BE-AA313B7DAC1E}"/>
              </a:ext>
            </a:extLst>
          </p:cNvPr>
          <p:cNvGrpSpPr/>
          <p:nvPr/>
        </p:nvGrpSpPr>
        <p:grpSpPr>
          <a:xfrm>
            <a:off x="2328621" y="3604793"/>
            <a:ext cx="7476644" cy="493830"/>
            <a:chOff x="2328621" y="2421967"/>
            <a:chExt cx="7476644" cy="493830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8DE2248-AD96-0DCC-C6E6-057BB6251AC0}"/>
                </a:ext>
              </a:extLst>
            </p:cNvPr>
            <p:cNvSpPr/>
            <p:nvPr/>
          </p:nvSpPr>
          <p:spPr>
            <a:xfrm>
              <a:off x="2328621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D562A62A-A83D-2B44-1F92-9732CD400BAD}"/>
                </a:ext>
              </a:extLst>
            </p:cNvPr>
            <p:cNvSpPr/>
            <p:nvPr/>
          </p:nvSpPr>
          <p:spPr>
            <a:xfrm>
              <a:off x="2930472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289F0B6-FE0D-3E62-C404-69407F9FED91}"/>
                </a:ext>
              </a:extLst>
            </p:cNvPr>
            <p:cNvSpPr/>
            <p:nvPr/>
          </p:nvSpPr>
          <p:spPr>
            <a:xfrm>
              <a:off x="353232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173D508-DFF0-ECFE-9726-90B2F18AE3FA}"/>
                </a:ext>
              </a:extLst>
            </p:cNvPr>
            <p:cNvSpPr txBox="1"/>
            <p:nvPr/>
          </p:nvSpPr>
          <p:spPr>
            <a:xfrm>
              <a:off x="4134174" y="2442586"/>
              <a:ext cx="47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BF5F95D3-7578-D18B-A852-2A7FBAF6463A}"/>
                </a:ext>
              </a:extLst>
            </p:cNvPr>
            <p:cNvSpPr/>
            <p:nvPr/>
          </p:nvSpPr>
          <p:spPr>
            <a:xfrm>
              <a:off x="4606872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A7206DB4-4A64-51EF-E9BE-83D32F9DC502}"/>
                </a:ext>
              </a:extLst>
            </p:cNvPr>
            <p:cNvSpPr/>
            <p:nvPr/>
          </p:nvSpPr>
          <p:spPr>
            <a:xfrm>
              <a:off x="520872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820C82D-5185-553A-F385-23CE96B70940}"/>
                </a:ext>
              </a:extLst>
            </p:cNvPr>
            <p:cNvSpPr/>
            <p:nvPr/>
          </p:nvSpPr>
          <p:spPr>
            <a:xfrm>
              <a:off x="5810574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AD98321-8BDF-06E5-5BC9-CA3FE875575F}"/>
                </a:ext>
              </a:extLst>
            </p:cNvPr>
            <p:cNvSpPr/>
            <p:nvPr/>
          </p:nvSpPr>
          <p:spPr>
            <a:xfrm>
              <a:off x="648604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DE1CA325-CA55-708D-AEA0-5EBE00760D88}"/>
                </a:ext>
              </a:extLst>
            </p:cNvPr>
            <p:cNvSpPr/>
            <p:nvPr/>
          </p:nvSpPr>
          <p:spPr>
            <a:xfrm>
              <a:off x="7087894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821B2A5-2C37-9BA5-1E77-E45DA81D90D8}"/>
                </a:ext>
              </a:extLst>
            </p:cNvPr>
            <p:cNvSpPr txBox="1"/>
            <p:nvPr/>
          </p:nvSpPr>
          <p:spPr>
            <a:xfrm>
              <a:off x="7689745" y="2421967"/>
              <a:ext cx="47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36A12AF-F5A1-A7B1-7E1D-5849C9FC382E}"/>
                </a:ext>
              </a:extLst>
            </p:cNvPr>
            <p:cNvSpPr/>
            <p:nvPr/>
          </p:nvSpPr>
          <p:spPr>
            <a:xfrm>
              <a:off x="8128865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B8932E4-975E-488C-56D3-CD8B92EC368A}"/>
                </a:ext>
              </a:extLst>
            </p:cNvPr>
            <p:cNvSpPr/>
            <p:nvPr/>
          </p:nvSpPr>
          <p:spPr>
            <a:xfrm>
              <a:off x="8730716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0D50E98A-832F-181B-D380-13D238F73BF5}"/>
                </a:ext>
              </a:extLst>
            </p:cNvPr>
            <p:cNvSpPr/>
            <p:nvPr/>
          </p:nvSpPr>
          <p:spPr>
            <a:xfrm>
              <a:off x="9332567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CEC35BE-622E-91BA-A397-ADF8121FF486}"/>
              </a:ext>
            </a:extLst>
          </p:cNvPr>
          <p:cNvSpPr txBox="1"/>
          <p:nvPr/>
        </p:nvSpPr>
        <p:spPr>
          <a:xfrm>
            <a:off x="5801587" y="4355025"/>
            <a:ext cx="461665" cy="4029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19C60D2-453B-70E6-ED90-E281F6413F17}"/>
              </a:ext>
            </a:extLst>
          </p:cNvPr>
          <p:cNvGrpSpPr/>
          <p:nvPr/>
        </p:nvGrpSpPr>
        <p:grpSpPr>
          <a:xfrm>
            <a:off x="2327332" y="4727079"/>
            <a:ext cx="7476644" cy="493830"/>
            <a:chOff x="2328621" y="2421967"/>
            <a:chExt cx="7476644" cy="493830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73FA3489-ED4E-A178-0DBD-DC861CDAA512}"/>
                </a:ext>
              </a:extLst>
            </p:cNvPr>
            <p:cNvSpPr/>
            <p:nvPr/>
          </p:nvSpPr>
          <p:spPr>
            <a:xfrm>
              <a:off x="2328621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42266350-7297-BA62-A37E-545FFB07A9BC}"/>
                </a:ext>
              </a:extLst>
            </p:cNvPr>
            <p:cNvSpPr/>
            <p:nvPr/>
          </p:nvSpPr>
          <p:spPr>
            <a:xfrm>
              <a:off x="2930472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7CAF8B2-3364-7941-2CED-6B89073FB9C3}"/>
                </a:ext>
              </a:extLst>
            </p:cNvPr>
            <p:cNvSpPr/>
            <p:nvPr/>
          </p:nvSpPr>
          <p:spPr>
            <a:xfrm>
              <a:off x="353232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5A07400-9B33-490C-EE0B-BAAC6D1E0329}"/>
                </a:ext>
              </a:extLst>
            </p:cNvPr>
            <p:cNvSpPr txBox="1"/>
            <p:nvPr/>
          </p:nvSpPr>
          <p:spPr>
            <a:xfrm>
              <a:off x="4134174" y="2442586"/>
              <a:ext cx="47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BF133635-54A9-3DCE-81C9-24D1F28D8FD0}"/>
                </a:ext>
              </a:extLst>
            </p:cNvPr>
            <p:cNvSpPr/>
            <p:nvPr/>
          </p:nvSpPr>
          <p:spPr>
            <a:xfrm>
              <a:off x="4606872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D0B6DA68-7928-583E-35AA-5367A2437738}"/>
                </a:ext>
              </a:extLst>
            </p:cNvPr>
            <p:cNvSpPr/>
            <p:nvPr/>
          </p:nvSpPr>
          <p:spPr>
            <a:xfrm>
              <a:off x="520872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82D85DE-06E6-6ACA-CE0A-28122A0C1936}"/>
                </a:ext>
              </a:extLst>
            </p:cNvPr>
            <p:cNvSpPr/>
            <p:nvPr/>
          </p:nvSpPr>
          <p:spPr>
            <a:xfrm>
              <a:off x="5810574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7C5FCE4D-5861-6E5F-4A43-80D593B119A2}"/>
                </a:ext>
              </a:extLst>
            </p:cNvPr>
            <p:cNvSpPr/>
            <p:nvPr/>
          </p:nvSpPr>
          <p:spPr>
            <a:xfrm>
              <a:off x="648604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D0044B4F-281D-5750-18F8-5B6905CB2C52}"/>
                </a:ext>
              </a:extLst>
            </p:cNvPr>
            <p:cNvSpPr/>
            <p:nvPr/>
          </p:nvSpPr>
          <p:spPr>
            <a:xfrm>
              <a:off x="7087894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79E3C2A-807C-D302-4F97-34BECA0F59CB}"/>
                </a:ext>
              </a:extLst>
            </p:cNvPr>
            <p:cNvSpPr txBox="1"/>
            <p:nvPr/>
          </p:nvSpPr>
          <p:spPr>
            <a:xfrm>
              <a:off x="7689745" y="2421967"/>
              <a:ext cx="47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A6678D0B-9E08-13C5-EC95-09D5FC9136AB}"/>
                </a:ext>
              </a:extLst>
            </p:cNvPr>
            <p:cNvSpPr/>
            <p:nvPr/>
          </p:nvSpPr>
          <p:spPr>
            <a:xfrm>
              <a:off x="8128865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C8EC08A1-3F50-86F9-319B-11828D8DE7B6}"/>
                </a:ext>
              </a:extLst>
            </p:cNvPr>
            <p:cNvSpPr/>
            <p:nvPr/>
          </p:nvSpPr>
          <p:spPr>
            <a:xfrm>
              <a:off x="8730716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F99AB52F-B82D-95D5-8BE1-A4E69FA551FC}"/>
                </a:ext>
              </a:extLst>
            </p:cNvPr>
            <p:cNvSpPr/>
            <p:nvPr/>
          </p:nvSpPr>
          <p:spPr>
            <a:xfrm>
              <a:off x="9332567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9E0317F-D3C8-FE1E-B61C-BEAE71221C26}"/>
              </a:ext>
            </a:extLst>
          </p:cNvPr>
          <p:cNvGrpSpPr/>
          <p:nvPr/>
        </p:nvGrpSpPr>
        <p:grpSpPr>
          <a:xfrm>
            <a:off x="2327332" y="5355535"/>
            <a:ext cx="7476644" cy="493830"/>
            <a:chOff x="2328621" y="2421967"/>
            <a:chExt cx="7476644" cy="493830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D68C741D-AECE-9890-FD5E-C207F3FC13F8}"/>
                </a:ext>
              </a:extLst>
            </p:cNvPr>
            <p:cNvSpPr/>
            <p:nvPr/>
          </p:nvSpPr>
          <p:spPr>
            <a:xfrm>
              <a:off x="2328621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366FEE44-4CB5-C7B3-CF04-230691EAD201}"/>
                </a:ext>
              </a:extLst>
            </p:cNvPr>
            <p:cNvSpPr/>
            <p:nvPr/>
          </p:nvSpPr>
          <p:spPr>
            <a:xfrm>
              <a:off x="2930472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8F718681-4B4A-8267-53F8-5B1F0C6E77AE}"/>
                </a:ext>
              </a:extLst>
            </p:cNvPr>
            <p:cNvSpPr/>
            <p:nvPr/>
          </p:nvSpPr>
          <p:spPr>
            <a:xfrm>
              <a:off x="353232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5189ACF-6883-D7CD-0D5C-1C999B45E9A4}"/>
                </a:ext>
              </a:extLst>
            </p:cNvPr>
            <p:cNvSpPr txBox="1"/>
            <p:nvPr/>
          </p:nvSpPr>
          <p:spPr>
            <a:xfrm>
              <a:off x="4134174" y="2442586"/>
              <a:ext cx="47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CF5A6D3E-9094-4CEB-4FCB-0423EC20A900}"/>
                </a:ext>
              </a:extLst>
            </p:cNvPr>
            <p:cNvSpPr/>
            <p:nvPr/>
          </p:nvSpPr>
          <p:spPr>
            <a:xfrm>
              <a:off x="4606872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0A10BAF9-D823-2322-A8E5-0F001126F4E3}"/>
                </a:ext>
              </a:extLst>
            </p:cNvPr>
            <p:cNvSpPr/>
            <p:nvPr/>
          </p:nvSpPr>
          <p:spPr>
            <a:xfrm>
              <a:off x="520872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15A17F66-92AF-8F01-B987-470334775332}"/>
                </a:ext>
              </a:extLst>
            </p:cNvPr>
            <p:cNvSpPr/>
            <p:nvPr/>
          </p:nvSpPr>
          <p:spPr>
            <a:xfrm>
              <a:off x="5810574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8913A1C5-3954-FFBF-371F-345AAFFD069C}"/>
                </a:ext>
              </a:extLst>
            </p:cNvPr>
            <p:cNvSpPr/>
            <p:nvPr/>
          </p:nvSpPr>
          <p:spPr>
            <a:xfrm>
              <a:off x="648604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5E53799C-83F1-54FF-264E-5CC4CC8BDDEE}"/>
                </a:ext>
              </a:extLst>
            </p:cNvPr>
            <p:cNvSpPr/>
            <p:nvPr/>
          </p:nvSpPr>
          <p:spPr>
            <a:xfrm>
              <a:off x="7087894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5A7996C-5CFD-2098-C9D1-2E4BBC1EAC70}"/>
                </a:ext>
              </a:extLst>
            </p:cNvPr>
            <p:cNvSpPr txBox="1"/>
            <p:nvPr/>
          </p:nvSpPr>
          <p:spPr>
            <a:xfrm>
              <a:off x="7689745" y="2421967"/>
              <a:ext cx="47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02FDE99-970A-5865-1028-D50CD388780D}"/>
                </a:ext>
              </a:extLst>
            </p:cNvPr>
            <p:cNvSpPr/>
            <p:nvPr/>
          </p:nvSpPr>
          <p:spPr>
            <a:xfrm>
              <a:off x="8128865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CEC6F554-5A71-0E51-635A-04DC87E60A24}"/>
                </a:ext>
              </a:extLst>
            </p:cNvPr>
            <p:cNvSpPr/>
            <p:nvPr/>
          </p:nvSpPr>
          <p:spPr>
            <a:xfrm>
              <a:off x="8730716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B4FFF7DE-E953-EBDF-1D88-5E70D77C917D}"/>
                </a:ext>
              </a:extLst>
            </p:cNvPr>
            <p:cNvSpPr/>
            <p:nvPr/>
          </p:nvSpPr>
          <p:spPr>
            <a:xfrm>
              <a:off x="9332567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27813C86-EDAE-D5A6-4E9E-F90F2747C248}"/>
              </a:ext>
            </a:extLst>
          </p:cNvPr>
          <p:cNvGrpSpPr/>
          <p:nvPr/>
        </p:nvGrpSpPr>
        <p:grpSpPr>
          <a:xfrm>
            <a:off x="2327332" y="5994396"/>
            <a:ext cx="7476644" cy="493830"/>
            <a:chOff x="2328621" y="2421967"/>
            <a:chExt cx="7476644" cy="493830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3B9D3C89-2755-1090-B31D-B9561332BF2D}"/>
                </a:ext>
              </a:extLst>
            </p:cNvPr>
            <p:cNvSpPr/>
            <p:nvPr/>
          </p:nvSpPr>
          <p:spPr>
            <a:xfrm>
              <a:off x="2328621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FB373622-DC82-78AC-2DC3-6DC7A79498FD}"/>
                </a:ext>
              </a:extLst>
            </p:cNvPr>
            <p:cNvSpPr/>
            <p:nvPr/>
          </p:nvSpPr>
          <p:spPr>
            <a:xfrm>
              <a:off x="2930472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20098B51-456F-3497-4330-6A3A8BED99E3}"/>
                </a:ext>
              </a:extLst>
            </p:cNvPr>
            <p:cNvSpPr/>
            <p:nvPr/>
          </p:nvSpPr>
          <p:spPr>
            <a:xfrm>
              <a:off x="353232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96ACB5D-40F6-AB8D-7767-3619AB117D86}"/>
                </a:ext>
              </a:extLst>
            </p:cNvPr>
            <p:cNvSpPr txBox="1"/>
            <p:nvPr/>
          </p:nvSpPr>
          <p:spPr>
            <a:xfrm>
              <a:off x="4134174" y="2442586"/>
              <a:ext cx="47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B45FC077-F188-72CB-1781-0ADA7B0FEBE2}"/>
                </a:ext>
              </a:extLst>
            </p:cNvPr>
            <p:cNvSpPr/>
            <p:nvPr/>
          </p:nvSpPr>
          <p:spPr>
            <a:xfrm>
              <a:off x="4606872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0760E352-0C1D-5131-AD20-DB8C885C0416}"/>
                </a:ext>
              </a:extLst>
            </p:cNvPr>
            <p:cNvSpPr/>
            <p:nvPr/>
          </p:nvSpPr>
          <p:spPr>
            <a:xfrm>
              <a:off x="520872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27BE0C96-7027-41DE-29D8-46F5E7569879}"/>
                </a:ext>
              </a:extLst>
            </p:cNvPr>
            <p:cNvSpPr/>
            <p:nvPr/>
          </p:nvSpPr>
          <p:spPr>
            <a:xfrm>
              <a:off x="5810574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538101B-5DC0-853F-CDA7-F4DF4DC0AD10}"/>
                </a:ext>
              </a:extLst>
            </p:cNvPr>
            <p:cNvSpPr/>
            <p:nvPr/>
          </p:nvSpPr>
          <p:spPr>
            <a:xfrm>
              <a:off x="6486043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30F19363-7014-C6CD-25F8-EDE9C1BA9C0E}"/>
                </a:ext>
              </a:extLst>
            </p:cNvPr>
            <p:cNvSpPr/>
            <p:nvPr/>
          </p:nvSpPr>
          <p:spPr>
            <a:xfrm>
              <a:off x="7087894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7DC1B6B-A5BB-AAA2-AE07-77C09985AC3C}"/>
                </a:ext>
              </a:extLst>
            </p:cNvPr>
            <p:cNvSpPr txBox="1"/>
            <p:nvPr/>
          </p:nvSpPr>
          <p:spPr>
            <a:xfrm>
              <a:off x="7689745" y="2421967"/>
              <a:ext cx="47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45A27475-429F-BB67-5700-CCBE33EA5DF8}"/>
                </a:ext>
              </a:extLst>
            </p:cNvPr>
            <p:cNvSpPr/>
            <p:nvPr/>
          </p:nvSpPr>
          <p:spPr>
            <a:xfrm>
              <a:off x="8128865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D466C40D-28C6-89CF-85F1-3342C06CCEEB}"/>
                </a:ext>
              </a:extLst>
            </p:cNvPr>
            <p:cNvSpPr/>
            <p:nvPr/>
          </p:nvSpPr>
          <p:spPr>
            <a:xfrm>
              <a:off x="8730716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DA9FD929-3233-32B4-D7EA-65871D4BC1F2}"/>
                </a:ext>
              </a:extLst>
            </p:cNvPr>
            <p:cNvSpPr/>
            <p:nvPr/>
          </p:nvSpPr>
          <p:spPr>
            <a:xfrm>
              <a:off x="9332567" y="2474095"/>
              <a:ext cx="472698" cy="441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81E122AC-658B-1595-9DE0-91C90423AF00}"/>
              </a:ext>
            </a:extLst>
          </p:cNvPr>
          <p:cNvSpPr txBox="1"/>
          <p:nvPr/>
        </p:nvSpPr>
        <p:spPr>
          <a:xfrm>
            <a:off x="1894668" y="2469352"/>
            <a:ext cx="313841" cy="37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125BF38-8A17-7218-D104-9CBFEAEB5B90}"/>
              </a:ext>
            </a:extLst>
          </p:cNvPr>
          <p:cNvSpPr txBox="1"/>
          <p:nvPr/>
        </p:nvSpPr>
        <p:spPr>
          <a:xfrm>
            <a:off x="1894668" y="3052037"/>
            <a:ext cx="313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E0D0771-10BC-E0AC-22AB-A85777E88A73}"/>
              </a:ext>
            </a:extLst>
          </p:cNvPr>
          <p:cNvSpPr txBox="1"/>
          <p:nvPr/>
        </p:nvSpPr>
        <p:spPr>
          <a:xfrm>
            <a:off x="1894667" y="3632094"/>
            <a:ext cx="313841" cy="37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5" name="화살표: 왼쪽으로 구부러짐 104">
            <a:extLst>
              <a:ext uri="{FF2B5EF4-FFF2-40B4-BE49-F238E27FC236}">
                <a16:creationId xmlns:a16="http://schemas.microsoft.com/office/drawing/2014/main" id="{4EBDC714-4F94-7C1A-448E-E970AE13172F}"/>
              </a:ext>
            </a:extLst>
          </p:cNvPr>
          <p:cNvSpPr/>
          <p:nvPr/>
        </p:nvSpPr>
        <p:spPr>
          <a:xfrm>
            <a:off x="9911168" y="2657043"/>
            <a:ext cx="216976" cy="604433"/>
          </a:xfrm>
          <a:prstGeom prst="curved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0418DE46-B36B-FD6E-BAC5-3114DFE45799}"/>
                  </a:ext>
                </a:extLst>
              </p:cNvPr>
              <p:cNvSpPr txBox="1"/>
              <p:nvPr/>
            </p:nvSpPr>
            <p:spPr>
              <a:xfrm>
                <a:off x="10275376" y="2727702"/>
                <a:ext cx="17823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layer 0</a:t>
                </a:r>
                <a:r>
                  <a:rPr lang="ko-KR" altLang="en-US" dirty="0"/>
                  <a:t>의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8</a:t>
                </a:r>
                <a:r>
                  <a:rPr lang="ko-KR" altLang="en-US" dirty="0"/>
                  <a:t>가지 모두 계산 </a:t>
                </a: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0418DE46-B36B-FD6E-BAC5-3114DFE45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5376" y="2727702"/>
                <a:ext cx="1782364" cy="646331"/>
              </a:xfrm>
              <a:prstGeom prst="rect">
                <a:avLst/>
              </a:prstGeom>
              <a:blipFill>
                <a:blip r:embed="rId4"/>
                <a:stretch>
                  <a:fillRect l="-3082" t="-4717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화살표: 왼쪽으로 구부러짐 106">
            <a:extLst>
              <a:ext uri="{FF2B5EF4-FFF2-40B4-BE49-F238E27FC236}">
                <a16:creationId xmlns:a16="http://schemas.microsoft.com/office/drawing/2014/main" id="{CEFF1A1D-2665-1638-5046-4CD1EF34FBEB}"/>
              </a:ext>
            </a:extLst>
          </p:cNvPr>
          <p:cNvSpPr/>
          <p:nvPr/>
        </p:nvSpPr>
        <p:spPr>
          <a:xfrm>
            <a:off x="9911168" y="3374033"/>
            <a:ext cx="216976" cy="604433"/>
          </a:xfrm>
          <a:prstGeom prst="curved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CF81136-E9FF-7AE2-2127-54BF4EE72372}"/>
                  </a:ext>
                </a:extLst>
              </p:cNvPr>
              <p:cNvSpPr txBox="1"/>
              <p:nvPr/>
            </p:nvSpPr>
            <p:spPr>
              <a:xfrm>
                <a:off x="10275376" y="3443354"/>
                <a:ext cx="17823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layer 1</a:t>
                </a:r>
                <a:r>
                  <a:rPr lang="ko-KR" altLang="en-US" dirty="0"/>
                  <a:t>의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8</a:t>
                </a:r>
                <a:r>
                  <a:rPr lang="ko-KR" altLang="en-US" dirty="0"/>
                  <a:t>가지 모두 계산 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CF81136-E9FF-7AE2-2127-54BF4EE72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5376" y="3443354"/>
                <a:ext cx="1782364" cy="646331"/>
              </a:xfrm>
              <a:prstGeom prst="rect">
                <a:avLst/>
              </a:prstGeom>
              <a:blipFill>
                <a:blip r:embed="rId5"/>
                <a:stretch>
                  <a:fillRect l="-3082" t="-566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00B90B68-9054-6375-2D6B-01C3A21180E2}"/>
              </a:ext>
            </a:extLst>
          </p:cNvPr>
          <p:cNvSpPr txBox="1"/>
          <p:nvPr/>
        </p:nvSpPr>
        <p:spPr>
          <a:xfrm>
            <a:off x="1844298" y="6093741"/>
            <a:ext cx="484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EF7929D-90D9-DAB6-C16D-97203A7560A9}"/>
              </a:ext>
            </a:extLst>
          </p:cNvPr>
          <p:cNvSpPr txBox="1"/>
          <p:nvPr/>
        </p:nvSpPr>
        <p:spPr>
          <a:xfrm>
            <a:off x="1809425" y="5479882"/>
            <a:ext cx="484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8747458-2E26-8D10-F0FD-422D5EB60423}"/>
              </a:ext>
            </a:extLst>
          </p:cNvPr>
          <p:cNvSpPr txBox="1"/>
          <p:nvPr/>
        </p:nvSpPr>
        <p:spPr>
          <a:xfrm>
            <a:off x="1809425" y="4794836"/>
            <a:ext cx="484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112" name="화살표: 왼쪽으로 구부러짐 111">
            <a:extLst>
              <a:ext uri="{FF2B5EF4-FFF2-40B4-BE49-F238E27FC236}">
                <a16:creationId xmlns:a16="http://schemas.microsoft.com/office/drawing/2014/main" id="{400242F5-518D-F7F8-9755-4C40A48545EC}"/>
              </a:ext>
            </a:extLst>
          </p:cNvPr>
          <p:cNvSpPr/>
          <p:nvPr/>
        </p:nvSpPr>
        <p:spPr>
          <a:xfrm>
            <a:off x="9854341" y="5601909"/>
            <a:ext cx="216976" cy="604433"/>
          </a:xfrm>
          <a:prstGeom prst="curved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364EB1B3-F9EA-C22A-2910-9B499C687CF7}"/>
                  </a:ext>
                </a:extLst>
              </p:cNvPr>
              <p:cNvSpPr txBox="1"/>
              <p:nvPr/>
            </p:nvSpPr>
            <p:spPr>
              <a:xfrm>
                <a:off x="10218548" y="5671230"/>
                <a:ext cx="183919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layer 15</a:t>
                </a:r>
                <a:r>
                  <a:rPr lang="ko-KR" altLang="en-US" dirty="0"/>
                  <a:t>의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8</a:t>
                </a:r>
                <a:r>
                  <a:rPr lang="ko-KR" altLang="en-US" dirty="0"/>
                  <a:t>가지 모두 계산 </a:t>
                </a: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364EB1B3-F9EA-C22A-2910-9B499C687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548" y="5671230"/>
                <a:ext cx="1839191" cy="646331"/>
              </a:xfrm>
              <a:prstGeom prst="rect">
                <a:avLst/>
              </a:prstGeom>
              <a:blipFill>
                <a:blip r:embed="rId6"/>
                <a:stretch>
                  <a:fillRect l="-2649" t="-4717" r="-1987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화살표: 왼쪽으로 구부러짐 115">
            <a:extLst>
              <a:ext uri="{FF2B5EF4-FFF2-40B4-BE49-F238E27FC236}">
                <a16:creationId xmlns:a16="http://schemas.microsoft.com/office/drawing/2014/main" id="{425F2FF3-084E-284E-A3E3-6B2A5444F2FE}"/>
              </a:ext>
            </a:extLst>
          </p:cNvPr>
          <p:cNvSpPr/>
          <p:nvPr/>
        </p:nvSpPr>
        <p:spPr>
          <a:xfrm>
            <a:off x="9864701" y="4880969"/>
            <a:ext cx="216976" cy="604433"/>
          </a:xfrm>
          <a:prstGeom prst="curved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EF23D407-FB34-B65A-9574-6ABA4C6F861D}"/>
                  </a:ext>
                </a:extLst>
              </p:cNvPr>
              <p:cNvSpPr txBox="1"/>
              <p:nvPr/>
            </p:nvSpPr>
            <p:spPr>
              <a:xfrm>
                <a:off x="10228908" y="4950290"/>
                <a:ext cx="183919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layer 14</a:t>
                </a:r>
                <a:r>
                  <a:rPr lang="ko-KR" altLang="en-US" dirty="0"/>
                  <a:t>의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8</a:t>
                </a:r>
                <a:r>
                  <a:rPr lang="ko-KR" altLang="en-US" dirty="0"/>
                  <a:t>가지 모두 계산 </a:t>
                </a: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EF23D407-FB34-B65A-9574-6ABA4C6F8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8908" y="4950290"/>
                <a:ext cx="1839191" cy="646331"/>
              </a:xfrm>
              <a:prstGeom prst="rect">
                <a:avLst/>
              </a:prstGeom>
              <a:blipFill>
                <a:blip r:embed="rId7"/>
                <a:stretch>
                  <a:fillRect l="-2980" t="-4717" r="-1656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왼쪽 중괄호 118">
            <a:extLst>
              <a:ext uri="{FF2B5EF4-FFF2-40B4-BE49-F238E27FC236}">
                <a16:creationId xmlns:a16="http://schemas.microsoft.com/office/drawing/2014/main" id="{28984232-1FC0-4554-D4E5-36865EB42221}"/>
              </a:ext>
            </a:extLst>
          </p:cNvPr>
          <p:cNvSpPr/>
          <p:nvPr/>
        </p:nvSpPr>
        <p:spPr>
          <a:xfrm>
            <a:off x="1495587" y="2657043"/>
            <a:ext cx="216976" cy="3806030"/>
          </a:xfrm>
          <a:prstGeom prst="leftBrac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왼쪽 중괄호 119">
            <a:extLst>
              <a:ext uri="{FF2B5EF4-FFF2-40B4-BE49-F238E27FC236}">
                <a16:creationId xmlns:a16="http://schemas.microsoft.com/office/drawing/2014/main" id="{67D2BC00-E1E6-9E2C-BADD-6D872D1A6B83}"/>
              </a:ext>
            </a:extLst>
          </p:cNvPr>
          <p:cNvSpPr/>
          <p:nvPr/>
        </p:nvSpPr>
        <p:spPr>
          <a:xfrm rot="5400000">
            <a:off x="6071381" y="-1613197"/>
            <a:ext cx="233260" cy="7332660"/>
          </a:xfrm>
          <a:prstGeom prst="lef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DD316AF-40E2-5666-7A94-C9900DF93265}"/>
              </a:ext>
            </a:extLst>
          </p:cNvPr>
          <p:cNvSpPr txBox="1"/>
          <p:nvPr/>
        </p:nvSpPr>
        <p:spPr>
          <a:xfrm>
            <a:off x="565688" y="4355025"/>
            <a:ext cx="747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layer</a:t>
            </a:r>
            <a:endParaRPr lang="ko-KR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9B6AED8-CE33-7D39-CBA5-24C5BD2A4B65}"/>
                  </a:ext>
                </a:extLst>
              </p:cNvPr>
              <p:cNvSpPr txBox="1"/>
              <p:nvPr/>
            </p:nvSpPr>
            <p:spPr>
              <a:xfrm>
                <a:off x="5572961" y="1511085"/>
                <a:ext cx="12166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ws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9B6AED8-CE33-7D39-CBA5-24C5BD2A4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961" y="1511085"/>
                <a:ext cx="121661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TextBox 124">
            <a:extLst>
              <a:ext uri="{FF2B5EF4-FFF2-40B4-BE49-F238E27FC236}">
                <a16:creationId xmlns:a16="http://schemas.microsoft.com/office/drawing/2014/main" id="{E38E90D9-AB58-4CF2-B667-53B1DEAABEBE}"/>
              </a:ext>
            </a:extLst>
          </p:cNvPr>
          <p:cNvSpPr txBox="1"/>
          <p:nvPr/>
        </p:nvSpPr>
        <p:spPr>
          <a:xfrm>
            <a:off x="147234" y="1625770"/>
            <a:ext cx="2913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셀은 누적 </a:t>
            </a:r>
            <a:r>
              <a:rPr lang="en-US" altLang="ko-KR" dirty="0"/>
              <a:t>value</a:t>
            </a:r>
            <a:r>
              <a:rPr lang="ko-KR" altLang="en-US" dirty="0"/>
              <a:t>의 최댓값</a:t>
            </a:r>
          </a:p>
        </p:txBody>
      </p: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8B426803-1188-12E1-C50C-EC2244E89B8C}"/>
              </a:ext>
            </a:extLst>
          </p:cNvPr>
          <p:cNvCxnSpPr>
            <a:cxnSpLocks/>
            <a:endCxn id="125" idx="2"/>
          </p:cNvCxnSpPr>
          <p:nvPr/>
        </p:nvCxnSpPr>
        <p:spPr>
          <a:xfrm flipH="1" flipV="1">
            <a:off x="1604075" y="1995102"/>
            <a:ext cx="2022528" cy="11743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4736FC47-5B99-0402-D17F-0D0047668549}"/>
              </a:ext>
            </a:extLst>
          </p:cNvPr>
          <p:cNvSpPr/>
          <p:nvPr/>
        </p:nvSpPr>
        <p:spPr>
          <a:xfrm>
            <a:off x="1844298" y="5994395"/>
            <a:ext cx="8128861" cy="60443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EC2AD6D-8DE2-F75B-3D9B-4F7FE7534946}"/>
              </a:ext>
            </a:extLst>
          </p:cNvPr>
          <p:cNvSpPr txBox="1"/>
          <p:nvPr/>
        </p:nvSpPr>
        <p:spPr>
          <a:xfrm>
            <a:off x="204708" y="6111946"/>
            <a:ext cx="991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최종 답</a:t>
            </a:r>
          </a:p>
        </p:txBody>
      </p: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1ACF6BCA-611B-E9FE-61E0-3C7E251EC940}"/>
              </a:ext>
            </a:extLst>
          </p:cNvPr>
          <p:cNvCxnSpPr>
            <a:stCxn id="132" idx="3"/>
            <a:endCxn id="129" idx="1"/>
          </p:cNvCxnSpPr>
          <p:nvPr/>
        </p:nvCxnSpPr>
        <p:spPr>
          <a:xfrm>
            <a:off x="1196599" y="6296612"/>
            <a:ext cx="64769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699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491AF-7578-D186-E7AF-648840B0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 do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4A064D-1AC5-A157-3268-BA056F16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C3D505-A90C-9CAB-1606-3D24F79704B1}"/>
              </a:ext>
            </a:extLst>
          </p:cNvPr>
          <p:cNvSpPr txBox="1"/>
          <p:nvPr/>
        </p:nvSpPr>
        <p:spPr>
          <a:xfrm>
            <a:off x="1470992" y="2027582"/>
            <a:ext cx="90167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Phase 2 code </a:t>
            </a:r>
            <a:r>
              <a:rPr lang="ko-KR" altLang="en-US" dirty="0"/>
              <a:t>구현과 수정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다양한 </a:t>
            </a:r>
            <a:r>
              <a:rPr lang="en-US" altLang="ko-KR" dirty="0"/>
              <a:t>hardware constraint</a:t>
            </a:r>
            <a:r>
              <a:rPr lang="ko-KR" altLang="en-US" dirty="0"/>
              <a:t>으로 </a:t>
            </a:r>
            <a:r>
              <a:rPr lang="en-US" altLang="ko-KR" dirty="0"/>
              <a:t>tau list</a:t>
            </a:r>
            <a:r>
              <a:rPr lang="ko-KR" altLang="en-US" dirty="0"/>
              <a:t>를 도출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weight</a:t>
            </a:r>
            <a:r>
              <a:rPr lang="ko-KR" altLang="en-US" dirty="0"/>
              <a:t> </a:t>
            </a:r>
            <a:r>
              <a:rPr lang="en-US" altLang="ko-KR" dirty="0"/>
              <a:t>storage constraint : 4, 5, 6, 7, 8 ,9 Mbit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BitOPs</a:t>
            </a:r>
            <a:r>
              <a:rPr lang="en-US" altLang="ko-KR" dirty="0"/>
              <a:t> constraint : 0.09 , 0.16, 0.3, 0.56, 1G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storage + </a:t>
            </a:r>
            <a:r>
              <a:rPr lang="en-US" altLang="ko-KR" dirty="0" err="1"/>
              <a:t>BitOPs</a:t>
            </a:r>
            <a:r>
              <a:rPr lang="en-US" altLang="ko-KR" dirty="0"/>
              <a:t> </a:t>
            </a:r>
            <a:r>
              <a:rPr lang="ko-KR" altLang="en-US" dirty="0"/>
              <a:t>동시에</a:t>
            </a:r>
            <a:r>
              <a:rPr lang="en-US" altLang="ko-KR" dirty="0"/>
              <a:t> constraint </a:t>
            </a:r>
            <a:r>
              <a:rPr lang="ko-KR" altLang="en-US" dirty="0"/>
              <a:t>적용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Phase 2</a:t>
            </a:r>
            <a:r>
              <a:rPr lang="ko-KR" altLang="en-US" dirty="0"/>
              <a:t>에서 뽑은 </a:t>
            </a:r>
            <a:r>
              <a:rPr lang="en-US" altLang="ko-KR" dirty="0"/>
              <a:t>tau list</a:t>
            </a:r>
            <a:r>
              <a:rPr lang="ko-KR" altLang="en-US" dirty="0"/>
              <a:t>를 </a:t>
            </a:r>
            <a:r>
              <a:rPr lang="en-US" altLang="ko-KR" dirty="0"/>
              <a:t>retrain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2813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22726</TotalTime>
  <Words>2371</Words>
  <Application>Microsoft Office PowerPoint</Application>
  <PresentationFormat>와이드스크린</PresentationFormat>
  <Paragraphs>395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Cambria Math</vt:lpstr>
      <vt:lpstr>Wingdings</vt:lpstr>
      <vt:lpstr>Office 테마</vt:lpstr>
      <vt:lpstr>Hardware-Constrained Mixed-tau SNN</vt:lpstr>
      <vt:lpstr>Goal</vt:lpstr>
      <vt:lpstr>Flow</vt:lpstr>
      <vt:lpstr>Phase 1</vt:lpstr>
      <vt:lpstr>Phase 1의 핵심</vt:lpstr>
      <vt:lpstr>Phase 1의 표 </vt:lpstr>
      <vt:lpstr>Phase 2의 Value</vt:lpstr>
      <vt:lpstr>Phase 2의 Value and Cost table</vt:lpstr>
      <vt:lpstr>Phase 2의 DP</vt:lpstr>
      <vt:lpstr>Phase 2의 T_ws  란?</vt:lpstr>
      <vt:lpstr>Phase2 의DP table</vt:lpstr>
      <vt:lpstr>To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1360</cp:revision>
  <dcterms:created xsi:type="dcterms:W3CDTF">2023-03-06T16:32:37Z</dcterms:created>
  <dcterms:modified xsi:type="dcterms:W3CDTF">2026-04-14T11:39:56Z</dcterms:modified>
</cp:coreProperties>
</file>