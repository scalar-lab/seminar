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9" r:id="rId4"/>
    <p:sldId id="280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83718" autoAdjust="0"/>
  </p:normalViewPr>
  <p:slideViewPr>
    <p:cSldViewPr snapToGrid="0">
      <p:cViewPr>
        <p:scale>
          <a:sx n="80" d="100"/>
          <a:sy n="80" d="100"/>
        </p:scale>
        <p:origin x="1320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74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EAD7-D5F2-5D6A-E9BC-D2D48753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61AAB-BDD9-0D6D-1B76-706A899D0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6E6617-64FA-C7D3-2E90-9200A0924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AE2D71-594A-66B0-30D5-43D18FF08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103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D662-188F-E6CE-EC6F-E2F35627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10D9BD-9929-53E2-7FF8-BF0049EF8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C077B4-ECB9-3E49-9493-A5C8797B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B90F3E-D5F9-A2E5-685A-CFDE5B397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574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7A56-7D74-B71B-CD48-3244FFA1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110484-72B9-093A-E706-8A6C4B3F9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EA205-3421-1D7D-E215-4DD67F823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2CD7D-6DED-1E53-EE6F-D38AD5A4A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74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PQ</a:t>
            </a:r>
            <a:r>
              <a:rPr lang="ko-KR" altLang="en-US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32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metric (2)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27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620486" y="1143000"/>
            <a:ext cx="9666514" cy="359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~2</a:t>
            </a:r>
            <a:r>
              <a:rPr lang="ko-KR" altLang="en-US" b="1" dirty="0"/>
              <a:t>월</a:t>
            </a:r>
            <a:r>
              <a:rPr lang="en-US" altLang="ko-KR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모바일 환경에서의 </a:t>
            </a:r>
            <a:r>
              <a:rPr lang="en-US" altLang="ko-KR" dirty="0"/>
              <a:t>Panoptic Quality(PQ) metric </a:t>
            </a:r>
            <a:r>
              <a:rPr lang="ko-KR" altLang="en-US" dirty="0"/>
              <a:t>개선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Performance Report – Neural Engine </a:t>
            </a:r>
            <a:r>
              <a:rPr lang="ko-KR" altLang="en-US" dirty="0"/>
              <a:t>미사용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A175-65B9-5A87-EE07-CF9A06C9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5F258-5E3D-CE25-51C2-B05B0529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Panoptic Quality(PQ)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581C5-C31C-0FFD-18AA-14889E2A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1" name="그림 10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CEF700-E195-849C-705D-CAB921B4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63" y="1876613"/>
            <a:ext cx="7697274" cy="1781424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0FE60F-42E0-89AA-079D-1F8A5F6A8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270" y="4316104"/>
            <a:ext cx="5056335" cy="240537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393E96-B327-E76C-A519-F9A403572BEE}"/>
              </a:ext>
            </a:extLst>
          </p:cNvPr>
          <p:cNvSpPr/>
          <p:nvPr/>
        </p:nvSpPr>
        <p:spPr>
          <a:xfrm>
            <a:off x="10546080" y="4495800"/>
            <a:ext cx="563880" cy="156972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60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9686B-522C-0A57-D227-F94AEBD6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A9D65-AE5E-6A08-4050-7EC1B693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PQ </a:t>
            </a:r>
            <a:r>
              <a:rPr lang="ko-KR" altLang="en-US" dirty="0"/>
              <a:t>비교</a:t>
            </a:r>
            <a:r>
              <a:rPr lang="en-US" altLang="ko-KR" dirty="0"/>
              <a:t> – GT</a:t>
            </a:r>
            <a:r>
              <a:rPr lang="ko-KR" altLang="en-US" dirty="0"/>
              <a:t>와 </a:t>
            </a:r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71D4B-B786-B3F9-505F-0DE3C77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7A7468-885F-0C24-6BC4-9DA0AA246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4" y="1266523"/>
            <a:ext cx="1190791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4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878B-ABB3-E9BA-AAA9-AF8B9BBC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E7598-D917-5E9C-E047-47D948CD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PQ </a:t>
            </a:r>
            <a:r>
              <a:rPr lang="ko-KR" altLang="en-US" dirty="0"/>
              <a:t>비교 </a:t>
            </a:r>
            <a:r>
              <a:rPr lang="en-US" altLang="ko-KR" dirty="0"/>
              <a:t>– GT</a:t>
            </a:r>
            <a:r>
              <a:rPr lang="ko-KR" altLang="en-US" dirty="0"/>
              <a:t>와 모바일 환경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614F8A-E9E2-03F1-3266-41D908E8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C559B1-8576-75E7-0897-1C4553C4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"/>
          <a:stretch>
            <a:fillRect/>
          </a:stretch>
        </p:blipFill>
        <p:spPr>
          <a:xfrm>
            <a:off x="139627" y="1214128"/>
            <a:ext cx="11912746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8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6BB9-D577-4E21-A408-B1C39A21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735F8-926E-BCF9-8712-E65920CB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PQ </a:t>
            </a:r>
            <a:r>
              <a:rPr lang="ko-KR" altLang="en-US" dirty="0"/>
              <a:t>비교 </a:t>
            </a:r>
            <a:r>
              <a:rPr lang="en-US" altLang="ko-KR" dirty="0"/>
              <a:t>– GT</a:t>
            </a:r>
            <a:r>
              <a:rPr lang="ko-KR" altLang="en-US" dirty="0"/>
              <a:t>와 모바일 환경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6CD59-CD56-732F-DD66-C6C73D2A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E38053-CA27-09AB-D54A-958503DA1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" y="1286467"/>
            <a:ext cx="12191989" cy="249625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8C4D89-4FD7-CD09-4838-CF7EC1DCB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006072"/>
              </p:ext>
            </p:extLst>
          </p:nvPr>
        </p:nvGraphicFramePr>
        <p:xfrm>
          <a:off x="2117270" y="4564810"/>
          <a:ext cx="8128000" cy="1483360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784583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448563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14099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1048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PQ(%)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SQ(%)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RQ(%)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857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Baseline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49.97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83.91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58.85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163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모바일 환경 </a:t>
                      </a: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25.98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69.96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33.27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00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모바일 환경 </a:t>
                      </a: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40.16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74.09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48.32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5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66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성능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C5EE40B-09EE-84C8-4EE3-633A098800B7}"/>
              </a:ext>
            </a:extLst>
          </p:cNvPr>
          <p:cNvGrpSpPr/>
          <p:nvPr/>
        </p:nvGrpSpPr>
        <p:grpSpPr>
          <a:xfrm>
            <a:off x="170552" y="2403551"/>
            <a:ext cx="11842188" cy="2557712"/>
            <a:chOff x="170552" y="1764358"/>
            <a:chExt cx="11842188" cy="2557712"/>
          </a:xfrm>
        </p:grpSpPr>
        <p:pic>
          <p:nvPicPr>
            <p:cNvPr id="7" name="그림 6" descr="텍스트, 스크린샷, 라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097790-38DD-B9E1-F705-A63D39C76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913" b="3140"/>
            <a:stretch>
              <a:fillRect/>
            </a:stretch>
          </p:blipFill>
          <p:spPr>
            <a:xfrm>
              <a:off x="170552" y="1764358"/>
              <a:ext cx="11842187" cy="220363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BD0CC1E-1E30-3DE0-6EE3-5E86163F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48" t="4006" r="4276" b="5435"/>
            <a:stretch>
              <a:fillRect/>
            </a:stretch>
          </p:blipFill>
          <p:spPr>
            <a:xfrm>
              <a:off x="170552" y="3968313"/>
              <a:ext cx="11842188" cy="35375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F446F-E08D-B3A3-A1DC-CE08A8A549E3}"/>
                  </a:ext>
                </a:extLst>
              </p:cNvPr>
              <p:cNvSpPr txBox="1"/>
              <p:nvPr/>
            </p:nvSpPr>
            <p:spPr>
              <a:xfrm>
                <a:off x="1083543" y="1268760"/>
                <a:ext cx="50081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모델 </a:t>
                </a:r>
                <a:r>
                  <a:rPr lang="en-US" altLang="ko-KR" sz="1600" dirty="0"/>
                  <a:t>input 640*640 </a:t>
                </a:r>
                <a:r>
                  <a:rPr lang="ko-KR" altLang="en-US" sz="1600" dirty="0"/>
                  <a:t>이미지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Neural Engine, CPU, GPU </a:t>
                </a:r>
                <a:r>
                  <a:rPr lang="ko-KR" altLang="en-US" sz="1600" dirty="0"/>
                  <a:t>중</a:t>
                </a:r>
                <a:r>
                  <a:rPr lang="en-US" altLang="ko-KR" sz="1600" dirty="0"/>
                  <a:t> CPU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GPU</a:t>
                </a:r>
                <a:r>
                  <a:rPr lang="ko-KR" altLang="en-US" sz="1600" dirty="0"/>
                  <a:t>만 사용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첫번째 이미지를 제외한 </a:t>
                </a:r>
                <a:r>
                  <a:rPr lang="en-US" altLang="ko-KR" sz="1600" dirty="0"/>
                  <a:t>prediction time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lang="en-US" altLang="ko-KR" sz="1600" dirty="0"/>
                  <a:t>ms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F446F-E08D-B3A3-A1DC-CE08A8A54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43" y="1268760"/>
                <a:ext cx="5008102" cy="830997"/>
              </a:xfrm>
              <a:prstGeom prst="rect">
                <a:avLst/>
              </a:prstGeom>
              <a:blipFill>
                <a:blip r:embed="rId5"/>
                <a:stretch>
                  <a:fillRect l="-487" t="-2941" b="-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4625</TotalTime>
  <Words>155</Words>
  <Application>Microsoft Office PowerPoint</Application>
  <PresentationFormat>와이드스크린</PresentationFormat>
  <Paragraphs>49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EoMT PQ metric (2)</vt:lpstr>
      <vt:lpstr>목표 및 진행사항</vt:lpstr>
      <vt:lpstr>Panoptic Quality(PQ)</vt:lpstr>
      <vt:lpstr>PQ 비교 – GT와 baseline</vt:lpstr>
      <vt:lpstr>PQ 비교 – GT와 모바일 환경(1)</vt:lpstr>
      <vt:lpstr>PQ 비교 – GT와 모바일 환경(2)</vt:lpstr>
      <vt:lpstr>성능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1494</cp:revision>
  <dcterms:created xsi:type="dcterms:W3CDTF">2023-03-06T16:32:37Z</dcterms:created>
  <dcterms:modified xsi:type="dcterms:W3CDTF">2026-01-26T14:20:58Z</dcterms:modified>
</cp:coreProperties>
</file>