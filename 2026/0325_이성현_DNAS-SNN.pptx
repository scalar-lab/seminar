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8"/>
  </p:notesMasterIdLst>
  <p:sldIdLst>
    <p:sldId id="256" r:id="rId2"/>
    <p:sldId id="283" r:id="rId3"/>
    <p:sldId id="273" r:id="rId4"/>
    <p:sldId id="272" r:id="rId5"/>
    <p:sldId id="274" r:id="rId6"/>
    <p:sldId id="275" r:id="rId7"/>
    <p:sldId id="279" r:id="rId8"/>
    <p:sldId id="280" r:id="rId9"/>
    <p:sldId id="278" r:id="rId10"/>
    <p:sldId id="284" r:id="rId11"/>
    <p:sldId id="270" r:id="rId12"/>
    <p:sldId id="268" r:id="rId13"/>
    <p:sldId id="269" r:id="rId14"/>
    <p:sldId id="271" r:id="rId15"/>
    <p:sldId id="281" r:id="rId16"/>
    <p:sldId id="28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7592" autoAdjust="0"/>
  </p:normalViewPr>
  <p:slideViewPr>
    <p:cSldViewPr snapToGrid="0">
      <p:cViewPr varScale="1">
        <p:scale>
          <a:sx n="60" d="100"/>
          <a:sy n="60" d="100"/>
        </p:scale>
        <p:origin x="1095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3-25T01:44:08.631" v="4227" actId="20577"/>
      <pc:docMkLst>
        <pc:docMk/>
      </pc:docMkLst>
      <pc:sldChg chg="modSp mod">
        <pc:chgData name="성현 이" userId="2f0182ffdb5a30a3" providerId="LiveId" clId="{96CFCBFF-3B86-4DA3-8BC4-90A0DDDF2BC8}" dt="2026-03-23T06:42:59.753" v="13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3-23T06:42:59.753" v="13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3-23T06:42:53.646" v="1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3-23T06:43:10.651" v="21" actId="2696"/>
        <pc:sldMkLst>
          <pc:docMk/>
          <pc:sldMk cId="1800698110" sldId="257"/>
        </pc:sldMkLst>
      </pc:sldChg>
      <pc:sldChg chg="del">
        <pc:chgData name="성현 이" userId="2f0182ffdb5a30a3" providerId="LiveId" clId="{96CFCBFF-3B86-4DA3-8BC4-90A0DDDF2BC8}" dt="2026-03-23T06:43:09.909" v="20" actId="2696"/>
        <pc:sldMkLst>
          <pc:docMk/>
          <pc:sldMk cId="1323613779" sldId="258"/>
        </pc:sldMkLst>
      </pc:sldChg>
      <pc:sldChg chg="del">
        <pc:chgData name="성현 이" userId="2f0182ffdb5a30a3" providerId="LiveId" clId="{96CFCBFF-3B86-4DA3-8BC4-90A0DDDF2BC8}" dt="2026-03-23T06:43:09.113" v="19" actId="2696"/>
        <pc:sldMkLst>
          <pc:docMk/>
          <pc:sldMk cId="4233915503" sldId="259"/>
        </pc:sldMkLst>
      </pc:sldChg>
      <pc:sldChg chg="del">
        <pc:chgData name="성현 이" userId="2f0182ffdb5a30a3" providerId="LiveId" clId="{96CFCBFF-3B86-4DA3-8BC4-90A0DDDF2BC8}" dt="2026-03-23T06:43:08.280" v="18" actId="2696"/>
        <pc:sldMkLst>
          <pc:docMk/>
          <pc:sldMk cId="1461949288" sldId="261"/>
        </pc:sldMkLst>
      </pc:sldChg>
      <pc:sldChg chg="del">
        <pc:chgData name="성현 이" userId="2f0182ffdb5a30a3" providerId="LiveId" clId="{96CFCBFF-3B86-4DA3-8BC4-90A0DDDF2BC8}" dt="2026-03-23T06:43:07.586" v="17" actId="2696"/>
        <pc:sldMkLst>
          <pc:docMk/>
          <pc:sldMk cId="3856207365" sldId="262"/>
        </pc:sldMkLst>
      </pc:sldChg>
      <pc:sldChg chg="del">
        <pc:chgData name="성현 이" userId="2f0182ffdb5a30a3" providerId="LiveId" clId="{96CFCBFF-3B86-4DA3-8BC4-90A0DDDF2BC8}" dt="2026-03-23T06:43:06.658" v="16" actId="2696"/>
        <pc:sldMkLst>
          <pc:docMk/>
          <pc:sldMk cId="3797501121" sldId="263"/>
        </pc:sldMkLst>
      </pc:sldChg>
      <pc:sldChg chg="del">
        <pc:chgData name="성현 이" userId="2f0182ffdb5a30a3" providerId="LiveId" clId="{96CFCBFF-3B86-4DA3-8BC4-90A0DDDF2BC8}" dt="2026-03-23T06:43:05.658" v="15" actId="2696"/>
        <pc:sldMkLst>
          <pc:docMk/>
          <pc:sldMk cId="0" sldId="264"/>
        </pc:sldMkLst>
      </pc:sldChg>
      <pc:sldChg chg="del">
        <pc:chgData name="성현 이" userId="2f0182ffdb5a30a3" providerId="LiveId" clId="{96CFCBFF-3B86-4DA3-8BC4-90A0DDDF2BC8}" dt="2026-03-23T06:43:03.681" v="14" actId="2696"/>
        <pc:sldMkLst>
          <pc:docMk/>
          <pc:sldMk cId="293183760" sldId="265"/>
        </pc:sldMkLst>
      </pc:sldChg>
      <pc:sldChg chg="delSp del mod">
        <pc:chgData name="성현 이" userId="2f0182ffdb5a30a3" providerId="LiveId" clId="{96CFCBFF-3B86-4DA3-8BC4-90A0DDDF2BC8}" dt="2026-03-23T11:02:48.939" v="3466" actId="2696"/>
        <pc:sldMkLst>
          <pc:docMk/>
          <pc:sldMk cId="3709926731" sldId="266"/>
        </pc:sldMkLst>
      </pc:sldChg>
      <pc:sldChg chg="del">
        <pc:chgData name="성현 이" userId="2f0182ffdb5a30a3" providerId="LiveId" clId="{96CFCBFF-3B86-4DA3-8BC4-90A0DDDF2BC8}" dt="2026-03-23T06:43:11.450" v="22" actId="2696"/>
        <pc:sldMkLst>
          <pc:docMk/>
          <pc:sldMk cId="0" sldId="267"/>
        </pc:sldMkLst>
      </pc:sldChg>
      <pc:sldChg chg="addSp delSp modSp new del mod">
        <pc:chgData name="성현 이" userId="2f0182ffdb5a30a3" providerId="LiveId" clId="{96CFCBFF-3B86-4DA3-8BC4-90A0DDDF2BC8}" dt="2026-03-23T12:56:29.102" v="3666" actId="2696"/>
        <pc:sldMkLst>
          <pc:docMk/>
          <pc:sldMk cId="1444958771" sldId="267"/>
        </pc:sldMkLst>
      </pc:sldChg>
      <pc:sldChg chg="addSp delSp modSp new mod modNotesTx">
        <pc:chgData name="성현 이" userId="2f0182ffdb5a30a3" providerId="LiveId" clId="{96CFCBFF-3B86-4DA3-8BC4-90A0DDDF2BC8}" dt="2026-03-24T06:04:30.452" v="3995" actId="20577"/>
        <pc:sldMkLst>
          <pc:docMk/>
          <pc:sldMk cId="509486466" sldId="268"/>
        </pc:sldMkLst>
        <pc:spChg chg="mod">
          <ac:chgData name="성현 이" userId="2f0182ffdb5a30a3" providerId="LiveId" clId="{96CFCBFF-3B86-4DA3-8BC4-90A0DDDF2BC8}" dt="2026-03-23T06:52:04.532" v="247" actId="20577"/>
          <ac:spMkLst>
            <pc:docMk/>
            <pc:sldMk cId="509486466" sldId="268"/>
            <ac:spMk id="2" creationId="{95A1A771-4BBB-4293-296C-1F716665EA4F}"/>
          </ac:spMkLst>
        </pc:spChg>
        <pc:spChg chg="add mod">
          <ac:chgData name="성현 이" userId="2f0182ffdb5a30a3" providerId="LiveId" clId="{96CFCBFF-3B86-4DA3-8BC4-90A0DDDF2BC8}" dt="2026-03-23T07:17:51.208" v="804" actId="164"/>
          <ac:spMkLst>
            <pc:docMk/>
            <pc:sldMk cId="509486466" sldId="268"/>
            <ac:spMk id="5" creationId="{E9F96A09-4790-F886-C93D-368BB3661D76}"/>
          </ac:spMkLst>
        </pc:spChg>
        <pc:spChg chg="add mod">
          <ac:chgData name="성현 이" userId="2f0182ffdb5a30a3" providerId="LiveId" clId="{96CFCBFF-3B86-4DA3-8BC4-90A0DDDF2BC8}" dt="2026-03-23T07:17:51.208" v="804" actId="164"/>
          <ac:spMkLst>
            <pc:docMk/>
            <pc:sldMk cId="509486466" sldId="268"/>
            <ac:spMk id="6" creationId="{4A91A981-BB1B-62D5-6F72-41613F08E5BE}"/>
          </ac:spMkLst>
        </pc:spChg>
        <pc:spChg chg="add mod">
          <ac:chgData name="성현 이" userId="2f0182ffdb5a30a3" providerId="LiveId" clId="{96CFCBFF-3B86-4DA3-8BC4-90A0DDDF2BC8}" dt="2026-03-23T07:17:51.208" v="804" actId="164"/>
          <ac:spMkLst>
            <pc:docMk/>
            <pc:sldMk cId="509486466" sldId="268"/>
            <ac:spMk id="7" creationId="{56C3BD3E-23E2-CA41-9866-622B5AEB7A04}"/>
          </ac:spMkLst>
        </pc:spChg>
        <pc:spChg chg="add mod">
          <ac:chgData name="성현 이" userId="2f0182ffdb5a30a3" providerId="LiveId" clId="{96CFCBFF-3B86-4DA3-8BC4-90A0DDDF2BC8}" dt="2026-03-23T07:17:51.208" v="804" actId="164"/>
          <ac:spMkLst>
            <pc:docMk/>
            <pc:sldMk cId="509486466" sldId="268"/>
            <ac:spMk id="8" creationId="{5C69B525-C558-2B5B-02C6-DFA978B25387}"/>
          </ac:spMkLst>
        </pc:spChg>
        <pc:spChg chg="add mod">
          <ac:chgData name="성현 이" userId="2f0182ffdb5a30a3" providerId="LiveId" clId="{96CFCBFF-3B86-4DA3-8BC4-90A0DDDF2BC8}" dt="2026-03-23T07:17:58.773" v="806" actId="1076"/>
          <ac:spMkLst>
            <pc:docMk/>
            <pc:sldMk cId="509486466" sldId="268"/>
            <ac:spMk id="9" creationId="{F08E96E8-4052-C4E8-551B-DECD8C3CE5CB}"/>
          </ac:spMkLst>
        </pc:spChg>
        <pc:spChg chg="add mod">
          <ac:chgData name="성현 이" userId="2f0182ffdb5a30a3" providerId="LiveId" clId="{96CFCBFF-3B86-4DA3-8BC4-90A0DDDF2BC8}" dt="2026-03-23T07:26:30.116" v="882" actId="14100"/>
          <ac:spMkLst>
            <pc:docMk/>
            <pc:sldMk cId="509486466" sldId="268"/>
            <ac:spMk id="13" creationId="{AF5FE305-2DBA-E2AE-4FA3-CEE8679D4A95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14" creationId="{B62540FD-80A6-9A28-9877-8C88E1374E21}"/>
          </ac:spMkLst>
        </pc:spChg>
        <pc:spChg chg="add mod">
          <ac:chgData name="성현 이" userId="2f0182ffdb5a30a3" providerId="LiveId" clId="{96CFCBFF-3B86-4DA3-8BC4-90A0DDDF2BC8}" dt="2026-03-23T07:02:52.799" v="522" actId="1076"/>
          <ac:spMkLst>
            <pc:docMk/>
            <pc:sldMk cId="509486466" sldId="268"/>
            <ac:spMk id="15" creationId="{2227CFC8-B9AF-AD94-0EE1-0DD9EE3F9F09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16" creationId="{B23B3693-F2DB-9734-8507-06C4BEF803D7}"/>
          </ac:spMkLst>
        </pc:spChg>
        <pc:spChg chg="add mod">
          <ac:chgData name="성현 이" userId="2f0182ffdb5a30a3" providerId="LiveId" clId="{96CFCBFF-3B86-4DA3-8BC4-90A0DDDF2BC8}" dt="2026-03-23T07:02:52.799" v="522" actId="1076"/>
          <ac:spMkLst>
            <pc:docMk/>
            <pc:sldMk cId="509486466" sldId="268"/>
            <ac:spMk id="17" creationId="{906DA36E-DF62-CEB4-1BD1-D0A018F43002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18" creationId="{9FD90616-DF89-9EF6-7A18-277C425AA0E1}"/>
          </ac:spMkLst>
        </pc:spChg>
        <pc:spChg chg="add mod">
          <ac:chgData name="성현 이" userId="2f0182ffdb5a30a3" providerId="LiveId" clId="{96CFCBFF-3B86-4DA3-8BC4-90A0DDDF2BC8}" dt="2026-03-23T07:05:06.750" v="550" actId="20577"/>
          <ac:spMkLst>
            <pc:docMk/>
            <pc:sldMk cId="509486466" sldId="268"/>
            <ac:spMk id="22" creationId="{217DDEC7-C6D3-B0DA-68DE-CA83DB1DD504}"/>
          </ac:spMkLst>
        </pc:spChg>
        <pc:spChg chg="add mod">
          <ac:chgData name="성현 이" userId="2f0182ffdb5a30a3" providerId="LiveId" clId="{96CFCBFF-3B86-4DA3-8BC4-90A0DDDF2BC8}" dt="2026-03-23T07:05:11.253" v="552" actId="20577"/>
          <ac:spMkLst>
            <pc:docMk/>
            <pc:sldMk cId="509486466" sldId="268"/>
            <ac:spMk id="23" creationId="{9AA9AA97-6DE7-013A-B760-87EA0E224947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24" creationId="{93005388-0057-1DA4-3BD7-BC70B7EE00E3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25" creationId="{4A495820-7E4B-29BB-073D-9089DD5FB864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26" creationId="{D6C0C541-0CCF-88A7-EDBD-5E100A032296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27" creationId="{1062D11E-B335-0E50-CE2B-DB159AD9DB63}"/>
          </ac:spMkLst>
        </pc:spChg>
        <pc:spChg chg="add mod">
          <ac:chgData name="성현 이" userId="2f0182ffdb5a30a3" providerId="LiveId" clId="{96CFCBFF-3B86-4DA3-8BC4-90A0DDDF2BC8}" dt="2026-03-23T07:05:28.225" v="562" actId="20577"/>
          <ac:spMkLst>
            <pc:docMk/>
            <pc:sldMk cId="509486466" sldId="268"/>
            <ac:spMk id="28" creationId="{F00B033F-B327-1DC0-75A9-D03BD2CA9CC8}"/>
          </ac:spMkLst>
        </pc:spChg>
        <pc:spChg chg="add mod">
          <ac:chgData name="성현 이" userId="2f0182ffdb5a30a3" providerId="LiveId" clId="{96CFCBFF-3B86-4DA3-8BC4-90A0DDDF2BC8}" dt="2026-03-23T07:17:58.773" v="806" actId="1076"/>
          <ac:spMkLst>
            <pc:docMk/>
            <pc:sldMk cId="509486466" sldId="268"/>
            <ac:spMk id="33" creationId="{905E55E2-DAFA-F3AC-C84D-38606A838C9D}"/>
          </ac:spMkLst>
        </pc:spChg>
        <pc:spChg chg="add mod">
          <ac:chgData name="성현 이" userId="2f0182ffdb5a30a3" providerId="LiveId" clId="{96CFCBFF-3B86-4DA3-8BC4-90A0DDDF2BC8}" dt="2026-03-23T07:14:16.410" v="725" actId="20577"/>
          <ac:spMkLst>
            <pc:docMk/>
            <pc:sldMk cId="509486466" sldId="268"/>
            <ac:spMk id="34" creationId="{BDB70B8E-62FD-F24A-D36E-6288BCB93BA8}"/>
          </ac:spMkLst>
        </pc:spChg>
        <pc:spChg chg="add mod">
          <ac:chgData name="성현 이" userId="2f0182ffdb5a30a3" providerId="LiveId" clId="{96CFCBFF-3B86-4DA3-8BC4-90A0DDDF2BC8}" dt="2026-03-23T07:14:21.680" v="728" actId="20577"/>
          <ac:spMkLst>
            <pc:docMk/>
            <pc:sldMk cId="509486466" sldId="268"/>
            <ac:spMk id="35" creationId="{1FC6F0B1-7E0F-EB8B-4566-74C34EBDB5A8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36" creationId="{82E508C8-408C-E03F-6D80-3280889D103A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37" creationId="{0FE44B4A-60D1-F0B2-B0D4-5438B5ACEF0D}"/>
          </ac:spMkLst>
        </pc:spChg>
        <pc:spChg chg="add mod">
          <ac:chgData name="성현 이" userId="2f0182ffdb5a30a3" providerId="LiveId" clId="{96CFCBFF-3B86-4DA3-8BC4-90A0DDDF2BC8}" dt="2026-03-23T07:16:17.688" v="779" actId="2085"/>
          <ac:spMkLst>
            <pc:docMk/>
            <pc:sldMk cId="509486466" sldId="268"/>
            <ac:spMk id="43" creationId="{A9882989-40FF-71F9-077E-5E209FA30D07}"/>
          </ac:spMkLst>
        </pc:spChg>
        <pc:spChg chg="add mod">
          <ac:chgData name="성현 이" userId="2f0182ffdb5a30a3" providerId="LiveId" clId="{96CFCBFF-3B86-4DA3-8BC4-90A0DDDF2BC8}" dt="2026-03-23T07:18:11.991" v="807" actId="164"/>
          <ac:spMkLst>
            <pc:docMk/>
            <pc:sldMk cId="509486466" sldId="268"/>
            <ac:spMk id="44" creationId="{58E7730C-9F65-6A2E-102C-45B8261E9118}"/>
          </ac:spMkLst>
        </pc:spChg>
        <pc:spChg chg="add mod">
          <ac:chgData name="성현 이" userId="2f0182ffdb5a30a3" providerId="LiveId" clId="{96CFCBFF-3B86-4DA3-8BC4-90A0DDDF2BC8}" dt="2026-03-23T07:16:17.688" v="779" actId="2085"/>
          <ac:spMkLst>
            <pc:docMk/>
            <pc:sldMk cId="509486466" sldId="268"/>
            <ac:spMk id="45" creationId="{6421A162-0DDD-072B-0EB4-1258A626E2C6}"/>
          </ac:spMkLst>
        </pc:spChg>
        <pc:spChg chg="add mod">
          <ac:chgData name="성현 이" userId="2f0182ffdb5a30a3" providerId="LiveId" clId="{96CFCBFF-3B86-4DA3-8BC4-90A0DDDF2BC8}" dt="2026-03-23T07:16:17.688" v="779" actId="2085"/>
          <ac:spMkLst>
            <pc:docMk/>
            <pc:sldMk cId="509486466" sldId="268"/>
            <ac:spMk id="46" creationId="{15C18EE2-9C49-8940-C101-613236E0729A}"/>
          </ac:spMkLst>
        </pc:spChg>
        <pc:grpChg chg="add mod">
          <ac:chgData name="성현 이" userId="2f0182ffdb5a30a3" providerId="LiveId" clId="{96CFCBFF-3B86-4DA3-8BC4-90A0DDDF2BC8}" dt="2026-03-23T07:17:54.417" v="805" actId="1076"/>
          <ac:grpSpMkLst>
            <pc:docMk/>
            <pc:sldMk cId="509486466" sldId="268"/>
            <ac:grpSpMk id="47" creationId="{62626C19-C17A-8CA0-E9FB-A26004126D85}"/>
          </ac:grpSpMkLst>
        </pc:grpChg>
        <pc:grpChg chg="mod">
          <ac:chgData name="성현 이" userId="2f0182ffdb5a30a3" providerId="LiveId" clId="{96CFCBFF-3B86-4DA3-8BC4-90A0DDDF2BC8}" dt="2026-03-23T07:18:18.519" v="808" actId="1076"/>
          <ac:grpSpMkLst>
            <pc:docMk/>
            <pc:sldMk cId="509486466" sldId="268"/>
            <ac:grpSpMk id="48" creationId="{9F25290B-67B0-B02D-30A6-556E78186383}"/>
          </ac:grpSpMkLst>
        </pc:grpChg>
        <pc:cxnChg chg="add mod">
          <ac:chgData name="성현 이" userId="2f0182ffdb5a30a3" providerId="LiveId" clId="{96CFCBFF-3B86-4DA3-8BC4-90A0DDDF2BC8}" dt="2026-03-23T07:17:51.208" v="804" actId="164"/>
          <ac:cxnSpMkLst>
            <pc:docMk/>
            <pc:sldMk cId="509486466" sldId="268"/>
            <ac:cxnSpMk id="11" creationId="{590FE2E4-0E8C-5638-4FA2-6F5AF949DCE6}"/>
          </ac:cxnSpMkLst>
        </pc:cxnChg>
      </pc:sldChg>
      <pc:sldChg chg="addSp delSp modSp new mod modNotesTx">
        <pc:chgData name="성현 이" userId="2f0182ffdb5a30a3" providerId="LiveId" clId="{96CFCBFF-3B86-4DA3-8BC4-90A0DDDF2BC8}" dt="2026-03-24T06:11:47.977" v="4170" actId="20577"/>
        <pc:sldMkLst>
          <pc:docMk/>
          <pc:sldMk cId="922925152" sldId="269"/>
        </pc:sldMkLst>
        <pc:spChg chg="mod">
          <ac:chgData name="성현 이" userId="2f0182ffdb5a30a3" providerId="LiveId" clId="{96CFCBFF-3B86-4DA3-8BC4-90A0DDDF2BC8}" dt="2026-03-23T07:17:32.917" v="802" actId="20577"/>
          <ac:spMkLst>
            <pc:docMk/>
            <pc:sldMk cId="922925152" sldId="269"/>
            <ac:spMk id="2" creationId="{4FB394E1-6E80-D6AF-6AAE-FBCDEB219C44}"/>
          </ac:spMkLst>
        </pc:spChg>
        <pc:spChg chg="add mod">
          <ac:chgData name="성현 이" userId="2f0182ffdb5a30a3" providerId="LiveId" clId="{96CFCBFF-3B86-4DA3-8BC4-90A0DDDF2BC8}" dt="2026-03-23T07:44:16.465" v="1223" actId="1076"/>
          <ac:spMkLst>
            <pc:docMk/>
            <pc:sldMk cId="922925152" sldId="269"/>
            <ac:spMk id="5" creationId="{4434DEF1-A057-7314-DBD1-C8E0250E34A0}"/>
          </ac:spMkLst>
        </pc:spChg>
        <pc:spChg chg="add mod">
          <ac:chgData name="성현 이" userId="2f0182ffdb5a30a3" providerId="LiveId" clId="{96CFCBFF-3B86-4DA3-8BC4-90A0DDDF2BC8}" dt="2026-03-23T07:45:38.065" v="1249" actId="20577"/>
          <ac:spMkLst>
            <pc:docMk/>
            <pc:sldMk cId="922925152" sldId="269"/>
            <ac:spMk id="6" creationId="{AE3700A2-63C0-03B8-1301-9A60AB82073C}"/>
          </ac:spMkLst>
        </pc:spChg>
        <pc:spChg chg="add mod">
          <ac:chgData name="성현 이" userId="2f0182ffdb5a30a3" providerId="LiveId" clId="{96CFCBFF-3B86-4DA3-8BC4-90A0DDDF2BC8}" dt="2026-03-23T07:44:16.465" v="1223" actId="1076"/>
          <ac:spMkLst>
            <pc:docMk/>
            <pc:sldMk cId="922925152" sldId="269"/>
            <ac:spMk id="7" creationId="{927967E3-6113-1C64-55EB-1A2E4E35146E}"/>
          </ac:spMkLst>
        </pc:spChg>
      </pc:sldChg>
      <pc:sldChg chg="addSp delSp modSp new mod modNotesTx">
        <pc:chgData name="성현 이" userId="2f0182ffdb5a30a3" providerId="LiveId" clId="{96CFCBFF-3B86-4DA3-8BC4-90A0DDDF2BC8}" dt="2026-03-24T05:53:23.136" v="3804" actId="20577"/>
        <pc:sldMkLst>
          <pc:docMk/>
          <pc:sldMk cId="3302808510" sldId="270"/>
        </pc:sldMkLst>
        <pc:spChg chg="mod">
          <ac:chgData name="성현 이" userId="2f0182ffdb5a30a3" providerId="LiveId" clId="{96CFCBFF-3B86-4DA3-8BC4-90A0DDDF2BC8}" dt="2026-03-23T07:19:42.203" v="856" actId="20577"/>
          <ac:spMkLst>
            <pc:docMk/>
            <pc:sldMk cId="3302808510" sldId="270"/>
            <ac:spMk id="2" creationId="{821BC237-B0B2-F24B-2955-946DA9878CC7}"/>
          </ac:spMkLst>
        </pc:spChg>
        <pc:spChg chg="mod">
          <ac:chgData name="성현 이" userId="2f0182ffdb5a30a3" providerId="LiveId" clId="{96CFCBFF-3B86-4DA3-8BC4-90A0DDDF2BC8}" dt="2026-03-23T10:26:06.024" v="3082" actId="1076"/>
          <ac:spMkLst>
            <pc:docMk/>
            <pc:sldMk cId="3302808510" sldId="270"/>
            <ac:spMk id="4" creationId="{0DC96783-FADB-FFCA-84F1-83A790745254}"/>
          </ac:spMkLst>
        </pc:spChg>
        <pc:spChg chg="add mod">
          <ac:chgData name="성현 이" userId="2f0182ffdb5a30a3" providerId="LiveId" clId="{96CFCBFF-3B86-4DA3-8BC4-90A0DDDF2BC8}" dt="2026-03-23T10:26:48.240" v="3093" actId="1076"/>
          <ac:spMkLst>
            <pc:docMk/>
            <pc:sldMk cId="3302808510" sldId="270"/>
            <ac:spMk id="7" creationId="{73959598-15BA-4AE0-A5CC-9A9C12B5EF8B}"/>
          </ac:spMkLst>
        </pc:spChg>
        <pc:spChg chg="add mod">
          <ac:chgData name="성현 이" userId="2f0182ffdb5a30a3" providerId="LiveId" clId="{96CFCBFF-3B86-4DA3-8BC4-90A0DDDF2BC8}" dt="2026-03-23T10:41:26.957" v="3464" actId="20577"/>
          <ac:spMkLst>
            <pc:docMk/>
            <pc:sldMk cId="3302808510" sldId="270"/>
            <ac:spMk id="8" creationId="{915797F9-2377-380D-4B79-4B72D6F5EB4E}"/>
          </ac:spMkLst>
        </pc:spChg>
        <pc:picChg chg="add mod modCrop">
          <ac:chgData name="성현 이" userId="2f0182ffdb5a30a3" providerId="LiveId" clId="{96CFCBFF-3B86-4DA3-8BC4-90A0DDDF2BC8}" dt="2026-03-23T10:26:24.570" v="3089" actId="1076"/>
          <ac:picMkLst>
            <pc:docMk/>
            <pc:sldMk cId="3302808510" sldId="270"/>
            <ac:picMk id="6" creationId="{19294BDD-9853-2EE1-29A2-FFB7D53397B9}"/>
          </ac:picMkLst>
        </pc:picChg>
      </pc:sldChg>
      <pc:sldChg chg="addSp delSp modSp new mod">
        <pc:chgData name="성현 이" userId="2f0182ffdb5a30a3" providerId="LiveId" clId="{96CFCBFF-3B86-4DA3-8BC4-90A0DDDF2BC8}" dt="2026-03-24T05:55:38.686" v="3814" actId="20577"/>
        <pc:sldMkLst>
          <pc:docMk/>
          <pc:sldMk cId="2095219479" sldId="271"/>
        </pc:sldMkLst>
        <pc:spChg chg="mod">
          <ac:chgData name="성현 이" userId="2f0182ffdb5a30a3" providerId="LiveId" clId="{96CFCBFF-3B86-4DA3-8BC4-90A0DDDF2BC8}" dt="2026-03-24T05:55:38.686" v="3814" actId="20577"/>
          <ac:spMkLst>
            <pc:docMk/>
            <pc:sldMk cId="2095219479" sldId="271"/>
            <ac:spMk id="2" creationId="{D2B800B3-AB32-3691-E6E8-799BDA1425FE}"/>
          </ac:spMkLst>
        </pc:spChg>
        <pc:spChg chg="add mod">
          <ac:chgData name="성현 이" userId="2f0182ffdb5a30a3" providerId="LiveId" clId="{96CFCBFF-3B86-4DA3-8BC4-90A0DDDF2BC8}" dt="2026-03-23T08:32:20.407" v="2472" actId="1076"/>
          <ac:spMkLst>
            <pc:docMk/>
            <pc:sldMk cId="2095219479" sldId="271"/>
            <ac:spMk id="5" creationId="{26E79F7A-5297-BA82-350E-7C523CA7CA16}"/>
          </ac:spMkLst>
        </pc:spChg>
      </pc:sldChg>
      <pc:sldChg chg="addSp delSp modSp new mod ord">
        <pc:chgData name="성현 이" userId="2f0182ffdb5a30a3" providerId="LiveId" clId="{96CFCBFF-3B86-4DA3-8BC4-90A0DDDF2BC8}" dt="2026-03-24T06:17:24.583" v="4181" actId="1582"/>
        <pc:sldMkLst>
          <pc:docMk/>
          <pc:sldMk cId="295403342" sldId="272"/>
        </pc:sldMkLst>
        <pc:spChg chg="mod">
          <ac:chgData name="성현 이" userId="2f0182ffdb5a30a3" providerId="LiveId" clId="{96CFCBFF-3B86-4DA3-8BC4-90A0DDDF2BC8}" dt="2026-03-23T08:29:22.049" v="2317" actId="20577"/>
          <ac:spMkLst>
            <pc:docMk/>
            <pc:sldMk cId="295403342" sldId="272"/>
            <ac:spMk id="2" creationId="{98F46E7A-63F5-9940-F5E6-42C8C15ADF98}"/>
          </ac:spMkLst>
        </pc:spChg>
        <pc:spChg chg="add mod">
          <ac:chgData name="성현 이" userId="2f0182ffdb5a30a3" providerId="LiveId" clId="{96CFCBFF-3B86-4DA3-8BC4-90A0DDDF2BC8}" dt="2026-03-24T06:17:01.594" v="4176" actId="1582"/>
          <ac:spMkLst>
            <pc:docMk/>
            <pc:sldMk cId="295403342" sldId="272"/>
            <ac:spMk id="3" creationId="{7739DC5E-5B86-8278-158D-7D2325F2897B}"/>
          </ac:spMkLst>
        </pc:spChg>
        <pc:spChg chg="add mod">
          <ac:chgData name="성현 이" userId="2f0182ffdb5a30a3" providerId="LiveId" clId="{96CFCBFF-3B86-4DA3-8BC4-90A0DDDF2BC8}" dt="2026-03-24T06:17:24.583" v="4181" actId="1582"/>
          <ac:spMkLst>
            <pc:docMk/>
            <pc:sldMk cId="295403342" sldId="272"/>
            <ac:spMk id="5" creationId="{893BD625-9431-499B-F366-1E39DA2329CB}"/>
          </ac:spMkLst>
        </pc:spChg>
        <pc:picChg chg="add mod">
          <ac:chgData name="성현 이" userId="2f0182ffdb5a30a3" providerId="LiveId" clId="{96CFCBFF-3B86-4DA3-8BC4-90A0DDDF2BC8}" dt="2026-03-23T11:09:32.512" v="3517" actId="1076"/>
          <ac:picMkLst>
            <pc:docMk/>
            <pc:sldMk cId="295403342" sldId="272"/>
            <ac:picMk id="8" creationId="{4478D1EE-79D1-F73D-56B5-E4E3A1F20452}"/>
          </ac:picMkLst>
        </pc:picChg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858418182" sldId="273"/>
        </pc:sldMkLst>
        <pc:spChg chg="mod">
          <ac:chgData name="성현 이" userId="2f0182ffdb5a30a3" providerId="LiveId" clId="{96CFCBFF-3B86-4DA3-8BC4-90A0DDDF2BC8}" dt="2026-03-23T08:16:26.888" v="1856" actId="20577"/>
          <ac:spMkLst>
            <pc:docMk/>
            <pc:sldMk cId="858418182" sldId="273"/>
            <ac:spMk id="2" creationId="{924A9390-1A16-E200-CE2D-C4D1EBC9D681}"/>
          </ac:spMkLst>
        </pc:spChg>
        <pc:spChg chg="add mod">
          <ac:chgData name="성현 이" userId="2f0182ffdb5a30a3" providerId="LiveId" clId="{96CFCBFF-3B86-4DA3-8BC4-90A0DDDF2BC8}" dt="2026-03-23T08:11:47.828" v="1774" actId="1076"/>
          <ac:spMkLst>
            <pc:docMk/>
            <pc:sldMk cId="858418182" sldId="273"/>
            <ac:spMk id="6" creationId="{DA975FDA-F232-7A07-3EE1-606C78472D0F}"/>
          </ac:spMkLst>
        </pc:spChg>
        <pc:spChg chg="add mod">
          <ac:chgData name="성현 이" userId="2f0182ffdb5a30a3" providerId="LiveId" clId="{96CFCBFF-3B86-4DA3-8BC4-90A0DDDF2BC8}" dt="2026-03-23T08:12:00.703" v="1777" actId="1076"/>
          <ac:spMkLst>
            <pc:docMk/>
            <pc:sldMk cId="858418182" sldId="273"/>
            <ac:spMk id="7" creationId="{05A8C7EA-8ED5-9864-696B-711F24195BCD}"/>
          </ac:spMkLst>
        </pc:spChg>
        <pc:picChg chg="add mod">
          <ac:chgData name="성현 이" userId="2f0182ffdb5a30a3" providerId="LiveId" clId="{96CFCBFF-3B86-4DA3-8BC4-90A0DDDF2BC8}" dt="2026-03-23T08:11:55.812" v="1776" actId="1076"/>
          <ac:picMkLst>
            <pc:docMk/>
            <pc:sldMk cId="858418182" sldId="273"/>
            <ac:picMk id="5" creationId="{8E674834-C7E1-3337-B3DB-20758416EBFB}"/>
          </ac:picMkLst>
        </pc:picChg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3333577316" sldId="274"/>
        </pc:sldMkLst>
        <pc:spChg chg="mod">
          <ac:chgData name="성현 이" userId="2f0182ffdb5a30a3" providerId="LiveId" clId="{96CFCBFF-3B86-4DA3-8BC4-90A0DDDF2BC8}" dt="2026-03-23T08:16:01.849" v="1848" actId="20577"/>
          <ac:spMkLst>
            <pc:docMk/>
            <pc:sldMk cId="3333577316" sldId="274"/>
            <ac:spMk id="2" creationId="{36978D99-79AF-4FBC-2FD4-8A796C15FD95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8" creationId="{C1CF4184-1D8B-276F-5FFF-865E84757B76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11" creationId="{F6A18E87-2A86-F1C9-91A3-159AA59302E5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12" creationId="{72F20E0D-AF5F-3B9E-9951-BBF60B5E1D96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13" creationId="{6E851034-2473-F3CF-62D7-9CD8CE5C1E93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14" creationId="{8FC757A7-95F1-7575-55DA-1127EACAF705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16" creationId="{B2817E19-E142-A99E-20C1-6CFE8521C10A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21" creationId="{56D74DC9-4355-649F-B4A8-FF1F6D07BCAC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24" creationId="{73070034-56A3-2524-13A5-037EE3216017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25" creationId="{17883A20-4F77-66F7-6DFE-A4D414DB8790}"/>
          </ac:spMkLst>
        </pc:spChg>
        <pc:spChg chg="mod">
          <ac:chgData name="성현 이" userId="2f0182ffdb5a30a3" providerId="LiveId" clId="{96CFCBFF-3B86-4DA3-8BC4-90A0DDDF2BC8}" dt="2026-03-23T08:13:01.340" v="1784"/>
          <ac:spMkLst>
            <pc:docMk/>
            <pc:sldMk cId="3333577316" sldId="274"/>
            <ac:spMk id="26" creationId="{E7495C1A-0315-9061-7958-D866EA31A501}"/>
          </ac:spMkLst>
        </pc:spChg>
        <pc:grpChg chg="mod">
          <ac:chgData name="성현 이" userId="2f0182ffdb5a30a3" providerId="LiveId" clId="{96CFCBFF-3B86-4DA3-8BC4-90A0DDDF2BC8}" dt="2026-03-23T08:13:02.722" v="1786" actId="1076"/>
          <ac:grpSpMkLst>
            <pc:docMk/>
            <pc:sldMk cId="3333577316" sldId="274"/>
            <ac:grpSpMk id="5" creationId="{8A9F50A9-9A29-1B30-AE45-9E766C22E72E}"/>
          </ac:grpSpMkLst>
        </pc:grpChg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567185777" sldId="275"/>
        </pc:sldMkLst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6" creationId="{18DD7C29-A1BE-5ABC-B376-66C525242EDF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8" creationId="{3FCEB3FF-C87C-0FEA-F93F-9E8383A13B53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0" creationId="{C226C944-147B-3AD9-6159-24B821D9B66A}"/>
          </ac:spMkLst>
        </pc:spChg>
        <pc:spChg chg="mod">
          <ac:chgData name="성현 이" userId="2f0182ffdb5a30a3" providerId="LiveId" clId="{96CFCBFF-3B86-4DA3-8BC4-90A0DDDF2BC8}" dt="2026-03-23T08:17:57.586" v="1900" actId="20577"/>
          <ac:spMkLst>
            <pc:docMk/>
            <pc:sldMk cId="567185777" sldId="275"/>
            <ac:spMk id="11" creationId="{73FDCB83-237F-D88A-90E9-FDF47DE1D21F}"/>
          </ac:spMkLst>
        </pc:spChg>
        <pc:spChg chg="mod">
          <ac:chgData name="성현 이" userId="2f0182ffdb5a30a3" providerId="LiveId" clId="{96CFCBFF-3B86-4DA3-8BC4-90A0DDDF2BC8}" dt="2026-03-23T08:18:09.090" v="1906" actId="14100"/>
          <ac:spMkLst>
            <pc:docMk/>
            <pc:sldMk cId="567185777" sldId="275"/>
            <ac:spMk id="12" creationId="{2BDC89DD-D718-1A1F-B3A7-BE0D7D88E2B7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3" creationId="{E2C3CBD9-2DF2-8290-1497-8C5B1F2D84F9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4" creationId="{1E493CC9-5DF9-3E44-CF45-6F34DA223899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5" creationId="{23A55272-03D9-6790-3381-DE24A9713C5B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6" creationId="{4A4811D3-DC54-0D8D-5646-BE080CF61901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7" creationId="{C54E037F-8950-C8DB-07AE-64BBCAA2C12C}"/>
          </ac:spMkLst>
        </pc:spChg>
        <pc:spChg chg="mod">
          <ac:chgData name="성현 이" userId="2f0182ffdb5a30a3" providerId="LiveId" clId="{96CFCBFF-3B86-4DA3-8BC4-90A0DDDF2BC8}" dt="2026-03-23T08:17:55.719" v="1896" actId="20577"/>
          <ac:spMkLst>
            <pc:docMk/>
            <pc:sldMk cId="567185777" sldId="275"/>
            <ac:spMk id="18" creationId="{1CCC6B28-3FB8-562C-8647-1241C9A29A44}"/>
          </ac:spMkLst>
        </pc:spChg>
        <pc:spChg chg="mod">
          <ac:chgData name="성현 이" userId="2f0182ffdb5a30a3" providerId="LiveId" clId="{96CFCBFF-3B86-4DA3-8BC4-90A0DDDF2BC8}" dt="2026-03-23T08:18:01.651" v="1904" actId="20577"/>
          <ac:spMkLst>
            <pc:docMk/>
            <pc:sldMk cId="567185777" sldId="275"/>
            <ac:spMk id="19" creationId="{CABEB960-418A-811A-6BEE-6B6BDD882C41}"/>
          </ac:spMkLst>
        </pc:spChg>
        <pc:grpChg chg="mod">
          <ac:chgData name="성현 이" userId="2f0182ffdb5a30a3" providerId="LiveId" clId="{96CFCBFF-3B86-4DA3-8BC4-90A0DDDF2BC8}" dt="2026-03-23T08:13:30.241" v="1791" actId="1076"/>
          <ac:grpSpMkLst>
            <pc:docMk/>
            <pc:sldMk cId="567185777" sldId="275"/>
            <ac:grpSpMk id="5" creationId="{22B7ACEA-AF85-D69E-6319-C9492B792167}"/>
          </ac:grpSpMkLst>
        </pc:grpChg>
      </pc:sldChg>
      <pc:sldChg chg="addSp delSp modSp new del mod">
        <pc:chgData name="성현 이" userId="2f0182ffdb5a30a3" providerId="LiveId" clId="{96CFCBFF-3B86-4DA3-8BC4-90A0DDDF2BC8}" dt="2026-03-23T08:15:02.788" v="1813" actId="2696"/>
        <pc:sldMkLst>
          <pc:docMk/>
          <pc:sldMk cId="1100300751" sldId="276"/>
        </pc:sldMkLst>
      </pc:sldChg>
      <pc:sldChg chg="addSp delSp modSp new del mod">
        <pc:chgData name="성현 이" userId="2f0182ffdb5a30a3" providerId="LiveId" clId="{96CFCBFF-3B86-4DA3-8BC4-90A0DDDF2BC8}" dt="2026-03-23T08:14:57.764" v="1812" actId="2696"/>
        <pc:sldMkLst>
          <pc:docMk/>
          <pc:sldMk cId="1678188634" sldId="277"/>
        </pc:sldMkLst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1152355672" sldId="278"/>
        </pc:sldMkLst>
        <pc:spChg chg="mod">
          <ac:chgData name="성현 이" userId="2f0182ffdb5a30a3" providerId="LiveId" clId="{96CFCBFF-3B86-4DA3-8BC4-90A0DDDF2BC8}" dt="2026-03-23T08:15:41.472" v="1824"/>
          <ac:spMkLst>
            <pc:docMk/>
            <pc:sldMk cId="1152355672" sldId="278"/>
            <ac:spMk id="6" creationId="{A224D3F4-A4A5-E258-3FA9-92114D95357C}"/>
          </ac:spMkLst>
        </pc:spChg>
        <pc:spChg chg="mod">
          <ac:chgData name="성현 이" userId="2f0182ffdb5a30a3" providerId="LiveId" clId="{96CFCBFF-3B86-4DA3-8BC4-90A0DDDF2BC8}" dt="2026-03-23T08:15:41.472" v="1824"/>
          <ac:spMkLst>
            <pc:docMk/>
            <pc:sldMk cId="1152355672" sldId="278"/>
            <ac:spMk id="8" creationId="{3851B15F-8B0E-23DD-98C8-A29A80A2F53A}"/>
          </ac:spMkLst>
        </pc:spChg>
        <pc:spChg chg="mod">
          <ac:chgData name="성현 이" userId="2f0182ffdb5a30a3" providerId="LiveId" clId="{96CFCBFF-3B86-4DA3-8BC4-90A0DDDF2BC8}" dt="2026-03-23T08:19:37.350" v="1980" actId="20577"/>
          <ac:spMkLst>
            <pc:docMk/>
            <pc:sldMk cId="1152355672" sldId="278"/>
            <ac:spMk id="10" creationId="{6ED55B7D-D536-C145-DE15-BF4D4B035821}"/>
          </ac:spMkLst>
        </pc:spChg>
        <pc:spChg chg="mod">
          <ac:chgData name="성현 이" userId="2f0182ffdb5a30a3" providerId="LiveId" clId="{96CFCBFF-3B86-4DA3-8BC4-90A0DDDF2BC8}" dt="2026-03-23T08:19:39.337" v="1982" actId="20577"/>
          <ac:spMkLst>
            <pc:docMk/>
            <pc:sldMk cId="1152355672" sldId="278"/>
            <ac:spMk id="13" creationId="{4824A81A-88C9-3C5D-385D-F1838BB210D2}"/>
          </ac:spMkLst>
        </pc:spChg>
        <pc:spChg chg="mod">
          <ac:chgData name="성현 이" userId="2f0182ffdb5a30a3" providerId="LiveId" clId="{96CFCBFF-3B86-4DA3-8BC4-90A0DDDF2BC8}" dt="2026-03-23T08:19:41.428" v="1984" actId="20577"/>
          <ac:spMkLst>
            <pc:docMk/>
            <pc:sldMk cId="1152355672" sldId="278"/>
            <ac:spMk id="14" creationId="{E00C4A5D-F1A4-4BFF-BEFD-A4AF64ABB7F0}"/>
          </ac:spMkLst>
        </pc:spChg>
        <pc:spChg chg="mod">
          <ac:chgData name="성현 이" userId="2f0182ffdb5a30a3" providerId="LiveId" clId="{96CFCBFF-3B86-4DA3-8BC4-90A0DDDF2BC8}" dt="2026-03-23T08:19:43.249" v="1986" actId="20577"/>
          <ac:spMkLst>
            <pc:docMk/>
            <pc:sldMk cId="1152355672" sldId="278"/>
            <ac:spMk id="16" creationId="{28CE6B73-0F44-DB24-EB96-1B8EE78FFFFD}"/>
          </ac:spMkLst>
        </pc:spChg>
        <pc:spChg chg="mod">
          <ac:chgData name="성현 이" userId="2f0182ffdb5a30a3" providerId="LiveId" clId="{96CFCBFF-3B86-4DA3-8BC4-90A0DDDF2BC8}" dt="2026-03-23T08:19:45.059" v="1988" actId="20577"/>
          <ac:spMkLst>
            <pc:docMk/>
            <pc:sldMk cId="1152355672" sldId="278"/>
            <ac:spMk id="17" creationId="{3700A320-AD73-599D-CE24-CCBF22176E18}"/>
          </ac:spMkLst>
        </pc:spChg>
        <pc:spChg chg="mod">
          <ac:chgData name="성현 이" userId="2f0182ffdb5a30a3" providerId="LiveId" clId="{96CFCBFF-3B86-4DA3-8BC4-90A0DDDF2BC8}" dt="2026-03-23T08:19:49.537" v="1996" actId="20577"/>
          <ac:spMkLst>
            <pc:docMk/>
            <pc:sldMk cId="1152355672" sldId="278"/>
            <ac:spMk id="19" creationId="{FF0DB290-F1B0-D643-9F6C-2368DDA7E95A}"/>
          </ac:spMkLst>
        </pc:spChg>
        <pc:spChg chg="mod">
          <ac:chgData name="성현 이" userId="2f0182ffdb5a30a3" providerId="LiveId" clId="{96CFCBFF-3B86-4DA3-8BC4-90A0DDDF2BC8}" dt="2026-03-23T08:19:52.754" v="1998" actId="20577"/>
          <ac:spMkLst>
            <pc:docMk/>
            <pc:sldMk cId="1152355672" sldId="278"/>
            <ac:spMk id="21" creationId="{BA8C328B-D103-94F7-A996-C8EA82E58741}"/>
          </ac:spMkLst>
        </pc:spChg>
        <pc:spChg chg="mod">
          <ac:chgData name="성현 이" userId="2f0182ffdb5a30a3" providerId="LiveId" clId="{96CFCBFF-3B86-4DA3-8BC4-90A0DDDF2BC8}" dt="2026-03-23T08:19:55.453" v="2000" actId="20577"/>
          <ac:spMkLst>
            <pc:docMk/>
            <pc:sldMk cId="1152355672" sldId="278"/>
            <ac:spMk id="23" creationId="{8E45B4BF-B093-0569-4E7B-645D5B5601CF}"/>
          </ac:spMkLst>
        </pc:spChg>
        <pc:spChg chg="mod">
          <ac:chgData name="성현 이" userId="2f0182ffdb5a30a3" providerId="LiveId" clId="{96CFCBFF-3B86-4DA3-8BC4-90A0DDDF2BC8}" dt="2026-03-23T08:19:57.246" v="2002" actId="20577"/>
          <ac:spMkLst>
            <pc:docMk/>
            <pc:sldMk cId="1152355672" sldId="278"/>
            <ac:spMk id="25" creationId="{F25DC062-58A6-BC48-7500-DEC1A1FDBE81}"/>
          </ac:spMkLst>
        </pc:spChg>
        <pc:spChg chg="mod">
          <ac:chgData name="성현 이" userId="2f0182ffdb5a30a3" providerId="LiveId" clId="{96CFCBFF-3B86-4DA3-8BC4-90A0DDDF2BC8}" dt="2026-03-23T08:19:58.819" v="2004" actId="20577"/>
          <ac:spMkLst>
            <pc:docMk/>
            <pc:sldMk cId="1152355672" sldId="278"/>
            <ac:spMk id="27" creationId="{E69F68D7-63FE-C796-2824-40F2ABA53E88}"/>
          </ac:spMkLst>
        </pc:spChg>
        <pc:spChg chg="mod">
          <ac:chgData name="성현 이" userId="2f0182ffdb5a30a3" providerId="LiveId" clId="{96CFCBFF-3B86-4DA3-8BC4-90A0DDDF2BC8}" dt="2026-03-23T08:15:41.472" v="1824"/>
          <ac:spMkLst>
            <pc:docMk/>
            <pc:sldMk cId="1152355672" sldId="278"/>
            <ac:spMk id="28" creationId="{555D18F5-86E8-D7EE-E368-4707C8330A9D}"/>
          </ac:spMkLst>
        </pc:spChg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3636023047" sldId="279"/>
        </pc:sldMkLst>
        <pc:spChg chg="mod">
          <ac:chgData name="성현 이" userId="2f0182ffdb5a30a3" providerId="LiveId" clId="{96CFCBFF-3B86-4DA3-8BC4-90A0DDDF2BC8}" dt="2026-03-23T08:15:16.799" v="1817"/>
          <ac:spMkLst>
            <pc:docMk/>
            <pc:sldMk cId="3636023047" sldId="279"/>
            <ac:spMk id="6" creationId="{D0011253-583A-9A65-BCEB-69A0EAFDDD64}"/>
          </ac:spMkLst>
        </pc:spChg>
        <pc:spChg chg="mod">
          <ac:chgData name="성현 이" userId="2f0182ffdb5a30a3" providerId="LiveId" clId="{96CFCBFF-3B86-4DA3-8BC4-90A0DDDF2BC8}" dt="2026-03-23T08:15:16.799" v="1817"/>
          <ac:spMkLst>
            <pc:docMk/>
            <pc:sldMk cId="3636023047" sldId="279"/>
            <ac:spMk id="7" creationId="{87DD9480-4982-CB78-0E10-F7CA0FF7FC87}"/>
          </ac:spMkLst>
        </pc:spChg>
        <pc:spChg chg="mod">
          <ac:chgData name="성현 이" userId="2f0182ffdb5a30a3" providerId="LiveId" clId="{96CFCBFF-3B86-4DA3-8BC4-90A0DDDF2BC8}" dt="2026-03-23T08:18:20.135" v="1914" actId="20577"/>
          <ac:spMkLst>
            <pc:docMk/>
            <pc:sldMk cId="3636023047" sldId="279"/>
            <ac:spMk id="8" creationId="{E40FD499-6D1C-6556-F1B0-FAA526F2D49E}"/>
          </ac:spMkLst>
        </pc:spChg>
        <pc:spChg chg="mod">
          <ac:chgData name="성현 이" userId="2f0182ffdb5a30a3" providerId="LiveId" clId="{96CFCBFF-3B86-4DA3-8BC4-90A0DDDF2BC8}" dt="2026-03-23T08:15:16.799" v="1817"/>
          <ac:spMkLst>
            <pc:docMk/>
            <pc:sldMk cId="3636023047" sldId="279"/>
            <ac:spMk id="10" creationId="{351BEB67-EFA3-DFB1-5DC9-61B2B51298EE}"/>
          </ac:spMkLst>
        </pc:spChg>
        <pc:spChg chg="mod">
          <ac:chgData name="성현 이" userId="2f0182ffdb5a30a3" providerId="LiveId" clId="{96CFCBFF-3B86-4DA3-8BC4-90A0DDDF2BC8}" dt="2026-03-23T08:18:25.614" v="1918" actId="20577"/>
          <ac:spMkLst>
            <pc:docMk/>
            <pc:sldMk cId="3636023047" sldId="279"/>
            <ac:spMk id="13" creationId="{71B08879-511E-B58E-EE7D-413DEE7E42E5}"/>
          </ac:spMkLst>
        </pc:spChg>
        <pc:spChg chg="mod">
          <ac:chgData name="성현 이" userId="2f0182ffdb5a30a3" providerId="LiveId" clId="{96CFCBFF-3B86-4DA3-8BC4-90A0DDDF2BC8}" dt="2026-03-23T08:18:28.364" v="1920" actId="20577"/>
          <ac:spMkLst>
            <pc:docMk/>
            <pc:sldMk cId="3636023047" sldId="279"/>
            <ac:spMk id="15" creationId="{CE943422-E770-8F5A-B6E6-698CCB0A8CA0}"/>
          </ac:spMkLst>
        </pc:spChg>
        <pc:spChg chg="mod">
          <ac:chgData name="성현 이" userId="2f0182ffdb5a30a3" providerId="LiveId" clId="{96CFCBFF-3B86-4DA3-8BC4-90A0DDDF2BC8}" dt="2026-03-23T08:18:30.402" v="1922" actId="20577"/>
          <ac:spMkLst>
            <pc:docMk/>
            <pc:sldMk cId="3636023047" sldId="279"/>
            <ac:spMk id="16" creationId="{B1E377B2-9F3E-63BC-A907-F11B14763389}"/>
          </ac:spMkLst>
        </pc:spChg>
        <pc:spChg chg="mod">
          <ac:chgData name="성현 이" userId="2f0182ffdb5a30a3" providerId="LiveId" clId="{96CFCBFF-3B86-4DA3-8BC4-90A0DDDF2BC8}" dt="2026-03-23T08:18:36.368" v="1930" actId="20577"/>
          <ac:spMkLst>
            <pc:docMk/>
            <pc:sldMk cId="3636023047" sldId="279"/>
            <ac:spMk id="18" creationId="{02F6D3E9-DCBA-49C3-D4CA-0F2D06617D97}"/>
          </ac:spMkLst>
        </pc:spChg>
        <pc:spChg chg="mod">
          <ac:chgData name="성현 이" userId="2f0182ffdb5a30a3" providerId="LiveId" clId="{96CFCBFF-3B86-4DA3-8BC4-90A0DDDF2BC8}" dt="2026-03-23T08:18:38.589" v="1932" actId="20577"/>
          <ac:spMkLst>
            <pc:docMk/>
            <pc:sldMk cId="3636023047" sldId="279"/>
            <ac:spMk id="20" creationId="{A3A15454-97C7-C037-D433-A0EF75B0D4E7}"/>
          </ac:spMkLst>
        </pc:spChg>
        <pc:spChg chg="mod">
          <ac:chgData name="성현 이" userId="2f0182ffdb5a30a3" providerId="LiveId" clId="{96CFCBFF-3B86-4DA3-8BC4-90A0DDDF2BC8}" dt="2026-03-23T08:18:41.942" v="1934" actId="20577"/>
          <ac:spMkLst>
            <pc:docMk/>
            <pc:sldMk cId="3636023047" sldId="279"/>
            <ac:spMk id="22" creationId="{8AAE91B4-6181-E272-2313-8CFB400174C2}"/>
          </ac:spMkLst>
        </pc:spChg>
        <pc:spChg chg="mod">
          <ac:chgData name="성현 이" userId="2f0182ffdb5a30a3" providerId="LiveId" clId="{96CFCBFF-3B86-4DA3-8BC4-90A0DDDF2BC8}" dt="2026-03-23T08:18:43.728" v="1936" actId="20577"/>
          <ac:spMkLst>
            <pc:docMk/>
            <pc:sldMk cId="3636023047" sldId="279"/>
            <ac:spMk id="24" creationId="{D20DF08F-BE14-8D18-0B28-239675C49CBB}"/>
          </ac:spMkLst>
        </pc:spChg>
        <pc:spChg chg="mod">
          <ac:chgData name="성현 이" userId="2f0182ffdb5a30a3" providerId="LiveId" clId="{96CFCBFF-3B86-4DA3-8BC4-90A0DDDF2BC8}" dt="2026-03-23T08:18:46.356" v="1938" actId="20577"/>
          <ac:spMkLst>
            <pc:docMk/>
            <pc:sldMk cId="3636023047" sldId="279"/>
            <ac:spMk id="26" creationId="{71521F17-836D-22C1-3474-28B219934A2B}"/>
          </ac:spMkLst>
        </pc:spChg>
        <pc:spChg chg="mod">
          <ac:chgData name="성현 이" userId="2f0182ffdb5a30a3" providerId="LiveId" clId="{96CFCBFF-3B86-4DA3-8BC4-90A0DDDF2BC8}" dt="2026-03-23T08:15:16.799" v="1817"/>
          <ac:spMkLst>
            <pc:docMk/>
            <pc:sldMk cId="3636023047" sldId="279"/>
            <ac:spMk id="29" creationId="{01E17B25-464A-8771-9CFA-ABFD156C09D1}"/>
          </ac:spMkLst>
        </pc:spChg>
        <pc:spChg chg="mod">
          <ac:chgData name="성현 이" userId="2f0182ffdb5a30a3" providerId="LiveId" clId="{96CFCBFF-3B86-4DA3-8BC4-90A0DDDF2BC8}" dt="2026-03-23T08:18:22.582" v="1916" actId="20577"/>
          <ac:spMkLst>
            <pc:docMk/>
            <pc:sldMk cId="3636023047" sldId="279"/>
            <ac:spMk id="30" creationId="{64E8FAFF-6513-78EA-1AE0-B889006709CA}"/>
          </ac:spMkLst>
        </pc:spChg>
      </pc:sldChg>
      <pc:sldChg chg="addSp delSp modSp new mod ord">
        <pc:chgData name="성현 이" userId="2f0182ffdb5a30a3" providerId="LiveId" clId="{96CFCBFF-3B86-4DA3-8BC4-90A0DDDF2BC8}" dt="2026-03-23T11:05:53.502" v="3475"/>
        <pc:sldMkLst>
          <pc:docMk/>
          <pc:sldMk cId="3465668610" sldId="280"/>
        </pc:sldMkLst>
        <pc:spChg chg="mod">
          <ac:chgData name="성현 이" userId="2f0182ffdb5a30a3" providerId="LiveId" clId="{96CFCBFF-3B86-4DA3-8BC4-90A0DDDF2BC8}" dt="2026-03-23T08:15:31.343" v="1822"/>
          <ac:spMkLst>
            <pc:docMk/>
            <pc:sldMk cId="3465668610" sldId="280"/>
            <ac:spMk id="8" creationId="{B059F20A-5DA2-337C-DA37-B6B8C6E7B789}"/>
          </ac:spMkLst>
        </pc:spChg>
        <pc:spChg chg="mod">
          <ac:chgData name="성현 이" userId="2f0182ffdb5a30a3" providerId="LiveId" clId="{96CFCBFF-3B86-4DA3-8BC4-90A0DDDF2BC8}" dt="2026-03-23T08:15:31.343" v="1822"/>
          <ac:spMkLst>
            <pc:docMk/>
            <pc:sldMk cId="3465668610" sldId="280"/>
            <ac:spMk id="9" creationId="{79CB32FA-9071-747F-AD51-479296C5D5F7}"/>
          </ac:spMkLst>
        </pc:spChg>
        <pc:spChg chg="mod">
          <ac:chgData name="성현 이" userId="2f0182ffdb5a30a3" providerId="LiveId" clId="{96CFCBFF-3B86-4DA3-8BC4-90A0DDDF2BC8}" dt="2026-03-23T08:18:59.387" v="1946" actId="20577"/>
          <ac:spMkLst>
            <pc:docMk/>
            <pc:sldMk cId="3465668610" sldId="280"/>
            <ac:spMk id="10" creationId="{2E1230FB-5F77-812B-4D79-B0AB81945220}"/>
          </ac:spMkLst>
        </pc:spChg>
        <pc:spChg chg="mod">
          <ac:chgData name="성현 이" userId="2f0182ffdb5a30a3" providerId="LiveId" clId="{96CFCBFF-3B86-4DA3-8BC4-90A0DDDF2BC8}" dt="2026-03-23T08:15:31.343" v="1822"/>
          <ac:spMkLst>
            <pc:docMk/>
            <pc:sldMk cId="3465668610" sldId="280"/>
            <ac:spMk id="12" creationId="{0AF4C9F7-3C4F-78BC-A4D7-B782B8521EE5}"/>
          </ac:spMkLst>
        </pc:spChg>
        <pc:spChg chg="mod">
          <ac:chgData name="성현 이" userId="2f0182ffdb5a30a3" providerId="LiveId" clId="{96CFCBFF-3B86-4DA3-8BC4-90A0DDDF2BC8}" dt="2026-03-23T08:19:01.657" v="1948" actId="20577"/>
          <ac:spMkLst>
            <pc:docMk/>
            <pc:sldMk cId="3465668610" sldId="280"/>
            <ac:spMk id="13" creationId="{8A626871-2302-9CFF-4E91-46F053C839B6}"/>
          </ac:spMkLst>
        </pc:spChg>
        <pc:spChg chg="mod">
          <ac:chgData name="성현 이" userId="2f0182ffdb5a30a3" providerId="LiveId" clId="{96CFCBFF-3B86-4DA3-8BC4-90A0DDDF2BC8}" dt="2026-03-23T08:19:03.669" v="1950" actId="20577"/>
          <ac:spMkLst>
            <pc:docMk/>
            <pc:sldMk cId="3465668610" sldId="280"/>
            <ac:spMk id="14" creationId="{C695EEF3-A0B6-4847-5249-0315F49B4FD4}"/>
          </ac:spMkLst>
        </pc:spChg>
        <pc:spChg chg="mod">
          <ac:chgData name="성현 이" userId="2f0182ffdb5a30a3" providerId="LiveId" clId="{96CFCBFF-3B86-4DA3-8BC4-90A0DDDF2BC8}" dt="2026-03-23T08:19:06.600" v="1952" actId="20577"/>
          <ac:spMkLst>
            <pc:docMk/>
            <pc:sldMk cId="3465668610" sldId="280"/>
            <ac:spMk id="16" creationId="{A5CC76FD-14ED-0793-44BA-10BD2A88286D}"/>
          </ac:spMkLst>
        </pc:spChg>
        <pc:spChg chg="mod">
          <ac:chgData name="성현 이" userId="2f0182ffdb5a30a3" providerId="LiveId" clId="{96CFCBFF-3B86-4DA3-8BC4-90A0DDDF2BC8}" dt="2026-03-23T08:19:08.816" v="1954" actId="20577"/>
          <ac:spMkLst>
            <pc:docMk/>
            <pc:sldMk cId="3465668610" sldId="280"/>
            <ac:spMk id="17" creationId="{6BAD2DD0-E07E-8645-0929-BBB1D5012290}"/>
          </ac:spMkLst>
        </pc:spChg>
        <pc:spChg chg="mod">
          <ac:chgData name="성현 이" userId="2f0182ffdb5a30a3" providerId="LiveId" clId="{96CFCBFF-3B86-4DA3-8BC4-90A0DDDF2BC8}" dt="2026-03-23T08:19:14.497" v="1962" actId="20577"/>
          <ac:spMkLst>
            <pc:docMk/>
            <pc:sldMk cId="3465668610" sldId="280"/>
            <ac:spMk id="19" creationId="{9208B78C-470B-CED3-C462-836B41FC586C}"/>
          </ac:spMkLst>
        </pc:spChg>
        <pc:spChg chg="mod">
          <ac:chgData name="성현 이" userId="2f0182ffdb5a30a3" providerId="LiveId" clId="{96CFCBFF-3B86-4DA3-8BC4-90A0DDDF2BC8}" dt="2026-03-23T08:19:21.012" v="1966" actId="20577"/>
          <ac:spMkLst>
            <pc:docMk/>
            <pc:sldMk cId="3465668610" sldId="280"/>
            <ac:spMk id="21" creationId="{72391ADC-B1DA-02FA-E07B-BD7A7EF4B92F}"/>
          </ac:spMkLst>
        </pc:spChg>
        <pc:spChg chg="mod">
          <ac:chgData name="성현 이" userId="2f0182ffdb5a30a3" providerId="LiveId" clId="{96CFCBFF-3B86-4DA3-8BC4-90A0DDDF2BC8}" dt="2026-03-23T08:19:24.206" v="1968" actId="20577"/>
          <ac:spMkLst>
            <pc:docMk/>
            <pc:sldMk cId="3465668610" sldId="280"/>
            <ac:spMk id="23" creationId="{CC6F577C-FF1A-A2A3-0F0C-8F58CC990902}"/>
          </ac:spMkLst>
        </pc:spChg>
        <pc:spChg chg="mod">
          <ac:chgData name="성현 이" userId="2f0182ffdb5a30a3" providerId="LiveId" clId="{96CFCBFF-3B86-4DA3-8BC4-90A0DDDF2BC8}" dt="2026-03-23T08:19:26.883" v="1970" actId="20577"/>
          <ac:spMkLst>
            <pc:docMk/>
            <pc:sldMk cId="3465668610" sldId="280"/>
            <ac:spMk id="25" creationId="{255C13AB-7706-0E25-8EF8-80D3B9A54912}"/>
          </ac:spMkLst>
        </pc:spChg>
        <pc:spChg chg="mod">
          <ac:chgData name="성현 이" userId="2f0182ffdb5a30a3" providerId="LiveId" clId="{96CFCBFF-3B86-4DA3-8BC4-90A0DDDF2BC8}" dt="2026-03-23T08:19:28.581" v="1972" actId="20577"/>
          <ac:spMkLst>
            <pc:docMk/>
            <pc:sldMk cId="3465668610" sldId="280"/>
            <ac:spMk id="27" creationId="{1DD9084D-7239-3B79-0B77-47E5D0B7B094}"/>
          </ac:spMkLst>
        </pc:spChg>
        <pc:spChg chg="mod">
          <ac:chgData name="성현 이" userId="2f0182ffdb5a30a3" providerId="LiveId" clId="{96CFCBFF-3B86-4DA3-8BC4-90A0DDDF2BC8}" dt="2026-03-23T08:15:31.343" v="1822"/>
          <ac:spMkLst>
            <pc:docMk/>
            <pc:sldMk cId="3465668610" sldId="280"/>
            <ac:spMk id="29" creationId="{F89A6558-54F8-D541-ADBB-C3F3D68F118E}"/>
          </ac:spMkLst>
        </pc:spChg>
      </pc:sldChg>
      <pc:sldChg chg="addSp delSp modSp new mod modNotesTx">
        <pc:chgData name="성현 이" userId="2f0182ffdb5a30a3" providerId="LiveId" clId="{96CFCBFF-3B86-4DA3-8BC4-90A0DDDF2BC8}" dt="2026-03-24T08:39:42.570" v="4191" actId="20577"/>
        <pc:sldMkLst>
          <pc:docMk/>
          <pc:sldMk cId="2892328731" sldId="281"/>
        </pc:sldMkLst>
        <pc:spChg chg="mod">
          <ac:chgData name="성현 이" userId="2f0182ffdb5a30a3" providerId="LiveId" clId="{96CFCBFF-3B86-4DA3-8BC4-90A0DDDF2BC8}" dt="2026-03-23T08:32:59.287" v="2493" actId="20577"/>
          <ac:spMkLst>
            <pc:docMk/>
            <pc:sldMk cId="2892328731" sldId="281"/>
            <ac:spMk id="2" creationId="{03486831-56D5-3719-0B5A-7669C66A674F}"/>
          </ac:spMkLst>
        </pc:spChg>
        <pc:spChg chg="add mod">
          <ac:chgData name="성현 이" userId="2f0182ffdb5a30a3" providerId="LiveId" clId="{96CFCBFF-3B86-4DA3-8BC4-90A0DDDF2BC8}" dt="2026-03-24T05:45:34.122" v="3764" actId="20577"/>
          <ac:spMkLst>
            <pc:docMk/>
            <pc:sldMk cId="2892328731" sldId="281"/>
            <ac:spMk id="5" creationId="{E16EE9B2-9327-0DA0-A936-F05DB3B82E7A}"/>
          </ac:spMkLst>
        </pc:spChg>
      </pc:sldChg>
      <pc:sldChg chg="addSp delSp modSp new mod">
        <pc:chgData name="성현 이" userId="2f0182ffdb5a30a3" providerId="LiveId" clId="{96CFCBFF-3B86-4DA3-8BC4-90A0DDDF2BC8}" dt="2026-03-23T10:22:13.313" v="3075" actId="20577"/>
        <pc:sldMkLst>
          <pc:docMk/>
          <pc:sldMk cId="1354031937" sldId="282"/>
        </pc:sldMkLst>
        <pc:spChg chg="mod">
          <ac:chgData name="성현 이" userId="2f0182ffdb5a30a3" providerId="LiveId" clId="{96CFCBFF-3B86-4DA3-8BC4-90A0DDDF2BC8}" dt="2026-03-23T08:51:55.924" v="2799" actId="20577"/>
          <ac:spMkLst>
            <pc:docMk/>
            <pc:sldMk cId="1354031937" sldId="282"/>
            <ac:spMk id="2" creationId="{7A0B4A11-2A7A-646D-0BEF-9F690EDC78E4}"/>
          </ac:spMkLst>
        </pc:spChg>
        <pc:spChg chg="add mod">
          <ac:chgData name="성현 이" userId="2f0182ffdb5a30a3" providerId="LiveId" clId="{96CFCBFF-3B86-4DA3-8BC4-90A0DDDF2BC8}" dt="2026-03-23T10:22:13.313" v="3075" actId="20577"/>
          <ac:spMkLst>
            <pc:docMk/>
            <pc:sldMk cId="1354031937" sldId="282"/>
            <ac:spMk id="5" creationId="{846F4834-0267-4A1A-39F9-890E18CB3803}"/>
          </ac:spMkLst>
        </pc:spChg>
      </pc:sldChg>
      <pc:sldChg chg="modSp add mod">
        <pc:chgData name="성현 이" userId="2f0182ffdb5a30a3" providerId="LiveId" clId="{96CFCBFF-3B86-4DA3-8BC4-90A0DDDF2BC8}" dt="2026-03-24T10:49:02.050" v="4213" actId="20577"/>
        <pc:sldMkLst>
          <pc:docMk/>
          <pc:sldMk cId="3849193202" sldId="283"/>
        </pc:sldMkLst>
        <pc:spChg chg="mod">
          <ac:chgData name="성현 이" userId="2f0182ffdb5a30a3" providerId="LiveId" clId="{96CFCBFF-3B86-4DA3-8BC4-90A0DDDF2BC8}" dt="2026-03-24T06:16:36.587" v="4172" actId="20577"/>
          <ac:spMkLst>
            <pc:docMk/>
            <pc:sldMk cId="3849193202" sldId="283"/>
            <ac:spMk id="7" creationId="{EFC1BCEF-EE68-8245-09C5-5B85EFAC0015}"/>
          </ac:spMkLst>
        </pc:spChg>
        <pc:spChg chg="mod">
          <ac:chgData name="성현 이" userId="2f0182ffdb5a30a3" providerId="LiveId" clId="{96CFCBFF-3B86-4DA3-8BC4-90A0DDDF2BC8}" dt="2026-03-24T07:15:43.210" v="4190" actId="20577"/>
          <ac:spMkLst>
            <pc:docMk/>
            <pc:sldMk cId="3849193202" sldId="283"/>
            <ac:spMk id="56" creationId="{1702B45C-8244-58E6-2CBA-16DE7E4F8B39}"/>
          </ac:spMkLst>
        </pc:spChg>
        <pc:spChg chg="mod">
          <ac:chgData name="성현 이" userId="2f0182ffdb5a30a3" providerId="LiveId" clId="{96CFCBFF-3B86-4DA3-8BC4-90A0DDDF2BC8}" dt="2026-03-24T10:49:02.050" v="4213" actId="20577"/>
          <ac:spMkLst>
            <pc:docMk/>
            <pc:sldMk cId="3849193202" sldId="283"/>
            <ac:spMk id="57" creationId="{37B52619-66BB-A855-D924-5E0C5D9E9C46}"/>
          </ac:spMkLst>
        </pc:spChg>
      </pc:sldChg>
      <pc:sldChg chg="new del">
        <pc:chgData name="성현 이" userId="2f0182ffdb5a30a3" providerId="LiveId" clId="{96CFCBFF-3B86-4DA3-8BC4-90A0DDDF2BC8}" dt="2026-03-23T11:06:36.648" v="3485" actId="2696"/>
        <pc:sldMkLst>
          <pc:docMk/>
          <pc:sldMk cId="2698870793" sldId="284"/>
        </pc:sldMkLst>
      </pc:sldChg>
      <pc:sldChg chg="new del">
        <pc:chgData name="성현 이" userId="2f0182ffdb5a30a3" providerId="LiveId" clId="{96CFCBFF-3B86-4DA3-8BC4-90A0DDDF2BC8}" dt="2026-03-23T11:06:43.324" v="3487" actId="2696"/>
        <pc:sldMkLst>
          <pc:docMk/>
          <pc:sldMk cId="3632440218" sldId="284"/>
        </pc:sldMkLst>
      </pc:sldChg>
      <pc:sldChg chg="modSp add mod">
        <pc:chgData name="성현 이" userId="2f0182ffdb5a30a3" providerId="LiveId" clId="{96CFCBFF-3B86-4DA3-8BC4-90A0DDDF2BC8}" dt="2026-03-25T01:44:08.631" v="4227" actId="20577"/>
        <pc:sldMkLst>
          <pc:docMk/>
          <pc:sldMk cId="4041733122" sldId="284"/>
        </pc:sldMkLst>
        <pc:spChg chg="mod">
          <ac:chgData name="성현 이" userId="2f0182ffdb5a30a3" providerId="LiveId" clId="{96CFCBFF-3B86-4DA3-8BC4-90A0DDDF2BC8}" dt="2026-03-23T12:55:54.718" v="3657" actId="20577"/>
          <ac:spMkLst>
            <pc:docMk/>
            <pc:sldMk cId="4041733122" sldId="284"/>
            <ac:spMk id="2" creationId="{05AEDC90-F131-F82B-5DE0-D23F0AC54EEE}"/>
          </ac:spMkLst>
        </pc:spChg>
        <pc:graphicFrameChg chg="mod modGraphic">
          <ac:chgData name="성현 이" userId="2f0182ffdb5a30a3" providerId="LiveId" clId="{96CFCBFF-3B86-4DA3-8BC4-90A0DDDF2BC8}" dt="2026-03-25T01:44:08.631" v="4227" actId="20577"/>
          <ac:graphicFrameMkLst>
            <pc:docMk/>
            <pc:sldMk cId="4041733122" sldId="284"/>
            <ac:graphicFrameMk id="5" creationId="{DC899762-5EE5-13FD-5FFB-2E8AD4772D8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Search Space (</a:t>
            </a:r>
            <a:r>
              <a:rPr lang="ko-KR" altLang="en-US" dirty="0"/>
              <a:t>탐색 공간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 레이어마다 </a:t>
            </a:r>
            <a:r>
              <a:rPr lang="en-US" altLang="ko-KR" dirty="0"/>
              <a:t>τ ∈ {3, 4, 5, 6} </a:t>
            </a:r>
            <a:r>
              <a:rPr lang="ko-KR" altLang="en-US" dirty="0"/>
              <a:t>중 하나를 선택 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16</a:t>
            </a:r>
            <a:r>
              <a:rPr lang="ko-KR" altLang="en-US" dirty="0"/>
              <a:t>개 레이어 </a:t>
            </a:r>
            <a:r>
              <a:rPr lang="en-US" altLang="ko-KR" dirty="0"/>
              <a:t>× 4</a:t>
            </a:r>
            <a:r>
              <a:rPr lang="ko-KR" altLang="en-US" dirty="0"/>
              <a:t>개 후보 → </a:t>
            </a:r>
            <a:r>
              <a:rPr lang="en-US" altLang="ko-KR" dirty="0"/>
              <a:t>4^16</a:t>
            </a:r>
            <a:r>
              <a:rPr lang="ko-KR" altLang="en-US" dirty="0"/>
              <a:t>가지 가능한 아키텍처 조합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Search Strategy (</a:t>
            </a:r>
            <a:r>
              <a:rPr lang="ko-KR" altLang="en-US" dirty="0"/>
              <a:t>탐색 전략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Differentiable NAS — </a:t>
            </a:r>
            <a:r>
              <a:rPr lang="el-GR" altLang="ko-KR" dirty="0"/>
              <a:t>α</a:t>
            </a:r>
            <a:r>
              <a:rPr lang="ko-KR" altLang="en-US" dirty="0"/>
              <a:t>를 </a:t>
            </a:r>
            <a:r>
              <a:rPr lang="en-US" altLang="ko-KR" dirty="0"/>
              <a:t>gradient</a:t>
            </a:r>
            <a:r>
              <a:rPr lang="ko-KR" altLang="en-US" dirty="0"/>
              <a:t>로 학습하여 최적 </a:t>
            </a:r>
            <a:r>
              <a:rPr lang="el-GR" altLang="ko-KR" dirty="0"/>
              <a:t>τ </a:t>
            </a:r>
            <a:r>
              <a:rPr lang="ko-KR" altLang="en-US" dirty="0"/>
              <a:t>탐색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bi-level optimization: train data → w/codebook </a:t>
            </a:r>
            <a:r>
              <a:rPr lang="ko-KR" altLang="en-US" dirty="0"/>
              <a:t>업데이트</a:t>
            </a:r>
            <a:r>
              <a:rPr lang="en-US" altLang="ko-KR" dirty="0"/>
              <a:t>, </a:t>
            </a:r>
            <a:r>
              <a:rPr lang="en-US" altLang="ko-KR" dirty="0" err="1"/>
              <a:t>val</a:t>
            </a:r>
            <a:r>
              <a:rPr lang="en-US" altLang="ko-KR" dirty="0"/>
              <a:t> data → </a:t>
            </a:r>
            <a:r>
              <a:rPr lang="el-GR" altLang="ko-KR" dirty="0"/>
              <a:t>α </a:t>
            </a:r>
            <a:r>
              <a:rPr lang="ko-KR" altLang="en-US" dirty="0"/>
              <a:t>업데이트</a:t>
            </a:r>
            <a:endParaRPr lang="en-US" altLang="ko-KR" dirty="0"/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Performance Estimation Strategy (</a:t>
            </a:r>
            <a:r>
              <a:rPr lang="ko-KR" altLang="en-US" dirty="0"/>
              <a:t>성능 추정 전략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 후보를 개별적으로 학습</a:t>
            </a:r>
            <a:r>
              <a:rPr lang="en-US" altLang="ko-KR" dirty="0"/>
              <a:t>/</a:t>
            </a:r>
            <a:r>
              <a:rPr lang="ko-KR" altLang="en-US" dirty="0"/>
              <a:t>평가하지 않고</a:t>
            </a:r>
            <a:r>
              <a:rPr lang="en-US" altLang="ko-KR" dirty="0"/>
              <a:t>, Mixed operation</a:t>
            </a:r>
            <a:r>
              <a:rPr lang="ko-KR" altLang="en-US" dirty="0"/>
              <a:t>으로 한 번에 추정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conv(x, Σ p_{</a:t>
            </a:r>
            <a:r>
              <a:rPr lang="en-US" altLang="ko-KR" dirty="0" err="1"/>
              <a:t>i,j</a:t>
            </a:r>
            <a:r>
              <a:rPr lang="en-US" altLang="ko-KR" dirty="0"/>
              <a:t>} × W_{</a:t>
            </a:r>
            <a:r>
              <a:rPr lang="en-US" altLang="ko-KR" dirty="0" err="1"/>
              <a:t>i,j</a:t>
            </a:r>
            <a:r>
              <a:rPr lang="en-US" altLang="ko-KR" dirty="0"/>
              <a:t>}) — weight sharing</a:t>
            </a:r>
            <a:r>
              <a:rPr lang="ko-KR" altLang="en-US" dirty="0"/>
              <a:t>으로 모든 후보를 동시에 학습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정확도 추정</a:t>
            </a:r>
            <a:r>
              <a:rPr lang="en-US" altLang="ko-KR" dirty="0"/>
              <a:t>: </a:t>
            </a:r>
            <a:r>
              <a:rPr lang="en-US" altLang="ko-KR" dirty="0" err="1"/>
              <a:t>val</a:t>
            </a:r>
            <a:r>
              <a:rPr lang="en-US" altLang="ko-KR" dirty="0"/>
              <a:t> </a:t>
            </a:r>
            <a:r>
              <a:rPr lang="en-US" altLang="ko-KR" dirty="0" err="1"/>
              <a:t>CrossEntropy</a:t>
            </a:r>
            <a:r>
              <a:rPr lang="en-US" altLang="ko-KR" dirty="0"/>
              <a:t> loss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비용 추정</a:t>
            </a:r>
            <a:r>
              <a:rPr lang="en-US" altLang="ko-KR" dirty="0"/>
              <a:t>: differentiable cost term (storage + </a:t>
            </a:r>
            <a:r>
              <a:rPr lang="en-US" altLang="ko-KR" dirty="0" err="1"/>
              <a:t>BitOPs</a:t>
            </a:r>
            <a:r>
              <a:rPr lang="en-US" altLang="ko-KR" dirty="0"/>
              <a:t>)</a:t>
            </a:r>
          </a:p>
          <a:p>
            <a:pPr marL="0" indent="0">
              <a:buFontTx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30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</a:t>
            </a:r>
            <a:r>
              <a:rPr lang="en-US" altLang="ko-KR" dirty="0"/>
              <a:t>NAS</a:t>
            </a:r>
            <a:r>
              <a:rPr lang="ko-KR" altLang="en-US" dirty="0"/>
              <a:t>의 </a:t>
            </a:r>
            <a:r>
              <a:rPr lang="en-US" altLang="ko-KR" dirty="0"/>
              <a:t>Search Strategy</a:t>
            </a:r>
            <a:r>
              <a:rPr lang="ko-KR" altLang="en-US" dirty="0"/>
              <a:t>에 해당하는 부분입니다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94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슬라이드하고 뒤에 설명할 슬라이드까지 </a:t>
            </a:r>
            <a:r>
              <a:rPr lang="en-US" altLang="ko-KR" dirty="0"/>
              <a:t>“NAS”</a:t>
            </a:r>
            <a:r>
              <a:rPr lang="ko-KR" altLang="en-US" dirty="0"/>
              <a:t>의 </a:t>
            </a:r>
            <a:r>
              <a:rPr lang="en-US" altLang="ko-KR" dirty="0"/>
              <a:t>Performance Estimation Strategy</a:t>
            </a:r>
            <a:r>
              <a:rPr lang="ko-KR" altLang="en-US" dirty="0"/>
              <a:t>에 해당합니다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Convolution</a:t>
            </a:r>
            <a:r>
              <a:rPr lang="ko-KR" altLang="en-US" dirty="0"/>
              <a:t>은 선형연산이기 때문에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89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Train Dataset -&gt; </a:t>
            </a:r>
            <a:r>
              <a:rPr lang="en-US" altLang="ko-KR" dirty="0" err="1"/>
              <a:t>CrossEntropyLabelSmooth</a:t>
            </a:r>
            <a:endParaRPr lang="en-US" altLang="ko-KR" dirty="0"/>
          </a:p>
          <a:p>
            <a:r>
              <a:rPr lang="en-US" altLang="ko-KR" dirty="0"/>
              <a:t>Val dataset -&gt; Accuracy loss + Cost loss </a:t>
            </a:r>
            <a:r>
              <a:rPr lang="ko-KR" altLang="en-US" dirty="0"/>
              <a:t>둘 다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929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18" Type="http://schemas.openxmlformats.org/officeDocument/2006/relationships/image" Target="../media/image42.png"/><Relationship Id="rId3" Type="http://schemas.openxmlformats.org/officeDocument/2006/relationships/image" Target="../media/image17.png"/><Relationship Id="rId21" Type="http://schemas.openxmlformats.org/officeDocument/2006/relationships/image" Target="../media/image45.png"/><Relationship Id="rId7" Type="http://schemas.openxmlformats.org/officeDocument/2006/relationships/image" Target="../media/image21.png"/><Relationship Id="rId12" Type="http://schemas.openxmlformats.org/officeDocument/2006/relationships/image" Target="../media/image33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9.png"/><Relationship Id="rId5" Type="http://schemas.openxmlformats.org/officeDocument/2006/relationships/image" Target="../media/image19.png"/><Relationship Id="rId15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DNAS-SNN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03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25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42AD2-7F8E-5810-331D-3EBE0880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F61B7-6D8C-2457-DB3F-08F2751D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CCC88-97BD-9CC4-6208-728BF245747E}"/>
              </a:ext>
            </a:extLst>
          </p:cNvPr>
          <p:cNvSpPr txBox="1"/>
          <p:nvPr/>
        </p:nvSpPr>
        <p:spPr>
          <a:xfrm>
            <a:off x="1796397" y="679129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/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Uniform</a:t>
                </a:r>
              </a:p>
              <a:p>
                <a:r>
                  <a:rPr lang="en-US" altLang="ko-KR" dirty="0"/>
                  <a:t>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blipFill>
                <a:blip r:embed="rId2"/>
                <a:stretch>
                  <a:fillRect l="-3947" t="-5660" r="-1316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C1BCEF-EE68-8245-09C5-5B85EFAC0015}"/>
              </a:ext>
            </a:extLst>
          </p:cNvPr>
          <p:cNvSpPr txBox="1"/>
          <p:nvPr/>
        </p:nvSpPr>
        <p:spPr>
          <a:xfrm>
            <a:off x="8908631" y="586292"/>
            <a:ext cx="157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Proposed </a:t>
            </a:r>
          </a:p>
          <a:p>
            <a:r>
              <a:rPr lang="en-US" altLang="ko-KR" dirty="0"/>
              <a:t>(DNAS-SNN)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FE0B83A-8CA5-0274-6E94-53E698903D49}"/>
              </a:ext>
            </a:extLst>
          </p:cNvPr>
          <p:cNvSpPr/>
          <p:nvPr/>
        </p:nvSpPr>
        <p:spPr>
          <a:xfrm>
            <a:off x="1431217" y="1269135"/>
            <a:ext cx="1569139" cy="156913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1.31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76853-FF9C-5EDA-6119-5BBD0783A014}"/>
              </a:ext>
            </a:extLst>
          </p:cNvPr>
          <p:cNvSpPr txBox="1"/>
          <p:nvPr/>
        </p:nvSpPr>
        <p:spPr>
          <a:xfrm>
            <a:off x="170552" y="1715163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storage</a:t>
            </a:r>
          </a:p>
          <a:p>
            <a:r>
              <a:rPr lang="en-US" altLang="ko-KR" dirty="0"/>
              <a:t> (MB)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609FE0-1A39-581F-5F38-D01283A3E52A}"/>
              </a:ext>
            </a:extLst>
          </p:cNvPr>
          <p:cNvSpPr/>
          <p:nvPr/>
        </p:nvSpPr>
        <p:spPr>
          <a:xfrm>
            <a:off x="5111894" y="1395382"/>
            <a:ext cx="1394460" cy="13944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0.73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F6C63E3-5C20-A175-0996-F10A1F3FAF04}"/>
              </a:ext>
            </a:extLst>
          </p:cNvPr>
          <p:cNvSpPr/>
          <p:nvPr/>
        </p:nvSpPr>
        <p:spPr>
          <a:xfrm>
            <a:off x="9163449" y="1483994"/>
            <a:ext cx="1069376" cy="11394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3FD0AB-DC1A-2D97-1941-28BDCB197B51}"/>
              </a:ext>
            </a:extLst>
          </p:cNvPr>
          <p:cNvSpPr txBox="1"/>
          <p:nvPr/>
        </p:nvSpPr>
        <p:spPr>
          <a:xfrm>
            <a:off x="3684813" y="191686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1.8x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4057E-75E5-8ABD-2691-2F6AD603FBFF}"/>
              </a:ext>
            </a:extLst>
          </p:cNvPr>
          <p:cNvSpPr txBox="1"/>
          <p:nvPr/>
        </p:nvSpPr>
        <p:spPr>
          <a:xfrm>
            <a:off x="122857" y="5644968"/>
            <a:ext cx="119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</a:t>
            </a:r>
          </a:p>
          <a:p>
            <a:r>
              <a:rPr lang="en-US" altLang="ko-KR" dirty="0"/>
              <a:t>   (%)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623A8A9-F503-4E51-BB15-B8A6AF3EA4D9}"/>
              </a:ext>
            </a:extLst>
          </p:cNvPr>
          <p:cNvSpPr/>
          <p:nvPr/>
        </p:nvSpPr>
        <p:spPr>
          <a:xfrm>
            <a:off x="1431217" y="4947831"/>
            <a:ext cx="1619110" cy="16191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65.7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A852083-A300-B269-5774-B31000048953}"/>
              </a:ext>
            </a:extLst>
          </p:cNvPr>
          <p:cNvSpPr/>
          <p:nvPr/>
        </p:nvSpPr>
        <p:spPr>
          <a:xfrm>
            <a:off x="5131850" y="4935306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62.1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702B45C-8244-58E6-2CBA-16DE7E4F8B39}"/>
              </a:ext>
            </a:extLst>
          </p:cNvPr>
          <p:cNvSpPr/>
          <p:nvPr/>
        </p:nvSpPr>
        <p:spPr>
          <a:xfrm>
            <a:off x="8990583" y="4876867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Similar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Better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/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altLang="ko-KR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3F443E-1313-4666-32E0-D30A030294A5}"/>
              </a:ext>
            </a:extLst>
          </p:cNvPr>
          <p:cNvSpPr txBox="1"/>
          <p:nvPr/>
        </p:nvSpPr>
        <p:spPr>
          <a:xfrm>
            <a:off x="185564" y="6566941"/>
            <a:ext cx="985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Sub-bit Neural Networks: Learning to Compress and Accelerate Binary Neural Networks 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E430C-DCC5-2F42-98CB-8F36E33E0C31}"/>
              </a:ext>
            </a:extLst>
          </p:cNvPr>
          <p:cNvSpPr txBox="1"/>
          <p:nvPr/>
        </p:nvSpPr>
        <p:spPr>
          <a:xfrm>
            <a:off x="-54689" y="5370092"/>
            <a:ext cx="153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Imagenet1K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7FFEBF1-D0B8-CB60-A291-AD3B671CDE95}"/>
              </a:ext>
            </a:extLst>
          </p:cNvPr>
          <p:cNvSpPr/>
          <p:nvPr/>
        </p:nvSpPr>
        <p:spPr>
          <a:xfrm>
            <a:off x="1431217" y="3151771"/>
            <a:ext cx="1569139" cy="156913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1.677G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8712F-9EFF-A709-9A94-FD2A2935ACED}"/>
              </a:ext>
            </a:extLst>
          </p:cNvPr>
          <p:cNvSpPr txBox="1"/>
          <p:nvPr/>
        </p:nvSpPr>
        <p:spPr>
          <a:xfrm>
            <a:off x="170552" y="3708786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Bit-OPs</a:t>
            </a:r>
          </a:p>
          <a:p>
            <a:r>
              <a:rPr lang="en-US" altLang="ko-KR" dirty="0"/>
              <a:t>   (G)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C08C2E4-CB8F-C47B-0E7F-AA9A25894822}"/>
              </a:ext>
            </a:extLst>
          </p:cNvPr>
          <p:cNvSpPr/>
          <p:nvPr/>
        </p:nvSpPr>
        <p:spPr>
          <a:xfrm>
            <a:off x="5132542" y="3239110"/>
            <a:ext cx="1394460" cy="1394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0.501G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41B64-CDA2-BFC5-699C-9786828D01CD}"/>
              </a:ext>
            </a:extLst>
          </p:cNvPr>
          <p:cNvSpPr/>
          <p:nvPr/>
        </p:nvSpPr>
        <p:spPr>
          <a:xfrm>
            <a:off x="9163449" y="3355699"/>
            <a:ext cx="1069376" cy="11394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A29E81-F325-C563-35CE-835655297E22}"/>
              </a:ext>
            </a:extLst>
          </p:cNvPr>
          <p:cNvSpPr txBox="1"/>
          <p:nvPr/>
        </p:nvSpPr>
        <p:spPr>
          <a:xfrm>
            <a:off x="7190811" y="1820606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3592BE-94CA-BC5B-FBD6-142A45FF290A}"/>
              </a:ext>
            </a:extLst>
          </p:cNvPr>
          <p:cNvSpPr txBox="1"/>
          <p:nvPr/>
        </p:nvSpPr>
        <p:spPr>
          <a:xfrm>
            <a:off x="7190811" y="3576795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C9DBE-E723-AD39-A647-0DADA0EE4510}"/>
              </a:ext>
            </a:extLst>
          </p:cNvPr>
          <p:cNvSpPr txBox="1"/>
          <p:nvPr/>
        </p:nvSpPr>
        <p:spPr>
          <a:xfrm>
            <a:off x="3684813" y="3662619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3.3x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19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A9390-1A16-E200-CE2D-C4D1EBC9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Remind Weight Storage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5740D-DE14-0AE8-43FB-6E2041EE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674834-C7E1-3337-B3DB-20758416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02" t="-750" r="-17" b="16386"/>
          <a:stretch>
            <a:fillRect/>
          </a:stretch>
        </p:blipFill>
        <p:spPr>
          <a:xfrm>
            <a:off x="2450110" y="863604"/>
            <a:ext cx="7187375" cy="47896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975FDA-F232-7A07-3EE1-606C78472D0F}"/>
              </a:ext>
            </a:extLst>
          </p:cNvPr>
          <p:cNvSpPr/>
          <p:nvPr/>
        </p:nvSpPr>
        <p:spPr>
          <a:xfrm>
            <a:off x="6401414" y="5228440"/>
            <a:ext cx="1438854" cy="4248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A8C7EA-8ED5-9864-696B-711F24195BCD}"/>
              </a:ext>
            </a:extLst>
          </p:cNvPr>
          <p:cNvSpPr/>
          <p:nvPr/>
        </p:nvSpPr>
        <p:spPr>
          <a:xfrm>
            <a:off x="8013244" y="5228440"/>
            <a:ext cx="725632" cy="42484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41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46E7A-63F5-9940-F5E6-42C8C15A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Bit-Operations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64DC2-96B4-058C-79DF-66F95B22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78D1EE-79D1-F73D-56B5-E4E3A1F2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81" y="1058367"/>
            <a:ext cx="8255271" cy="504488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739DC5E-5B86-8278-158D-7D2325F2897B}"/>
              </a:ext>
            </a:extLst>
          </p:cNvPr>
          <p:cNvSpPr/>
          <p:nvPr/>
        </p:nvSpPr>
        <p:spPr>
          <a:xfrm>
            <a:off x="3586038" y="2361537"/>
            <a:ext cx="811033" cy="35780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BD625-9431-499B-F366-1E39DA2329CB}"/>
              </a:ext>
            </a:extLst>
          </p:cNvPr>
          <p:cNvSpPr txBox="1"/>
          <p:nvPr/>
        </p:nvSpPr>
        <p:spPr>
          <a:xfrm>
            <a:off x="3586038" y="4687924"/>
            <a:ext cx="739472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40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78D99-79AF-4FBC-2FD4-8A796C15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Example of Bit-OPs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80DC1-8056-1723-B921-4E957456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A9F50A9-9A29-1B30-AE45-9E766C22E72E}"/>
              </a:ext>
            </a:extLst>
          </p:cNvPr>
          <p:cNvGrpSpPr/>
          <p:nvPr/>
        </p:nvGrpSpPr>
        <p:grpSpPr>
          <a:xfrm>
            <a:off x="1574912" y="1590295"/>
            <a:ext cx="8759188" cy="4039363"/>
            <a:chOff x="1560397" y="1590295"/>
            <a:chExt cx="8759188" cy="403936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56B6673-9924-A12C-597E-0D8343A2EC78}"/>
                </a:ext>
              </a:extLst>
            </p:cNvPr>
            <p:cNvGrpSpPr/>
            <p:nvPr/>
          </p:nvGrpSpPr>
          <p:grpSpPr>
            <a:xfrm>
              <a:off x="3036785" y="1957144"/>
              <a:ext cx="1185570" cy="1185568"/>
              <a:chOff x="5688196" y="489781"/>
              <a:chExt cx="1185570" cy="1185568"/>
            </a:xfrm>
            <a:scene3d>
              <a:camera prst="isometricLeftDown"/>
              <a:lightRig rig="threePt" dir="t"/>
            </a:scene3d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A0FCDD58-460B-CB3B-0265-8D1103C93660}"/>
                  </a:ext>
                </a:extLst>
              </p:cNvPr>
              <p:cNvSpPr/>
              <p:nvPr/>
            </p:nvSpPr>
            <p:spPr>
              <a:xfrm>
                <a:off x="5688199" y="489782"/>
                <a:ext cx="1185567" cy="1185567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E1E0D46-3977-DEC5-5FCA-55C8885C97D9}"/>
                  </a:ext>
                </a:extLst>
              </p:cNvPr>
              <p:cNvSpPr/>
              <p:nvPr/>
            </p:nvSpPr>
            <p:spPr>
              <a:xfrm>
                <a:off x="5688196" y="489781"/>
                <a:ext cx="407801" cy="40780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3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CB8400B-DAC7-56C7-6D35-9470F1CD64FD}"/>
                </a:ext>
              </a:extLst>
            </p:cNvPr>
            <p:cNvGrpSpPr/>
            <p:nvPr/>
          </p:nvGrpSpPr>
          <p:grpSpPr>
            <a:xfrm>
              <a:off x="2688956" y="2174955"/>
              <a:ext cx="1185569" cy="1185567"/>
              <a:chOff x="5688197" y="1831953"/>
              <a:chExt cx="1185569" cy="1185567"/>
            </a:xfrm>
            <a:scene3d>
              <a:camera prst="isometricLeftDown"/>
              <a:lightRig rig="threePt" dir="t"/>
            </a:scene3d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7495C1A-0315-9061-7958-D866EA31A501}"/>
                  </a:ext>
                </a:extLst>
              </p:cNvPr>
              <p:cNvSpPr/>
              <p:nvPr/>
            </p:nvSpPr>
            <p:spPr>
              <a:xfrm>
                <a:off x="5688199" y="1831953"/>
                <a:ext cx="1185567" cy="1185567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5B72BEE6-048F-9FF2-65C8-55656FED18AF}"/>
                  </a:ext>
                </a:extLst>
              </p:cNvPr>
              <p:cNvSpPr/>
              <p:nvPr/>
            </p:nvSpPr>
            <p:spPr>
              <a:xfrm>
                <a:off x="5688197" y="1837209"/>
                <a:ext cx="407801" cy="4078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2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오른쪽 중괄호 7">
              <a:extLst>
                <a:ext uri="{FF2B5EF4-FFF2-40B4-BE49-F238E27FC236}">
                  <a16:creationId xmlns:a16="http://schemas.microsoft.com/office/drawing/2014/main" id="{C1CF4184-1D8B-276F-5FFF-865E84757B76}"/>
                </a:ext>
              </a:extLst>
            </p:cNvPr>
            <p:cNvSpPr/>
            <p:nvPr/>
          </p:nvSpPr>
          <p:spPr>
            <a:xfrm rot="3268708">
              <a:off x="3696530" y="3123362"/>
              <a:ext cx="153775" cy="930646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935AF0-7236-67F1-3D0E-8C092D57CFD4}"/>
                    </a:ext>
                  </a:extLst>
                </p:cNvPr>
                <p:cNvSpPr txBox="1"/>
                <p:nvPr/>
              </p:nvSpPr>
              <p:spPr>
                <a:xfrm>
                  <a:off x="3526695" y="3595159"/>
                  <a:ext cx="1045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11A9079-3F98-0CBB-6EB1-1DFF51DB8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695" y="3595159"/>
                  <a:ext cx="104502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412285A-8764-272F-37FE-7DA7BA977D2A}"/>
                </a:ext>
              </a:extLst>
            </p:cNvPr>
            <p:cNvGrpSpPr/>
            <p:nvPr/>
          </p:nvGrpSpPr>
          <p:grpSpPr>
            <a:xfrm>
              <a:off x="2341127" y="2409591"/>
              <a:ext cx="1185568" cy="1185568"/>
              <a:chOff x="5688198" y="3222471"/>
              <a:chExt cx="1185568" cy="1185568"/>
            </a:xfrm>
            <a:scene3d>
              <a:camera prst="isometricLeftDown"/>
              <a:lightRig rig="threePt" dir="t"/>
            </a:scene3d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3070034-56A3-2524-13A5-037EE3216017}"/>
                  </a:ext>
                </a:extLst>
              </p:cNvPr>
              <p:cNvSpPr/>
              <p:nvPr/>
            </p:nvSpPr>
            <p:spPr>
              <a:xfrm>
                <a:off x="5688199" y="3222472"/>
                <a:ext cx="1185567" cy="118556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7883A20-4F77-66F7-6DFE-A4D414DB8790}"/>
                  </a:ext>
                </a:extLst>
              </p:cNvPr>
              <p:cNvSpPr/>
              <p:nvPr/>
            </p:nvSpPr>
            <p:spPr>
              <a:xfrm>
                <a:off x="5688198" y="3222471"/>
                <a:ext cx="407801" cy="40780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A18E87-2A86-F1C9-91A3-159AA59302E5}"/>
                </a:ext>
              </a:extLst>
            </p:cNvPr>
            <p:cNvSpPr txBox="1"/>
            <p:nvPr/>
          </p:nvSpPr>
          <p:spPr>
            <a:xfrm>
              <a:off x="1560397" y="1590295"/>
              <a:ext cx="1753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 activation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2F20E0D-AF5F-3B9E-9951-BBF60B5E1D96}"/>
                </a:ext>
              </a:extLst>
            </p:cNvPr>
            <p:cNvSpPr/>
            <p:nvPr/>
          </p:nvSpPr>
          <p:spPr>
            <a:xfrm rot="7248243">
              <a:off x="6009702" y="2664759"/>
              <a:ext cx="413697" cy="413697"/>
            </a:xfrm>
            <a:prstGeom prst="rect">
              <a:avLst/>
            </a:prstGeom>
            <a:scene3d>
              <a:camera prst="isometricRightUp"/>
              <a:lightRig rig="threePt" dir="t"/>
            </a:scene3d>
            <a:sp3d extrusionH="381000" contourW="12700">
              <a:extrusionClr>
                <a:schemeClr val="accent1">
                  <a:lumMod val="60000"/>
                  <a:lumOff val="40000"/>
                </a:schemeClr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오른쪽 중괄호 12">
              <a:extLst>
                <a:ext uri="{FF2B5EF4-FFF2-40B4-BE49-F238E27FC236}">
                  <a16:creationId xmlns:a16="http://schemas.microsoft.com/office/drawing/2014/main" id="{6E851034-2473-F3CF-62D7-9CD8CE5C1E93}"/>
                </a:ext>
              </a:extLst>
            </p:cNvPr>
            <p:cNvSpPr/>
            <p:nvPr/>
          </p:nvSpPr>
          <p:spPr>
            <a:xfrm rot="3532382">
              <a:off x="6503763" y="2928665"/>
              <a:ext cx="110569" cy="368847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C757A7-95F1-7575-55DA-1127EACAF705}"/>
                    </a:ext>
                  </a:extLst>
                </p:cNvPr>
                <p:cNvSpPr txBox="1"/>
                <p:nvPr/>
              </p:nvSpPr>
              <p:spPr>
                <a:xfrm>
                  <a:off x="6398138" y="3113088"/>
                  <a:ext cx="1045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A36A48D-BFE5-7CDC-6599-17B66EF53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138" y="3113088"/>
                  <a:ext cx="104502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46F2480-4A4C-15B0-FFE2-28C04880C6F2}"/>
                </a:ext>
              </a:extLst>
            </p:cNvPr>
            <p:cNvSpPr/>
            <p:nvPr/>
          </p:nvSpPr>
          <p:spPr>
            <a:xfrm rot="7248243">
              <a:off x="6847782" y="2696308"/>
              <a:ext cx="413697" cy="413697"/>
            </a:xfrm>
            <a:prstGeom prst="rect">
              <a:avLst/>
            </a:prstGeom>
            <a:scene3d>
              <a:camera prst="isometricRightUp"/>
              <a:lightRig rig="threePt" dir="t"/>
            </a:scene3d>
            <a:sp3d extrusionH="381000" contourW="12700">
              <a:extrusionClr>
                <a:schemeClr val="accent1">
                  <a:lumMod val="60000"/>
                  <a:lumOff val="40000"/>
                </a:schemeClr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2817E19-E142-A99E-20C1-6CFE8521C10A}"/>
                </a:ext>
              </a:extLst>
            </p:cNvPr>
            <p:cNvSpPr/>
            <p:nvPr/>
          </p:nvSpPr>
          <p:spPr>
            <a:xfrm rot="7248243">
              <a:off x="7685862" y="2722369"/>
              <a:ext cx="413697" cy="413697"/>
            </a:xfrm>
            <a:prstGeom prst="rect">
              <a:avLst/>
            </a:prstGeom>
            <a:scene3d>
              <a:camera prst="isometricRightUp"/>
              <a:lightRig rig="threePt" dir="t"/>
            </a:scene3d>
            <a:sp3d extrusionH="381000" contourW="12700">
              <a:extrusionClr>
                <a:schemeClr val="accent1">
                  <a:lumMod val="60000"/>
                  <a:lumOff val="40000"/>
                </a:schemeClr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4CC1FB3-AD84-8DB6-339F-D732484B07B7}"/>
                </a:ext>
              </a:extLst>
            </p:cNvPr>
            <p:cNvSpPr/>
            <p:nvPr/>
          </p:nvSpPr>
          <p:spPr>
            <a:xfrm rot="7248243">
              <a:off x="8523941" y="2738664"/>
              <a:ext cx="413697" cy="413697"/>
            </a:xfrm>
            <a:prstGeom prst="rect">
              <a:avLst/>
            </a:prstGeom>
            <a:scene3d>
              <a:camera prst="isometricRightUp"/>
              <a:lightRig rig="threePt" dir="t"/>
            </a:scene3d>
            <a:sp3d extrusionH="381000" contourW="12700">
              <a:extrusionClr>
                <a:schemeClr val="accent1">
                  <a:lumMod val="60000"/>
                  <a:lumOff val="40000"/>
                </a:schemeClr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왼쪽 중괄호 17">
              <a:extLst>
                <a:ext uri="{FF2B5EF4-FFF2-40B4-BE49-F238E27FC236}">
                  <a16:creationId xmlns:a16="http://schemas.microsoft.com/office/drawing/2014/main" id="{F911AB92-DC0D-1D25-8D4A-759E5F7796DF}"/>
                </a:ext>
              </a:extLst>
            </p:cNvPr>
            <p:cNvSpPr/>
            <p:nvPr/>
          </p:nvSpPr>
          <p:spPr>
            <a:xfrm rot="5400000">
              <a:off x="7487536" y="867363"/>
              <a:ext cx="243738" cy="2996472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B02B599-C066-1CE9-CAED-F102BB522CFA}"/>
                    </a:ext>
                  </a:extLst>
                </p:cNvPr>
                <p:cNvSpPr txBox="1"/>
                <p:nvPr/>
              </p:nvSpPr>
              <p:spPr>
                <a:xfrm>
                  <a:off x="6631735" y="1661334"/>
                  <a:ext cx="1954760" cy="376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728F0A0-332E-3A36-7601-BF77F2D2D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735" y="1661334"/>
                  <a:ext cx="1954760" cy="3761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92E49B-A95B-0CD0-7830-764030414329}"/>
                </a:ext>
              </a:extLst>
            </p:cNvPr>
            <p:cNvSpPr txBox="1"/>
            <p:nvPr/>
          </p:nvSpPr>
          <p:spPr>
            <a:xfrm>
              <a:off x="4850103" y="2466757"/>
              <a:ext cx="3846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/>
                <a:t>*</a:t>
              </a:r>
              <a:endParaRPr lang="ko-KR" altLang="en-US" sz="3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D74DC9-4355-649F-B4A8-FF1F6D07BCAC}"/>
                </a:ext>
              </a:extLst>
            </p:cNvPr>
            <p:cNvSpPr txBox="1"/>
            <p:nvPr/>
          </p:nvSpPr>
          <p:spPr>
            <a:xfrm>
              <a:off x="5894080" y="1844758"/>
              <a:ext cx="889055" cy="366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filter</a:t>
              </a:r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934042-2726-23A1-2411-423674CD77B9}"/>
                </a:ext>
              </a:extLst>
            </p:cNvPr>
            <p:cNvSpPr txBox="1"/>
            <p:nvPr/>
          </p:nvSpPr>
          <p:spPr>
            <a:xfrm>
              <a:off x="4363361" y="2762087"/>
              <a:ext cx="1486620" cy="366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convolution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3BE16BB-73BC-3BB3-DC04-E35B36D53512}"/>
                    </a:ext>
                  </a:extLst>
                </p:cNvPr>
                <p:cNvSpPr txBox="1"/>
                <p:nvPr/>
              </p:nvSpPr>
              <p:spPr>
                <a:xfrm>
                  <a:off x="1770670" y="5255132"/>
                  <a:ext cx="8548915" cy="3745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a14:m>
                  <a:r>
                    <a:rPr lang="ko-KR" altLang="en-US" dirty="0"/>
                    <a:t> </a:t>
                  </a:r>
                  <a:r>
                    <a:rPr lang="en-US" altLang="ko-KR" dirty="0"/>
                    <a:t>patterns</a:t>
                  </a:r>
                  <a:r>
                    <a:rPr lang="ko-KR" altLang="en-US" dirty="0"/>
                    <a:t>의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a14:m>
                  <a:r>
                    <a:rPr lang="ko-KR" altLang="en-US" dirty="0"/>
                    <a:t>로 가정</a:t>
                  </a: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1E65975-74C9-9F5F-6000-08E0A992B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670" y="5255132"/>
                  <a:ext cx="8548915" cy="374526"/>
                </a:xfrm>
                <a:prstGeom prst="rect">
                  <a:avLst/>
                </a:prstGeom>
                <a:blipFill>
                  <a:blip r:embed="rId5"/>
                  <a:stretch>
                    <a:fillRect t="-8065" b="-225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357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38AC3D-4EFF-D99C-7B7F-ED242C09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2B7ACEA-AF85-D69E-6319-C9492B792167}"/>
              </a:ext>
            </a:extLst>
          </p:cNvPr>
          <p:cNvGrpSpPr/>
          <p:nvPr/>
        </p:nvGrpSpPr>
        <p:grpSpPr>
          <a:xfrm>
            <a:off x="1279433" y="1697292"/>
            <a:ext cx="9803674" cy="3988432"/>
            <a:chOff x="1647626" y="1631977"/>
            <a:chExt cx="9803674" cy="398843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8DD7C29-A1BE-5ABC-B376-66C525242EDF}"/>
                </a:ext>
              </a:extLst>
            </p:cNvPr>
            <p:cNvSpPr/>
            <p:nvPr/>
          </p:nvSpPr>
          <p:spPr>
            <a:xfrm>
              <a:off x="3099624" y="3940566"/>
              <a:ext cx="407801" cy="4078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294D05-2C8E-5FB8-9611-A44A072D2291}"/>
                </a:ext>
              </a:extLst>
            </p:cNvPr>
            <p:cNvSpPr/>
            <p:nvPr/>
          </p:nvSpPr>
          <p:spPr>
            <a:xfrm>
              <a:off x="3099624" y="3143055"/>
              <a:ext cx="407801" cy="4078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FCEB3FF-C87C-0FEA-F93F-9E8383A13B53}"/>
                </a:ext>
              </a:extLst>
            </p:cNvPr>
            <p:cNvSpPr/>
            <p:nvPr/>
          </p:nvSpPr>
          <p:spPr>
            <a:xfrm>
              <a:off x="3099623" y="2345544"/>
              <a:ext cx="407801" cy="4078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B872F8-751A-CF4D-8291-737800ED8C6B}"/>
                </a:ext>
              </a:extLst>
            </p:cNvPr>
            <p:cNvSpPr txBox="1"/>
            <p:nvPr/>
          </p:nvSpPr>
          <p:spPr>
            <a:xfrm>
              <a:off x="4200661" y="3143055"/>
              <a:ext cx="3846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/>
                <a:t>*</a:t>
              </a:r>
              <a:endParaRPr lang="ko-KR" altLang="en-US"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26C944-147B-3AD9-6159-24B821D9B66A}"/>
                </a:ext>
              </a:extLst>
            </p:cNvPr>
            <p:cNvSpPr txBox="1"/>
            <p:nvPr/>
          </p:nvSpPr>
          <p:spPr>
            <a:xfrm>
              <a:off x="2362199" y="1706387"/>
              <a:ext cx="2510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input activation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FDCB83-237F-D88A-90E9-FDF47DE1D21F}"/>
                    </a:ext>
                  </a:extLst>
                </p:cNvPr>
                <p:cNvSpPr txBox="1"/>
                <p:nvPr/>
              </p:nvSpPr>
              <p:spPr>
                <a:xfrm>
                  <a:off x="3617685" y="2428291"/>
                  <a:ext cx="6458858" cy="17201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FDCB83-237F-D88A-90E9-FDF47DE1D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7685" y="2428291"/>
                  <a:ext cx="6458858" cy="172015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왼쪽 중괄호 11">
              <a:extLst>
                <a:ext uri="{FF2B5EF4-FFF2-40B4-BE49-F238E27FC236}">
                  <a16:creationId xmlns:a16="http://schemas.microsoft.com/office/drawing/2014/main" id="{2BDC89DD-D718-1A1F-B3A7-BE0D7D88E2B7}"/>
                </a:ext>
              </a:extLst>
            </p:cNvPr>
            <p:cNvSpPr/>
            <p:nvPr/>
          </p:nvSpPr>
          <p:spPr>
            <a:xfrm rot="5400000">
              <a:off x="6654510" y="912852"/>
              <a:ext cx="366849" cy="2837544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2C3CBD9-2DF2-8290-1497-8C5B1F2D84F9}"/>
                    </a:ext>
                  </a:extLst>
                </p:cNvPr>
                <p:cNvSpPr txBox="1"/>
                <p:nvPr/>
              </p:nvSpPr>
              <p:spPr>
                <a:xfrm>
                  <a:off x="5826710" y="1631977"/>
                  <a:ext cx="1954760" cy="376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BED8BCD-168A-3D37-8F3B-4A3E2B3A2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710" y="1631977"/>
                  <a:ext cx="1954760" cy="3761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왼쪽 중괄호 13">
              <a:extLst>
                <a:ext uri="{FF2B5EF4-FFF2-40B4-BE49-F238E27FC236}">
                  <a16:creationId xmlns:a16="http://schemas.microsoft.com/office/drawing/2014/main" id="{1E493CC9-5DF9-3E44-CF45-6F34DA223899}"/>
                </a:ext>
              </a:extLst>
            </p:cNvPr>
            <p:cNvSpPr/>
            <p:nvPr/>
          </p:nvSpPr>
          <p:spPr>
            <a:xfrm rot="10800000">
              <a:off x="8646331" y="2549444"/>
              <a:ext cx="384629" cy="1492422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3A55272-03D9-6790-3381-DE24A9713C5B}"/>
                    </a:ext>
                  </a:extLst>
                </p:cNvPr>
                <p:cNvSpPr txBox="1"/>
                <p:nvPr/>
              </p:nvSpPr>
              <p:spPr>
                <a:xfrm>
                  <a:off x="9030960" y="3039193"/>
                  <a:ext cx="1045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6052A46-D81A-D968-CF62-2F83B3DCA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0960" y="3039193"/>
                  <a:ext cx="104502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4811D3-DC54-0D8D-5646-BE080CF61901}"/>
                </a:ext>
              </a:extLst>
            </p:cNvPr>
            <p:cNvSpPr txBox="1"/>
            <p:nvPr/>
          </p:nvSpPr>
          <p:spPr>
            <a:xfrm>
              <a:off x="5005153" y="1701732"/>
              <a:ext cx="889055" cy="366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filter</a:t>
              </a:r>
              <a:endParaRPr lang="ko-KR" altLang="en-US" dirty="0"/>
            </a:p>
          </p:txBody>
        </p:sp>
        <p:sp>
          <p:nvSpPr>
            <p:cNvPr id="17" name="왼쪽 중괄호 16">
              <a:extLst>
                <a:ext uri="{FF2B5EF4-FFF2-40B4-BE49-F238E27FC236}">
                  <a16:creationId xmlns:a16="http://schemas.microsoft.com/office/drawing/2014/main" id="{C54E037F-8950-C8DB-07AE-64BBCAA2C12C}"/>
                </a:ext>
              </a:extLst>
            </p:cNvPr>
            <p:cNvSpPr/>
            <p:nvPr/>
          </p:nvSpPr>
          <p:spPr>
            <a:xfrm>
              <a:off x="2633546" y="2309810"/>
              <a:ext cx="346358" cy="2038557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CCC6B28-3FB8-562C-8647-1241C9A29A44}"/>
                    </a:ext>
                  </a:extLst>
                </p:cNvPr>
                <p:cNvSpPr txBox="1"/>
                <p:nvPr/>
              </p:nvSpPr>
              <p:spPr>
                <a:xfrm>
                  <a:off x="1647626" y="3144422"/>
                  <a:ext cx="10450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ADF35A5-798C-97B6-79D7-3780C7E18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7626" y="3144422"/>
                  <a:ext cx="104502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BEB960-418A-811A-6BEE-6B6BDD882C41}"/>
                    </a:ext>
                  </a:extLst>
                </p:cNvPr>
                <p:cNvSpPr txBox="1"/>
                <p:nvPr/>
              </p:nvSpPr>
              <p:spPr>
                <a:xfrm>
                  <a:off x="2170140" y="5245883"/>
                  <a:ext cx="9281160" cy="3745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/>
                    <a:t>codebook</a:t>
                  </a:r>
                  <a:r>
                    <a:rPr lang="ko-KR" altLang="en-US" dirty="0"/>
                    <a:t>의 </a:t>
                  </a:r>
                  <a:r>
                    <a:rPr lang="en-US" altLang="ko-KR" dirty="0"/>
                    <a:t>index 0</a:t>
                  </a:r>
                  <a:r>
                    <a:rPr lang="ko-KR" altLang="en-US" dirty="0"/>
                    <a:t> </a:t>
                  </a:r>
                  <a:r>
                    <a:rPr lang="en-US" altLang="ko-KR" dirty="0"/>
                    <a:t>,</a:t>
                  </a:r>
                  <a:r>
                    <a:rPr lang="ko-KR" altLang="en-US" dirty="0"/>
                    <a:t> </a:t>
                  </a:r>
                  <a:r>
                    <a:rPr lang="en-US" altLang="ko-KR" dirty="0"/>
                    <a:t>1</a:t>
                  </a:r>
                  <a:r>
                    <a:rPr lang="ko-KR" altLang="en-US" dirty="0"/>
                    <a:t> 는 </a:t>
                  </a:r>
                  <a:r>
                    <a:rPr lang="en-US" altLang="ko-KR" dirty="0"/>
                    <a:t>2 patterns(</a:t>
                  </a:r>
                  <a14:m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의</m:t>
                      </m:r>
                    </m:oMath>
                  </a14:m>
                  <a:r>
                    <a:rPr lang="ko-KR" altLang="en-US" dirty="0"/>
                    <a:t>미</a:t>
                  </a:r>
                  <a:endParaRPr lang="en-US" altLang="ko-KR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ABEB960-418A-811A-6BEE-6B6BDD882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0140" y="5245883"/>
                  <a:ext cx="9281160" cy="374526"/>
                </a:xfrm>
                <a:prstGeom prst="rect">
                  <a:avLst/>
                </a:prstGeom>
                <a:blipFill>
                  <a:blip r:embed="rId6"/>
                  <a:stretch>
                    <a:fillRect l="-591" t="-8065" b="-2419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718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69EEA-7197-FBD6-866B-11DE2DDD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7A0B891-5940-403E-F5AB-8BC87E2D1E6F}"/>
              </a:ext>
            </a:extLst>
          </p:cNvPr>
          <p:cNvGrpSpPr/>
          <p:nvPr/>
        </p:nvGrpSpPr>
        <p:grpSpPr>
          <a:xfrm>
            <a:off x="1753242" y="374489"/>
            <a:ext cx="8685516" cy="6295267"/>
            <a:chOff x="1908398" y="652784"/>
            <a:chExt cx="8685516" cy="629526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0011253-583A-9A65-BCEB-69A0EAFDDD64}"/>
                </a:ext>
              </a:extLst>
            </p:cNvPr>
            <p:cNvSpPr/>
            <p:nvPr/>
          </p:nvSpPr>
          <p:spPr>
            <a:xfrm>
              <a:off x="3135318" y="1513792"/>
              <a:ext cx="407801" cy="4078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DD9480-4982-CB78-0E10-F7CA0FF7FC87}"/>
                </a:ext>
              </a:extLst>
            </p:cNvPr>
            <p:cNvSpPr txBox="1"/>
            <p:nvPr/>
          </p:nvSpPr>
          <p:spPr>
            <a:xfrm>
              <a:off x="3975234" y="1474666"/>
              <a:ext cx="12115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/>
                <a:t>*</a:t>
              </a:r>
              <a:endParaRPr lang="ko-KR" altLang="en-US" sz="4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0FD499-6D1C-6556-F1B0-FAA526F2D49E}"/>
                    </a:ext>
                  </a:extLst>
                </p:cNvPr>
                <p:cNvSpPr txBox="1"/>
                <p:nvPr/>
              </p:nvSpPr>
              <p:spPr>
                <a:xfrm>
                  <a:off x="3697030" y="1363749"/>
                  <a:ext cx="547116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0FD499-6D1C-6556-F1B0-FAA526F2D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7030" y="1363749"/>
                  <a:ext cx="5471160" cy="7078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C39C46E2-44A5-8C26-94F3-463F7541A244}"/>
                </a:ext>
              </a:extLst>
            </p:cNvPr>
            <p:cNvSpPr/>
            <p:nvPr/>
          </p:nvSpPr>
          <p:spPr>
            <a:xfrm rot="5400000">
              <a:off x="6248380" y="-207583"/>
              <a:ext cx="376178" cy="297175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51BEB67-EFA3-DFB1-5DC9-61B2B51298EE}"/>
                    </a:ext>
                  </a:extLst>
                </p:cNvPr>
                <p:cNvSpPr txBox="1"/>
                <p:nvPr/>
              </p:nvSpPr>
              <p:spPr>
                <a:xfrm>
                  <a:off x="5399194" y="652784"/>
                  <a:ext cx="1954760" cy="376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CB4893C-AADE-A37E-3669-910649E6D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9194" y="652784"/>
                  <a:ext cx="1954760" cy="3761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418B7D7-E2D7-5E7C-E47D-D0024C0E78C3}"/>
                </a:ext>
              </a:extLst>
            </p:cNvPr>
            <p:cNvGrpSpPr/>
            <p:nvPr/>
          </p:nvGrpSpPr>
          <p:grpSpPr>
            <a:xfrm>
              <a:off x="4740366" y="2626811"/>
              <a:ext cx="2449960" cy="584775"/>
              <a:chOff x="3000806" y="2738283"/>
              <a:chExt cx="2449960" cy="584775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01E17B25-464A-8771-9CFA-ABFD156C09D1}"/>
                  </a:ext>
                </a:extLst>
              </p:cNvPr>
              <p:cNvSpPr/>
              <p:nvPr/>
            </p:nvSpPr>
            <p:spPr>
              <a:xfrm>
                <a:off x="3000806" y="2897242"/>
                <a:ext cx="407801" cy="40780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1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E8FAFF-6513-78EA-1AE0-B889006709CA}"/>
                  </a:ext>
                </a:extLst>
              </p:cNvPr>
              <p:cNvSpPr txBox="1"/>
              <p:nvPr/>
            </p:nvSpPr>
            <p:spPr>
              <a:xfrm>
                <a:off x="3438820" y="2738283"/>
                <a:ext cx="20119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3200" dirty="0" err="1"/>
                  <a:t>cb</a:t>
                </a:r>
                <a:r>
                  <a:rPr lang="en-US" altLang="ko-KR" sz="3200" dirty="0"/>
                  <a:t>[0]</a:t>
                </a:r>
                <a:endParaRPr lang="ko-KR" altLang="en-US" sz="3200" dirty="0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D195A93-397C-3B9D-54FA-983636AD0C0E}"/>
                </a:ext>
              </a:extLst>
            </p:cNvPr>
            <p:cNvSpPr/>
            <p:nvPr/>
          </p:nvSpPr>
          <p:spPr>
            <a:xfrm>
              <a:off x="7367135" y="2737241"/>
              <a:ext cx="407801" cy="4078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B08879-511E-B58E-EE7D-413DEE7E42E5}"/>
                </a:ext>
              </a:extLst>
            </p:cNvPr>
            <p:cNvSpPr txBox="1"/>
            <p:nvPr/>
          </p:nvSpPr>
          <p:spPr>
            <a:xfrm>
              <a:off x="7835635" y="2630129"/>
              <a:ext cx="15832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/>
                <a:t>cb</a:t>
              </a:r>
              <a:r>
                <a:rPr lang="en-US" altLang="ko-KR" sz="3200" dirty="0"/>
                <a:t>[1]</a:t>
              </a:r>
              <a:endParaRPr lang="ko-KR" altLang="en-US" sz="3200" dirty="0"/>
            </a:p>
            <a:p>
              <a:endParaRPr lang="ko-KR" altLang="en-US" sz="4000" dirty="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9246E696-7AAA-E3F6-248C-A3F323E5E651}"/>
                </a:ext>
              </a:extLst>
            </p:cNvPr>
            <p:cNvCxnSpPr>
              <a:cxnSpLocks/>
            </p:cNvCxnSpPr>
            <p:nvPr/>
          </p:nvCxnSpPr>
          <p:spPr>
            <a:xfrm>
              <a:off x="4944266" y="3334697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43422-E770-8F5A-B6E6-698CCB0A8CA0}"/>
                </a:ext>
              </a:extLst>
            </p:cNvPr>
            <p:cNvSpPr txBox="1"/>
            <p:nvPr/>
          </p:nvSpPr>
          <p:spPr>
            <a:xfrm>
              <a:off x="4107578" y="3998498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저장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E377B2-9F3E-63BC-A907-F11B14763389}"/>
                </a:ext>
              </a:extLst>
            </p:cNvPr>
            <p:cNvSpPr txBox="1"/>
            <p:nvPr/>
          </p:nvSpPr>
          <p:spPr>
            <a:xfrm>
              <a:off x="7271811" y="3967138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저장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97081E5-C410-26A8-43C9-13EF83891412}"/>
                </a:ext>
              </a:extLst>
            </p:cNvPr>
            <p:cNvCxnSpPr>
              <a:cxnSpLocks/>
            </p:cNvCxnSpPr>
            <p:nvPr/>
          </p:nvCxnSpPr>
          <p:spPr>
            <a:xfrm>
              <a:off x="7805149" y="3289256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2F6D3E9-DCBA-49C3-D4CA-0F2D06617D97}"/>
                    </a:ext>
                  </a:extLst>
                </p:cNvPr>
                <p:cNvSpPr txBox="1"/>
                <p:nvPr/>
              </p:nvSpPr>
              <p:spPr>
                <a:xfrm>
                  <a:off x="3339218" y="4578171"/>
                  <a:ext cx="6486336" cy="2369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=1] += 1*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[0]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=2] += 1*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[0]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=3] += 1*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=4] += 1*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altLang="ko-KR" dirty="0"/>
                </a:p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2F6D3E9-DCBA-49C3-D4CA-0F2D06617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218" y="4578171"/>
                  <a:ext cx="6486336" cy="2369880"/>
                </a:xfrm>
                <a:prstGeom prst="rect">
                  <a:avLst/>
                </a:prstGeom>
                <a:blipFill>
                  <a:blip r:embed="rId4"/>
                  <a:stretch>
                    <a:fillRect l="-1692" t="-2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97A25593-31A9-4207-5967-A0CF44DD1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2785" y="4853282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15454-97C7-C037-D433-A0EF75B0D4E7}"/>
                </a:ext>
              </a:extLst>
            </p:cNvPr>
            <p:cNvSpPr txBox="1"/>
            <p:nvPr/>
          </p:nvSpPr>
          <p:spPr>
            <a:xfrm>
              <a:off x="8347854" y="4660685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60E94A88-3774-79DF-090E-A1DEEC02F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2785" y="5311068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AE91B4-6181-E272-2313-8CFB400174C2}"/>
                </a:ext>
              </a:extLst>
            </p:cNvPr>
            <p:cNvSpPr txBox="1"/>
            <p:nvPr/>
          </p:nvSpPr>
          <p:spPr>
            <a:xfrm>
              <a:off x="8347854" y="5118471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DAABB42C-01D3-0262-EE4F-D412556E8E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2785" y="5771042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0DF08F-BE14-8D18-0B28-239675C49CBB}"/>
                </a:ext>
              </a:extLst>
            </p:cNvPr>
            <p:cNvSpPr txBox="1"/>
            <p:nvPr/>
          </p:nvSpPr>
          <p:spPr>
            <a:xfrm>
              <a:off x="8347854" y="5578445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66FEA000-CFD1-DCDB-4195-B122C87C3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2785" y="6167801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1521F17-836D-22C1-3474-28B219934A2B}"/>
                </a:ext>
              </a:extLst>
            </p:cNvPr>
            <p:cNvSpPr txBox="1"/>
            <p:nvPr/>
          </p:nvSpPr>
          <p:spPr>
            <a:xfrm>
              <a:off x="8347854" y="5975204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C44918-EEF6-0009-E9A9-E33C26C9820E}"/>
                </a:ext>
              </a:extLst>
            </p:cNvPr>
            <p:cNvSpPr txBox="1"/>
            <p:nvPr/>
          </p:nvSpPr>
          <p:spPr>
            <a:xfrm>
              <a:off x="1908398" y="2845986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precompute</a:t>
              </a:r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D999EF2-2CC7-DE4F-D5DC-2AD1C3CC3DD6}"/>
                </a:ext>
              </a:extLst>
            </p:cNvPr>
            <p:cNvSpPr txBox="1"/>
            <p:nvPr/>
          </p:nvSpPr>
          <p:spPr>
            <a:xfrm>
              <a:off x="1908398" y="4660685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Accumulate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3602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87D87-FDB1-E698-0EE9-50E52AF2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08F4C52-1FED-8524-0472-D0FD28A5F689}"/>
              </a:ext>
            </a:extLst>
          </p:cNvPr>
          <p:cNvGrpSpPr/>
          <p:nvPr/>
        </p:nvGrpSpPr>
        <p:grpSpPr>
          <a:xfrm>
            <a:off x="1753242" y="374139"/>
            <a:ext cx="8685516" cy="6295267"/>
            <a:chOff x="1788082" y="460278"/>
            <a:chExt cx="8685516" cy="629526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CA59AE7-7B8E-51E4-F127-BB11A24148D9}"/>
                </a:ext>
              </a:extLst>
            </p:cNvPr>
            <p:cNvSpPr/>
            <p:nvPr/>
          </p:nvSpPr>
          <p:spPr>
            <a:xfrm>
              <a:off x="7246819" y="2544734"/>
              <a:ext cx="407801" cy="4078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6CF915B-A0F6-17DA-263A-786BD7161749}"/>
                </a:ext>
              </a:extLst>
            </p:cNvPr>
            <p:cNvSpPr/>
            <p:nvPr/>
          </p:nvSpPr>
          <p:spPr>
            <a:xfrm>
              <a:off x="4626376" y="2586727"/>
              <a:ext cx="407801" cy="4078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59F20A-5DA2-337C-DA37-B6B8C6E7B789}"/>
                </a:ext>
              </a:extLst>
            </p:cNvPr>
            <p:cNvSpPr/>
            <p:nvPr/>
          </p:nvSpPr>
          <p:spPr>
            <a:xfrm>
              <a:off x="3015001" y="1321286"/>
              <a:ext cx="407801" cy="4078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CB32FA-9071-747F-AD51-479296C5D5F7}"/>
                </a:ext>
              </a:extLst>
            </p:cNvPr>
            <p:cNvSpPr txBox="1"/>
            <p:nvPr/>
          </p:nvSpPr>
          <p:spPr>
            <a:xfrm>
              <a:off x="3854918" y="1282160"/>
              <a:ext cx="12115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/>
                <a:t>*</a:t>
              </a:r>
              <a:endParaRPr lang="ko-KR" altLang="en-US" sz="4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E1230FB-5F77-812B-4D79-B0AB81945220}"/>
                    </a:ext>
                  </a:extLst>
                </p:cNvPr>
                <p:cNvSpPr txBox="1"/>
                <p:nvPr/>
              </p:nvSpPr>
              <p:spPr>
                <a:xfrm>
                  <a:off x="3576714" y="1171243"/>
                  <a:ext cx="547116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E1230FB-5F77-812B-4D79-B0AB81945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714" y="1171243"/>
                  <a:ext cx="5471160" cy="7078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왼쪽 중괄호 10">
              <a:extLst>
                <a:ext uri="{FF2B5EF4-FFF2-40B4-BE49-F238E27FC236}">
                  <a16:creationId xmlns:a16="http://schemas.microsoft.com/office/drawing/2014/main" id="{3B8EDABE-C1F3-CFD7-0D91-CD2E5F2BA61A}"/>
                </a:ext>
              </a:extLst>
            </p:cNvPr>
            <p:cNvSpPr/>
            <p:nvPr/>
          </p:nvSpPr>
          <p:spPr>
            <a:xfrm rot="5400000">
              <a:off x="6128064" y="-400089"/>
              <a:ext cx="376178" cy="297175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AF4C9F7-3C4F-78BC-A4D7-B782B8521EE5}"/>
                    </a:ext>
                  </a:extLst>
                </p:cNvPr>
                <p:cNvSpPr txBox="1"/>
                <p:nvPr/>
              </p:nvSpPr>
              <p:spPr>
                <a:xfrm>
                  <a:off x="5278878" y="460278"/>
                  <a:ext cx="1954760" cy="376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6C05CF-075C-F392-D3A9-BED980989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8878" y="460278"/>
                  <a:ext cx="1954760" cy="3761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626871-2302-9CFF-4E91-46F053C839B6}"/>
                </a:ext>
              </a:extLst>
            </p:cNvPr>
            <p:cNvSpPr txBox="1"/>
            <p:nvPr/>
          </p:nvSpPr>
          <p:spPr>
            <a:xfrm>
              <a:off x="5058064" y="2434305"/>
              <a:ext cx="20119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/>
                <a:t>cb</a:t>
              </a:r>
              <a:r>
                <a:rPr lang="en-US" altLang="ko-KR" sz="3200" dirty="0"/>
                <a:t>[0]</a:t>
              </a:r>
              <a:endParaRPr lang="ko-KR" altLang="en-US" sz="3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95EEF3-A0B6-4847-5249-0315F49B4FD4}"/>
                </a:ext>
              </a:extLst>
            </p:cNvPr>
            <p:cNvSpPr txBox="1"/>
            <p:nvPr/>
          </p:nvSpPr>
          <p:spPr>
            <a:xfrm>
              <a:off x="7715319" y="2437623"/>
              <a:ext cx="15832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/>
                <a:t>cb</a:t>
              </a:r>
              <a:r>
                <a:rPr lang="en-US" altLang="ko-KR" sz="3200" dirty="0"/>
                <a:t>[1]</a:t>
              </a:r>
              <a:endParaRPr lang="ko-KR" altLang="en-US" sz="3200" dirty="0"/>
            </a:p>
            <a:p>
              <a:endParaRPr lang="ko-KR" altLang="en-US" sz="4000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46458E3E-796A-A8B9-86E4-A646CD2C8DD5}"/>
                </a:ext>
              </a:extLst>
            </p:cNvPr>
            <p:cNvCxnSpPr>
              <a:cxnSpLocks/>
            </p:cNvCxnSpPr>
            <p:nvPr/>
          </p:nvCxnSpPr>
          <p:spPr>
            <a:xfrm>
              <a:off x="4823950" y="3142191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C76FD-14ED-0793-44BA-10BD2A88286D}"/>
                </a:ext>
              </a:extLst>
            </p:cNvPr>
            <p:cNvSpPr txBox="1"/>
            <p:nvPr/>
          </p:nvSpPr>
          <p:spPr>
            <a:xfrm>
              <a:off x="3987262" y="3805992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저장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AD2DD0-E07E-8645-0929-BBB1D5012290}"/>
                </a:ext>
              </a:extLst>
            </p:cNvPr>
            <p:cNvSpPr txBox="1"/>
            <p:nvPr/>
          </p:nvSpPr>
          <p:spPr>
            <a:xfrm>
              <a:off x="7151495" y="3774632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저장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4E893F7-D54D-E49C-2686-5F0B4B28B476}"/>
                </a:ext>
              </a:extLst>
            </p:cNvPr>
            <p:cNvCxnSpPr>
              <a:cxnSpLocks/>
            </p:cNvCxnSpPr>
            <p:nvPr/>
          </p:nvCxnSpPr>
          <p:spPr>
            <a:xfrm>
              <a:off x="7684833" y="3096750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208B78C-470B-CED3-C462-836B41FC586C}"/>
                    </a:ext>
                  </a:extLst>
                </p:cNvPr>
                <p:cNvSpPr txBox="1"/>
                <p:nvPr/>
              </p:nvSpPr>
              <p:spPr>
                <a:xfrm>
                  <a:off x="3218902" y="4385665"/>
                  <a:ext cx="6486336" cy="2369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=1] += 2*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=2] += 2*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[0]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=3] += 2*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[0]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=4] += 2*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altLang="ko-KR" dirty="0"/>
                </a:p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208B78C-470B-CED3-C462-836B41FC5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8902" y="4385665"/>
                  <a:ext cx="6486336" cy="2369880"/>
                </a:xfrm>
                <a:prstGeom prst="rect">
                  <a:avLst/>
                </a:prstGeom>
                <a:blipFill>
                  <a:blip r:embed="rId4"/>
                  <a:stretch>
                    <a:fillRect l="-1692" t="-2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A8E7D47-2144-0975-4E2A-F3A965763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469" y="4660776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391ADC-B1DA-02FA-E07B-BD7A7EF4B92F}"/>
                </a:ext>
              </a:extLst>
            </p:cNvPr>
            <p:cNvSpPr txBox="1"/>
            <p:nvPr/>
          </p:nvSpPr>
          <p:spPr>
            <a:xfrm>
              <a:off x="8227538" y="4468179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AACF5F9-9CE4-6743-7E1F-4BFDF3612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469" y="5118562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6F577C-FF1A-A2A3-0F0C-8F58CC990902}"/>
                </a:ext>
              </a:extLst>
            </p:cNvPr>
            <p:cNvSpPr txBox="1"/>
            <p:nvPr/>
          </p:nvSpPr>
          <p:spPr>
            <a:xfrm>
              <a:off x="8227538" y="4925965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F694ACB-6EB8-7C96-86EB-A9A848C21F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469" y="5578536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5C13AB-7706-0E25-8EF8-80D3B9A54912}"/>
                </a:ext>
              </a:extLst>
            </p:cNvPr>
            <p:cNvSpPr txBox="1"/>
            <p:nvPr/>
          </p:nvSpPr>
          <p:spPr>
            <a:xfrm>
              <a:off x="8227538" y="5385939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27BE2D31-8450-4FD7-4B75-B5584940C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469" y="5975295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D9084D-7239-3B79-0B77-47E5D0B7B094}"/>
                </a:ext>
              </a:extLst>
            </p:cNvPr>
            <p:cNvSpPr txBox="1"/>
            <p:nvPr/>
          </p:nvSpPr>
          <p:spPr>
            <a:xfrm>
              <a:off x="8227538" y="5782698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3C6B08-EDAA-7F98-BBC0-641A98F72F54}"/>
                </a:ext>
              </a:extLst>
            </p:cNvPr>
            <p:cNvSpPr txBox="1"/>
            <p:nvPr/>
          </p:nvSpPr>
          <p:spPr>
            <a:xfrm>
              <a:off x="1788082" y="2633857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precompute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9A6558-54F8-D541-ADBB-C3F3D68F118E}"/>
                </a:ext>
              </a:extLst>
            </p:cNvPr>
            <p:cNvSpPr txBox="1"/>
            <p:nvPr/>
          </p:nvSpPr>
          <p:spPr>
            <a:xfrm>
              <a:off x="1788082" y="4468179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Accumulate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566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7E750-D15A-4BC9-7B51-2B1B41C0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7F76826-5DAC-D64A-00CE-9F92B10D3D50}"/>
              </a:ext>
            </a:extLst>
          </p:cNvPr>
          <p:cNvGrpSpPr/>
          <p:nvPr/>
        </p:nvGrpSpPr>
        <p:grpSpPr>
          <a:xfrm>
            <a:off x="1753242" y="341001"/>
            <a:ext cx="8685516" cy="6295267"/>
            <a:chOff x="1824176" y="562733"/>
            <a:chExt cx="8685516" cy="629526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24D3F4-A4A5-E258-3FA9-92114D95357C}"/>
                </a:ext>
              </a:extLst>
            </p:cNvPr>
            <p:cNvSpPr/>
            <p:nvPr/>
          </p:nvSpPr>
          <p:spPr>
            <a:xfrm>
              <a:off x="7282913" y="2647190"/>
              <a:ext cx="407801" cy="4078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5DEF44-6898-EBC9-5802-A1DA09173752}"/>
                </a:ext>
              </a:extLst>
            </p:cNvPr>
            <p:cNvSpPr/>
            <p:nvPr/>
          </p:nvSpPr>
          <p:spPr>
            <a:xfrm>
              <a:off x="4662470" y="2695719"/>
              <a:ext cx="407801" cy="4078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851B15F-8B0E-23DD-98C8-A29A80A2F53A}"/>
                </a:ext>
              </a:extLst>
            </p:cNvPr>
            <p:cNvSpPr/>
            <p:nvPr/>
          </p:nvSpPr>
          <p:spPr>
            <a:xfrm>
              <a:off x="3051096" y="1423741"/>
              <a:ext cx="407801" cy="4078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42161B-4A50-AC76-051F-21BEC8E2BD90}"/>
                </a:ext>
              </a:extLst>
            </p:cNvPr>
            <p:cNvSpPr txBox="1"/>
            <p:nvPr/>
          </p:nvSpPr>
          <p:spPr>
            <a:xfrm>
              <a:off x="3891012" y="1384615"/>
              <a:ext cx="12115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/>
                <a:t>*</a:t>
              </a:r>
              <a:endParaRPr lang="ko-KR" altLang="en-US" sz="4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D55B7D-D536-C145-DE15-BF4D4B035821}"/>
                    </a:ext>
                  </a:extLst>
                </p:cNvPr>
                <p:cNvSpPr txBox="1"/>
                <p:nvPr/>
              </p:nvSpPr>
              <p:spPr>
                <a:xfrm>
                  <a:off x="3612808" y="1273698"/>
                  <a:ext cx="547116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sz="4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US" altLang="ko-KR" sz="40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sz="4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40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D55B7D-D536-C145-DE15-BF4D4B035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808" y="1273698"/>
                  <a:ext cx="5471160" cy="7078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왼쪽 중괄호 10">
              <a:extLst>
                <a:ext uri="{FF2B5EF4-FFF2-40B4-BE49-F238E27FC236}">
                  <a16:creationId xmlns:a16="http://schemas.microsoft.com/office/drawing/2014/main" id="{03677A5A-67C7-28D9-ED7A-4BDAEECEADD6}"/>
                </a:ext>
              </a:extLst>
            </p:cNvPr>
            <p:cNvSpPr/>
            <p:nvPr/>
          </p:nvSpPr>
          <p:spPr>
            <a:xfrm rot="5400000">
              <a:off x="6164158" y="-297634"/>
              <a:ext cx="376178" cy="297175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689BBE6-CC80-1D95-3037-238ACA86DA29}"/>
                    </a:ext>
                  </a:extLst>
                </p:cNvPr>
                <p:cNvSpPr txBox="1"/>
                <p:nvPr/>
              </p:nvSpPr>
              <p:spPr>
                <a:xfrm>
                  <a:off x="5314972" y="562733"/>
                  <a:ext cx="1954760" cy="376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612345A-F180-D0A3-EF47-403125F1F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4972" y="562733"/>
                  <a:ext cx="1954760" cy="3761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24A81A-88C9-3C5D-385D-F1838BB210D2}"/>
                </a:ext>
              </a:extLst>
            </p:cNvPr>
            <p:cNvSpPr txBox="1"/>
            <p:nvPr/>
          </p:nvSpPr>
          <p:spPr>
            <a:xfrm>
              <a:off x="5094158" y="2536760"/>
              <a:ext cx="20119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/>
                <a:t>cb</a:t>
              </a:r>
              <a:r>
                <a:rPr lang="en-US" altLang="ko-KR" sz="3200" dirty="0"/>
                <a:t>[0]</a:t>
              </a:r>
              <a:endParaRPr lang="ko-KR" altLang="en-US" sz="32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0C4A5D-F1A4-4BFF-BEFD-A4AF64ABB7F0}"/>
                </a:ext>
              </a:extLst>
            </p:cNvPr>
            <p:cNvSpPr txBox="1"/>
            <p:nvPr/>
          </p:nvSpPr>
          <p:spPr>
            <a:xfrm>
              <a:off x="7751413" y="2540078"/>
              <a:ext cx="15832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dirty="0" err="1"/>
                <a:t>cb</a:t>
              </a:r>
              <a:r>
                <a:rPr lang="en-US" altLang="ko-KR" sz="3200" dirty="0"/>
                <a:t>[1]</a:t>
              </a:r>
              <a:endParaRPr lang="ko-KR" altLang="en-US" sz="3200" dirty="0"/>
            </a:p>
            <a:p>
              <a:endParaRPr lang="ko-KR" altLang="en-US" sz="4000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8F1845F-0BB5-889D-071A-99E8864E7D99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44" y="3244646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CE6B73-0F44-DB24-EB96-1B8EE78FFFFD}"/>
                </a:ext>
              </a:extLst>
            </p:cNvPr>
            <p:cNvSpPr txBox="1"/>
            <p:nvPr/>
          </p:nvSpPr>
          <p:spPr>
            <a:xfrm>
              <a:off x="4023356" y="3908447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저장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00A320-AD73-599D-CE24-CCBF22176E18}"/>
                </a:ext>
              </a:extLst>
            </p:cNvPr>
            <p:cNvSpPr txBox="1"/>
            <p:nvPr/>
          </p:nvSpPr>
          <p:spPr>
            <a:xfrm>
              <a:off x="7187589" y="3877087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저장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D0B6DB82-5373-5A99-286C-78712B841B20}"/>
                </a:ext>
              </a:extLst>
            </p:cNvPr>
            <p:cNvCxnSpPr>
              <a:cxnSpLocks/>
            </p:cNvCxnSpPr>
            <p:nvPr/>
          </p:nvCxnSpPr>
          <p:spPr>
            <a:xfrm>
              <a:off x="7720927" y="3199205"/>
              <a:ext cx="0" cy="66380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F0DB290-F1B0-D643-9F6C-2368DDA7E95A}"/>
                    </a:ext>
                  </a:extLst>
                </p:cNvPr>
                <p:cNvSpPr txBox="1"/>
                <p:nvPr/>
              </p:nvSpPr>
              <p:spPr>
                <a:xfrm>
                  <a:off x="3254996" y="4488120"/>
                  <a:ext cx="6486336" cy="2369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=1] += 3*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=2] += 3*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[0]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=3] += 3*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2800" dirty="0"/>
                    <a:t>LB[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r>
                    <a:rPr lang="en-US" altLang="ko-KR" sz="2800" dirty="0"/>
                    <a:t>=4] += 3*</a:t>
                  </a:r>
                  <a:r>
                    <a:rPr lang="en-US" altLang="ko-KR" sz="2800" dirty="0" err="1"/>
                    <a:t>cb</a:t>
                  </a:r>
                  <a:r>
                    <a:rPr lang="en-US" altLang="ko-KR" sz="2800" dirty="0"/>
                    <a:t>[1]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en-US" altLang="ko-KR" dirty="0"/>
                </a:p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F0DB290-F1B0-D643-9F6C-2368DDA7E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4996" y="4488120"/>
                  <a:ext cx="6486336" cy="2369880"/>
                </a:xfrm>
                <a:prstGeom prst="rect">
                  <a:avLst/>
                </a:prstGeom>
                <a:blipFill>
                  <a:blip r:embed="rId4"/>
                  <a:stretch>
                    <a:fillRect l="-1692" t="-282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34B00C7D-F3AC-0A59-7D1B-C0899649B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8563" y="4763231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8C328B-D103-94F7-A996-C8EA82E58741}"/>
                </a:ext>
              </a:extLst>
            </p:cNvPr>
            <p:cNvSpPr txBox="1"/>
            <p:nvPr/>
          </p:nvSpPr>
          <p:spPr>
            <a:xfrm>
              <a:off x="8263632" y="4570634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88FE2F3-AEAE-450C-7960-C94A49045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8563" y="5221017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5B4BF-B093-0569-4E7B-645D5B5601CF}"/>
                </a:ext>
              </a:extLst>
            </p:cNvPr>
            <p:cNvSpPr txBox="1"/>
            <p:nvPr/>
          </p:nvSpPr>
          <p:spPr>
            <a:xfrm>
              <a:off x="8263632" y="5028420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LUT[0]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720D38D8-8551-6EAD-3DA5-A20DF19EBA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8563" y="5680991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5DC062-58A6-BC48-7500-DEC1A1FDBE81}"/>
                </a:ext>
              </a:extLst>
            </p:cNvPr>
            <p:cNvSpPr txBox="1"/>
            <p:nvPr/>
          </p:nvSpPr>
          <p:spPr>
            <a:xfrm>
              <a:off x="8263632" y="5488394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1D99427-40B3-D6C8-A8E3-E5F3BAAAD2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8563" y="6077750"/>
              <a:ext cx="585700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9F68D7-63FE-C796-2824-40F2ABA53E88}"/>
                </a:ext>
              </a:extLst>
            </p:cNvPr>
            <p:cNvSpPr txBox="1"/>
            <p:nvPr/>
          </p:nvSpPr>
          <p:spPr>
            <a:xfrm>
              <a:off x="8263632" y="5885153"/>
              <a:ext cx="2246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LUT[1] </a:t>
              </a:r>
              <a:r>
                <a:rPr lang="ko-KR" altLang="en-US" dirty="0"/>
                <a:t>불러옴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5D18F5-86E8-D7EE-E368-4707C8330A9D}"/>
                </a:ext>
              </a:extLst>
            </p:cNvPr>
            <p:cNvSpPr txBox="1"/>
            <p:nvPr/>
          </p:nvSpPr>
          <p:spPr>
            <a:xfrm>
              <a:off x="1824176" y="2770910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precompute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A4CCF8C-5232-4ADB-5607-FA493C8FFC2D}"/>
                </a:ext>
              </a:extLst>
            </p:cNvPr>
            <p:cNvSpPr txBox="1"/>
            <p:nvPr/>
          </p:nvSpPr>
          <p:spPr>
            <a:xfrm>
              <a:off x="1824176" y="4599037"/>
              <a:ext cx="2199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Accumulate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2355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05E8-CBF7-20A7-8C81-8B549637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EDC90-F131-F82B-5DE0-D23F0AC5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E24FF-F6DF-E996-A2A9-121A1182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656510"/>
                  </p:ext>
                </p:extLst>
              </p:nvPr>
            </p:nvGraphicFramePr>
            <p:xfrm>
              <a:off x="849083" y="1843649"/>
              <a:ext cx="10653486" cy="4111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5581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370619432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578515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Tiny </a:t>
                          </a:r>
                          <a:r>
                            <a:rPr lang="en-US" altLang="ko-KR" b="0" dirty="0" err="1">
                              <a:solidFill>
                                <a:schemeClr val="tx1"/>
                              </a:solidFill>
                            </a:rPr>
                            <a:t>imagenet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=6)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48.97%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48.28%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 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47.64%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47.25%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45.44%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656510"/>
                  </p:ext>
                </p:extLst>
              </p:nvPr>
            </p:nvGraphicFramePr>
            <p:xfrm>
              <a:off x="849083" y="1843649"/>
              <a:ext cx="10653486" cy="4111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5581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370619432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1775581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Tiny </a:t>
                          </a:r>
                          <a:r>
                            <a:rPr lang="en-US" altLang="ko-KR" b="0" dirty="0" err="1">
                              <a:solidFill>
                                <a:schemeClr val="tx1"/>
                              </a:solidFill>
                            </a:rPr>
                            <a:t>imagenet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-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4" t="-215789" r="-501375" b="-4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48.97%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4" t="-315789" r="-501375" b="-3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48.28%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 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4" t="-415789" r="-501375" b="-2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47.64%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4" t="-515789" r="-501375" b="-10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47.25%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57851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4" t="-615789" r="-501375" b="-2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45.44%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173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BC237-B0B2-F24B-2955-946DA987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NAS(Neural Search Architecture)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96783-FADB-FFCA-84F1-83A79074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740" y="6316432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294BDD-9853-2EE1-29A2-FFB7D533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399" b="37601"/>
          <a:stretch>
            <a:fillRect/>
          </a:stretch>
        </p:blipFill>
        <p:spPr>
          <a:xfrm>
            <a:off x="631372" y="1288826"/>
            <a:ext cx="10313500" cy="2564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959598-15BA-4AE0-A5CC-9A9C12B5EF8B}"/>
              </a:ext>
            </a:extLst>
          </p:cNvPr>
          <p:cNvSpPr txBox="1"/>
          <p:nvPr/>
        </p:nvSpPr>
        <p:spPr>
          <a:xfrm>
            <a:off x="798286" y="3451518"/>
            <a:ext cx="7184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Neural Architecture Search: A Survey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797F9-2377-380D-4B79-4B72D6F5EB4E}"/>
              </a:ext>
            </a:extLst>
          </p:cNvPr>
          <p:cNvSpPr txBox="1"/>
          <p:nvPr/>
        </p:nvSpPr>
        <p:spPr>
          <a:xfrm>
            <a:off x="732971" y="4332514"/>
            <a:ext cx="107260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Search Space : candidate operation(conv, fc, pooling etc.)</a:t>
            </a:r>
            <a:r>
              <a:rPr lang="ko-KR" altLang="en-US" dirty="0"/>
              <a:t>의 집합과 그 </a:t>
            </a:r>
            <a:r>
              <a:rPr lang="en-US" altLang="ko-KR" dirty="0"/>
              <a:t>operation</a:t>
            </a:r>
            <a:r>
              <a:rPr lang="ko-KR" altLang="en-US" dirty="0"/>
              <a:t>이 어떻게 연결 되는지</a:t>
            </a:r>
            <a:r>
              <a:rPr lang="en-US" altLang="ko-KR" dirty="0"/>
              <a:t>, </a:t>
            </a:r>
            <a:r>
              <a:rPr lang="ko-KR" altLang="en-US" dirty="0"/>
              <a:t>그리고 총 몇 개의 </a:t>
            </a:r>
            <a:r>
              <a:rPr lang="en-US" altLang="ko-KR" dirty="0"/>
              <a:t>operation</a:t>
            </a:r>
            <a:r>
              <a:rPr lang="ko-KR" altLang="en-US" dirty="0"/>
              <a:t>이 모여 네트워크 구성하는지 정의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Search</a:t>
            </a:r>
            <a:r>
              <a:rPr lang="ko-KR" altLang="en-US" dirty="0"/>
              <a:t> </a:t>
            </a:r>
            <a:r>
              <a:rPr lang="en-US" altLang="ko-KR" dirty="0"/>
              <a:t>Strategy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어떤 것이 가장 좋은 </a:t>
            </a:r>
            <a:r>
              <a:rPr lang="en-US" altLang="ko-KR" dirty="0"/>
              <a:t>configuration</a:t>
            </a:r>
            <a:r>
              <a:rPr lang="ko-KR" altLang="en-US" dirty="0"/>
              <a:t>인지를 찾아내는 알고리즘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Performance Estimation Strategy : </a:t>
            </a:r>
            <a:r>
              <a:rPr lang="ko-KR" altLang="en-US" dirty="0"/>
              <a:t> 하나</a:t>
            </a:r>
            <a:r>
              <a:rPr lang="en-US" altLang="ko-KR" dirty="0"/>
              <a:t>, </a:t>
            </a:r>
            <a:r>
              <a:rPr lang="ko-KR" altLang="en-US" dirty="0"/>
              <a:t>혹은 여러 개의 후보 </a:t>
            </a:r>
            <a:r>
              <a:rPr lang="en-US" altLang="ko-KR" dirty="0"/>
              <a:t>configuration</a:t>
            </a:r>
            <a:r>
              <a:rPr lang="ko-KR" altLang="en-US" dirty="0"/>
              <a:t>을 추출하면 </a:t>
            </a:r>
            <a:r>
              <a:rPr lang="en-US" altLang="ko-KR" dirty="0"/>
              <a:t>performance estimation strategy</a:t>
            </a:r>
            <a:r>
              <a:rPr lang="ko-KR" altLang="en-US" dirty="0"/>
              <a:t>를 통해 그것들의 성능을 예측</a:t>
            </a:r>
          </a:p>
        </p:txBody>
      </p:sp>
    </p:spTree>
    <p:extLst>
      <p:ext uri="{BB962C8B-B14F-4D97-AF65-F5344CB8AC3E}">
        <p14:creationId xmlns:p14="http://schemas.microsoft.com/office/powerpoint/2010/main" val="330280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A771-4BBB-4293-296C-1F716665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Choice Probability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25908-3CE7-A158-AE4D-D11E105C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/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를 선택할 확률 </a:t>
                </a:r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/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blipFill>
                <a:blip r:embed="rId3"/>
                <a:stretch>
                  <a:fillRect l="-447" t="-107463" b="-159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626C19-C17A-8CA0-E9FB-A26004126D85}"/>
              </a:ext>
            </a:extLst>
          </p:cNvPr>
          <p:cNvGrpSpPr/>
          <p:nvPr/>
        </p:nvGrpSpPr>
        <p:grpSpPr>
          <a:xfrm>
            <a:off x="1081314" y="928580"/>
            <a:ext cx="9789886" cy="976976"/>
            <a:chOff x="1081314" y="1161925"/>
            <a:chExt cx="9789886" cy="9769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F96A09-4790-F886-C93D-368BB3661D76}"/>
                </a:ext>
              </a:extLst>
            </p:cNvPr>
            <p:cNvSpPr txBox="1"/>
            <p:nvPr/>
          </p:nvSpPr>
          <p:spPr>
            <a:xfrm>
              <a:off x="1081314" y="1531257"/>
              <a:ext cx="1516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ResNet</a:t>
              </a:r>
              <a:r>
                <a:rPr lang="en-US" altLang="ko-KR" dirty="0"/>
                <a:t> 18</a:t>
              </a:r>
              <a:endParaRPr lang="ko-KR" altLang="en-US" dirty="0"/>
            </a:p>
          </p:txBody>
        </p:sp>
        <p:sp>
          <p:nvSpPr>
            <p:cNvPr id="6" name="왼쪽 중괄호 5">
              <a:extLst>
                <a:ext uri="{FF2B5EF4-FFF2-40B4-BE49-F238E27FC236}">
                  <a16:creationId xmlns:a16="http://schemas.microsoft.com/office/drawing/2014/main" id="{4A91A981-BB1B-62D5-6F72-41613F08E5BE}"/>
                </a:ext>
              </a:extLst>
            </p:cNvPr>
            <p:cNvSpPr/>
            <p:nvPr/>
          </p:nvSpPr>
          <p:spPr>
            <a:xfrm>
              <a:off x="2409371" y="1400237"/>
              <a:ext cx="435429" cy="63137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C3BD3E-23E2-CA41-9866-622B5AEB7A04}"/>
                </a:ext>
              </a:extLst>
            </p:cNvPr>
            <p:cNvSpPr txBox="1"/>
            <p:nvPr/>
          </p:nvSpPr>
          <p:spPr>
            <a:xfrm>
              <a:off x="2844800" y="1161925"/>
              <a:ext cx="3795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16 layers 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/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/>
                    <a:t>candidates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={3,4,5,6}</m:t>
                      </m:r>
                    </m:oMath>
                  </a14:m>
                  <a:r>
                    <a:rPr lang="en-US" altLang="ko-KR" b="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32"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90FE2E4-0E8C-5638-4FA2-6F5AF949DCE6}"/>
                </a:ext>
              </a:extLst>
            </p:cNvPr>
            <p:cNvCxnSpPr>
              <a:cxnSpLocks/>
            </p:cNvCxnSpPr>
            <p:nvPr/>
          </p:nvCxnSpPr>
          <p:spPr>
            <a:xfrm>
              <a:off x="5479143" y="1965512"/>
              <a:ext cx="177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5FE305-2DBA-E2AE-4FA3-CEE8679D4A95}"/>
                </a:ext>
              </a:extLst>
            </p:cNvPr>
            <p:cNvSpPr txBox="1"/>
            <p:nvPr/>
          </p:nvSpPr>
          <p:spPr>
            <a:xfrm>
              <a:off x="7474857" y="1763486"/>
              <a:ext cx="3396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각 </a:t>
              </a:r>
              <a:r>
                <a:rPr lang="en-US" altLang="ko-KR" dirty="0"/>
                <a:t>layer</a:t>
              </a:r>
              <a:r>
                <a:rPr lang="ko-KR" altLang="en-US" dirty="0"/>
                <a:t>에 이 중에 하나를 선택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/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인</a:t>
                </a:r>
                <a:r>
                  <a:rPr lang="en-US" altLang="ko-KR" dirty="0"/>
                  <a:t> architecture parameter , 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선택지의 중요도 가중치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blipFill>
                <a:blip r:embed="rId5"/>
                <a:stretch>
                  <a:fillRect l="-491" t="-9231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그룹 47">
            <a:extLst>
              <a:ext uri="{FF2B5EF4-FFF2-40B4-BE49-F238E27FC236}">
                <a16:creationId xmlns:a16="http://schemas.microsoft.com/office/drawing/2014/main" id="{9F25290B-67B0-B02D-30A6-556E78186383}"/>
              </a:ext>
            </a:extLst>
          </p:cNvPr>
          <p:cNvGrpSpPr/>
          <p:nvPr/>
        </p:nvGrpSpPr>
        <p:grpSpPr>
          <a:xfrm>
            <a:off x="1520371" y="2959498"/>
            <a:ext cx="8178800" cy="3654054"/>
            <a:chOff x="526142" y="3067421"/>
            <a:chExt cx="8178800" cy="365405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62540FD-80A6-9A28-9877-8C88E1374E21}"/>
                </a:ext>
              </a:extLst>
            </p:cNvPr>
            <p:cNvSpPr/>
            <p:nvPr/>
          </p:nvSpPr>
          <p:spPr>
            <a:xfrm>
              <a:off x="2311399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227CFC8-B9AF-AD94-0EE1-0DD9EE3F9F09}"/>
                </a:ext>
              </a:extLst>
            </p:cNvPr>
            <p:cNvSpPr/>
            <p:nvPr/>
          </p:nvSpPr>
          <p:spPr>
            <a:xfrm>
              <a:off x="4096656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B3693-F2DB-9734-8507-06C4BEF803D7}"/>
                </a:ext>
              </a:extLst>
            </p:cNvPr>
            <p:cNvSpPr txBox="1"/>
            <p:nvPr/>
          </p:nvSpPr>
          <p:spPr>
            <a:xfrm>
              <a:off x="6096000" y="4599303"/>
              <a:ext cx="15820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…</a:t>
              </a:r>
              <a:endParaRPr lang="ko-KR" altLang="en-US" sz="24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06DA36E-DF62-CEB4-1BD1-D0A018F43002}"/>
                </a:ext>
              </a:extLst>
            </p:cNvPr>
            <p:cNvSpPr/>
            <p:nvPr/>
          </p:nvSpPr>
          <p:spPr>
            <a:xfrm>
              <a:off x="7159171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/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/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/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/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/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/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/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/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/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/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/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/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/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/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/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/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948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394E1-6E80-D6AF-6AAE-FBCDEB21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Mixed operation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DE0B42-E6D3-BC3C-D3FE-236EFE9C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34DEF1-A057-7314-DBD1-C8E0250E34A0}"/>
              </a:ext>
            </a:extLst>
          </p:cNvPr>
          <p:cNvSpPr/>
          <p:nvPr/>
        </p:nvSpPr>
        <p:spPr>
          <a:xfrm>
            <a:off x="1055912" y="1958013"/>
            <a:ext cx="1861457" cy="5805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layer 1</a:t>
            </a:r>
            <a:r>
              <a:rPr lang="ko-KR" altLang="en-US" dirty="0">
                <a:solidFill>
                  <a:schemeClr val="tx1"/>
                </a:solidFill>
              </a:rPr>
              <a:t>의 출력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3700A2-63C0-03B8-1301-9A60AB82073C}"/>
                  </a:ext>
                </a:extLst>
              </p:cNvPr>
              <p:cNvSpPr txBox="1"/>
              <p:nvPr/>
            </p:nvSpPr>
            <p:spPr>
              <a:xfrm>
                <a:off x="1055912" y="3293362"/>
                <a:ext cx="9815288" cy="94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1 , 3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,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1 , 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1 , 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1 , 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conv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en-US" altLang="ko-KR" dirty="0"/>
                  <a:t>      </a:t>
                </a:r>
              </a:p>
              <a:p>
                <a:r>
                  <a:rPr lang="en-US" altLang="ko-KR" dirty="0"/>
                  <a:t>=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conv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1 , 3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1 , 4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1, 4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1 , 5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1, 5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1 , 6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3700A2-63C0-03B8-1301-9A60AB82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2" y="3293362"/>
                <a:ext cx="9815288" cy="947695"/>
              </a:xfrm>
              <a:prstGeom prst="rect">
                <a:avLst/>
              </a:prstGeom>
              <a:blipFill>
                <a:blip r:embed="rId3"/>
                <a:stretch>
                  <a:fillRect l="-497"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967E3-6113-1C64-55EB-1A2E4E35146E}"/>
                  </a:ext>
                </a:extLst>
              </p:cNvPr>
              <p:cNvSpPr txBox="1"/>
              <p:nvPr/>
            </p:nvSpPr>
            <p:spPr>
              <a:xfrm>
                <a:off x="3058887" y="2063633"/>
                <a:ext cx="8120743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j-lt"/>
                    <a:ea typeface="Cambria Math" panose="02040503050406030204" pitchFamily="18" charset="0"/>
                  </a:rPr>
                  <a:t> : </a:t>
                </a:r>
                <a:r>
                  <a:rPr lang="ko-KR" altLang="en-US" dirty="0">
                    <a:latin typeface="+mj-lt"/>
                    <a:ea typeface="Cambria Math" panose="02040503050406030204" pitchFamily="18" charset="0"/>
                  </a:rPr>
                  <a:t> 각 </a:t>
                </a:r>
                <a:r>
                  <a:rPr lang="en-US" altLang="ko-KR" dirty="0">
                    <a:ea typeface="Cambria Math" panose="02040503050406030204" pitchFamily="18" charset="0"/>
                  </a:rPr>
                  <a:t>codebook</a:t>
                </a:r>
                <a:r>
                  <a:rPr lang="ko-KR" altLang="en-US" dirty="0">
                    <a:ea typeface="Cambria Math" panose="02040503050406030204" pitchFamily="18" charset="0"/>
                  </a:rPr>
                  <a:t>에 불러온 </a:t>
                </a:r>
                <a:r>
                  <a:rPr lang="en-US" altLang="ko-KR" dirty="0">
                    <a:ea typeface="Cambria Math" panose="02040503050406030204" pitchFamily="18" charset="0"/>
                  </a:rPr>
                  <a:t>binary weight</a:t>
                </a:r>
                <a:r>
                  <a:rPr lang="ko-KR" altLang="en-US" dirty="0">
                    <a:ea typeface="Cambria Math" panose="02040503050406030204" pitchFamily="18" charset="0"/>
                  </a:rPr>
                  <a:t> </a:t>
                </a:r>
                <a:endParaRPr lang="en-US" altLang="ko-KR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967E3-6113-1C64-55EB-1A2E4E351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887" y="2063633"/>
                <a:ext cx="8120743" cy="395045"/>
              </a:xfrm>
              <a:prstGeom prst="rect">
                <a:avLst/>
              </a:prstGeom>
              <a:blipFill>
                <a:blip r:embed="rId4"/>
                <a:stretch>
                  <a:fillRect t="-14063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925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800B3-AB32-3691-E6E8-799BDA14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Loss function for alpha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986E0-0197-CA0D-C1C8-96A38D44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E79F7A-5297-BA82-350E-7C523CA7CA16}"/>
                  </a:ext>
                </a:extLst>
              </p:cNvPr>
              <p:cNvSpPr txBox="1"/>
              <p:nvPr/>
            </p:nvSpPr>
            <p:spPr>
              <a:xfrm>
                <a:off x="1074057" y="1210402"/>
                <a:ext cx="9332686" cy="532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ko-KR" dirty="0"/>
                  <a:t>Accuracy Loss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(1/|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val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|) ×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CrossEntropy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model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{(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 err="1"/>
                  <a:t>val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데이터 </a:t>
                </a:r>
                <a:r>
                  <a:rPr lang="en-US" altLang="ko-KR" dirty="0"/>
                  <a:t>25,000</a:t>
                </a:r>
                <a:r>
                  <a:rPr lang="ko-KR" altLang="en-US" dirty="0"/>
                  <a:t>장 각각 </a:t>
                </a:r>
                <a:r>
                  <a:rPr lang="en-US" altLang="ko-KR" dirty="0" err="1"/>
                  <a:t>CrossEntropy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다 더함</a:t>
                </a:r>
                <a:endParaRPr lang="en-US" altLang="ko-KR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(1/|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val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|) 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en-US" altLang="ko-KR" dirty="0" err="1"/>
                  <a:t>val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이미지 </a:t>
                </a:r>
                <a:r>
                  <a:rPr lang="en-US" altLang="ko-KR" dirty="0"/>
                  <a:t>25,000</a:t>
                </a:r>
                <a:r>
                  <a:rPr lang="ko-KR" altLang="en-US" dirty="0"/>
                  <a:t>장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즉 평균</a:t>
                </a:r>
                <a:endParaRPr lang="en-US" altLang="ko-KR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r>
                  <a:rPr lang="en-US" altLang="ko-KR" dirty="0"/>
                  <a:t>2. Cost Loss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Cost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storage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+ 9 ×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Cost </a:t>
                </a:r>
                <a:r>
                  <a:rPr lang="en-US" altLang="ko-KR" dirty="0" err="1"/>
                  <a:t>BitOPs</a:t>
                </a:r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9 +1) +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−1)/2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Cost Loss :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5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Cost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storage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storage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basline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= 5)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BitOPs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BitOPs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basline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= 5)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r>
                  <a:rPr lang="en-US" altLang="ko-KR" dirty="0"/>
                  <a:t>3. Total Loss</a:t>
                </a:r>
              </a:p>
              <a:p>
                <a:endParaRPr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Total loss = Accuracy Loss +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Cost Loss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적으면 정확도 우선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크면 압축 우선</a:t>
                </a:r>
                <a:endParaRPr lang="en-US" altLang="ko-KR" dirty="0"/>
              </a:p>
              <a:p>
                <a:r>
                  <a:rPr lang="en-US" altLang="ko-KR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E79F7A-5297-BA82-350E-7C523CA7C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57" y="1210402"/>
                <a:ext cx="9332686" cy="5328510"/>
              </a:xfrm>
              <a:prstGeom prst="rect">
                <a:avLst/>
              </a:prstGeom>
              <a:blipFill>
                <a:blip r:embed="rId2"/>
                <a:stretch>
                  <a:fillRect l="-523" t="-30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21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86831-56D5-3719-0B5A-7669C66A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Optimization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ECC72-CB27-6DBB-93AB-B793F361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6EE9B2-9327-0DA0-A936-F05DB3B82E7A}"/>
                  </a:ext>
                </a:extLst>
              </p:cNvPr>
              <p:cNvSpPr txBox="1"/>
              <p:nvPr/>
            </p:nvSpPr>
            <p:spPr>
              <a:xfrm>
                <a:off x="1465943" y="1632857"/>
                <a:ext cx="9637485" cy="1528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매 </a:t>
                </a:r>
                <a:r>
                  <a:rPr lang="en-US" altLang="ko-KR" dirty="0"/>
                  <a:t>batch</a:t>
                </a:r>
                <a:r>
                  <a:rPr lang="ko-KR" altLang="en-US" dirty="0"/>
                  <a:t>마다 </a:t>
                </a:r>
                <a:r>
                  <a:rPr lang="en-US" altLang="ko-KR" dirty="0"/>
                  <a:t>2 </a:t>
                </a:r>
                <a:r>
                  <a:rPr lang="ko-KR" altLang="en-US" dirty="0"/>
                  <a:t>단계 </a:t>
                </a:r>
                <a:r>
                  <a:rPr lang="en-US" altLang="ko-KR" dirty="0"/>
                  <a:t>update(Bi-level Optimization)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Train dataset</a:t>
                </a:r>
                <a:r>
                  <a:rPr lang="ko-KR" altLang="en-US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를 제외한 </a:t>
                </a:r>
                <a:r>
                  <a:rPr lang="en-US" altLang="ko-KR" dirty="0"/>
                  <a:t>parameter(weight, codebook etc.) update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r>
                  <a:rPr lang="en-US" altLang="ko-KR" dirty="0"/>
                  <a:t>2.   Val dataset</a:t>
                </a:r>
                <a:r>
                  <a:rPr lang="ko-KR" altLang="en-US" dirty="0"/>
                  <a:t>에서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Update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6EE9B2-9327-0DA0-A936-F05DB3B82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43" y="1632857"/>
                <a:ext cx="9637485" cy="1528752"/>
              </a:xfrm>
              <a:prstGeom prst="rect">
                <a:avLst/>
              </a:prstGeom>
              <a:blipFill>
                <a:blip r:embed="rId3"/>
                <a:stretch>
                  <a:fillRect l="-506" t="-2390" b="-35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32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B4A11-2A7A-646D-0BEF-9F690EDC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Retrain with Fixed tau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816E1D-9AFD-4CEC-C043-2B5E671F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6F4834-0267-4A1A-39F9-890E18CB3803}"/>
                  </a:ext>
                </a:extLst>
              </p:cNvPr>
              <p:cNvSpPr txBox="1"/>
              <p:nvPr/>
            </p:nvSpPr>
            <p:spPr>
              <a:xfrm>
                <a:off x="1211944" y="1799771"/>
                <a:ext cx="8860971" cy="1809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(T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tau candidates)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최종적으로 </a:t>
                </a:r>
                <a:r>
                  <a:rPr lang="en-US" altLang="ko-KR" dirty="0"/>
                  <a:t>16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layers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정해짐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원본의 </a:t>
                </a:r>
                <a:r>
                  <a:rPr lang="en-US" altLang="ko-KR" dirty="0"/>
                  <a:t>ResNet18 </a:t>
                </a:r>
                <a:r>
                  <a:rPr lang="ko-KR" altLang="en-US" dirty="0"/>
                  <a:t>모델을 </a:t>
                </a:r>
                <a:r>
                  <a:rPr lang="en-US" altLang="ko-KR" dirty="0"/>
                  <a:t>16</a:t>
                </a:r>
                <a:r>
                  <a:rPr lang="ko-KR" altLang="en-US" dirty="0"/>
                  <a:t>개의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를 가지고 </a:t>
                </a:r>
                <a:r>
                  <a:rPr lang="ko-KR" altLang="en-US" dirty="0" err="1"/>
                  <a:t>재학습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6F4834-0267-4A1A-39F9-890E18CB3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44" y="1799771"/>
                <a:ext cx="8860971" cy="1809919"/>
              </a:xfrm>
              <a:prstGeom prst="rect">
                <a:avLst/>
              </a:prstGeom>
              <a:blipFill>
                <a:blip r:embed="rId2"/>
                <a:stretch>
                  <a:fillRect l="-482" t="-2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031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15649</TotalTime>
  <Words>1140</Words>
  <Application>Microsoft Office PowerPoint</Application>
  <PresentationFormat>와이드스크린</PresentationFormat>
  <Paragraphs>284</Paragraphs>
  <Slides>16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Cambria Math</vt:lpstr>
      <vt:lpstr>Office 테마</vt:lpstr>
      <vt:lpstr>DNAS-SNN</vt:lpstr>
      <vt:lpstr>Goal</vt:lpstr>
      <vt:lpstr>Remind Weight Storage</vt:lpstr>
      <vt:lpstr>Bit-Operations</vt:lpstr>
      <vt:lpstr>Example of Bit-OPs</vt:lpstr>
      <vt:lpstr>PowerPoint 프레젠테이션</vt:lpstr>
      <vt:lpstr>PowerPoint 프레젠테이션</vt:lpstr>
      <vt:lpstr>PowerPoint 프레젠테이션</vt:lpstr>
      <vt:lpstr>PowerPoint 프레젠테이션</vt:lpstr>
      <vt:lpstr>Baseline</vt:lpstr>
      <vt:lpstr>NAS(Neural Search Architecture)</vt:lpstr>
      <vt:lpstr>Choice Probability</vt:lpstr>
      <vt:lpstr>Mixed operation</vt:lpstr>
      <vt:lpstr>Loss function for alpha</vt:lpstr>
      <vt:lpstr>Optimization</vt:lpstr>
      <vt:lpstr>Retrain with Fixed tau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1356</cp:revision>
  <dcterms:created xsi:type="dcterms:W3CDTF">2023-03-06T16:32:37Z</dcterms:created>
  <dcterms:modified xsi:type="dcterms:W3CDTF">2026-03-25T01:44:13Z</dcterms:modified>
</cp:coreProperties>
</file>