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60" r:id="rId4"/>
    <p:sldId id="262" r:id="rId5"/>
    <p:sldId id="257" r:id="rId6"/>
    <p:sldId id="258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현 이" initials="성이" lastIdx="2" clrIdx="0">
    <p:extLst>
      <p:ext uri="{19B8F6BF-5375-455C-9EA6-DF929625EA0E}">
        <p15:presenceInfo xmlns:p15="http://schemas.microsoft.com/office/powerpoint/2012/main" userId="2f0182ffdb5a30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E3BF"/>
    <a:srgbClr val="0066CC"/>
    <a:srgbClr val="000099"/>
    <a:srgbClr val="002C62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73083" autoAdjust="0"/>
  </p:normalViewPr>
  <p:slideViewPr>
    <p:cSldViewPr snapToGrid="0">
      <p:cViewPr varScale="1">
        <p:scale>
          <a:sx n="119" d="100"/>
          <a:sy n="119" d="100"/>
        </p:scale>
        <p:origin x="228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6-06-17T07:49:55.069" v="6642" actId="20577"/>
      <pc:docMkLst>
        <pc:docMk/>
      </pc:docMkLst>
      <pc:sldChg chg="modSp mod">
        <pc:chgData name="성현 이" userId="2f0182ffdb5a30a3" providerId="LiveId" clId="{96CFCBFF-3B86-4DA3-8BC4-90A0DDDF2BC8}" dt="2026-06-17T07:49:55.069" v="6642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6-17T07:49:55.069" v="6642" actId="20577"/>
          <ac:spMkLst>
            <pc:docMk/>
            <pc:sldMk cId="1460686755" sldId="256"/>
            <ac:spMk id="2" creationId="{AEB04FD9-6A59-4C4E-B0B6-829FC2BFF5E2}"/>
          </ac:spMkLst>
        </pc:spChg>
      </pc:sldChg>
      <pc:sldChg chg="addSp delSp modSp mod">
        <pc:chgData name="성현 이" userId="2f0182ffdb5a30a3" providerId="LiveId" clId="{96CFCBFF-3B86-4DA3-8BC4-90A0DDDF2BC8}" dt="2026-06-17T04:29:55.243" v="2378" actId="20577"/>
        <pc:sldMkLst>
          <pc:docMk/>
          <pc:sldMk cId="1282991092" sldId="257"/>
        </pc:sldMkLst>
        <pc:spChg chg="add mod">
          <ac:chgData name="성현 이" userId="2f0182ffdb5a30a3" providerId="LiveId" clId="{96CFCBFF-3B86-4DA3-8BC4-90A0DDDF2BC8}" dt="2026-06-17T04:08:53.797" v="1712" actId="20577"/>
          <ac:spMkLst>
            <pc:docMk/>
            <pc:sldMk cId="1282991092" sldId="257"/>
            <ac:spMk id="7" creationId="{FAB3E4BD-D4F1-65F6-C6AE-15C9A9EB2BAF}"/>
          </ac:spMkLst>
        </pc:spChg>
        <pc:spChg chg="add mod">
          <ac:chgData name="성현 이" userId="2f0182ffdb5a30a3" providerId="LiveId" clId="{96CFCBFF-3B86-4DA3-8BC4-90A0DDDF2BC8}" dt="2026-06-17T04:22:48.126" v="2271" actId="20577"/>
          <ac:spMkLst>
            <pc:docMk/>
            <pc:sldMk cId="1282991092" sldId="257"/>
            <ac:spMk id="8" creationId="{92EFD03F-1768-3283-6588-1E44D287D5E8}"/>
          </ac:spMkLst>
        </pc:spChg>
        <pc:spChg chg="add mod">
          <ac:chgData name="성현 이" userId="2f0182ffdb5a30a3" providerId="LiveId" clId="{96CFCBFF-3B86-4DA3-8BC4-90A0DDDF2BC8}" dt="2026-06-17T04:29:55.243" v="2378" actId="20577"/>
          <ac:spMkLst>
            <pc:docMk/>
            <pc:sldMk cId="1282991092" sldId="257"/>
            <ac:spMk id="9" creationId="{2EE11CE5-FB12-EC46-ECD5-E32883D74CBA}"/>
          </ac:spMkLst>
        </pc:spChg>
        <pc:picChg chg="add mod">
          <ac:chgData name="성현 이" userId="2f0182ffdb5a30a3" providerId="LiveId" clId="{96CFCBFF-3B86-4DA3-8BC4-90A0DDDF2BC8}" dt="2026-06-17T02:50:35.048" v="4"/>
          <ac:picMkLst>
            <pc:docMk/>
            <pc:sldMk cId="1282991092" sldId="257"/>
            <ac:picMk id="5" creationId="{BBDB790F-8EF3-168E-D132-BFBA1513F3CD}"/>
          </ac:picMkLst>
        </pc:picChg>
        <pc:picChg chg="add del mod">
          <ac:chgData name="성현 이" userId="2f0182ffdb5a30a3" providerId="LiveId" clId="{96CFCBFF-3B86-4DA3-8BC4-90A0DDDF2BC8}" dt="2026-06-17T04:11:43.790" v="1851" actId="1076"/>
          <ac:picMkLst>
            <pc:docMk/>
            <pc:sldMk cId="1282991092" sldId="257"/>
            <ac:picMk id="6" creationId="{A773AF3B-2F00-C429-1EED-F7A89E1AB76B}"/>
          </ac:picMkLst>
        </pc:picChg>
      </pc:sldChg>
      <pc:sldChg chg="addSp delSp modSp mod">
        <pc:chgData name="성현 이" userId="2f0182ffdb5a30a3" providerId="LiveId" clId="{96CFCBFF-3B86-4DA3-8BC4-90A0DDDF2BC8}" dt="2026-06-17T04:51:05.429" v="3191" actId="14100"/>
        <pc:sldMkLst>
          <pc:docMk/>
          <pc:sldMk cId="1768527199" sldId="258"/>
        </pc:sldMkLst>
        <pc:spChg chg="add mod">
          <ac:chgData name="성현 이" userId="2f0182ffdb5a30a3" providerId="LiveId" clId="{96CFCBFF-3B86-4DA3-8BC4-90A0DDDF2BC8}" dt="2026-06-17T04:36:33.875" v="2520" actId="20577"/>
          <ac:spMkLst>
            <pc:docMk/>
            <pc:sldMk cId="1768527199" sldId="258"/>
            <ac:spMk id="7" creationId="{C07B5B3D-5EBF-6236-D008-91147EEDE29E}"/>
          </ac:spMkLst>
        </pc:spChg>
        <pc:spChg chg="add del mod">
          <ac:chgData name="성현 이" userId="2f0182ffdb5a30a3" providerId="LiveId" clId="{96CFCBFF-3B86-4DA3-8BC4-90A0DDDF2BC8}" dt="2026-06-17T04:42:41.645" v="2522" actId="478"/>
          <ac:spMkLst>
            <pc:docMk/>
            <pc:sldMk cId="1768527199" sldId="258"/>
            <ac:spMk id="8" creationId="{6D4E5E7C-B17D-CAC2-7821-D63680843E9C}"/>
          </ac:spMkLst>
        </pc:spChg>
        <pc:spChg chg="add mod">
          <ac:chgData name="성현 이" userId="2f0182ffdb5a30a3" providerId="LiveId" clId="{96CFCBFF-3B86-4DA3-8BC4-90A0DDDF2BC8}" dt="2026-06-17T04:51:05.429" v="3191" actId="14100"/>
          <ac:spMkLst>
            <pc:docMk/>
            <pc:sldMk cId="1768527199" sldId="258"/>
            <ac:spMk id="9" creationId="{B32EBCC3-6954-411B-ED88-CEDBD215EF67}"/>
          </ac:spMkLst>
        </pc:spChg>
        <pc:picChg chg="add mod">
          <ac:chgData name="성현 이" userId="2f0182ffdb5a30a3" providerId="LiveId" clId="{96CFCBFF-3B86-4DA3-8BC4-90A0DDDF2BC8}" dt="2026-06-17T02:50:35.930" v="5"/>
          <ac:picMkLst>
            <pc:docMk/>
            <pc:sldMk cId="1768527199" sldId="258"/>
            <ac:picMk id="5" creationId="{67F8C57F-C9A7-D475-3B27-415B2C3C7903}"/>
          </ac:picMkLst>
        </pc:picChg>
        <pc:picChg chg="add del mod">
          <ac:chgData name="성현 이" userId="2f0182ffdb5a30a3" providerId="LiveId" clId="{96CFCBFF-3B86-4DA3-8BC4-90A0DDDF2BC8}" dt="2026-06-17T04:35:46.413" v="2408" actId="1076"/>
          <ac:picMkLst>
            <pc:docMk/>
            <pc:sldMk cId="1768527199" sldId="258"/>
            <ac:picMk id="6" creationId="{F5A9B86A-2D8B-5390-3F5A-7B1CFD683B8E}"/>
          </ac:picMkLst>
        </pc:picChg>
      </pc:sldChg>
      <pc:sldChg chg="addSp delSp del mod">
        <pc:chgData name="성현 이" userId="2f0182ffdb5a30a3" providerId="LiveId" clId="{96CFCBFF-3B86-4DA3-8BC4-90A0DDDF2BC8}" dt="2026-06-17T06:13:53.142" v="5049" actId="2696"/>
        <pc:sldMkLst>
          <pc:docMk/>
          <pc:sldMk cId="3765507854" sldId="259"/>
        </pc:sldMkLst>
        <pc:graphicFrameChg chg="add del">
          <ac:chgData name="성현 이" userId="2f0182ffdb5a30a3" providerId="LiveId" clId="{96CFCBFF-3B86-4DA3-8BC4-90A0DDDF2BC8}" dt="2026-06-17T02:50:31.790" v="3" actId="478"/>
          <ac:graphicFrameMkLst>
            <pc:docMk/>
            <pc:sldMk cId="3765507854" sldId="259"/>
            <ac:graphicFrameMk id="5" creationId="{F7D79834-0DCD-D2ED-499F-995FCD9C8517}"/>
          </ac:graphicFrameMkLst>
        </pc:graphicFrameChg>
      </pc:sldChg>
      <pc:sldChg chg="addSp delSp modSp new mod">
        <pc:chgData name="성현 이" userId="2f0182ffdb5a30a3" providerId="LiveId" clId="{96CFCBFF-3B86-4DA3-8BC4-90A0DDDF2BC8}" dt="2026-06-17T04:20:56.050" v="2108" actId="14100"/>
        <pc:sldMkLst>
          <pc:docMk/>
          <pc:sldMk cId="2862099630" sldId="260"/>
        </pc:sldMkLst>
        <pc:spChg chg="mod">
          <ac:chgData name="성현 이" userId="2f0182ffdb5a30a3" providerId="LiveId" clId="{96CFCBFF-3B86-4DA3-8BC4-90A0DDDF2BC8}" dt="2026-06-17T03:16:42.799" v="89" actId="20577"/>
          <ac:spMkLst>
            <pc:docMk/>
            <pc:sldMk cId="2862099630" sldId="260"/>
            <ac:spMk id="2" creationId="{B3F95822-3F2F-7658-3AB0-31460EA758FB}"/>
          </ac:spMkLst>
        </pc:spChg>
        <pc:spChg chg="del">
          <ac:chgData name="성현 이" userId="2f0182ffdb5a30a3" providerId="LiveId" clId="{96CFCBFF-3B86-4DA3-8BC4-90A0DDDF2BC8}" dt="2026-06-17T02:50:47.449" v="20" actId="478"/>
          <ac:spMkLst>
            <pc:docMk/>
            <pc:sldMk cId="2862099630" sldId="260"/>
            <ac:spMk id="3" creationId="{ADD9A1FD-C7D3-ABD6-3245-561C94AC986C}"/>
          </ac:spMkLst>
        </pc:spChg>
        <pc:spChg chg="add mod">
          <ac:chgData name="성현 이" userId="2f0182ffdb5a30a3" providerId="LiveId" clId="{96CFCBFF-3B86-4DA3-8BC4-90A0DDDF2BC8}" dt="2026-06-17T03:55:46.636" v="1527" actId="2711"/>
          <ac:spMkLst>
            <pc:docMk/>
            <pc:sldMk cId="2862099630" sldId="260"/>
            <ac:spMk id="7" creationId="{59BCAB94-D231-9C75-BB3B-CD04E7CB4C90}"/>
          </ac:spMkLst>
        </pc:spChg>
        <pc:spChg chg="add mod">
          <ac:chgData name="성현 이" userId="2f0182ffdb5a30a3" providerId="LiveId" clId="{96CFCBFF-3B86-4DA3-8BC4-90A0DDDF2BC8}" dt="2026-06-17T04:20:56.050" v="2108" actId="14100"/>
          <ac:spMkLst>
            <pc:docMk/>
            <pc:sldMk cId="2862099630" sldId="260"/>
            <ac:spMk id="8" creationId="{E5ED5889-5E7F-6CF4-2E10-B9A4094206EF}"/>
          </ac:spMkLst>
        </pc:spChg>
        <pc:spChg chg="add mod">
          <ac:chgData name="성현 이" userId="2f0182ffdb5a30a3" providerId="LiveId" clId="{96CFCBFF-3B86-4DA3-8BC4-90A0DDDF2BC8}" dt="2026-06-17T03:55:54.429" v="1529" actId="2711"/>
          <ac:spMkLst>
            <pc:docMk/>
            <pc:sldMk cId="2862099630" sldId="260"/>
            <ac:spMk id="9" creationId="{4F90FC22-9A9A-BBFC-4AEE-A84E69BCAEFA}"/>
          </ac:spMkLst>
        </pc:spChg>
        <pc:picChg chg="add mod">
          <ac:chgData name="성현 이" userId="2f0182ffdb5a30a3" providerId="LiveId" clId="{96CFCBFF-3B86-4DA3-8BC4-90A0DDDF2BC8}" dt="2026-06-17T03:35:37.050" v="778" actId="1076"/>
          <ac:picMkLst>
            <pc:docMk/>
            <pc:sldMk cId="2862099630" sldId="260"/>
            <ac:picMk id="6" creationId="{A4760446-0FD0-2616-00B4-1453E877A178}"/>
          </ac:picMkLst>
        </pc:picChg>
      </pc:sldChg>
      <pc:sldChg chg="addSp delSp modSp new mod">
        <pc:chgData name="성현 이" userId="2f0182ffdb5a30a3" providerId="LiveId" clId="{96CFCBFF-3B86-4DA3-8BC4-90A0DDDF2BC8}" dt="2026-06-17T04:32:23.754" v="2407" actId="1076"/>
        <pc:sldMkLst>
          <pc:docMk/>
          <pc:sldMk cId="3490067381" sldId="261"/>
        </pc:sldMkLst>
        <pc:spChg chg="mod">
          <ac:chgData name="성현 이" userId="2f0182ffdb5a30a3" providerId="LiveId" clId="{96CFCBFF-3B86-4DA3-8BC4-90A0DDDF2BC8}" dt="2026-06-17T02:54:02.166" v="36" actId="20577"/>
          <ac:spMkLst>
            <pc:docMk/>
            <pc:sldMk cId="3490067381" sldId="261"/>
            <ac:spMk id="2" creationId="{DDE59562-16D5-DB28-773B-0AB12378A187}"/>
          </ac:spMkLst>
        </pc:spChg>
        <pc:spChg chg="del mod">
          <ac:chgData name="성현 이" userId="2f0182ffdb5a30a3" providerId="LiveId" clId="{96CFCBFF-3B86-4DA3-8BC4-90A0DDDF2BC8}" dt="2026-06-17T02:53:32.625" v="23" actId="478"/>
          <ac:spMkLst>
            <pc:docMk/>
            <pc:sldMk cId="3490067381" sldId="261"/>
            <ac:spMk id="3" creationId="{DD8A981E-94F2-1E81-2890-68AB7BA06015}"/>
          </ac:spMkLst>
        </pc:spChg>
        <pc:spChg chg="add del">
          <ac:chgData name="성현 이" userId="2f0182ffdb5a30a3" providerId="LiveId" clId="{96CFCBFF-3B86-4DA3-8BC4-90A0DDDF2BC8}" dt="2026-06-17T02:53:40.818" v="25" actId="478"/>
          <ac:spMkLst>
            <pc:docMk/>
            <pc:sldMk cId="3490067381" sldId="261"/>
            <ac:spMk id="6" creationId="{BC87E1F9-C7F5-574A-B978-2D9F9FD47F5E}"/>
          </ac:spMkLst>
        </pc:spChg>
        <pc:spChg chg="add mod">
          <ac:chgData name="성현 이" userId="2f0182ffdb5a30a3" providerId="LiveId" clId="{96CFCBFF-3B86-4DA3-8BC4-90A0DDDF2BC8}" dt="2026-06-17T03:55:27.638" v="1523" actId="2711"/>
          <ac:spMkLst>
            <pc:docMk/>
            <pc:sldMk cId="3490067381" sldId="261"/>
            <ac:spMk id="7" creationId="{1DF3D05E-756A-DA9E-89CB-2369F0F608FF}"/>
          </ac:spMkLst>
        </pc:spChg>
        <pc:spChg chg="add mod">
          <ac:chgData name="성현 이" userId="2f0182ffdb5a30a3" providerId="LiveId" clId="{96CFCBFF-3B86-4DA3-8BC4-90A0DDDF2BC8}" dt="2026-06-17T02:53:47.906" v="26"/>
          <ac:spMkLst>
            <pc:docMk/>
            <pc:sldMk cId="3490067381" sldId="261"/>
            <ac:spMk id="8" creationId="{118A48AD-76D5-3159-ED26-ACED450ACD24}"/>
          </ac:spMkLst>
        </pc:spChg>
        <pc:spChg chg="add mod">
          <ac:chgData name="성현 이" userId="2f0182ffdb5a30a3" providerId="LiveId" clId="{96CFCBFF-3B86-4DA3-8BC4-90A0DDDF2BC8}" dt="2026-06-17T04:24:57.799" v="2338" actId="20577"/>
          <ac:spMkLst>
            <pc:docMk/>
            <pc:sldMk cId="3490067381" sldId="261"/>
            <ac:spMk id="9" creationId="{11D0BC71-2AD5-8A7D-DA81-9A5AD11C07E1}"/>
          </ac:spMkLst>
        </pc:spChg>
        <pc:spChg chg="add mod">
          <ac:chgData name="성현 이" userId="2f0182ffdb5a30a3" providerId="LiveId" clId="{96CFCBFF-3B86-4DA3-8BC4-90A0DDDF2BC8}" dt="2026-06-17T04:25:03.876" v="2352" actId="20577"/>
          <ac:spMkLst>
            <pc:docMk/>
            <pc:sldMk cId="3490067381" sldId="261"/>
            <ac:spMk id="10" creationId="{962D1DF9-BC54-0D44-0355-9F2DDD5923B1}"/>
          </ac:spMkLst>
        </pc:spChg>
        <pc:spChg chg="add mod">
          <ac:chgData name="성현 이" userId="2f0182ffdb5a30a3" providerId="LiveId" clId="{96CFCBFF-3B86-4DA3-8BC4-90A0DDDF2BC8}" dt="2026-06-17T04:25:15.404" v="2363" actId="20577"/>
          <ac:spMkLst>
            <pc:docMk/>
            <pc:sldMk cId="3490067381" sldId="261"/>
            <ac:spMk id="12" creationId="{E0C27A13-8742-CD5B-98E5-67D43C433C26}"/>
          </ac:spMkLst>
        </pc:spChg>
        <pc:spChg chg="add mod">
          <ac:chgData name="성현 이" userId="2f0182ffdb5a30a3" providerId="LiveId" clId="{96CFCBFF-3B86-4DA3-8BC4-90A0DDDF2BC8}" dt="2026-06-17T03:55:40.544" v="1526" actId="2711"/>
          <ac:spMkLst>
            <pc:docMk/>
            <pc:sldMk cId="3490067381" sldId="261"/>
            <ac:spMk id="13" creationId="{00878475-CF1D-AB27-D466-8D13B1606311}"/>
          </ac:spMkLst>
        </pc:spChg>
        <pc:spChg chg="add mod">
          <ac:chgData name="성현 이" userId="2f0182ffdb5a30a3" providerId="LiveId" clId="{96CFCBFF-3B86-4DA3-8BC4-90A0DDDF2BC8}" dt="2026-06-17T04:32:23.754" v="2407" actId="1076"/>
          <ac:spMkLst>
            <pc:docMk/>
            <pc:sldMk cId="3490067381" sldId="261"/>
            <ac:spMk id="14" creationId="{684EF19C-007F-106D-CD17-84444D3856ED}"/>
          </ac:spMkLst>
        </pc:spChg>
        <pc:picChg chg="add mod ord">
          <ac:chgData name="성현 이" userId="2f0182ffdb5a30a3" providerId="LiveId" clId="{96CFCBFF-3B86-4DA3-8BC4-90A0DDDF2BC8}" dt="2026-06-17T04:31:37.360" v="2394" actId="1076"/>
          <ac:picMkLst>
            <pc:docMk/>
            <pc:sldMk cId="3490067381" sldId="261"/>
            <ac:picMk id="11" creationId="{9B670333-2DEB-219A-A8AF-E3794FE5179D}"/>
          </ac:picMkLst>
        </pc:picChg>
      </pc:sldChg>
      <pc:sldChg chg="addSp delSp modSp new mod">
        <pc:chgData name="성현 이" userId="2f0182ffdb5a30a3" providerId="LiveId" clId="{96CFCBFF-3B86-4DA3-8BC4-90A0DDDF2BC8}" dt="2026-06-17T03:58:49.644" v="1557" actId="1076"/>
        <pc:sldMkLst>
          <pc:docMk/>
          <pc:sldMk cId="1023561519" sldId="262"/>
        </pc:sldMkLst>
        <pc:spChg chg="mod">
          <ac:chgData name="성현 이" userId="2f0182ffdb5a30a3" providerId="LiveId" clId="{96CFCBFF-3B86-4DA3-8BC4-90A0DDDF2BC8}" dt="2026-06-17T03:48:37.407" v="1498" actId="20577"/>
          <ac:spMkLst>
            <pc:docMk/>
            <pc:sldMk cId="1023561519" sldId="262"/>
            <ac:spMk id="2" creationId="{F6F47EF4-9ECB-1F13-49BD-3A7C43291B6F}"/>
          </ac:spMkLst>
        </pc:spChg>
        <pc:spChg chg="del mod">
          <ac:chgData name="성현 이" userId="2f0182ffdb5a30a3" providerId="LiveId" clId="{96CFCBFF-3B86-4DA3-8BC4-90A0DDDF2BC8}" dt="2026-06-17T03:50:53.809" v="1500" actId="478"/>
          <ac:spMkLst>
            <pc:docMk/>
            <pc:sldMk cId="1023561519" sldId="262"/>
            <ac:spMk id="3" creationId="{A2C18396-0DA3-1A40-42FA-97C17E41AD79}"/>
          </ac:spMkLst>
        </pc:spChg>
        <pc:spChg chg="add del">
          <ac:chgData name="성현 이" userId="2f0182ffdb5a30a3" providerId="LiveId" clId="{96CFCBFF-3B86-4DA3-8BC4-90A0DDDF2BC8}" dt="2026-06-17T03:52:40.235" v="1518" actId="478"/>
          <ac:spMkLst>
            <pc:docMk/>
            <pc:sldMk cId="1023561519" sldId="262"/>
            <ac:spMk id="5" creationId="{3F254FF0-DF9F-0E82-8D41-1288F9E550CA}"/>
          </ac:spMkLst>
        </pc:spChg>
        <pc:spChg chg="add del mod">
          <ac:chgData name="성현 이" userId="2f0182ffdb5a30a3" providerId="LiveId" clId="{96CFCBFF-3B86-4DA3-8BC4-90A0DDDF2BC8}" dt="2026-06-17T03:52:55.550" v="1522" actId="478"/>
          <ac:spMkLst>
            <pc:docMk/>
            <pc:sldMk cId="1023561519" sldId="262"/>
            <ac:spMk id="6" creationId="{0CDECBB2-E701-9DD9-740D-042D0E36A19C}"/>
          </ac:spMkLst>
        </pc:spChg>
        <pc:spChg chg="add mod">
          <ac:chgData name="성현 이" userId="2f0182ffdb5a30a3" providerId="LiveId" clId="{96CFCBFF-3B86-4DA3-8BC4-90A0DDDF2BC8}" dt="2026-06-17T03:58:49.644" v="1557" actId="1076"/>
          <ac:spMkLst>
            <pc:docMk/>
            <pc:sldMk cId="1023561519" sldId="262"/>
            <ac:spMk id="10" creationId="{747496A6-D706-9187-D228-1A179DEEE9A7}"/>
          </ac:spMkLst>
        </pc:spChg>
        <pc:spChg chg="add mod">
          <ac:chgData name="성현 이" userId="2f0182ffdb5a30a3" providerId="LiveId" clId="{96CFCBFF-3B86-4DA3-8BC4-90A0DDDF2BC8}" dt="2026-06-17T03:58:49.644" v="1557" actId="1076"/>
          <ac:spMkLst>
            <pc:docMk/>
            <pc:sldMk cId="1023561519" sldId="262"/>
            <ac:spMk id="13" creationId="{07223AD7-4F59-ADC8-AA13-688D91DB1950}"/>
          </ac:spMkLst>
        </pc:spChg>
        <pc:spChg chg="add mod">
          <ac:chgData name="성현 이" userId="2f0182ffdb5a30a3" providerId="LiveId" clId="{96CFCBFF-3B86-4DA3-8BC4-90A0DDDF2BC8}" dt="2026-06-17T03:58:49.644" v="1557" actId="1076"/>
          <ac:spMkLst>
            <pc:docMk/>
            <pc:sldMk cId="1023561519" sldId="262"/>
            <ac:spMk id="19" creationId="{A8FF5495-2B5B-9203-F38E-6DDD942F1012}"/>
          </ac:spMkLst>
        </pc:spChg>
        <pc:spChg chg="add mod">
          <ac:chgData name="성현 이" userId="2f0182ffdb5a30a3" providerId="LiveId" clId="{96CFCBFF-3B86-4DA3-8BC4-90A0DDDF2BC8}" dt="2026-06-17T03:58:49.644" v="1557" actId="1076"/>
          <ac:spMkLst>
            <pc:docMk/>
            <pc:sldMk cId="1023561519" sldId="262"/>
            <ac:spMk id="20" creationId="{E3F304E6-0BA8-BC60-516E-190CAE898502}"/>
          </ac:spMkLst>
        </pc:spChg>
        <pc:spChg chg="add mod">
          <ac:chgData name="성현 이" userId="2f0182ffdb5a30a3" providerId="LiveId" clId="{96CFCBFF-3B86-4DA3-8BC4-90A0DDDF2BC8}" dt="2026-06-17T03:58:49.644" v="1557" actId="1076"/>
          <ac:spMkLst>
            <pc:docMk/>
            <pc:sldMk cId="1023561519" sldId="262"/>
            <ac:spMk id="24" creationId="{53187047-2C41-997E-CB8D-B4D1667DCA76}"/>
          </ac:spMkLst>
        </pc:spChg>
        <pc:spChg chg="add mod">
          <ac:chgData name="성현 이" userId="2f0182ffdb5a30a3" providerId="LiveId" clId="{96CFCBFF-3B86-4DA3-8BC4-90A0DDDF2BC8}" dt="2026-06-17T03:58:49.644" v="1557" actId="1076"/>
          <ac:spMkLst>
            <pc:docMk/>
            <pc:sldMk cId="1023561519" sldId="262"/>
            <ac:spMk id="26" creationId="{7CCAB031-6F8F-0011-7F39-9F5B7185256E}"/>
          </ac:spMkLst>
        </pc:spChg>
        <pc:spChg chg="add mod">
          <ac:chgData name="성현 이" userId="2f0182ffdb5a30a3" providerId="LiveId" clId="{96CFCBFF-3B86-4DA3-8BC4-90A0DDDF2BC8}" dt="2026-06-17T03:58:49.644" v="1557" actId="1076"/>
          <ac:spMkLst>
            <pc:docMk/>
            <pc:sldMk cId="1023561519" sldId="262"/>
            <ac:spMk id="27" creationId="{825FFC49-FF67-D703-13D0-E65DAE6036E5}"/>
          </ac:spMkLst>
        </pc:spChg>
        <pc:spChg chg="add mod">
          <ac:chgData name="성현 이" userId="2f0182ffdb5a30a3" providerId="LiveId" clId="{96CFCBFF-3B86-4DA3-8BC4-90A0DDDF2BC8}" dt="2026-06-17T03:58:49.644" v="1557" actId="1076"/>
          <ac:spMkLst>
            <pc:docMk/>
            <pc:sldMk cId="1023561519" sldId="262"/>
            <ac:spMk id="28" creationId="{A3D3784B-63C2-778E-A043-D4C15C800B2E}"/>
          </ac:spMkLst>
        </pc:spChg>
        <pc:spChg chg="add mod">
          <ac:chgData name="성현 이" userId="2f0182ffdb5a30a3" providerId="LiveId" clId="{96CFCBFF-3B86-4DA3-8BC4-90A0DDDF2BC8}" dt="2026-06-17T03:58:49.644" v="1557" actId="1076"/>
          <ac:spMkLst>
            <pc:docMk/>
            <pc:sldMk cId="1023561519" sldId="262"/>
            <ac:spMk id="31" creationId="{9DE5C5F5-1AE4-9414-8960-582AC3AA5007}"/>
          </ac:spMkLst>
        </pc:spChg>
        <pc:spChg chg="add mod">
          <ac:chgData name="성현 이" userId="2f0182ffdb5a30a3" providerId="LiveId" clId="{96CFCBFF-3B86-4DA3-8BC4-90A0DDDF2BC8}" dt="2026-06-17T03:58:49.644" v="1557" actId="1076"/>
          <ac:spMkLst>
            <pc:docMk/>
            <pc:sldMk cId="1023561519" sldId="262"/>
            <ac:spMk id="32" creationId="{3C5803AF-85C9-E9F3-8A53-CD1F1C73BF6A}"/>
          </ac:spMkLst>
        </pc:spChg>
      </pc:sldChg>
      <pc:sldChg chg="delSp modSp new del mod ord">
        <pc:chgData name="성현 이" userId="2f0182ffdb5a30a3" providerId="LiveId" clId="{96CFCBFF-3B86-4DA3-8BC4-90A0DDDF2BC8}" dt="2026-06-17T03:16:45.736" v="90" actId="2696"/>
        <pc:sldMkLst>
          <pc:docMk/>
          <pc:sldMk cId="3413882057" sldId="262"/>
        </pc:sldMkLst>
        <pc:spChg chg="mod">
          <ac:chgData name="성현 이" userId="2f0182ffdb5a30a3" providerId="LiveId" clId="{96CFCBFF-3B86-4DA3-8BC4-90A0DDDF2BC8}" dt="2026-06-17T03:00:54.894" v="41" actId="20577"/>
          <ac:spMkLst>
            <pc:docMk/>
            <pc:sldMk cId="3413882057" sldId="262"/>
            <ac:spMk id="2" creationId="{4CF3DF3E-63E9-FF45-DF69-236ECC6B9EAA}"/>
          </ac:spMkLst>
        </pc:spChg>
        <pc:spChg chg="del">
          <ac:chgData name="성현 이" userId="2f0182ffdb5a30a3" providerId="LiveId" clId="{96CFCBFF-3B86-4DA3-8BC4-90A0DDDF2BC8}" dt="2026-06-17T03:00:57.348" v="42" actId="478"/>
          <ac:spMkLst>
            <pc:docMk/>
            <pc:sldMk cId="3413882057" sldId="262"/>
            <ac:spMk id="3" creationId="{594145D4-1BEA-35BC-C893-3394C5D53E58}"/>
          </ac:spMkLst>
        </pc:spChg>
      </pc:sldChg>
      <pc:sldChg chg="delSp modSp new del mod">
        <pc:chgData name="성현 이" userId="2f0182ffdb5a30a3" providerId="LiveId" clId="{96CFCBFF-3B86-4DA3-8BC4-90A0DDDF2BC8}" dt="2026-06-17T04:03:18.461" v="1558" actId="2696"/>
        <pc:sldMkLst>
          <pc:docMk/>
          <pc:sldMk cId="3044488100" sldId="263"/>
        </pc:sldMkLst>
        <pc:spChg chg="mod">
          <ac:chgData name="성현 이" userId="2f0182ffdb5a30a3" providerId="LiveId" clId="{96CFCBFF-3B86-4DA3-8BC4-90A0DDDF2BC8}" dt="2026-06-17T03:52:07.738" v="1515" actId="20577"/>
          <ac:spMkLst>
            <pc:docMk/>
            <pc:sldMk cId="3044488100" sldId="263"/>
            <ac:spMk id="2" creationId="{5FCF2E02-30C8-7E09-4DD0-12E2F9D0B50F}"/>
          </ac:spMkLst>
        </pc:spChg>
        <pc:spChg chg="del">
          <ac:chgData name="성현 이" userId="2f0182ffdb5a30a3" providerId="LiveId" clId="{96CFCBFF-3B86-4DA3-8BC4-90A0DDDF2BC8}" dt="2026-06-17T03:52:11.209" v="1516" actId="478"/>
          <ac:spMkLst>
            <pc:docMk/>
            <pc:sldMk cId="3044488100" sldId="263"/>
            <ac:spMk id="3" creationId="{A8190C18-2219-16E5-7A09-CC16D4C6C623}"/>
          </ac:spMkLst>
        </pc:spChg>
      </pc:sldChg>
      <pc:sldChg chg="addSp delSp modSp new mod">
        <pc:chgData name="성현 이" userId="2f0182ffdb5a30a3" providerId="LiveId" clId="{96CFCBFF-3B86-4DA3-8BC4-90A0DDDF2BC8}" dt="2026-06-17T04:57:45.798" v="3703" actId="1076"/>
        <pc:sldMkLst>
          <pc:docMk/>
          <pc:sldMk cId="1514028030" sldId="264"/>
        </pc:sldMkLst>
        <pc:spChg chg="mod">
          <ac:chgData name="성현 이" userId="2f0182ffdb5a30a3" providerId="LiveId" clId="{96CFCBFF-3B86-4DA3-8BC4-90A0DDDF2BC8}" dt="2026-06-17T03:56:56.155" v="1553" actId="20577"/>
          <ac:spMkLst>
            <pc:docMk/>
            <pc:sldMk cId="1514028030" sldId="264"/>
            <ac:spMk id="2" creationId="{CD8D03C9-6158-B2D7-C9D0-F7EE0BAFF0EA}"/>
          </ac:spMkLst>
        </pc:spChg>
        <pc:spChg chg="del mod">
          <ac:chgData name="성현 이" userId="2f0182ffdb5a30a3" providerId="LiveId" clId="{96CFCBFF-3B86-4DA3-8BC4-90A0DDDF2BC8}" dt="2026-06-17T03:57:00.013" v="1555" actId="478"/>
          <ac:spMkLst>
            <pc:docMk/>
            <pc:sldMk cId="1514028030" sldId="264"/>
            <ac:spMk id="3" creationId="{CDEBB212-5DA4-8A38-3EE8-EB3C59B4BFB1}"/>
          </ac:spMkLst>
        </pc:spChg>
        <pc:spChg chg="add del mod">
          <ac:chgData name="성현 이" userId="2f0182ffdb5a30a3" providerId="LiveId" clId="{96CFCBFF-3B86-4DA3-8BC4-90A0DDDF2BC8}" dt="2026-06-17T04:52:54.437" v="3195"/>
          <ac:spMkLst>
            <pc:docMk/>
            <pc:sldMk cId="1514028030" sldId="264"/>
            <ac:spMk id="5" creationId="{07BEDCAB-BDD9-4283-393E-61F87712FB95}"/>
          </ac:spMkLst>
        </pc:spChg>
        <pc:spChg chg="add mod">
          <ac:chgData name="성현 이" userId="2f0182ffdb5a30a3" providerId="LiveId" clId="{96CFCBFF-3B86-4DA3-8BC4-90A0DDDF2BC8}" dt="2026-06-17T04:54:56.601" v="3359" actId="20577"/>
          <ac:spMkLst>
            <pc:docMk/>
            <pc:sldMk cId="1514028030" sldId="264"/>
            <ac:spMk id="6" creationId="{BBFA6D90-C2B0-D87F-5B28-7B3E084810CA}"/>
          </ac:spMkLst>
        </pc:spChg>
        <pc:spChg chg="add mod">
          <ac:chgData name="성현 이" userId="2f0182ffdb5a30a3" providerId="LiveId" clId="{96CFCBFF-3B86-4DA3-8BC4-90A0DDDF2BC8}" dt="2026-06-17T04:57:45.798" v="3703" actId="1076"/>
          <ac:spMkLst>
            <pc:docMk/>
            <pc:sldMk cId="1514028030" sldId="264"/>
            <ac:spMk id="7" creationId="{397C41EB-0E3A-D5AC-F8E1-39453DBEE962}"/>
          </ac:spMkLst>
        </pc:spChg>
      </pc:sldChg>
      <pc:sldChg chg="addSp delSp modSp new mod">
        <pc:chgData name="성현 이" userId="2f0182ffdb5a30a3" providerId="LiveId" clId="{96CFCBFF-3B86-4DA3-8BC4-90A0DDDF2BC8}" dt="2026-06-17T06:02:26.186" v="4682" actId="14100"/>
        <pc:sldMkLst>
          <pc:docMk/>
          <pc:sldMk cId="3859006252" sldId="265"/>
        </pc:sldMkLst>
        <pc:spChg chg="mod">
          <ac:chgData name="성현 이" userId="2f0182ffdb5a30a3" providerId="LiveId" clId="{96CFCBFF-3B86-4DA3-8BC4-90A0DDDF2BC8}" dt="2026-06-17T05:06:52.259" v="3760" actId="20577"/>
          <ac:spMkLst>
            <pc:docMk/>
            <pc:sldMk cId="3859006252" sldId="265"/>
            <ac:spMk id="2" creationId="{D9CAE9D5-A5D6-270C-8C8E-9C8360ADCA28}"/>
          </ac:spMkLst>
        </pc:spChg>
        <pc:spChg chg="del">
          <ac:chgData name="성현 이" userId="2f0182ffdb5a30a3" providerId="LiveId" clId="{96CFCBFF-3B86-4DA3-8BC4-90A0DDDF2BC8}" dt="2026-06-17T05:01:22.182" v="3730" actId="478"/>
          <ac:spMkLst>
            <pc:docMk/>
            <pc:sldMk cId="3859006252" sldId="265"/>
            <ac:spMk id="3" creationId="{7400AD14-4AA4-C416-1A74-8E9ED10A4043}"/>
          </ac:spMkLst>
        </pc:spChg>
        <pc:spChg chg="add mod">
          <ac:chgData name="성현 이" userId="2f0182ffdb5a30a3" providerId="LiveId" clId="{96CFCBFF-3B86-4DA3-8BC4-90A0DDDF2BC8}" dt="2026-06-17T05:48:02.189" v="4344" actId="1076"/>
          <ac:spMkLst>
            <pc:docMk/>
            <pc:sldMk cId="3859006252" sldId="265"/>
            <ac:spMk id="5" creationId="{F0B91A5F-B6C4-48E6-5BEF-1F5BFE200C66}"/>
          </ac:spMkLst>
        </pc:spChg>
        <pc:spChg chg="add mod">
          <ac:chgData name="성현 이" userId="2f0182ffdb5a30a3" providerId="LiveId" clId="{96CFCBFF-3B86-4DA3-8BC4-90A0DDDF2BC8}" dt="2026-06-17T05:48:59.543" v="4357" actId="14100"/>
          <ac:spMkLst>
            <pc:docMk/>
            <pc:sldMk cId="3859006252" sldId="265"/>
            <ac:spMk id="6" creationId="{7E11C105-8CA6-7A1D-AE10-928CE3F4766C}"/>
          </ac:spMkLst>
        </pc:spChg>
        <pc:spChg chg="add del mod">
          <ac:chgData name="성현 이" userId="2f0182ffdb5a30a3" providerId="LiveId" clId="{96CFCBFF-3B86-4DA3-8BC4-90A0DDDF2BC8}" dt="2026-06-17T05:43:26.277" v="4184" actId="478"/>
          <ac:spMkLst>
            <pc:docMk/>
            <pc:sldMk cId="3859006252" sldId="265"/>
            <ac:spMk id="7" creationId="{9F68E2B0-73FD-A7D4-4A51-ADAF0481232A}"/>
          </ac:spMkLst>
        </pc:spChg>
        <pc:spChg chg="add del mod">
          <ac:chgData name="성현 이" userId="2f0182ffdb5a30a3" providerId="LiveId" clId="{96CFCBFF-3B86-4DA3-8BC4-90A0DDDF2BC8}" dt="2026-06-17T05:43:30.936" v="4187" actId="478"/>
          <ac:spMkLst>
            <pc:docMk/>
            <pc:sldMk cId="3859006252" sldId="265"/>
            <ac:spMk id="8" creationId="{5BCFBD2F-FA06-2958-5EC4-99DC1F294ACB}"/>
          </ac:spMkLst>
        </pc:spChg>
        <pc:spChg chg="add mod">
          <ac:chgData name="성현 이" userId="2f0182ffdb5a30a3" providerId="LiveId" clId="{96CFCBFF-3B86-4DA3-8BC4-90A0DDDF2BC8}" dt="2026-06-17T05:53:23.507" v="4412" actId="1076"/>
          <ac:spMkLst>
            <pc:docMk/>
            <pc:sldMk cId="3859006252" sldId="265"/>
            <ac:spMk id="10" creationId="{08DD9F9E-695E-6776-280D-BBF654D9E34E}"/>
          </ac:spMkLst>
        </pc:spChg>
        <pc:spChg chg="add mod">
          <ac:chgData name="성현 이" userId="2f0182ffdb5a30a3" providerId="LiveId" clId="{96CFCBFF-3B86-4DA3-8BC4-90A0DDDF2BC8}" dt="2026-06-17T05:50:03.879" v="4378" actId="1076"/>
          <ac:spMkLst>
            <pc:docMk/>
            <pc:sldMk cId="3859006252" sldId="265"/>
            <ac:spMk id="11" creationId="{DAAA7D88-2467-60B6-04F5-129FE3ADD2C2}"/>
          </ac:spMkLst>
        </pc:spChg>
        <pc:spChg chg="add del mod">
          <ac:chgData name="성현 이" userId="2f0182ffdb5a30a3" providerId="LiveId" clId="{96CFCBFF-3B86-4DA3-8BC4-90A0DDDF2BC8}" dt="2026-06-17T05:50:09.279" v="4382"/>
          <ac:spMkLst>
            <pc:docMk/>
            <pc:sldMk cId="3859006252" sldId="265"/>
            <ac:spMk id="12" creationId="{5D35CC92-1098-B19A-1537-D2C351AED73A}"/>
          </ac:spMkLst>
        </pc:spChg>
        <pc:spChg chg="add mod">
          <ac:chgData name="성현 이" userId="2f0182ffdb5a30a3" providerId="LiveId" clId="{96CFCBFF-3B86-4DA3-8BC4-90A0DDDF2BC8}" dt="2026-06-17T06:02:26.186" v="4682" actId="14100"/>
          <ac:spMkLst>
            <pc:docMk/>
            <pc:sldMk cId="3859006252" sldId="265"/>
            <ac:spMk id="13" creationId="{6EAD5389-35BB-325F-0108-AF019FA88995}"/>
          </ac:spMkLst>
        </pc:spChg>
        <pc:spChg chg="add mod">
          <ac:chgData name="성현 이" userId="2f0182ffdb5a30a3" providerId="LiveId" clId="{96CFCBFF-3B86-4DA3-8BC4-90A0DDDF2BC8}" dt="2026-06-17T05:57:58.610" v="4638" actId="20577"/>
          <ac:spMkLst>
            <pc:docMk/>
            <pc:sldMk cId="3859006252" sldId="265"/>
            <ac:spMk id="14" creationId="{65C03C68-E9C7-F7A1-5B1E-E645C4812F0F}"/>
          </ac:spMkLst>
        </pc:spChg>
        <pc:graphicFrameChg chg="add mod modGraphic">
          <ac:chgData name="성현 이" userId="2f0182ffdb5a30a3" providerId="LiveId" clId="{96CFCBFF-3B86-4DA3-8BC4-90A0DDDF2BC8}" dt="2026-06-17T05:54:58.746" v="4415" actId="120"/>
          <ac:graphicFrameMkLst>
            <pc:docMk/>
            <pc:sldMk cId="3859006252" sldId="265"/>
            <ac:graphicFrameMk id="9" creationId="{7D7EB920-6F4F-AF2B-A482-10E12D72D691}"/>
          </ac:graphicFrameMkLst>
        </pc:graphicFrameChg>
      </pc:sldChg>
      <pc:sldChg chg="addSp delSp modSp new mod modNotesTx">
        <pc:chgData name="성현 이" userId="2f0182ffdb5a30a3" providerId="LiveId" clId="{96CFCBFF-3B86-4DA3-8BC4-90A0DDDF2BC8}" dt="2026-06-17T07:02:50.118" v="6637" actId="20577"/>
        <pc:sldMkLst>
          <pc:docMk/>
          <pc:sldMk cId="3879219043" sldId="266"/>
        </pc:sldMkLst>
        <pc:spChg chg="mod">
          <ac:chgData name="성현 이" userId="2f0182ffdb5a30a3" providerId="LiveId" clId="{96CFCBFF-3B86-4DA3-8BC4-90A0DDDF2BC8}" dt="2026-06-17T06:00:19.639" v="4667" actId="20577"/>
          <ac:spMkLst>
            <pc:docMk/>
            <pc:sldMk cId="3879219043" sldId="266"/>
            <ac:spMk id="2" creationId="{5AA88084-C289-FF7D-8658-0382002E6CA1}"/>
          </ac:spMkLst>
        </pc:spChg>
        <pc:spChg chg="del">
          <ac:chgData name="성현 이" userId="2f0182ffdb5a30a3" providerId="LiveId" clId="{96CFCBFF-3B86-4DA3-8BC4-90A0DDDF2BC8}" dt="2026-06-17T06:00:22.587" v="4668" actId="478"/>
          <ac:spMkLst>
            <pc:docMk/>
            <pc:sldMk cId="3879219043" sldId="266"/>
            <ac:spMk id="3" creationId="{FC8E473B-58B2-1EF9-E5AD-4C159D4ED213}"/>
          </ac:spMkLst>
        </pc:spChg>
        <pc:spChg chg="add mod">
          <ac:chgData name="성현 이" userId="2f0182ffdb5a30a3" providerId="LiveId" clId="{96CFCBFF-3B86-4DA3-8BC4-90A0DDDF2BC8}" dt="2026-06-17T06:01:01.993" v="4670" actId="1076"/>
          <ac:spMkLst>
            <pc:docMk/>
            <pc:sldMk cId="3879219043" sldId="266"/>
            <ac:spMk id="5" creationId="{512A611E-C10C-CA2A-F958-BC66B4697911}"/>
          </ac:spMkLst>
        </pc:spChg>
        <pc:spChg chg="add del mod">
          <ac:chgData name="성현 이" userId="2f0182ffdb5a30a3" providerId="LiveId" clId="{96CFCBFF-3B86-4DA3-8BC4-90A0DDDF2BC8}" dt="2026-06-17T06:01:54.871" v="4677" actId="478"/>
          <ac:spMkLst>
            <pc:docMk/>
            <pc:sldMk cId="3879219043" sldId="266"/>
            <ac:spMk id="6" creationId="{966D6EB2-6C20-5F70-8B10-47AB7068A120}"/>
          </ac:spMkLst>
        </pc:spChg>
        <pc:spChg chg="add mod">
          <ac:chgData name="성현 이" userId="2f0182ffdb5a30a3" providerId="LiveId" clId="{96CFCBFF-3B86-4DA3-8BC4-90A0DDDF2BC8}" dt="2026-06-17T06:22:47.216" v="5363" actId="20577"/>
          <ac:spMkLst>
            <pc:docMk/>
            <pc:sldMk cId="3879219043" sldId="266"/>
            <ac:spMk id="9" creationId="{8573CDEE-91F9-25E7-A8B2-EB03B25DFDF2}"/>
          </ac:spMkLst>
        </pc:spChg>
        <pc:picChg chg="add mod">
          <ac:chgData name="성현 이" userId="2f0182ffdb5a30a3" providerId="LiveId" clId="{96CFCBFF-3B86-4DA3-8BC4-90A0DDDF2BC8}" dt="2026-06-17T06:01:43.186" v="4675" actId="1076"/>
          <ac:picMkLst>
            <pc:docMk/>
            <pc:sldMk cId="3879219043" sldId="266"/>
            <ac:picMk id="8" creationId="{C7242B12-6E6D-0161-AB0F-6640334354FB}"/>
          </ac:picMkLst>
        </pc:picChg>
      </pc:sldChg>
      <pc:sldChg chg="addSp delSp modSp new mod">
        <pc:chgData name="성현 이" userId="2f0182ffdb5a30a3" providerId="LiveId" clId="{96CFCBFF-3B86-4DA3-8BC4-90A0DDDF2BC8}" dt="2026-06-17T06:38:35.595" v="5929" actId="1076"/>
        <pc:sldMkLst>
          <pc:docMk/>
          <pc:sldMk cId="2664605521" sldId="267"/>
        </pc:sldMkLst>
        <pc:spChg chg="mod">
          <ac:chgData name="성현 이" userId="2f0182ffdb5a30a3" providerId="LiveId" clId="{96CFCBFF-3B86-4DA3-8BC4-90A0DDDF2BC8}" dt="2026-06-17T06:27:48.849" v="5414" actId="20577"/>
          <ac:spMkLst>
            <pc:docMk/>
            <pc:sldMk cId="2664605521" sldId="267"/>
            <ac:spMk id="2" creationId="{7FAEB1DA-DA2B-836F-0816-075575EAB0FA}"/>
          </ac:spMkLst>
        </pc:spChg>
        <pc:spChg chg="del">
          <ac:chgData name="성현 이" userId="2f0182ffdb5a30a3" providerId="LiveId" clId="{96CFCBFF-3B86-4DA3-8BC4-90A0DDDF2BC8}" dt="2026-06-17T06:13:56.497" v="5050" actId="478"/>
          <ac:spMkLst>
            <pc:docMk/>
            <pc:sldMk cId="2664605521" sldId="267"/>
            <ac:spMk id="3" creationId="{FE75211B-EF3B-BBFD-E857-F59170C47D8D}"/>
          </ac:spMkLst>
        </pc:spChg>
        <pc:spChg chg="add mod">
          <ac:chgData name="성현 이" userId="2f0182ffdb5a30a3" providerId="LiveId" clId="{96CFCBFF-3B86-4DA3-8BC4-90A0DDDF2BC8}" dt="2026-06-17T06:30:21.521" v="5497" actId="20577"/>
          <ac:spMkLst>
            <pc:docMk/>
            <pc:sldMk cId="2664605521" sldId="267"/>
            <ac:spMk id="7" creationId="{02DC2754-CD6C-C57D-05CA-8051E4F212FB}"/>
          </ac:spMkLst>
        </pc:spChg>
        <pc:spChg chg="add mod">
          <ac:chgData name="성현 이" userId="2f0182ffdb5a30a3" providerId="LiveId" clId="{96CFCBFF-3B86-4DA3-8BC4-90A0DDDF2BC8}" dt="2026-06-17T06:37:19.955" v="5926" actId="20577"/>
          <ac:spMkLst>
            <pc:docMk/>
            <pc:sldMk cId="2664605521" sldId="267"/>
            <ac:spMk id="8" creationId="{BED35685-E929-D928-B27C-EAEE2115AF75}"/>
          </ac:spMkLst>
        </pc:spChg>
        <pc:spChg chg="add mod">
          <ac:chgData name="성현 이" userId="2f0182ffdb5a30a3" providerId="LiveId" clId="{96CFCBFF-3B86-4DA3-8BC4-90A0DDDF2BC8}" dt="2026-06-17T06:33:26.618" v="5792" actId="20577"/>
          <ac:spMkLst>
            <pc:docMk/>
            <pc:sldMk cId="2664605521" sldId="267"/>
            <ac:spMk id="9" creationId="{1FB6B54E-1CFF-4E3F-C1B7-0F6DB8558544}"/>
          </ac:spMkLst>
        </pc:spChg>
        <pc:picChg chg="add del mod">
          <ac:chgData name="성현 이" userId="2f0182ffdb5a30a3" providerId="LiveId" clId="{96CFCBFF-3B86-4DA3-8BC4-90A0DDDF2BC8}" dt="2026-06-17T06:38:23.960" v="5927" actId="478"/>
          <ac:picMkLst>
            <pc:docMk/>
            <pc:sldMk cId="2664605521" sldId="267"/>
            <ac:picMk id="6" creationId="{2208E550-81CB-6911-E519-E5B736A8DB24}"/>
          </ac:picMkLst>
        </pc:picChg>
        <pc:picChg chg="add mod">
          <ac:chgData name="성현 이" userId="2f0182ffdb5a30a3" providerId="LiveId" clId="{96CFCBFF-3B86-4DA3-8BC4-90A0DDDF2BC8}" dt="2026-06-17T06:38:35.595" v="5929" actId="1076"/>
          <ac:picMkLst>
            <pc:docMk/>
            <pc:sldMk cId="2664605521" sldId="267"/>
            <ac:picMk id="11" creationId="{D038EE06-1CE9-D356-A2B7-7A51892C2998}"/>
          </ac:picMkLst>
        </pc:picChg>
      </pc:sldChg>
      <pc:sldChg chg="addSp delSp modSp new mod">
        <pc:chgData name="성현 이" userId="2f0182ffdb5a30a3" providerId="LiveId" clId="{96CFCBFF-3B86-4DA3-8BC4-90A0DDDF2BC8}" dt="2026-06-17T06:48:33.298" v="6624" actId="20577"/>
        <pc:sldMkLst>
          <pc:docMk/>
          <pc:sldMk cId="3471676076" sldId="268"/>
        </pc:sldMkLst>
        <pc:spChg chg="mod">
          <ac:chgData name="성현 이" userId="2f0182ffdb5a30a3" providerId="LiveId" clId="{96CFCBFF-3B86-4DA3-8BC4-90A0DDDF2BC8}" dt="2026-06-17T06:17:09.167" v="5151" actId="20577"/>
          <ac:spMkLst>
            <pc:docMk/>
            <pc:sldMk cId="3471676076" sldId="268"/>
            <ac:spMk id="2" creationId="{DB83CD9F-F9E8-4E60-E9B3-5FD0CBA4A050}"/>
          </ac:spMkLst>
        </pc:spChg>
        <pc:spChg chg="del">
          <ac:chgData name="성현 이" userId="2f0182ffdb5a30a3" providerId="LiveId" clId="{96CFCBFF-3B86-4DA3-8BC4-90A0DDDF2BC8}" dt="2026-06-17T06:17:12.783" v="5152" actId="478"/>
          <ac:spMkLst>
            <pc:docMk/>
            <pc:sldMk cId="3471676076" sldId="268"/>
            <ac:spMk id="3" creationId="{AD086D0F-058E-4BC4-9639-61863BEB19B4}"/>
          </ac:spMkLst>
        </pc:spChg>
        <pc:spChg chg="add mod">
          <ac:chgData name="성현 이" userId="2f0182ffdb5a30a3" providerId="LiveId" clId="{96CFCBFF-3B86-4DA3-8BC4-90A0DDDF2BC8}" dt="2026-06-17T06:48:33.298" v="6624" actId="20577"/>
          <ac:spMkLst>
            <pc:docMk/>
            <pc:sldMk cId="3471676076" sldId="268"/>
            <ac:spMk id="5" creationId="{B92596EB-9957-5ACE-C39C-35B0817DBB4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716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49.03-0.54=48.49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829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000" b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Mixed-SNN</a:t>
            </a:r>
            <a:endParaRPr lang="ko-KR" altLang="en-US" sz="40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06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17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일 </a:t>
            </a:r>
            <a:endParaRPr lang="ko-KR" altLang="en-US" b="1" dirty="0">
              <a:solidFill>
                <a:srgbClr val="002C6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B670333-2DEB-219A-A8AF-E3794FE51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61" y="3281466"/>
            <a:ext cx="9729100" cy="25503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DE59562-16D5-DB28-773B-0AB12378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SNN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75E6AC-C79A-215C-B4FB-C02F0D99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3D05E-756A-DA9E-89CB-2369F0F608FF}"/>
              </a:ext>
            </a:extLst>
          </p:cNvPr>
          <p:cNvSpPr txBox="1"/>
          <p:nvPr/>
        </p:nvSpPr>
        <p:spPr>
          <a:xfrm>
            <a:off x="561776" y="1018809"/>
            <a:ext cx="1119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BNN</a:t>
            </a:r>
            <a:r>
              <a:rPr lang="ko-KR" altLang="en-US"/>
              <a:t>에서 </a:t>
            </a:r>
            <a:r>
              <a:rPr lang="en-US" altLang="ko-KR"/>
              <a:t>3x3 convolutional kernel</a:t>
            </a:r>
            <a:r>
              <a:rPr lang="ko-KR" altLang="en-US"/>
              <a:t>을 </a:t>
            </a:r>
            <a:r>
              <a:rPr lang="en-US" altLang="ko-KR"/>
              <a:t>binary</a:t>
            </a:r>
            <a:r>
              <a:rPr lang="ko-KR" altLang="en-US"/>
              <a:t>로 양자화하면</a:t>
            </a:r>
            <a:r>
              <a:rPr lang="en-US" altLang="ko-KR"/>
              <a:t>, </a:t>
            </a:r>
            <a:r>
              <a:rPr lang="ko-KR" altLang="en-US"/>
              <a:t>가능한 </a:t>
            </a:r>
            <a:r>
              <a:rPr lang="en-US" altLang="ko-KR"/>
              <a:t>binary kernel</a:t>
            </a:r>
            <a:r>
              <a:rPr lang="ko-KR" altLang="en-US"/>
              <a:t>의 전체 집합은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8A48AD-76D5-3159-ED26-ACED450ACD24}"/>
                  </a:ext>
                </a:extLst>
              </p:cNvPr>
              <p:cNvSpPr txBox="1"/>
              <p:nvPr/>
            </p:nvSpPr>
            <p:spPr>
              <a:xfrm>
                <a:off x="1411834" y="1470194"/>
                <a:ext cx="6934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𝕂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{±1}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,   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𝕂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 =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=512 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8A48AD-76D5-3159-ED26-ACED450AC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834" y="1470194"/>
                <a:ext cx="6934809" cy="369332"/>
              </a:xfrm>
              <a:prstGeom prst="rect">
                <a:avLst/>
              </a:prstGeom>
              <a:blipFill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D0BC71-2AD5-8A7D-DA81-9A5AD11C07E1}"/>
                  </a:ext>
                </a:extLst>
              </p:cNvPr>
              <p:cNvSpPr txBox="1"/>
              <p:nvPr/>
            </p:nvSpPr>
            <p:spPr>
              <a:xfrm>
                <a:off x="561776" y="2150263"/>
                <a:ext cx="100964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SNN</a:t>
                </a:r>
                <a:r>
                  <a:rPr lang="ko-KR" altLang="en-US"/>
                  <a:t>은 </a:t>
                </a:r>
                <a:r>
                  <a:rPr lang="en-US" altLang="ko-KR"/>
                  <a:t>binary kernel</a:t>
                </a:r>
                <a:r>
                  <a:rPr lang="ko-KR" altLang="en-US"/>
                  <a:t>을 전체 집합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𝕂</m:t>
                    </m:r>
                  </m:oMath>
                </a14:m>
                <a:r>
                  <a:rPr lang="ko-KR" altLang="en-US"/>
                  <a:t> 가 아닌 </a:t>
                </a:r>
                <a:r>
                  <a:rPr lang="en-US" altLang="ko-KR"/>
                  <a:t>subset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ko-KR" altLang="en-US"/>
                  <a:t> 로 제한한다</a:t>
                </a:r>
                <a:r>
                  <a:rPr lang="en-US" altLang="ko-KR"/>
                  <a:t>. (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⊂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/>
                  <a:t>)</a:t>
                </a:r>
                <a:endParaRPr lang="ko-KR" alt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D0BC71-2AD5-8A7D-DA81-9A5AD11C0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76" y="2150263"/>
                <a:ext cx="10096470" cy="369332"/>
              </a:xfrm>
              <a:prstGeom prst="rect">
                <a:avLst/>
              </a:prstGeom>
              <a:blipFill>
                <a:blip r:embed="rId4"/>
                <a:stretch>
                  <a:fillRect l="-483" t="-1000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2D1DF9-BC54-0D44-0355-9F2DDD5923B1}"/>
                  </a:ext>
                </a:extLst>
              </p:cNvPr>
              <p:cNvSpPr txBox="1"/>
              <p:nvPr/>
            </p:nvSpPr>
            <p:spPr>
              <a:xfrm>
                <a:off x="1411834" y="2653034"/>
                <a:ext cx="6934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ℂ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 =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, 1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&lt;9 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2D1DF9-BC54-0D44-0355-9F2DDD592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834" y="2653034"/>
                <a:ext cx="6934809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C27A13-8742-CD5B-98E5-67D43C433C26}"/>
                  </a:ext>
                </a:extLst>
              </p:cNvPr>
              <p:cNvSpPr txBox="1"/>
              <p:nvPr/>
            </p:nvSpPr>
            <p:spPr>
              <a:xfrm>
                <a:off x="561775" y="3112439"/>
                <a:ext cx="11195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는 </a:t>
                </a:r>
                <a:r>
                  <a:rPr lang="en-US" altLang="ko-KR"/>
                  <a:t>subset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의 크기를 결정하는 </a:t>
                </a:r>
                <a:r>
                  <a:rPr lang="en-US" altLang="ko-KR"/>
                  <a:t>hyperparameter. subset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ko-KR" altLang="en-US"/>
                  <a:t> 를 </a:t>
                </a:r>
                <a:r>
                  <a:rPr lang="en-US" altLang="ko-KR"/>
                  <a:t>Codebook</a:t>
                </a:r>
                <a:r>
                  <a:rPr lang="ko-KR" altLang="en-US"/>
                  <a:t>이라고도 부른다</a:t>
                </a:r>
                <a:endParaRPr lang="en-US" altLang="ko-KR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C27A13-8742-CD5B-98E5-67D43C433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75" y="3112439"/>
                <a:ext cx="11195999" cy="369332"/>
              </a:xfrm>
              <a:prstGeom prst="rect">
                <a:avLst/>
              </a:prstGeom>
              <a:blipFill>
                <a:blip r:embed="rId6"/>
                <a:stretch>
                  <a:fillRect t="-1000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0878475-CF1D-AB27-D466-8D13B1606311}"/>
                  </a:ext>
                </a:extLst>
              </p:cNvPr>
              <p:cNvSpPr txBox="1"/>
              <p:nvPr/>
            </p:nvSpPr>
            <p:spPr>
              <a:xfrm>
                <a:off x="561776" y="5762673"/>
                <a:ext cx="11196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각 </a:t>
                </a:r>
                <a:r>
                  <a:rPr lang="en-US" altLang="ko-KR"/>
                  <a:t>3x3</a:t>
                </a:r>
                <a:r>
                  <a:rPr lang="ko-KR" altLang="en-US"/>
                  <a:t> </a:t>
                </a:r>
                <a:r>
                  <a:rPr lang="en-US" altLang="ko-KR"/>
                  <a:t>kernel</a:t>
                </a:r>
                <a:r>
                  <a:rPr lang="ko-KR" altLang="en-US"/>
                  <a:t>은 </a:t>
                </a:r>
                <a:r>
                  <a:rPr lang="en-US" altLang="ko-KR"/>
                  <a:t>codebook</a:t>
                </a:r>
                <a:r>
                  <a:rPr lang="ko-KR" altLang="en-US"/>
                  <a:t>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ko-KR"/>
                  <a:t>-bit index </a:t>
                </a:r>
                <a:r>
                  <a:rPr lang="ko-KR" altLang="en-US"/>
                  <a:t>하나로 저장되어</a:t>
                </a:r>
                <a:r>
                  <a:rPr lang="en-US" altLang="ko-KR"/>
                  <a:t>(BNN</a:t>
                </a:r>
                <a:r>
                  <a:rPr lang="ko-KR" altLang="en-US"/>
                  <a:t>은 </a:t>
                </a:r>
                <a:r>
                  <a:rPr lang="en-US" altLang="ko-KR"/>
                  <a:t>kernel </a:t>
                </a:r>
                <a:r>
                  <a:rPr lang="ko-KR" altLang="en-US"/>
                  <a:t>당 </a:t>
                </a:r>
                <a:r>
                  <a:rPr lang="en-US" altLang="ko-KR"/>
                  <a:t>9bit), weight</a:t>
                </a:r>
                <a:r>
                  <a:rPr lang="ko-KR" altLang="en-US"/>
                  <a:t>당 평균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/9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bit, </a:t>
                </a:r>
                <a:r>
                  <a:rPr lang="ko-KR" altLang="en-US"/>
                  <a:t>즉 </a:t>
                </a:r>
                <a:r>
                  <a:rPr lang="en-US" altLang="ko-KR"/>
                  <a:t>1</a:t>
                </a:r>
                <a:r>
                  <a:rPr lang="ko-KR" altLang="en-US"/>
                  <a:t>비트 미만</a:t>
                </a:r>
                <a:r>
                  <a:rPr lang="en-US" altLang="ko-KR"/>
                  <a:t>(sub-bit)</a:t>
                </a:r>
                <a:r>
                  <a:rPr lang="ko-KR" altLang="en-US"/>
                  <a:t>이 된다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0.56-bit(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altLang="ko-KR"/>
                  <a:t>) SNN ResNet-18</a:t>
                </a:r>
                <a:r>
                  <a:rPr lang="ko-KR" altLang="en-US"/>
                  <a:t>은 </a:t>
                </a:r>
                <a:r>
                  <a:rPr lang="en-US" altLang="ko-KR"/>
                  <a:t>BNN </a:t>
                </a:r>
                <a:r>
                  <a:rPr lang="ko-KR" altLang="en-US"/>
                  <a:t>대비 약 </a:t>
                </a:r>
                <a:r>
                  <a:rPr lang="en-US" altLang="ko-KR"/>
                  <a:t>1.8x </a:t>
                </a:r>
                <a:r>
                  <a:rPr lang="ko-KR" altLang="en-US"/>
                  <a:t>압축</a:t>
                </a:r>
                <a:r>
                  <a:rPr lang="en-US" altLang="ko-KR"/>
                  <a:t>, 3.13x </a:t>
                </a:r>
                <a:r>
                  <a:rPr lang="ko-KR" altLang="en-US"/>
                  <a:t>속도 향상</a:t>
                </a:r>
                <a:endParaRPr lang="en-US" altLang="ko-KR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0878475-CF1D-AB27-D466-8D13B1606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76" y="5762673"/>
                <a:ext cx="11196000" cy="923330"/>
              </a:xfrm>
              <a:prstGeom prst="rect">
                <a:avLst/>
              </a:prstGeom>
              <a:blipFill>
                <a:blip r:embed="rId7"/>
                <a:stretch>
                  <a:fillRect l="-327" t="-3289" b="-98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4EF19C-007F-106D-CD17-84444D3856ED}"/>
              </a:ext>
            </a:extLst>
          </p:cNvPr>
          <p:cNvSpPr/>
          <p:nvPr/>
        </p:nvSpPr>
        <p:spPr>
          <a:xfrm>
            <a:off x="7134226" y="3423647"/>
            <a:ext cx="114300" cy="148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c</a:t>
            </a:r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067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5822-3F2F-7658-3AB0-31460EA75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Motivation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B73416-B45A-F714-FFDB-8C1D13A0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760446-0FD0-2616-00B4-1453E877A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31" y="1897412"/>
            <a:ext cx="9618727" cy="29821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BCAB94-D231-9C75-BB3B-CD04E7CB4C90}"/>
                  </a:ext>
                </a:extLst>
              </p:cNvPr>
              <p:cNvSpPr txBox="1"/>
              <p:nvPr/>
            </p:nvSpPr>
            <p:spPr>
              <a:xfrm>
                <a:off x="528675" y="937251"/>
                <a:ext cx="103254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기존 </a:t>
                </a:r>
                <a:r>
                  <a:rPr lang="en-US" altLang="ko-KR"/>
                  <a:t>sub-bit =</a:t>
                </a:r>
                <a:r>
                  <a:rPr lang="ko-KR" altLang="en-US"/>
                  <a:t> 모든 층에 동일한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/>
                  <a:t> 적용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BCAB94-D231-9C75-BB3B-CD04E7CB4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5" y="937251"/>
                <a:ext cx="10325437" cy="369332"/>
              </a:xfrm>
              <a:prstGeom prst="rect">
                <a:avLst/>
              </a:prstGeom>
              <a:blipFill>
                <a:blip r:embed="rId3"/>
                <a:stretch>
                  <a:fillRect l="-531" t="-1000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ED5889-5E7F-6CF4-2E10-B9A4094206EF}"/>
                  </a:ext>
                </a:extLst>
              </p:cNvPr>
              <p:cNvSpPr txBox="1"/>
              <p:nvPr/>
            </p:nvSpPr>
            <p:spPr>
              <a:xfrm>
                <a:off x="528983" y="1494208"/>
                <a:ext cx="11342033" cy="370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실험</a:t>
                </a:r>
                <a:r>
                  <a:rPr lang="en-US" altLang="ko-KR"/>
                  <a:t>: </a:t>
                </a:r>
                <a:r>
                  <a:rPr lang="ko-KR" altLang="en-US"/>
                  <a:t>모든 </a:t>
                </a:r>
                <a:r>
                  <a:rPr lang="en-US" altLang="ko-KR"/>
                  <a:t>layer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ko-KR" altLang="en-US"/>
                  <a:t> 기준</a:t>
                </a:r>
                <a:r>
                  <a:rPr lang="en-US" altLang="ko-KR"/>
                  <a:t>, </a:t>
                </a:r>
                <a:r>
                  <a:rPr lang="ko-KR" altLang="en-US"/>
                  <a:t>한 </a:t>
                </a:r>
                <a:r>
                  <a:rPr lang="en-US" altLang="ko-KR"/>
                  <a:t>layer</a:t>
                </a:r>
                <a:r>
                  <a:rPr lang="ko-KR" altLang="en-US"/>
                  <a:t>씩만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4,3,2,1</a:t>
                </a:r>
                <a:r>
                  <a:rPr lang="ko-KR" altLang="en-US"/>
                  <a:t>로 낮춰 </a:t>
                </a:r>
                <a:r>
                  <a:rPr lang="en-US" altLang="ko-KR"/>
                  <a:t>Accuracy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Weight Storage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BitOPs </a:t>
                </a:r>
                <a:r>
                  <a:rPr lang="ko-KR" altLang="en-US"/>
                  <a:t>변화를 측정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ED5889-5E7F-6CF4-2E10-B9A409420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83" y="1494208"/>
                <a:ext cx="11342033" cy="370807"/>
              </a:xfrm>
              <a:prstGeom prst="rect">
                <a:avLst/>
              </a:prstGeom>
              <a:blipFill>
                <a:blip r:embed="rId4"/>
                <a:stretch>
                  <a:fillRect l="-484"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90FC22-9A9A-BBFC-4AEE-A84E69BCAEFA}"/>
                  </a:ext>
                </a:extLst>
              </p:cNvPr>
              <p:cNvSpPr txBox="1"/>
              <p:nvPr/>
            </p:nvSpPr>
            <p:spPr>
              <a:xfrm>
                <a:off x="528982" y="5274418"/>
                <a:ext cx="1143104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layer</a:t>
                </a:r>
                <a:r>
                  <a:rPr lang="ko-KR" altLang="en-US"/>
                  <a:t>마다 </a:t>
                </a:r>
                <a:r>
                  <a:rPr lang="en-US" altLang="ko-KR"/>
                  <a:t>sensitivity</a:t>
                </a:r>
                <a:r>
                  <a:rPr lang="ko-KR" altLang="en-US"/>
                  <a:t>가 다름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sensitivity</a:t>
                </a:r>
                <a:r>
                  <a:rPr lang="ko-KR" altLang="en-US"/>
                  <a:t>를 학습 </a:t>
                </a:r>
                <a:r>
                  <a:rPr lang="en-US" altLang="ko-KR"/>
                  <a:t>(Method</a:t>
                </a:r>
                <a:r>
                  <a:rPr lang="ko-KR" altLang="en-US"/>
                  <a:t>의 </a:t>
                </a:r>
                <a:r>
                  <a:rPr lang="en-US" altLang="ko-KR"/>
                  <a:t>Phase 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Hardware constraint(Storage/BitOPs)</a:t>
                </a:r>
                <a:r>
                  <a:rPr lang="ko-KR" altLang="en-US"/>
                  <a:t>마다 유리한 </a:t>
                </a:r>
                <a:r>
                  <a:rPr lang="en-US" altLang="ko-KR"/>
                  <a:t>layer</a:t>
                </a:r>
                <a:r>
                  <a:rPr lang="ko-KR" altLang="en-US"/>
                  <a:t>가 다름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Hardware constraint </a:t>
                </a:r>
                <a:r>
                  <a:rPr lang="ko-KR" altLang="en-US"/>
                  <a:t>기반 할당</a:t>
                </a:r>
                <a:r>
                  <a:rPr lang="en-US" altLang="ko-KR"/>
                  <a:t>(Method</a:t>
                </a:r>
                <a:r>
                  <a:rPr lang="ko-KR" altLang="en-US"/>
                  <a:t>의 </a:t>
                </a:r>
                <a:r>
                  <a:rPr lang="en-US" altLang="ko-KR"/>
                  <a:t>Phase 2)</a:t>
                </a:r>
                <a:r>
                  <a:rPr lang="ko-KR" altLang="en-US"/>
                  <a:t>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90FC22-9A9A-BBFC-4AEE-A84E69BCA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82" y="5274418"/>
                <a:ext cx="11431045" cy="923330"/>
              </a:xfrm>
              <a:prstGeom prst="rect">
                <a:avLst/>
              </a:prstGeom>
              <a:blipFill>
                <a:blip r:embed="rId5"/>
                <a:stretch>
                  <a:fillRect l="-373" t="-3289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099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F47EF4-9ECB-1F13-49BD-3A7C4329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Method Overview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482AE0-0A19-B4B1-83D9-5626E874B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88E53D15-D504-F8F5-BA36-1FBA6A63E58D}"/>
              </a:ext>
            </a:extLst>
          </p:cNvPr>
          <p:cNvSpPr/>
          <p:nvPr/>
        </p:nvSpPr>
        <p:spPr>
          <a:xfrm>
            <a:off x="456472" y="23774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6999365-1CD9-479B-D2E0-E782EEE3D45E}"/>
              </a:ext>
            </a:extLst>
          </p:cNvPr>
          <p:cNvSpPr/>
          <p:nvPr/>
        </p:nvSpPr>
        <p:spPr>
          <a:xfrm>
            <a:off x="712504" y="263347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F623FE1-DE31-2804-0279-31E5CACF2BDF}"/>
              </a:ext>
            </a:extLst>
          </p:cNvPr>
          <p:cNvSpPr/>
          <p:nvPr/>
        </p:nvSpPr>
        <p:spPr>
          <a:xfrm>
            <a:off x="712504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47496A6-D706-9187-D228-1A179DEEE9A7}"/>
              </a:ext>
            </a:extLst>
          </p:cNvPr>
          <p:cNvSpPr/>
          <p:nvPr/>
        </p:nvSpPr>
        <p:spPr>
          <a:xfrm>
            <a:off x="1279432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5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BD4C7E0-3407-A22D-C2CB-E55DDD1630F0}"/>
              </a:ext>
            </a:extLst>
          </p:cNvPr>
          <p:cNvSpPr/>
          <p:nvPr/>
        </p:nvSpPr>
        <p:spPr>
          <a:xfrm>
            <a:off x="730792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τ Search</a:t>
            </a:r>
            <a:endParaRPr lang="en-US" sz="2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84FEE44-5791-4FFD-8AD5-9260EFC40988}"/>
              </a:ext>
            </a:extLst>
          </p:cNvPr>
          <p:cNvSpPr/>
          <p:nvPr/>
        </p:nvSpPr>
        <p:spPr>
          <a:xfrm>
            <a:off x="730792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45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sensitivity map Π 학습</a:t>
            </a:r>
            <a:endParaRPr lang="en-US" sz="14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07223AD7-4F59-ADC8-AA13-688D91DB1950}"/>
              </a:ext>
            </a:extLst>
          </p:cNvPr>
          <p:cNvSpPr/>
          <p:nvPr/>
        </p:nvSpPr>
        <p:spPr>
          <a:xfrm>
            <a:off x="4434112" y="23774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9760434C-ED29-D470-5FCF-84ABE6865509}"/>
              </a:ext>
            </a:extLst>
          </p:cNvPr>
          <p:cNvSpPr/>
          <p:nvPr/>
        </p:nvSpPr>
        <p:spPr>
          <a:xfrm>
            <a:off x="4690144" y="263347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09508F3-1F95-F67B-54BA-CC7DE9AE59A1}"/>
              </a:ext>
            </a:extLst>
          </p:cNvPr>
          <p:cNvSpPr/>
          <p:nvPr/>
        </p:nvSpPr>
        <p:spPr>
          <a:xfrm>
            <a:off x="4690144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178898FB-EFDA-5729-8D80-CE74138D8478}"/>
              </a:ext>
            </a:extLst>
          </p:cNvPr>
          <p:cNvSpPr/>
          <p:nvPr/>
        </p:nvSpPr>
        <p:spPr>
          <a:xfrm>
            <a:off x="5257072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5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FC338430-5CFC-732C-2158-49EFAAD137D7}"/>
              </a:ext>
            </a:extLst>
          </p:cNvPr>
          <p:cNvSpPr/>
          <p:nvPr/>
        </p:nvSpPr>
        <p:spPr>
          <a:xfrm>
            <a:off x="4708432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 Allocation</a:t>
            </a:r>
            <a:endParaRPr lang="en-US" sz="20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8C2A631-EA42-8A96-97D9-E5D19F476757}"/>
              </a:ext>
            </a:extLst>
          </p:cNvPr>
          <p:cNvSpPr/>
          <p:nvPr/>
        </p:nvSpPr>
        <p:spPr>
          <a:xfrm>
            <a:off x="4708432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45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 기반 할당 (MCKP DP)</a:t>
            </a:r>
            <a:endParaRPr lang="en-US" sz="14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A8FF5495-2B5B-9203-F38E-6DDD942F1012}"/>
              </a:ext>
            </a:extLst>
          </p:cNvPr>
          <p:cNvSpPr/>
          <p:nvPr/>
        </p:nvSpPr>
        <p:spPr>
          <a:xfrm>
            <a:off x="8411752" y="23774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E3F304E6-0BA8-BC60-516E-190CAE898502}"/>
              </a:ext>
            </a:extLst>
          </p:cNvPr>
          <p:cNvSpPr/>
          <p:nvPr/>
        </p:nvSpPr>
        <p:spPr>
          <a:xfrm>
            <a:off x="8667784" y="263347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E309909C-76F5-3C16-5A1B-8EB98926E3A8}"/>
              </a:ext>
            </a:extLst>
          </p:cNvPr>
          <p:cNvSpPr/>
          <p:nvPr/>
        </p:nvSpPr>
        <p:spPr>
          <a:xfrm>
            <a:off x="8667784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A784646-9BE3-3D78-FB9D-A2F0E7E62964}"/>
              </a:ext>
            </a:extLst>
          </p:cNvPr>
          <p:cNvSpPr/>
          <p:nvPr/>
        </p:nvSpPr>
        <p:spPr>
          <a:xfrm>
            <a:off x="9234712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5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68ECBD71-6AB6-96A8-165E-C5E3428142A3}"/>
              </a:ext>
            </a:extLst>
          </p:cNvPr>
          <p:cNvSpPr/>
          <p:nvPr/>
        </p:nvSpPr>
        <p:spPr>
          <a:xfrm>
            <a:off x="8686072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Retraining</a:t>
            </a:r>
            <a:endParaRPr lang="en-US" sz="20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53187047-2C41-997E-CB8D-B4D1667DCA76}"/>
              </a:ext>
            </a:extLst>
          </p:cNvPr>
          <p:cNvSpPr/>
          <p:nvPr/>
        </p:nvSpPr>
        <p:spPr>
          <a:xfrm>
            <a:off x="8686072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45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τ-list로 재학습 → 최종 모델</a:t>
            </a:r>
            <a:endParaRPr lang="en-US" sz="14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07DC6825-478A-A7B3-00EA-23ABF57D60FB}"/>
              </a:ext>
            </a:extLst>
          </p:cNvPr>
          <p:cNvSpPr/>
          <p:nvPr/>
        </p:nvSpPr>
        <p:spPr>
          <a:xfrm>
            <a:off x="4434112" y="118872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E6F4F1"/>
          </a:solidFill>
          <a:ln w="12700">
            <a:solidFill>
              <a:srgbClr val="155E63"/>
            </a:solidFill>
            <a:prstDash val="solid"/>
          </a:ln>
        </p:spPr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7CCAB031-6F8F-0011-7F39-9F5B7185256E}"/>
              </a:ext>
            </a:extLst>
          </p:cNvPr>
          <p:cNvSpPr/>
          <p:nvPr/>
        </p:nvSpPr>
        <p:spPr>
          <a:xfrm>
            <a:off x="4434112" y="1188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Hardware constraint  (Storage / BitOPs)</a:t>
            </a:r>
            <a:endParaRPr lang="en-US" sz="13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825FFC49-FF67-D703-13D0-E65DAE6036E5}"/>
              </a:ext>
            </a:extLst>
          </p:cNvPr>
          <p:cNvSpPr/>
          <p:nvPr/>
        </p:nvSpPr>
        <p:spPr>
          <a:xfrm>
            <a:off x="6034312" y="1874520"/>
            <a:ext cx="0" cy="502920"/>
          </a:xfrm>
          <a:prstGeom prst="line">
            <a:avLst/>
          </a:prstGeom>
          <a:noFill/>
          <a:ln w="25400">
            <a:solidFill>
              <a:srgbClr val="155E63"/>
            </a:solidFill>
            <a:prstDash val="solid"/>
            <a:tailEnd type="triangle"/>
          </a:ln>
        </p:spPr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A3D3784B-63C2-778E-A043-D4C15C800B2E}"/>
              </a:ext>
            </a:extLst>
          </p:cNvPr>
          <p:cNvSpPr/>
          <p:nvPr/>
        </p:nvSpPr>
        <p:spPr>
          <a:xfrm>
            <a:off x="3656872" y="3429000"/>
            <a:ext cx="777240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0136890F-F257-A718-4EF1-8A0DFA30DE91}"/>
              </a:ext>
            </a:extLst>
          </p:cNvPr>
          <p:cNvSpPr/>
          <p:nvPr/>
        </p:nvSpPr>
        <p:spPr>
          <a:xfrm>
            <a:off x="7634512" y="3429000"/>
            <a:ext cx="777240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02B1FBF5-B5B6-9769-E5D0-43A2E902E6D7}"/>
              </a:ext>
            </a:extLst>
          </p:cNvPr>
          <p:cNvSpPr/>
          <p:nvPr/>
        </p:nvSpPr>
        <p:spPr>
          <a:xfrm>
            <a:off x="3565432" y="286207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</a:t>
            </a:r>
            <a:endParaRPr lang="en-US" sz="16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9DE5C5F5-1AE4-9414-8960-582AC3AA5007}"/>
              </a:ext>
            </a:extLst>
          </p:cNvPr>
          <p:cNvSpPr/>
          <p:nvPr/>
        </p:nvSpPr>
        <p:spPr>
          <a:xfrm>
            <a:off x="7543072" y="286207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τ-list</a:t>
            </a:r>
            <a:endParaRPr lang="en-US" sz="1400" dirty="0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3C5803AF-85C9-E9F3-8A53-CD1F1C73BF6A}"/>
              </a:ext>
            </a:extLst>
          </p:cNvPr>
          <p:cNvSpPr/>
          <p:nvPr/>
        </p:nvSpPr>
        <p:spPr>
          <a:xfrm>
            <a:off x="1233712" y="5074920"/>
            <a:ext cx="9601200" cy="68580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/>
        </p:spPr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CD9415C7-83D7-134A-3730-CF1F89AF21DD}"/>
              </a:ext>
            </a:extLst>
          </p:cNvPr>
          <p:cNvSpPr/>
          <p:nvPr/>
        </p:nvSpPr>
        <p:spPr>
          <a:xfrm>
            <a:off x="1233712" y="5074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45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1은 한 번만 · Phase 2는 제약마다 즉시 — </a:t>
            </a:r>
            <a:r>
              <a:rPr lang="en-US" sz="1500" b="1" i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“search once, allocate many times”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23561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50029-031B-23D0-E5F3-AEBF184A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Phase 1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E47A17-E3A1-19C4-0CAE-C0F0286D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773AF3B-2F00-C429-1EED-F7A89E1AB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250" y="1090181"/>
            <a:ext cx="6140052" cy="42411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3E4BD-D4F1-65F6-C6AE-15C9A9EB2BAF}"/>
                  </a:ext>
                </a:extLst>
              </p:cNvPr>
              <p:cNvSpPr txBox="1"/>
              <p:nvPr/>
            </p:nvSpPr>
            <p:spPr>
              <a:xfrm>
                <a:off x="614995" y="863604"/>
                <a:ext cx="8237692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목표 </a:t>
                </a:r>
                <a:r>
                  <a:rPr lang="en-US" altLang="ko-KR"/>
                  <a:t>: </a:t>
                </a:r>
                <a:r>
                  <a:rPr lang="ko-KR" altLang="en-US"/>
                  <a:t>각 </a:t>
                </a:r>
                <a:r>
                  <a:rPr lang="en-US" altLang="ko-KR"/>
                  <a:t>layer</a:t>
                </a:r>
                <a:r>
                  <a:rPr lang="ko-KR" altLang="en-US"/>
                  <a:t>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ko-KR" altLang="en-US"/>
                  <a:t> 분포</a:t>
                </a:r>
                <a:r>
                  <a:rPr lang="en-US" altLang="ko-KR"/>
                  <a:t>(sensitivity 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ko-KR"/>
                  <a:t>) </a:t>
                </a:r>
                <a:r>
                  <a:rPr lang="ko-KR" altLang="en-US"/>
                  <a:t>학습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Phase 2 </a:t>
                </a:r>
                <a:r>
                  <a:rPr lang="ko-KR" altLang="en-US"/>
                  <a:t>입력 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3E4BD-D4F1-65F6-C6AE-15C9A9EB2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95" y="863604"/>
                <a:ext cx="8237692" cy="374526"/>
              </a:xfrm>
              <a:prstGeom prst="rect">
                <a:avLst/>
              </a:prstGeom>
              <a:blipFill>
                <a:blip r:embed="rId4"/>
                <a:stretch>
                  <a:fillRect l="-666" t="-9836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EFD03F-1768-3283-6588-1E44D287D5E8}"/>
                  </a:ext>
                </a:extLst>
              </p:cNvPr>
              <p:cNvSpPr txBox="1"/>
              <p:nvPr/>
            </p:nvSpPr>
            <p:spPr>
              <a:xfrm>
                <a:off x="35375" y="5304984"/>
                <a:ext cx="12121250" cy="1260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각 </a:t>
                </a:r>
                <a:r>
                  <a:rPr lang="en-US" altLang="ko-KR"/>
                  <a:t>sub-bit </a:t>
                </a:r>
                <a:r>
                  <a:rPr lang="ko-KR" altLang="en-US"/>
                  <a:t>레이어의 가중치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를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=1~8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codebook</a:t>
                </a:r>
                <a:r>
                  <a:rPr lang="ko-KR" altLang="en-US"/>
                  <a:t>의 가중합으로 표현하고</a:t>
                </a:r>
                <a:r>
                  <a:rPr lang="en-US" altLang="ko-KR"/>
                  <a:t>, Gumbel-Softmax</a:t>
                </a:r>
                <a:r>
                  <a:rPr lang="ko-KR" altLang="en-US"/>
                  <a:t>으로 확률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/>
                  <a:t> 학습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손실은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acc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∙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storage</m:t>
                        </m:r>
                      </m:sub>
                    </m:sSub>
                  </m:oMath>
                </a14:m>
                <a:r>
                  <a:rPr lang="ko-KR" altLang="en-US"/>
                  <a:t> 로 정확도와 저장 비용을 함께 최적화</a:t>
                </a:r>
                <a:r>
                  <a:rPr lang="en-US" altLang="ko-KR"/>
                  <a:t> </a:t>
                </a:r>
              </a:p>
              <a:p>
                <a:r>
                  <a:rPr lang="en-US" altLang="ko-KR"/>
                  <a:t>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storage</m:t>
                        </m:r>
                      </m:sub>
                    </m:sSub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= </a:t>
                </a:r>
                <a:r>
                  <a:rPr lang="ko-KR" altLang="en-US"/>
                  <a:t>현재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분포의 기대 </a:t>
                </a:r>
                <a:r>
                  <a:rPr lang="en-US" altLang="ko-KR"/>
                  <a:t>Weight storage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작은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로 미는 압축 압력</a:t>
                </a:r>
                <a:r>
                  <a:rPr lang="en-US" altLang="ko-KR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학습된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분포 </a:t>
                </a:r>
                <a:r>
                  <a:rPr lang="en-US" altLang="ko-KR"/>
                  <a:t>= sensitivity 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lang="en-US" altLang="ko-KR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EFD03F-1768-3283-6588-1E44D287D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5" y="5304984"/>
                <a:ext cx="12121250" cy="1260089"/>
              </a:xfrm>
              <a:prstGeom prst="rect">
                <a:avLst/>
              </a:prstGeom>
              <a:blipFill>
                <a:blip r:embed="rId5"/>
                <a:stretch>
                  <a:fillRect l="-352" t="-1932" b="-67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E11CE5-FB12-EC46-ECD5-E32883D74CBA}"/>
                  </a:ext>
                </a:extLst>
              </p:cNvPr>
              <p:cNvSpPr txBox="1"/>
              <p:nvPr/>
            </p:nvSpPr>
            <p:spPr>
              <a:xfrm>
                <a:off x="8778302" y="3094333"/>
                <a:ext cx="3106722" cy="1712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Cambria Math" panose="02040503050406030204" pitchFamily="18" charset="0"/>
                  </a:rPr>
                  <a:t>W : binary weight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: </a:t>
                </a:r>
                <a:r>
                  <a:rPr lang="ko-KR" altLang="en-US"/>
                  <a:t>크기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</a:rPr>
                      <m:t>인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codebook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 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/>
              </a:p>
              <a:p>
                <a:endParaRPr lang="ko-KR" alt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E11CE5-FB12-EC46-ECD5-E32883D74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302" y="3094333"/>
                <a:ext cx="3106722" cy="1712072"/>
              </a:xfrm>
              <a:prstGeom prst="rect">
                <a:avLst/>
              </a:prstGeom>
              <a:blipFill>
                <a:blip r:embed="rId6"/>
                <a:stretch>
                  <a:fillRect l="-1569" t="-2500" r="-1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991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B7DF3-DAA2-96B4-9453-6692FB808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Phase 2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6BD6C2-2C29-76CD-FE65-6D07A6DB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A9B86A-2D8B-5390-3F5A-7B1CFD683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402" y="1403067"/>
            <a:ext cx="8595724" cy="38162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7B5B3D-5EBF-6236-D008-91147EEDE29E}"/>
                  </a:ext>
                </a:extLst>
              </p:cNvPr>
              <p:cNvSpPr txBox="1"/>
              <p:nvPr/>
            </p:nvSpPr>
            <p:spPr>
              <a:xfrm>
                <a:off x="614995" y="863604"/>
                <a:ext cx="8237692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목표 </a:t>
                </a:r>
                <a:r>
                  <a:rPr lang="en-US" altLang="ko-KR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+ Hardware constraint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ko-KR"/>
                  <a:t>-list (</a:t>
                </a:r>
                <a:r>
                  <a:rPr lang="ko-KR" altLang="en-US"/>
                  <a:t>제약 안에서 정확도 최대화</a:t>
                </a:r>
                <a:r>
                  <a:rPr lang="en-US" altLang="ko-KR"/>
                  <a:t>)</a:t>
                </a:r>
                <a:r>
                  <a:rPr lang="ko-KR" altLang="en-US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7B5B3D-5EBF-6236-D008-91147EEDE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95" y="863604"/>
                <a:ext cx="8237692" cy="374526"/>
              </a:xfrm>
              <a:prstGeom prst="rect">
                <a:avLst/>
              </a:prstGeom>
              <a:blipFill>
                <a:blip r:embed="rId3"/>
                <a:stretch>
                  <a:fillRect l="-666" t="-9836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2EBCC3-6954-411B-ED88-CEDBD215EF67}"/>
                  </a:ext>
                </a:extLst>
              </p:cNvPr>
              <p:cNvSpPr txBox="1"/>
              <p:nvPr/>
            </p:nvSpPr>
            <p:spPr>
              <a:xfrm>
                <a:off x="35374" y="5304984"/>
                <a:ext cx="1215662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/>
                  <a:t> : </a:t>
                </a:r>
                <a:r>
                  <a:rPr lang="ko-KR" altLang="en-US"/>
                  <a:t>선택한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가 </a:t>
                </a:r>
                <a:r>
                  <a:rPr lang="en-US" altLang="ko-KR"/>
                  <a:t>Sensitivity 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에 가까울수록 높음</a:t>
                </a:r>
                <a:r>
                  <a:rPr lang="en-US" altLang="ko-KR"/>
                  <a:t>(</a:t>
                </a:r>
                <a:r>
                  <a:rPr lang="ko-KR" altLang="en-US"/>
                  <a:t>멀어질수록 정확도 손실</a:t>
                </a:r>
                <a:r>
                  <a:rPr lang="en-US" altLang="ko-KR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DP : Hardware constraint</a:t>
                </a:r>
                <a:r>
                  <a:rPr lang="ko-KR" altLang="en-US"/>
                  <a:t> 초과시 </a:t>
                </a:r>
                <a:r>
                  <a:rPr lang="en-US" altLang="ko-KR"/>
                  <a:t>value drop</a:t>
                </a:r>
                <a:r>
                  <a:rPr lang="ko-KR" altLang="en-US"/>
                  <a:t>이 작은 층부터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↓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으로 최적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-list </a:t>
                </a:r>
                <a:r>
                  <a:rPr lang="ko-KR" altLang="en-US"/>
                  <a:t>도출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/>
                  <a:t> Hardware constraint</a:t>
                </a:r>
                <a:r>
                  <a:rPr lang="ko-KR" altLang="en-US"/>
                  <a:t>과 무관하게 한번 학습</a:t>
                </a:r>
                <a:r>
                  <a:rPr lang="en-US" altLang="ko-KR"/>
                  <a:t>(Phase 1)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새로운 </a:t>
                </a:r>
                <a:r>
                  <a:rPr lang="en-US" altLang="ko-KR"/>
                  <a:t>Hardware constraint</a:t>
                </a:r>
                <a:r>
                  <a:rPr lang="ko-KR" altLang="en-US"/>
                  <a:t>이 와도 학습</a:t>
                </a:r>
                <a:r>
                  <a:rPr lang="en-US" altLang="ko-KR"/>
                  <a:t>(Phase 1)</a:t>
                </a:r>
                <a:r>
                  <a:rPr lang="ko-KR" altLang="en-US"/>
                  <a:t> 없이 </a:t>
                </a:r>
                <a:r>
                  <a:rPr lang="en-US" altLang="ko-KR"/>
                  <a:t>DP</a:t>
                </a:r>
                <a:r>
                  <a:rPr lang="ko-KR" altLang="en-US"/>
                  <a:t>만 재실행해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ko-KR"/>
                  <a:t>-list </a:t>
                </a:r>
                <a:r>
                  <a:rPr lang="ko-KR" altLang="en-US"/>
                  <a:t>도출</a:t>
                </a:r>
                <a:endParaRPr lang="en-US" altLang="ko-KR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2EBCC3-6954-411B-ED88-CEDBD215E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4" y="5304984"/>
                <a:ext cx="12156625" cy="1200329"/>
              </a:xfrm>
              <a:prstGeom prst="rect">
                <a:avLst/>
              </a:prstGeom>
              <a:blipFill>
                <a:blip r:embed="rId4"/>
                <a:stretch>
                  <a:fillRect l="-351" t="-2538" b="-76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8527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8D03C9-6158-B2D7-C9D0-F7EE0BAF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Phase 3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BD47C9-0A1D-90FD-95D8-EB264CD7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FA6D90-C2B0-D87F-5B28-7B3E084810CA}"/>
                  </a:ext>
                </a:extLst>
              </p:cNvPr>
              <p:cNvSpPr txBox="1"/>
              <p:nvPr/>
            </p:nvSpPr>
            <p:spPr>
              <a:xfrm>
                <a:off x="614995" y="863604"/>
                <a:ext cx="8237692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목표 </a:t>
                </a:r>
                <a:r>
                  <a:rPr lang="en-US" altLang="ko-KR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ko-KR"/>
                  <a:t>-list</a:t>
                </a:r>
                <a:r>
                  <a:rPr lang="ko-KR" altLang="en-US"/>
                  <a:t>로 각 </a:t>
                </a:r>
                <a:r>
                  <a:rPr lang="en-US" altLang="ko-KR"/>
                  <a:t>layer codebook </a:t>
                </a:r>
                <a:r>
                  <a:rPr lang="ko-KR" altLang="en-US"/>
                  <a:t>고정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scratch</a:t>
                </a:r>
                <a:r>
                  <a:rPr lang="ko-KR" altLang="en-US"/>
                  <a:t>로 재학습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최종 모델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FA6D90-C2B0-D87F-5B28-7B3E08481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95" y="863604"/>
                <a:ext cx="8237692" cy="374526"/>
              </a:xfrm>
              <a:prstGeom prst="rect">
                <a:avLst/>
              </a:prstGeom>
              <a:blipFill>
                <a:blip r:embed="rId2"/>
                <a:stretch>
                  <a:fillRect l="-666" t="-9836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7C41EB-0E3A-D5AC-F8E1-39453DBEE962}"/>
                  </a:ext>
                </a:extLst>
              </p:cNvPr>
              <p:cNvSpPr txBox="1"/>
              <p:nvPr/>
            </p:nvSpPr>
            <p:spPr>
              <a:xfrm>
                <a:off x="614995" y="2152481"/>
                <a:ext cx="1068148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Phase 1</a:t>
                </a:r>
                <a:r>
                  <a:rPr lang="ko-KR" altLang="en-US"/>
                  <a:t>의 </a:t>
                </a:r>
                <a:r>
                  <a:rPr lang="en-US" altLang="ko-KR"/>
                  <a:t>mixed weight(8</a:t>
                </a:r>
                <a:r>
                  <a:rPr lang="ko-KR" altLang="en-US"/>
                  <a:t>개의 </a:t>
                </a:r>
                <a:r>
                  <a:rPr lang="en-US" altLang="ko-KR"/>
                  <a:t>codebook </a:t>
                </a:r>
                <a:r>
                  <a:rPr lang="ko-KR" altLang="en-US"/>
                  <a:t>가중합</a:t>
                </a:r>
                <a:r>
                  <a:rPr lang="en-US" altLang="ko-KR"/>
                  <a:t>)</a:t>
                </a:r>
                <a:r>
                  <a:rPr lang="ko-KR" altLang="en-US"/>
                  <a:t>는 그대로 배포 불가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배포 모델은 층마다 </a:t>
                </a:r>
                <a:r>
                  <a:rPr lang="en-US" altLang="ko-KR"/>
                  <a:t>codebook </a:t>
                </a:r>
                <a:r>
                  <a:rPr lang="ko-KR" altLang="en-US"/>
                  <a:t>하나만 사용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Phase 2</a:t>
                </a:r>
                <a:r>
                  <a:rPr lang="ko-KR" altLang="en-US"/>
                  <a:t>의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ko-KR"/>
                  <a:t>-list</a:t>
                </a:r>
                <a:r>
                  <a:rPr lang="ko-KR" altLang="en-US"/>
                  <a:t>로 각 </a:t>
                </a:r>
                <a:r>
                  <a:rPr lang="en-US" altLang="ko-KR"/>
                  <a:t>layer codebook </a:t>
                </a:r>
                <a:r>
                  <a:rPr lang="ko-KR" altLang="en-US"/>
                  <a:t>크기를 고정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단일</a:t>
                </a:r>
                <a:r>
                  <a:rPr lang="en-US" altLang="ko-KR"/>
                  <a:t>-codebook </a:t>
                </a:r>
                <a:r>
                  <a:rPr lang="ko-KR" altLang="en-US"/>
                  <a:t>모델을 </a:t>
                </a:r>
                <a:r>
                  <a:rPr lang="en-US" altLang="ko-KR"/>
                  <a:t>scratch</a:t>
                </a:r>
                <a:r>
                  <a:rPr lang="ko-KR" altLang="en-US"/>
                  <a:t>로 재학습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7C41EB-0E3A-D5AC-F8E1-39453DBEE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95" y="2152481"/>
                <a:ext cx="10681487" cy="923330"/>
              </a:xfrm>
              <a:prstGeom prst="rect">
                <a:avLst/>
              </a:prstGeom>
              <a:blipFill>
                <a:blip r:embed="rId3"/>
                <a:stretch>
                  <a:fillRect l="-400" t="-3289" b="-98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402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AE9D5-A5D6-270C-8C8E-9C8360ADC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Main Results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B1443D-A5CA-FDBC-760D-0019A9D2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91A5F-B6C4-48E6-5BEF-1F5BFE200C66}"/>
              </a:ext>
            </a:extLst>
          </p:cNvPr>
          <p:cNvSpPr txBox="1"/>
          <p:nvPr/>
        </p:nvSpPr>
        <p:spPr>
          <a:xfrm>
            <a:off x="56645" y="1279992"/>
            <a:ext cx="2985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Experimental Setup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11C105-8CA6-7A1D-AE10-928CE3F4766C}"/>
                  </a:ext>
                </a:extLst>
              </p:cNvPr>
              <p:cNvSpPr txBox="1"/>
              <p:nvPr/>
            </p:nvSpPr>
            <p:spPr>
              <a:xfrm>
                <a:off x="1" y="1674674"/>
                <a:ext cx="4337332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Dataset : CIFAR-10/ TinyImageNet / ImageNet-1K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Backbone : ReActNet </a:t>
                </a:r>
                <a:r>
                  <a:rPr lang="ko-KR" altLang="en-US"/>
                  <a:t>기반 </a:t>
                </a:r>
                <a:r>
                  <a:rPr lang="en-US" altLang="ko-KR"/>
                  <a:t>ResNet-18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Baseline : uniform-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=2~5</m:t>
                    </m:r>
                  </m:oMath>
                </a14:m>
                <a:r>
                  <a:rPr lang="en-US" altLang="ko-KR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Evaluation: storage / BitOPs </a:t>
                </a:r>
                <a:r>
                  <a:rPr lang="ko-KR" altLang="en-US"/>
                  <a:t>두 제약 축</a:t>
                </a:r>
                <a:r>
                  <a:rPr lang="en-US" altLang="ko-KR"/>
                  <a:t>, </a:t>
                </a:r>
                <a:r>
                  <a:rPr lang="ko-KR" altLang="en-US"/>
                  <a:t>동일 </a:t>
                </a:r>
                <a:r>
                  <a:rPr lang="en-US" altLang="ko-KR"/>
                  <a:t>Storage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/>
                  <a:t>BitOPs</a:t>
                </a:r>
                <a:r>
                  <a:rPr lang="ko-KR" altLang="en-US"/>
                  <a:t>에서 정확도 비교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11C105-8CA6-7A1D-AE10-928CE3F47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1674674"/>
                <a:ext cx="4337332" cy="2031325"/>
              </a:xfrm>
              <a:prstGeom prst="rect">
                <a:avLst/>
              </a:prstGeom>
              <a:blipFill>
                <a:blip r:embed="rId2"/>
                <a:stretch>
                  <a:fillRect l="-843" t="-1802" r="-843" b="-3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D7EB920-6F4F-AF2B-A482-10E12D72D6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7049253"/>
                  </p:ext>
                </p:extLst>
              </p:nvPr>
            </p:nvGraphicFramePr>
            <p:xfrm>
              <a:off x="4337333" y="545775"/>
              <a:ext cx="7854668" cy="5394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7945">
                      <a:extLst>
                        <a:ext uri="{9D8B030D-6E8A-4147-A177-3AD203B41FA5}">
                          <a16:colId xmlns:a16="http://schemas.microsoft.com/office/drawing/2014/main" val="2092500039"/>
                        </a:ext>
                      </a:extLst>
                    </a:gridCol>
                    <a:gridCol w="1507945">
                      <a:extLst>
                        <a:ext uri="{9D8B030D-6E8A-4147-A177-3AD203B41FA5}">
                          <a16:colId xmlns:a16="http://schemas.microsoft.com/office/drawing/2014/main" val="2681954604"/>
                        </a:ext>
                      </a:extLst>
                    </a:gridCol>
                    <a:gridCol w="1507945">
                      <a:extLst>
                        <a:ext uri="{9D8B030D-6E8A-4147-A177-3AD203B41FA5}">
                          <a16:colId xmlns:a16="http://schemas.microsoft.com/office/drawing/2014/main" val="3225523749"/>
                        </a:ext>
                      </a:extLst>
                    </a:gridCol>
                    <a:gridCol w="2089959">
                      <a:extLst>
                        <a:ext uri="{9D8B030D-6E8A-4147-A177-3AD203B41FA5}">
                          <a16:colId xmlns:a16="http://schemas.microsoft.com/office/drawing/2014/main" val="741181960"/>
                        </a:ext>
                      </a:extLst>
                    </a:gridCol>
                    <a:gridCol w="1240874">
                      <a:extLst>
                        <a:ext uri="{9D8B030D-6E8A-4147-A177-3AD203B41FA5}">
                          <a16:colId xmlns:a16="http://schemas.microsoft.com/office/drawing/2014/main" val="387246113"/>
                        </a:ext>
                      </a:extLst>
                    </a:gridCol>
                  </a:tblGrid>
                  <a:tr h="50251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Bit-width(W/A)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Accuracy(%)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Weight Storage(Mbit)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BitOPs(G)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5448035"/>
                      </a:ext>
                    </a:extLst>
                  </a:tr>
                  <a:tr h="287152">
                    <a:tc gridSpan="5"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4169704"/>
                      </a:ext>
                    </a:extLst>
                  </a:tr>
                  <a:tr h="28715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=5 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0.56/1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91.26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6.10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5685916"/>
                      </a:ext>
                    </a:extLst>
                  </a:tr>
                  <a:tr h="28715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 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0.44/1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90.89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4.88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u="sng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0.097</a:t>
                          </a:r>
                          <a:endParaRPr lang="ko-KR" altLang="en-US" b="0" u="sng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2133561"/>
                      </a:ext>
                    </a:extLst>
                  </a:tr>
                  <a:tr h="28715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90.18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3.66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u="sng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0.064</a:t>
                          </a:r>
                          <a:endParaRPr lang="ko-KR" altLang="en-US" b="0" u="sng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5407756"/>
                      </a:ext>
                    </a:extLst>
                  </a:tr>
                  <a:tr h="28715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88.98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2.44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u="sng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0.047</a:t>
                          </a:r>
                          <a:endParaRPr lang="ko-KR" altLang="en-US" b="0" u="sng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015728"/>
                      </a:ext>
                    </a:extLst>
                  </a:tr>
                  <a:tr h="287152">
                    <a:tc gridSpan="5"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Mixed-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(Storage constraint)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07150973"/>
                      </a:ext>
                    </a:extLst>
                  </a:tr>
                  <a:tr h="2871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altLang="ko-KR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4.88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Mbit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91.30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0.07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4.76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0.293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5906739"/>
                      </a:ext>
                    </a:extLst>
                  </a:tr>
                  <a:tr h="2871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altLang="ko-KR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3.66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Mbit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90.91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0.284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7801895"/>
                      </a:ext>
                    </a:extLst>
                  </a:tr>
                  <a:tr h="2871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altLang="ko-KR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2.44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Mbit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90.59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2.40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0.286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3366057"/>
                      </a:ext>
                    </a:extLst>
                  </a:tr>
                  <a:tr h="287152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Mixed-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(BitOPs constraint)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8034373"/>
                      </a:ext>
                    </a:extLst>
                  </a:tr>
                  <a:tr h="2871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altLang="ko-KR" b="0" u="sng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0.097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a:t>90.97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4.58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0.0948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1030425"/>
                      </a:ext>
                    </a:extLst>
                  </a:tr>
                  <a:tr h="2871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altLang="ko-KR" b="0" u="sng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0.064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0.38/1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4.13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0.0635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7578250"/>
                      </a:ext>
                    </a:extLst>
                  </a:tr>
                  <a:tr h="2871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altLang="ko-KR" b="0" u="sng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0.047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0.31/1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3.39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0.0464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24110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D7EB920-6F4F-AF2B-A482-10E12D72D6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7049253"/>
                  </p:ext>
                </p:extLst>
              </p:nvPr>
            </p:nvGraphicFramePr>
            <p:xfrm>
              <a:off x="4337333" y="545775"/>
              <a:ext cx="7854668" cy="5394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7945">
                      <a:extLst>
                        <a:ext uri="{9D8B030D-6E8A-4147-A177-3AD203B41FA5}">
                          <a16:colId xmlns:a16="http://schemas.microsoft.com/office/drawing/2014/main" val="2092500039"/>
                        </a:ext>
                      </a:extLst>
                    </a:gridCol>
                    <a:gridCol w="1507945">
                      <a:extLst>
                        <a:ext uri="{9D8B030D-6E8A-4147-A177-3AD203B41FA5}">
                          <a16:colId xmlns:a16="http://schemas.microsoft.com/office/drawing/2014/main" val="2681954604"/>
                        </a:ext>
                      </a:extLst>
                    </a:gridCol>
                    <a:gridCol w="1507945">
                      <a:extLst>
                        <a:ext uri="{9D8B030D-6E8A-4147-A177-3AD203B41FA5}">
                          <a16:colId xmlns:a16="http://schemas.microsoft.com/office/drawing/2014/main" val="3225523749"/>
                        </a:ext>
                      </a:extLst>
                    </a:gridCol>
                    <a:gridCol w="2089959">
                      <a:extLst>
                        <a:ext uri="{9D8B030D-6E8A-4147-A177-3AD203B41FA5}">
                          <a16:colId xmlns:a16="http://schemas.microsoft.com/office/drawing/2014/main" val="741181960"/>
                        </a:ext>
                      </a:extLst>
                    </a:gridCol>
                    <a:gridCol w="1240874">
                      <a:extLst>
                        <a:ext uri="{9D8B030D-6E8A-4147-A177-3AD203B41FA5}">
                          <a16:colId xmlns:a16="http://schemas.microsoft.com/office/drawing/2014/main" val="38724611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Bit-width(W/A)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Accuracy(%)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Weight Storage(Mbit)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BitOPs(G)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5448035"/>
                      </a:ext>
                    </a:extLst>
                  </a:tr>
                  <a:tr h="365760">
                    <a:tc gridSpan="5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8" t="-183333" r="-155" b="-1228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41697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" t="-283333" r="-420968" b="-1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0.56/1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83333" r="-221371" b="-1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6.10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56859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" t="-383333" r="-420968" b="-10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0.44/1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383333" r="-221371" b="-10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4.88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u="sng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0.097</a:t>
                          </a:r>
                          <a:endParaRPr lang="ko-KR" altLang="en-US" b="0" u="sng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21335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" t="-483333" r="-420968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483333" r="-221371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3.66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u="sng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0.064</a:t>
                          </a:r>
                          <a:endParaRPr lang="ko-KR" altLang="en-US" b="0" u="sng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540775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" t="-583333" r="-420968" b="-8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583333" r="-221371" b="-8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2.44</a:t>
                          </a:r>
                          <a:endParaRPr lang="ko-KR" altLang="en-US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u="sng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0.047</a:t>
                          </a:r>
                          <a:endParaRPr lang="ko-KR" altLang="en-US" b="0" u="sng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015728"/>
                      </a:ext>
                    </a:extLst>
                  </a:tr>
                  <a:tr h="365760">
                    <a:tc gridSpan="5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8" t="-672131" r="-155" b="-7147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071509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" t="-785000" r="-420968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785000" r="-22137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4.76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0.293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590673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" t="-885000" r="-420968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0.33/1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885000" r="-221371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0.284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78018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" t="-985000" r="-420968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985000" r="-221371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2.40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0.286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3366057"/>
                      </a:ext>
                    </a:extLst>
                  </a:tr>
                  <a:tr h="365760">
                    <a:tc gridSpan="5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8" t="-1085000" r="-155" b="-3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80343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" t="-1185000" r="-420968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0.42/1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185000" r="-22137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4.58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0.0948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10304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" t="-1285000" r="-420968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0.38/1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4.13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0.0635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757825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3" t="-1385000" r="-420968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0.31/1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3.39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0.0464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24110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8DD9F9E-695E-6776-280D-BBF654D9E34E}"/>
              </a:ext>
            </a:extLst>
          </p:cNvPr>
          <p:cNvSpPr txBox="1"/>
          <p:nvPr/>
        </p:nvSpPr>
        <p:spPr>
          <a:xfrm>
            <a:off x="4337333" y="176443"/>
            <a:ext cx="330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CIFAR-10 Epoch 100</a:t>
            </a:r>
            <a:r>
              <a:rPr lang="ko-KR" altLang="en-US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A7D88-2467-60B6-04F5-129FE3ADD2C2}"/>
              </a:ext>
            </a:extLst>
          </p:cNvPr>
          <p:cNvSpPr txBox="1"/>
          <p:nvPr/>
        </p:nvSpPr>
        <p:spPr>
          <a:xfrm>
            <a:off x="56645" y="3926088"/>
            <a:ext cx="80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현황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AD5389-35BB-325F-0108-AF019FA88995}"/>
              </a:ext>
            </a:extLst>
          </p:cNvPr>
          <p:cNvSpPr txBox="1"/>
          <p:nvPr/>
        </p:nvSpPr>
        <p:spPr>
          <a:xfrm>
            <a:off x="56645" y="4295420"/>
            <a:ext cx="405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CIFAR-10 </a:t>
            </a:r>
            <a:r>
              <a:rPr lang="ko-KR" altLang="en-US"/>
              <a:t>대부분 완료</a:t>
            </a:r>
            <a:r>
              <a:rPr lang="en-US" altLang="ko-KR"/>
              <a:t>(2</a:t>
            </a:r>
            <a:r>
              <a:rPr lang="ko-KR" altLang="en-US"/>
              <a:t>칸 진행 중</a:t>
            </a:r>
            <a:r>
              <a:rPr lang="en-US" altLang="ko-KR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TinyImageNet · ImageNet-1K </a:t>
            </a:r>
            <a:r>
              <a:rPr lang="ko-KR" altLang="en-US"/>
              <a:t>예정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C03C68-E9C7-F7A1-5B1E-E645C4812F0F}"/>
                  </a:ext>
                </a:extLst>
              </p:cNvPr>
              <p:cNvSpPr txBox="1"/>
              <p:nvPr/>
            </p:nvSpPr>
            <p:spPr>
              <a:xfrm>
                <a:off x="3859903" y="5998250"/>
                <a:ext cx="8391439" cy="31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* Mixed-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ko-KR" altLang="en-US" sz="1400"/>
                  <a:t> 는 </a:t>
                </a:r>
                <a:r>
                  <a:rPr lang="en-US" altLang="ko-KR" sz="1400"/>
                  <a:t>uniform-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sz="1400"/>
                  <a:t> 같은 </a:t>
                </a:r>
                <a:r>
                  <a:rPr lang="en-US" altLang="ko-KR" sz="1400"/>
                  <a:t>hardware constraint</a:t>
                </a:r>
                <a:r>
                  <a:rPr lang="ko-KR" altLang="en-US" sz="1400"/>
                  <a:t>에 맞춰 비교</a:t>
                </a:r>
                <a:r>
                  <a:rPr lang="en-US" altLang="ko-KR" sz="1400"/>
                  <a:t>(bold=storage </a:t>
                </a:r>
                <a:r>
                  <a:rPr lang="ko-KR" altLang="en-US" sz="1400"/>
                  <a:t>기준 </a:t>
                </a:r>
                <a:r>
                  <a:rPr lang="en-US" altLang="ko-KR" sz="1400"/>
                  <a:t>, </a:t>
                </a:r>
                <a:r>
                  <a:rPr lang="ko-KR" altLang="en-US" sz="1400"/>
                  <a:t>밑줄</a:t>
                </a:r>
                <a:r>
                  <a:rPr lang="en-US" altLang="ko-KR" sz="1400"/>
                  <a:t>=BitOPs </a:t>
                </a:r>
                <a:r>
                  <a:rPr lang="ko-KR" altLang="en-US" sz="1400"/>
                  <a:t>기준</a:t>
                </a:r>
                <a:r>
                  <a:rPr lang="en-US" altLang="ko-KR" sz="1400"/>
                  <a:t>)</a:t>
                </a:r>
                <a:endParaRPr lang="ko-KR" altLang="en-US" sz="14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C03C68-E9C7-F7A1-5B1E-E645C4812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903" y="5998250"/>
                <a:ext cx="8391439" cy="311817"/>
              </a:xfrm>
              <a:prstGeom prst="rect">
                <a:avLst/>
              </a:prstGeom>
              <a:blipFill>
                <a:blip r:embed="rId4"/>
                <a:stretch>
                  <a:fillRect l="-218"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006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88084-C289-FF7D-8658-0382002E6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Ablation 1 (DP vs Random)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20F08-0103-47B9-4F69-1FB1059B1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2A611E-C10C-CA2A-F958-BC66B4697911}"/>
                  </a:ext>
                </a:extLst>
              </p:cNvPr>
              <p:cNvSpPr txBox="1"/>
              <p:nvPr/>
            </p:nvSpPr>
            <p:spPr>
              <a:xfrm>
                <a:off x="656338" y="1090340"/>
                <a:ext cx="981310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본 </a:t>
                </a:r>
                <a:r>
                  <a:rPr lang="en-US" altLang="ko-KR"/>
                  <a:t>framework</a:t>
                </a:r>
                <a:r>
                  <a:rPr lang="ko-KR" altLang="en-US"/>
                  <a:t>로 학습한 </a:t>
                </a:r>
                <a:r>
                  <a:rPr lang="en-US" altLang="ko-KR"/>
                  <a:t>Mixed-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model(TinyImageNet, Storage=3.73Mbit)</a:t>
                </a:r>
                <a:r>
                  <a:rPr lang="ko-KR" altLang="en-US"/>
                  <a:t>과 동일 </a:t>
                </a:r>
                <a:r>
                  <a:rPr lang="en-US" altLang="ko-KR"/>
                  <a:t>storage </a:t>
                </a:r>
                <a:r>
                  <a:rPr lang="ko-KR" altLang="en-US"/>
                  <a:t>범위</a:t>
                </a:r>
                <a:r>
                  <a:rPr lang="en-US" altLang="ko-KR"/>
                  <a:t>(3.73Mbit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2%</m:t>
                    </m:r>
                  </m:oMath>
                </a14:m>
                <a:r>
                  <a:rPr lang="en-US" altLang="ko-KR"/>
                  <a:t>) </a:t>
                </a:r>
                <a:r>
                  <a:rPr lang="ko-KR" altLang="en-US"/>
                  <a:t>의 </a:t>
                </a:r>
                <a:r>
                  <a:rPr lang="en-US" altLang="ko-KR"/>
                  <a:t>random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-list model 20</a:t>
                </a:r>
                <a:r>
                  <a:rPr lang="ko-KR" altLang="en-US"/>
                  <a:t>개의 </a:t>
                </a:r>
                <a:r>
                  <a:rPr lang="en-US" altLang="ko-KR"/>
                  <a:t>accuracy </a:t>
                </a:r>
                <a:r>
                  <a:rPr lang="ko-KR" altLang="en-US"/>
                  <a:t>비교</a:t>
                </a:r>
                <a:r>
                  <a:rPr lang="en-US" altLang="ko-KR"/>
                  <a:t> </a:t>
                </a:r>
                <a:endParaRPr lang="ko-KR" alt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2A611E-C10C-CA2A-F958-BC66B4697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38" y="1090340"/>
                <a:ext cx="9813102" cy="646331"/>
              </a:xfrm>
              <a:prstGeom prst="rect">
                <a:avLst/>
              </a:prstGeom>
              <a:blipFill>
                <a:blip r:embed="rId3"/>
                <a:stretch>
                  <a:fillRect l="-559" t="-5660" b="-150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C7242B12-6E6D-0161-AB0F-664033435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574" y="1736671"/>
            <a:ext cx="7289094" cy="36252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73CDEE-91F9-25E7-A8B2-EB03B25DFDF2}"/>
                  </a:ext>
                </a:extLst>
              </p:cNvPr>
              <p:cNvSpPr txBox="1"/>
              <p:nvPr/>
            </p:nvSpPr>
            <p:spPr>
              <a:xfrm>
                <a:off x="656338" y="5478308"/>
                <a:ext cx="112722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random </a:t>
                </a:r>
                <a:r>
                  <a:rPr lang="ko-KR" altLang="en-US"/>
                  <a:t>평균 대비 </a:t>
                </a:r>
                <a:r>
                  <a:rPr lang="en-US" altLang="ko-KR"/>
                  <a:t>+1.68%p, 20</a:t>
                </a:r>
                <a:r>
                  <a:rPr lang="ko-KR" altLang="en-US"/>
                  <a:t>개 중 </a:t>
                </a:r>
                <a:r>
                  <a:rPr lang="en-US" altLang="ko-KR"/>
                  <a:t>19</a:t>
                </a:r>
                <a:r>
                  <a:rPr lang="ko-KR" altLang="en-US"/>
                  <a:t>개보다 우수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성능 향상은 가능한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조합이 많아서가 아니라 </a:t>
                </a:r>
                <a:r>
                  <a:rPr lang="en-US" altLang="ko-KR"/>
                  <a:t>, sensitivity 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기반으로 좋은 조합을 고르기 때문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73CDEE-91F9-25E7-A8B2-EB03B25DF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38" y="5478308"/>
                <a:ext cx="11272205" cy="646331"/>
              </a:xfrm>
              <a:prstGeom prst="rect">
                <a:avLst/>
              </a:prstGeom>
              <a:blipFill>
                <a:blip r:embed="rId5"/>
                <a:stretch>
                  <a:fillRect l="-379" t="-5660" b="-150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219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EB1DA-DA2B-836F-0816-075575EAB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Ablation 2 (Phase 1 Loss Choice)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1810EF-75B4-B99C-CBC8-8FFDE08F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DC2754-CD6C-C57D-05CA-8051E4F212FB}"/>
                  </a:ext>
                </a:extLst>
              </p:cNvPr>
              <p:cNvSpPr txBox="1"/>
              <p:nvPr/>
            </p:nvSpPr>
            <p:spPr>
              <a:xfrm>
                <a:off x="647363" y="962952"/>
                <a:ext cx="10751618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acc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∙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storage</m:t>
                        </m:r>
                      </m:sub>
                    </m:sSub>
                  </m:oMath>
                </a14:m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 압축 항을 </a:t>
                </a:r>
                <a:r>
                  <a:rPr lang="en-US" altLang="ko-KR"/>
                  <a:t>storage / BitOPs / Both (1:1) </a:t>
                </a:r>
                <a:r>
                  <a:rPr lang="ko-KR" altLang="en-US"/>
                  <a:t>중 어느것을</a:t>
                </a:r>
                <a:r>
                  <a:rPr lang="en-US" altLang="ko-KR"/>
                  <a:t>?</a:t>
                </a:r>
                <a:endParaRPr lang="ko-KR" alt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DC2754-CD6C-C57D-05CA-8051E4F21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63" y="962952"/>
                <a:ext cx="10751618" cy="395493"/>
              </a:xfrm>
              <a:prstGeom prst="rect">
                <a:avLst/>
              </a:prstGeom>
              <a:blipFill>
                <a:blip r:embed="rId2"/>
                <a:stretch>
                  <a:fillRect t="-10769" b="-1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ED35685-E929-D928-B27C-EAEE2115AF75}"/>
              </a:ext>
            </a:extLst>
          </p:cNvPr>
          <p:cNvSpPr txBox="1"/>
          <p:nvPr/>
        </p:nvSpPr>
        <p:spPr>
          <a:xfrm>
            <a:off x="598811" y="5470216"/>
            <a:ext cx="10115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Storage loss(ours)</a:t>
            </a:r>
            <a:r>
              <a:rPr lang="ko-KR" altLang="en-US"/>
              <a:t>가 </a:t>
            </a:r>
            <a:r>
              <a:rPr lang="en-US" altLang="ko-KR"/>
              <a:t>6</a:t>
            </a:r>
            <a:r>
              <a:rPr lang="ko-KR" altLang="en-US"/>
              <a:t>개 중 </a:t>
            </a:r>
            <a:r>
              <a:rPr lang="en-US" altLang="ko-KR"/>
              <a:t>5</a:t>
            </a:r>
            <a:r>
              <a:rPr lang="ko-KR" altLang="en-US"/>
              <a:t>개 더 좋은 성능</a:t>
            </a:r>
            <a:r>
              <a:rPr lang="en-US" altLang="ko-KR"/>
              <a:t>, 1</a:t>
            </a:r>
            <a:r>
              <a:rPr lang="ko-KR" altLang="en-US"/>
              <a:t>개는 동률 수준 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BitOPs-constrained</a:t>
            </a:r>
            <a:r>
              <a:rPr lang="ko-KR" altLang="en-US"/>
              <a:t>에서도 </a:t>
            </a:r>
            <a:r>
              <a:rPr lang="en-US" altLang="ko-KR"/>
              <a:t>storage loss (ours)</a:t>
            </a:r>
            <a:r>
              <a:rPr lang="ko-KR" altLang="en-US"/>
              <a:t>가 유리한 성능을 보임</a:t>
            </a:r>
            <a:endParaRPr lang="en-US" altLang="ko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B6B54E-1CFF-4E3F-C1B7-0F6DB8558544}"/>
              </a:ext>
            </a:extLst>
          </p:cNvPr>
          <p:cNvSpPr txBox="1"/>
          <p:nvPr/>
        </p:nvSpPr>
        <p:spPr>
          <a:xfrm>
            <a:off x="598811" y="6218646"/>
            <a:ext cx="10916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결론 </a:t>
            </a:r>
            <a:r>
              <a:rPr lang="en-US" altLang="ko-KR"/>
              <a:t>: Phase 1 </a:t>
            </a:r>
            <a:r>
              <a:rPr lang="ko-KR" altLang="en-US"/>
              <a:t>압축 항은 </a:t>
            </a:r>
            <a:r>
              <a:rPr lang="en-US" altLang="ko-KR"/>
              <a:t>Weight storage </a:t>
            </a:r>
            <a:r>
              <a:rPr lang="ko-KR" altLang="en-US"/>
              <a:t>기준 채택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038EE06-1CE9-D356-A2B7-7A51892C2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96" y="1457793"/>
            <a:ext cx="10293879" cy="379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05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83CD9F-F9E8-4E60-E9B3-5FD0CBA4A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Conclusion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3E8871-3B5D-188C-4E30-996E9A0C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2596EB-9957-5ACE-C39C-35B0817DBB44}"/>
                  </a:ext>
                </a:extLst>
              </p:cNvPr>
              <p:cNvSpPr txBox="1"/>
              <p:nvPr/>
            </p:nvSpPr>
            <p:spPr>
              <a:xfrm>
                <a:off x="865848" y="1553670"/>
                <a:ext cx="10317346" cy="3006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/>
                  <a:t>문제 </a:t>
                </a:r>
                <a:r>
                  <a:rPr lang="en-US" altLang="ko-KR"/>
                  <a:t>: </a:t>
                </a:r>
                <a:r>
                  <a:rPr lang="ko-KR" altLang="en-US"/>
                  <a:t>기존 </a:t>
                </a:r>
                <a:r>
                  <a:rPr lang="en-US" altLang="ko-KR"/>
                  <a:t>sub-bit</a:t>
                </a:r>
                <a:r>
                  <a:rPr lang="ko-KR" altLang="en-US"/>
                  <a:t>은 모든 층에 동일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layer</a:t>
                </a:r>
                <a:r>
                  <a:rPr lang="ko-KR" altLang="en-US"/>
                  <a:t>별 </a:t>
                </a:r>
                <a:r>
                  <a:rPr lang="en-US" altLang="ko-KR"/>
                  <a:t>sensitivity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Hardware constraint</a:t>
                </a:r>
                <a:r>
                  <a:rPr lang="ko-KR" altLang="en-US"/>
                  <a:t>별 차이 무시</a:t>
                </a:r>
                <a:endParaRPr lang="en-US" altLang="ko-KR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/>
                  <a:t>방법</a:t>
                </a:r>
                <a:r>
                  <a:rPr lang="en-US" altLang="ko-KR"/>
                  <a:t>: 3-phase framework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Phase 1</a:t>
                </a:r>
                <a:r>
                  <a:rPr lang="ko-KR" altLang="en-US"/>
                  <a:t> </a:t>
                </a:r>
                <a:r>
                  <a:rPr lang="en-US" altLang="ko-KR"/>
                  <a:t>: sensitivity 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학습</a:t>
                </a:r>
                <a:endParaRPr lang="en-US" altLang="ko-KR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Phase 2: Hardware</a:t>
                </a:r>
                <a:r>
                  <a:rPr lang="ko-KR" altLang="en-US"/>
                  <a:t> </a:t>
                </a:r>
                <a:r>
                  <a:rPr lang="en-US" altLang="ko-KR"/>
                  <a:t>constraint</a:t>
                </a:r>
                <a:r>
                  <a:rPr lang="ko-KR" altLang="en-US"/>
                  <a:t> 기반 </a:t>
                </a:r>
                <a:r>
                  <a:rPr lang="en-US" altLang="ko-KR"/>
                  <a:t>DP </a:t>
                </a:r>
                <a:r>
                  <a:rPr lang="ko-KR" altLang="en-US"/>
                  <a:t>할당</a:t>
                </a:r>
                <a:endParaRPr lang="en-US" altLang="ko-KR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Phase</a:t>
                </a:r>
                <a:r>
                  <a:rPr lang="ko-KR" altLang="en-US"/>
                  <a:t> </a:t>
                </a:r>
                <a:r>
                  <a:rPr lang="en-US" altLang="ko-KR"/>
                  <a:t>3: </a:t>
                </a:r>
                <a:r>
                  <a:rPr lang="ko-KR" altLang="en-US"/>
                  <a:t>재학습</a:t>
                </a:r>
                <a:endParaRPr lang="en-US" altLang="ko-KR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/>
                  <a:t>결과</a:t>
                </a:r>
                <a:endParaRPr lang="en-US" altLang="ko-KR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동일 </a:t>
                </a:r>
                <a:r>
                  <a:rPr lang="en-US" altLang="ko-KR"/>
                  <a:t>Hardware constraint</a:t>
                </a:r>
                <a:r>
                  <a:rPr lang="ko-KR" altLang="en-US"/>
                  <a:t>에서 </a:t>
                </a:r>
                <a:r>
                  <a:rPr lang="en-US" altLang="ko-KR"/>
                  <a:t>(CIFAR-10) Mixed-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/>
                  <a:t> uniform-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τ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보</m:t>
                    </m:r>
                  </m:oMath>
                </a14:m>
                <a:r>
                  <a:rPr lang="ko-KR" altLang="en-US"/>
                  <a:t>다 더 좋은 성능</a:t>
                </a:r>
                <a:endParaRPr lang="en-US" altLang="ko-KR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TinyImageNet·ImageNet </a:t>
                </a:r>
                <a:r>
                  <a:rPr lang="ko-KR" altLang="en-US"/>
                  <a:t>진행 예정</a:t>
                </a:r>
                <a:endParaRPr lang="en-US" altLang="ko-KR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Ablation</a:t>
                </a:r>
                <a:r>
                  <a:rPr lang="ko-KR" altLang="en-US"/>
                  <a:t>에서 </a:t>
                </a:r>
                <a:r>
                  <a:rPr lang="en-US" altLang="ko-KR"/>
                  <a:t>allocation quality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/>
                  <a:t> storage loss </a:t>
                </a:r>
                <a:r>
                  <a:rPr lang="ko-KR" altLang="en-US"/>
                  <a:t>선택 검증</a:t>
                </a:r>
                <a:endParaRPr lang="en-US" altLang="ko-KR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2596EB-9957-5ACE-C39C-35B0817DB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848" y="1553670"/>
                <a:ext cx="10317346" cy="3006016"/>
              </a:xfrm>
              <a:prstGeom prst="rect">
                <a:avLst/>
              </a:prstGeom>
              <a:blipFill>
                <a:blip r:embed="rId2"/>
                <a:stretch>
                  <a:fillRect l="-354" b="-24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676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30369</TotalTime>
  <Words>912</Words>
  <Application>Microsoft Office PowerPoint</Application>
  <PresentationFormat>와이드스크린</PresentationFormat>
  <Paragraphs>155</Paragraphs>
  <Slides>11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맑은 고딕</vt:lpstr>
      <vt:lpstr>Arial</vt:lpstr>
      <vt:lpstr>Cambria Math</vt:lpstr>
      <vt:lpstr>Office 테마</vt:lpstr>
      <vt:lpstr>Mixed-SNN</vt:lpstr>
      <vt:lpstr>SNN</vt:lpstr>
      <vt:lpstr>Motivation</vt:lpstr>
      <vt:lpstr>Method Overview</vt:lpstr>
      <vt:lpstr>Phase 1</vt:lpstr>
      <vt:lpstr>Phase 2</vt:lpstr>
      <vt:lpstr>Phase 3</vt:lpstr>
      <vt:lpstr>Main Results</vt:lpstr>
      <vt:lpstr>Ablation 1 (DP vs Random)</vt:lpstr>
      <vt:lpstr>Ablation 2 (Phase 1 Loss Choice)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1367</cp:revision>
  <dcterms:created xsi:type="dcterms:W3CDTF">2023-03-06T16:32:37Z</dcterms:created>
  <dcterms:modified xsi:type="dcterms:W3CDTF">2026-06-17T07:49:57Z</dcterms:modified>
</cp:coreProperties>
</file>