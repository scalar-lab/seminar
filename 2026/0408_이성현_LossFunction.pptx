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4"/>
  </p:notesMasterIdLst>
  <p:sldIdLst>
    <p:sldId id="256" r:id="rId2"/>
    <p:sldId id="283" r:id="rId3"/>
    <p:sldId id="284" r:id="rId4"/>
    <p:sldId id="268" r:id="rId5"/>
    <p:sldId id="288" r:id="rId6"/>
    <p:sldId id="292" r:id="rId7"/>
    <p:sldId id="302" r:id="rId8"/>
    <p:sldId id="304" r:id="rId9"/>
    <p:sldId id="306" r:id="rId10"/>
    <p:sldId id="307" r:id="rId11"/>
    <p:sldId id="308" r:id="rId12"/>
    <p:sldId id="309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현 이" initials="성이" lastIdx="1" clrIdx="0">
    <p:extLst>
      <p:ext uri="{19B8F6BF-5375-455C-9EA6-DF929625EA0E}">
        <p15:presenceInfo xmlns:p15="http://schemas.microsoft.com/office/powerpoint/2012/main" userId="2f0182ffdb5a30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2C62"/>
    <a:srgbClr val="000099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77592" autoAdjust="0"/>
  </p:normalViewPr>
  <p:slideViewPr>
    <p:cSldViewPr snapToGrid="0">
      <p:cViewPr varScale="1">
        <p:scale>
          <a:sx n="60" d="100"/>
          <a:sy n="60" d="100"/>
        </p:scale>
        <p:origin x="1095" y="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 sldOrd">
      <pc:chgData name="성현 이" userId="2f0182ffdb5a30a3" providerId="LiveId" clId="{96CFCBFF-3B86-4DA3-8BC4-90A0DDDF2BC8}" dt="2026-04-08T06:39:55.433" v="2563" actId="1076"/>
      <pc:docMkLst>
        <pc:docMk/>
      </pc:docMkLst>
      <pc:sldChg chg="modSp mod">
        <pc:chgData name="성현 이" userId="2f0182ffdb5a30a3" providerId="LiveId" clId="{96CFCBFF-3B86-4DA3-8BC4-90A0DDDF2BC8}" dt="2026-04-03T07:24:24.823" v="2427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6-04-03T07:24:24.823" v="2427" actId="20577"/>
          <ac:spMkLst>
            <pc:docMk/>
            <pc:sldMk cId="1460686755" sldId="256"/>
            <ac:spMk id="2" creationId="{AEB04FD9-6A59-4C4E-B0B6-829FC2BFF5E2}"/>
          </ac:spMkLst>
        </pc:spChg>
        <pc:spChg chg="mod">
          <ac:chgData name="성현 이" userId="2f0182ffdb5a30a3" providerId="LiveId" clId="{96CFCBFF-3B86-4DA3-8BC4-90A0DDDF2BC8}" dt="2026-04-03T07:24:19.447" v="2418" actId="20577"/>
          <ac:spMkLst>
            <pc:docMk/>
            <pc:sldMk cId="1460686755" sldId="256"/>
            <ac:spMk id="7" creationId="{770FAEFE-5022-C97B-B627-1644546785A2}"/>
          </ac:spMkLst>
        </pc:spChg>
      </pc:sldChg>
      <pc:sldChg chg="del">
        <pc:chgData name="성현 이" userId="2f0182ffdb5a30a3" providerId="LiveId" clId="{96CFCBFF-3B86-4DA3-8BC4-90A0DDDF2BC8}" dt="2026-04-03T07:12:58.339" v="2112" actId="2696"/>
        <pc:sldMkLst>
          <pc:docMk/>
          <pc:sldMk cId="295403342" sldId="272"/>
        </pc:sldMkLst>
      </pc:sldChg>
      <pc:sldChg chg="del">
        <pc:chgData name="성현 이" userId="2f0182ffdb5a30a3" providerId="LiveId" clId="{96CFCBFF-3B86-4DA3-8BC4-90A0DDDF2BC8}" dt="2026-04-03T07:13:00.522" v="2113" actId="2696"/>
        <pc:sldMkLst>
          <pc:docMk/>
          <pc:sldMk cId="858418182" sldId="273"/>
        </pc:sldMkLst>
      </pc:sldChg>
      <pc:sldChg chg="add">
        <pc:chgData name="성현 이" userId="2f0182ffdb5a30a3" providerId="LiveId" clId="{96CFCBFF-3B86-4DA3-8BC4-90A0DDDF2BC8}" dt="2026-04-01T08:01:57.706" v="86"/>
        <pc:sldMkLst>
          <pc:docMk/>
          <pc:sldMk cId="1824576867" sldId="288"/>
        </pc:sldMkLst>
      </pc:sldChg>
      <pc:sldChg chg="modSp del mod">
        <pc:chgData name="성현 이" userId="2f0182ffdb5a30a3" providerId="LiveId" clId="{96CFCBFF-3B86-4DA3-8BC4-90A0DDDF2BC8}" dt="2026-04-01T08:01:55.896" v="85" actId="2696"/>
        <pc:sldMkLst>
          <pc:docMk/>
          <pc:sldMk cId="3501027751" sldId="288"/>
        </pc:sldMkLst>
      </pc:sldChg>
      <pc:sldChg chg="addSp modSp mod ord">
        <pc:chgData name="성현 이" userId="2f0182ffdb5a30a3" providerId="LiveId" clId="{96CFCBFF-3B86-4DA3-8BC4-90A0DDDF2BC8}" dt="2026-04-03T07:27:35.973" v="2459" actId="20577"/>
        <pc:sldMkLst>
          <pc:docMk/>
          <pc:sldMk cId="3078375009" sldId="292"/>
        </pc:sldMkLst>
        <pc:spChg chg="mod">
          <ac:chgData name="성현 이" userId="2f0182ffdb5a30a3" providerId="LiveId" clId="{96CFCBFF-3B86-4DA3-8BC4-90A0DDDF2BC8}" dt="2026-04-03T07:27:35.973" v="2459" actId="20577"/>
          <ac:spMkLst>
            <pc:docMk/>
            <pc:sldMk cId="3078375009" sldId="292"/>
            <ac:spMk id="2" creationId="{AA6265BD-0D43-8FCF-F777-4ACBB85FEA52}"/>
          </ac:spMkLst>
        </pc:spChg>
        <pc:spChg chg="add mod">
          <ac:chgData name="성현 이" userId="2f0182ffdb5a30a3" providerId="LiveId" clId="{96CFCBFF-3B86-4DA3-8BC4-90A0DDDF2BC8}" dt="2026-04-03T07:15:13.397" v="2129" actId="1076"/>
          <ac:spMkLst>
            <pc:docMk/>
            <pc:sldMk cId="3078375009" sldId="292"/>
            <ac:spMk id="3" creationId="{F02BB9CB-3BAB-A17E-1555-0ABB6C42F35D}"/>
          </ac:spMkLst>
        </pc:spChg>
        <pc:graphicFrameChg chg="mod modGraphic">
          <ac:chgData name="성현 이" userId="2f0182ffdb5a30a3" providerId="LiveId" clId="{96CFCBFF-3B86-4DA3-8BC4-90A0DDDF2BC8}" dt="2026-04-03T07:14:26.638" v="2114" actId="1076"/>
          <ac:graphicFrameMkLst>
            <pc:docMk/>
            <pc:sldMk cId="3078375009" sldId="292"/>
            <ac:graphicFrameMk id="6" creationId="{3A47D1B9-78E3-CA0B-621F-064359D3C567}"/>
          </ac:graphicFrameMkLst>
        </pc:graphicFrameChg>
      </pc:sldChg>
      <pc:sldChg chg="add del">
        <pc:chgData name="성현 이" userId="2f0182ffdb5a30a3" providerId="LiveId" clId="{96CFCBFF-3B86-4DA3-8BC4-90A0DDDF2BC8}" dt="2026-04-03T01:40:28.877" v="1669" actId="2696"/>
        <pc:sldMkLst>
          <pc:docMk/>
          <pc:sldMk cId="1601079946" sldId="293"/>
        </pc:sldMkLst>
      </pc:sldChg>
      <pc:sldChg chg="add del">
        <pc:chgData name="성현 이" userId="2f0182ffdb5a30a3" providerId="LiveId" clId="{96CFCBFF-3B86-4DA3-8BC4-90A0DDDF2BC8}" dt="2026-04-03T07:12:01.737" v="2110" actId="2696"/>
        <pc:sldMkLst>
          <pc:docMk/>
          <pc:sldMk cId="1696160028" sldId="294"/>
        </pc:sldMkLst>
      </pc:sldChg>
      <pc:sldChg chg="add del">
        <pc:chgData name="성현 이" userId="2f0182ffdb5a30a3" providerId="LiveId" clId="{96CFCBFF-3B86-4DA3-8BC4-90A0DDDF2BC8}" dt="2026-04-03T07:12:03.340" v="2111" actId="2696"/>
        <pc:sldMkLst>
          <pc:docMk/>
          <pc:sldMk cId="2635198879" sldId="297"/>
        </pc:sldMkLst>
      </pc:sldChg>
      <pc:sldChg chg="add del">
        <pc:chgData name="성현 이" userId="2f0182ffdb5a30a3" providerId="LiveId" clId="{96CFCBFF-3B86-4DA3-8BC4-90A0DDDF2BC8}" dt="2026-04-03T07:11:20.710" v="2109" actId="2696"/>
        <pc:sldMkLst>
          <pc:docMk/>
          <pc:sldMk cId="2129460056" sldId="298"/>
        </pc:sldMkLst>
      </pc:sldChg>
      <pc:sldChg chg="del">
        <pc:chgData name="성현 이" userId="2f0182ffdb5a30a3" providerId="LiveId" clId="{96CFCBFF-3B86-4DA3-8BC4-90A0DDDF2BC8}" dt="2026-04-01T11:24:17.359" v="1576" actId="2696"/>
        <pc:sldMkLst>
          <pc:docMk/>
          <pc:sldMk cId="1127899928" sldId="299"/>
        </pc:sldMkLst>
      </pc:sldChg>
      <pc:sldChg chg="delSp modSp del mod ord">
        <pc:chgData name="성현 이" userId="2f0182ffdb5a30a3" providerId="LiveId" clId="{96CFCBFF-3B86-4DA3-8BC4-90A0DDDF2BC8}" dt="2026-04-07T11:26:54.063" v="2535" actId="2696"/>
        <pc:sldMkLst>
          <pc:docMk/>
          <pc:sldMk cId="741996342" sldId="300"/>
        </pc:sldMkLst>
        <pc:graphicFrameChg chg="del mod modGraphic">
          <ac:chgData name="성현 이" userId="2f0182ffdb5a30a3" providerId="LiveId" clId="{96CFCBFF-3B86-4DA3-8BC4-90A0DDDF2BC8}" dt="2026-04-07T11:26:37.977" v="2521" actId="478"/>
          <ac:graphicFrameMkLst>
            <pc:docMk/>
            <pc:sldMk cId="741996342" sldId="300"/>
            <ac:graphicFrameMk id="5" creationId="{2F1310DF-F443-09C1-002B-630C1F140D11}"/>
          </ac:graphicFrameMkLst>
        </pc:graphicFrameChg>
      </pc:sldChg>
      <pc:sldChg chg="add del">
        <pc:chgData name="성현 이" userId="2f0182ffdb5a30a3" providerId="LiveId" clId="{96CFCBFF-3B86-4DA3-8BC4-90A0DDDF2BC8}" dt="2026-04-01T09:19:52.366" v="1575" actId="2696"/>
        <pc:sldMkLst>
          <pc:docMk/>
          <pc:sldMk cId="1102844298" sldId="301"/>
        </pc:sldMkLst>
      </pc:sldChg>
      <pc:sldChg chg="modSp new del mod">
        <pc:chgData name="성현 이" userId="2f0182ffdb5a30a3" providerId="LiveId" clId="{96CFCBFF-3B86-4DA3-8BC4-90A0DDDF2BC8}" dt="2026-04-01T08:01:46.790" v="78" actId="680"/>
        <pc:sldMkLst>
          <pc:docMk/>
          <pc:sldMk cId="2707087773" sldId="302"/>
        </pc:sldMkLst>
      </pc:sldChg>
      <pc:sldChg chg="addSp delSp modSp new mod">
        <pc:chgData name="성현 이" userId="2f0182ffdb5a30a3" providerId="LiveId" clId="{96CFCBFF-3B86-4DA3-8BC4-90A0DDDF2BC8}" dt="2026-04-06T08:05:54.762" v="2514" actId="20577"/>
        <pc:sldMkLst>
          <pc:docMk/>
          <pc:sldMk cId="3742762212" sldId="302"/>
        </pc:sldMkLst>
        <pc:spChg chg="mod">
          <ac:chgData name="성현 이" userId="2f0182ffdb5a30a3" providerId="LiveId" clId="{96CFCBFF-3B86-4DA3-8BC4-90A0DDDF2BC8}" dt="2026-04-01T08:02:14.323" v="124" actId="20577"/>
          <ac:spMkLst>
            <pc:docMk/>
            <pc:sldMk cId="3742762212" sldId="302"/>
            <ac:spMk id="2" creationId="{C7AA898E-D64F-8743-A908-F6B25D51A932}"/>
          </ac:spMkLst>
        </pc:spChg>
        <pc:spChg chg="add mod">
          <ac:chgData name="성현 이" userId="2f0182ffdb5a30a3" providerId="LiveId" clId="{96CFCBFF-3B86-4DA3-8BC4-90A0DDDF2BC8}" dt="2026-04-01T08:06:03.199" v="274" actId="20577"/>
          <ac:spMkLst>
            <pc:docMk/>
            <pc:sldMk cId="3742762212" sldId="302"/>
            <ac:spMk id="5" creationId="{7C65E333-CA0D-4CE0-13D9-CF097BB269AC}"/>
          </ac:spMkLst>
        </pc:spChg>
        <pc:spChg chg="add mod">
          <ac:chgData name="성현 이" userId="2f0182ffdb5a30a3" providerId="LiveId" clId="{96CFCBFF-3B86-4DA3-8BC4-90A0DDDF2BC8}" dt="2026-04-01T08:07:03.987" v="275" actId="12"/>
          <ac:spMkLst>
            <pc:docMk/>
            <pc:sldMk cId="3742762212" sldId="302"/>
            <ac:spMk id="6" creationId="{B016A0FA-7A09-3F34-6420-F47845DA5BB8}"/>
          </ac:spMkLst>
        </pc:spChg>
        <pc:spChg chg="add mod">
          <ac:chgData name="성현 이" userId="2f0182ffdb5a30a3" providerId="LiveId" clId="{96CFCBFF-3B86-4DA3-8BC4-90A0DDDF2BC8}" dt="2026-04-01T08:07:35.983" v="326" actId="14100"/>
          <ac:spMkLst>
            <pc:docMk/>
            <pc:sldMk cId="3742762212" sldId="302"/>
            <ac:spMk id="7" creationId="{431CC17E-7422-27C3-D471-FFD7ED49FED6}"/>
          </ac:spMkLst>
        </pc:spChg>
        <pc:spChg chg="add mod">
          <ac:chgData name="성현 이" userId="2f0182ffdb5a30a3" providerId="LiveId" clId="{96CFCBFF-3B86-4DA3-8BC4-90A0DDDF2BC8}" dt="2026-04-06T08:05:54.762" v="2514" actId="20577"/>
          <ac:spMkLst>
            <pc:docMk/>
            <pc:sldMk cId="3742762212" sldId="302"/>
            <ac:spMk id="8" creationId="{D1CBAB7D-DFAC-D4B6-102E-C3C30F105D65}"/>
          </ac:spMkLst>
        </pc:spChg>
      </pc:sldChg>
      <pc:sldChg chg="delSp modSp new del mod">
        <pc:chgData name="성현 이" userId="2f0182ffdb5a30a3" providerId="LiveId" clId="{96CFCBFF-3B86-4DA3-8BC4-90A0DDDF2BC8}" dt="2026-04-01T08:50:35.704" v="1277" actId="2696"/>
        <pc:sldMkLst>
          <pc:docMk/>
          <pc:sldMk cId="2714568440" sldId="303"/>
        </pc:sldMkLst>
      </pc:sldChg>
      <pc:sldChg chg="new del">
        <pc:chgData name="성현 이" userId="2f0182ffdb5a30a3" providerId="LiveId" clId="{96CFCBFF-3B86-4DA3-8BC4-90A0DDDF2BC8}" dt="2026-04-01T08:45:24.229" v="966" actId="680"/>
        <pc:sldMkLst>
          <pc:docMk/>
          <pc:sldMk cId="1636390447" sldId="304"/>
        </pc:sldMkLst>
      </pc:sldChg>
      <pc:sldChg chg="addSp modSp add mod">
        <pc:chgData name="성현 이" userId="2f0182ffdb5a30a3" providerId="LiveId" clId="{96CFCBFF-3B86-4DA3-8BC4-90A0DDDF2BC8}" dt="2026-04-08T06:39:55.433" v="2563" actId="1076"/>
        <pc:sldMkLst>
          <pc:docMk/>
          <pc:sldMk cId="3685741786" sldId="304"/>
        </pc:sldMkLst>
        <pc:spChg chg="mod">
          <ac:chgData name="성현 이" userId="2f0182ffdb5a30a3" providerId="LiveId" clId="{96CFCBFF-3B86-4DA3-8BC4-90A0DDDF2BC8}" dt="2026-04-01T08:45:34.236" v="968"/>
          <ac:spMkLst>
            <pc:docMk/>
            <pc:sldMk cId="3685741786" sldId="304"/>
            <ac:spMk id="2" creationId="{A13BFD5C-5650-C3AB-C730-9A687CDB136C}"/>
          </ac:spMkLst>
        </pc:spChg>
        <pc:spChg chg="add mod">
          <ac:chgData name="성현 이" userId="2f0182ffdb5a30a3" providerId="LiveId" clId="{96CFCBFF-3B86-4DA3-8BC4-90A0DDDF2BC8}" dt="2026-04-08T06:39:55.433" v="2563" actId="1076"/>
          <ac:spMkLst>
            <pc:docMk/>
            <pc:sldMk cId="3685741786" sldId="304"/>
            <ac:spMk id="3" creationId="{DBE94B66-3ED4-86D8-B555-209524FCC24D}"/>
          </ac:spMkLst>
        </pc:spChg>
        <pc:spChg chg="mod">
          <ac:chgData name="성현 이" userId="2f0182ffdb5a30a3" providerId="LiveId" clId="{96CFCBFF-3B86-4DA3-8BC4-90A0DDDF2BC8}" dt="2026-04-01T08:53:24.814" v="1301" actId="20577"/>
          <ac:spMkLst>
            <pc:docMk/>
            <pc:sldMk cId="3685741786" sldId="304"/>
            <ac:spMk id="5" creationId="{6957C285-D48C-2F22-B2E9-FD6BDB1B047C}"/>
          </ac:spMkLst>
        </pc:spChg>
        <pc:spChg chg="mod">
          <ac:chgData name="성현 이" userId="2f0182ffdb5a30a3" providerId="LiveId" clId="{96CFCBFF-3B86-4DA3-8BC4-90A0DDDF2BC8}" dt="2026-04-01T08:46:03.774" v="1078" actId="14100"/>
          <ac:spMkLst>
            <pc:docMk/>
            <pc:sldMk cId="3685741786" sldId="304"/>
            <ac:spMk id="6" creationId="{34BF56B9-3FF7-70F8-E771-D30A4C16B3EE}"/>
          </ac:spMkLst>
        </pc:spChg>
        <pc:spChg chg="mod">
          <ac:chgData name="성현 이" userId="2f0182ffdb5a30a3" providerId="LiveId" clId="{96CFCBFF-3B86-4DA3-8BC4-90A0DDDF2BC8}" dt="2026-04-01T08:51:02.141" v="1285" actId="1076"/>
          <ac:spMkLst>
            <pc:docMk/>
            <pc:sldMk cId="3685741786" sldId="304"/>
            <ac:spMk id="7" creationId="{7C5FB096-C804-E288-8BBA-A4E14B8064FC}"/>
          </ac:spMkLst>
        </pc:spChg>
        <pc:spChg chg="mod">
          <ac:chgData name="성현 이" userId="2f0182ffdb5a30a3" providerId="LiveId" clId="{96CFCBFF-3B86-4DA3-8BC4-90A0DDDF2BC8}" dt="2026-04-01T09:13:36.491" v="1473" actId="255"/>
          <ac:spMkLst>
            <pc:docMk/>
            <pc:sldMk cId="3685741786" sldId="304"/>
            <ac:spMk id="8" creationId="{375F4934-6D63-DC89-F0AD-3F0D401416BA}"/>
          </ac:spMkLst>
        </pc:spChg>
      </pc:sldChg>
      <pc:sldChg chg="delSp modSp new del mod">
        <pc:chgData name="성현 이" userId="2f0182ffdb5a30a3" providerId="LiveId" clId="{96CFCBFF-3B86-4DA3-8BC4-90A0DDDF2BC8}" dt="2026-04-01T09:14:45.305" v="1512" actId="2696"/>
        <pc:sldMkLst>
          <pc:docMk/>
          <pc:sldMk cId="4045491887" sldId="305"/>
        </pc:sldMkLst>
      </pc:sldChg>
      <pc:sldChg chg="addSp delSp modSp add mod ord">
        <pc:chgData name="성현 이" userId="2f0182ffdb5a30a3" providerId="LiveId" clId="{96CFCBFF-3B86-4DA3-8BC4-90A0DDDF2BC8}" dt="2026-04-06T07:46:13.792" v="2465" actId="1076"/>
        <pc:sldMkLst>
          <pc:docMk/>
          <pc:sldMk cId="3167648635" sldId="306"/>
        </pc:sldMkLst>
        <pc:spChg chg="mod">
          <ac:chgData name="성현 이" userId="2f0182ffdb5a30a3" providerId="LiveId" clId="{96CFCBFF-3B86-4DA3-8BC4-90A0DDDF2BC8}" dt="2026-04-01T09:14:42.626" v="1511"/>
          <ac:spMkLst>
            <pc:docMk/>
            <pc:sldMk cId="3167648635" sldId="306"/>
            <ac:spMk id="2" creationId="{8EC6D84D-8E34-1DDD-A61C-60A3C6B694E3}"/>
          </ac:spMkLst>
        </pc:spChg>
        <pc:spChg chg="mod">
          <ac:chgData name="성현 이" userId="2f0182ffdb5a30a3" providerId="LiveId" clId="{96CFCBFF-3B86-4DA3-8BC4-90A0DDDF2BC8}" dt="2026-04-01T09:16:52.219" v="1543" actId="255"/>
          <ac:spMkLst>
            <pc:docMk/>
            <pc:sldMk cId="3167648635" sldId="306"/>
            <ac:spMk id="5" creationId="{20956737-E1A3-E3AE-4425-88B4654746F0}"/>
          </ac:spMkLst>
        </pc:spChg>
        <pc:spChg chg="mod">
          <ac:chgData name="성현 이" userId="2f0182ffdb5a30a3" providerId="LiveId" clId="{96CFCBFF-3B86-4DA3-8BC4-90A0DDDF2BC8}" dt="2026-04-06T07:46:13.792" v="2465" actId="1076"/>
          <ac:spMkLst>
            <pc:docMk/>
            <pc:sldMk cId="3167648635" sldId="306"/>
            <ac:spMk id="8" creationId="{DC7B402A-AF8C-582B-3E38-5EB6816F43C6}"/>
          </ac:spMkLst>
        </pc:spChg>
      </pc:sldChg>
      <pc:sldChg chg="modSp add del">
        <pc:chgData name="성현 이" userId="2f0182ffdb5a30a3" providerId="LiveId" clId="{96CFCBFF-3B86-4DA3-8BC4-90A0DDDF2BC8}" dt="2026-04-03T06:59:42.017" v="1672" actId="2890"/>
        <pc:sldMkLst>
          <pc:docMk/>
          <pc:sldMk cId="474767607" sldId="307"/>
        </pc:sldMkLst>
      </pc:sldChg>
      <pc:sldChg chg="addSp delSp modSp add mod">
        <pc:chgData name="성현 이" userId="2f0182ffdb5a30a3" providerId="LiveId" clId="{96CFCBFF-3B86-4DA3-8BC4-90A0DDDF2BC8}" dt="2026-04-06T08:11:40.548" v="2519" actId="20577"/>
        <pc:sldMkLst>
          <pc:docMk/>
          <pc:sldMk cId="3368050614" sldId="307"/>
        </pc:sldMkLst>
        <pc:spChg chg="mod">
          <ac:chgData name="성현 이" userId="2f0182ffdb5a30a3" providerId="LiveId" clId="{96CFCBFF-3B86-4DA3-8BC4-90A0DDDF2BC8}" dt="2026-04-03T07:00:06.302" v="1731" actId="20577"/>
          <ac:spMkLst>
            <pc:docMk/>
            <pc:sldMk cId="3368050614" sldId="307"/>
            <ac:spMk id="2" creationId="{212BF69A-909C-2214-2550-BB5A301E98AF}"/>
          </ac:spMkLst>
        </pc:spChg>
        <pc:spChg chg="add mod">
          <ac:chgData name="성현 이" userId="2f0182ffdb5a30a3" providerId="LiveId" clId="{96CFCBFF-3B86-4DA3-8BC4-90A0DDDF2BC8}" dt="2026-04-06T08:11:40.548" v="2519" actId="20577"/>
          <ac:spMkLst>
            <pc:docMk/>
            <pc:sldMk cId="3368050614" sldId="307"/>
            <ac:spMk id="3" creationId="{EEFF751E-5422-0EA3-27CD-10F5601CF366}"/>
          </ac:spMkLst>
        </pc:spChg>
        <pc:spChg chg="add mod">
          <ac:chgData name="성현 이" userId="2f0182ffdb5a30a3" providerId="LiveId" clId="{96CFCBFF-3B86-4DA3-8BC4-90A0DDDF2BC8}" dt="2026-04-03T07:02:43.957" v="1800" actId="1076"/>
          <ac:spMkLst>
            <pc:docMk/>
            <pc:sldMk cId="3368050614" sldId="307"/>
            <ac:spMk id="6" creationId="{B1CBDCCB-FE74-CF63-2D72-1A6ABC75C052}"/>
          </ac:spMkLst>
        </pc:spChg>
        <pc:spChg chg="add mod">
          <ac:chgData name="성현 이" userId="2f0182ffdb5a30a3" providerId="LiveId" clId="{96CFCBFF-3B86-4DA3-8BC4-90A0DDDF2BC8}" dt="2026-04-06T08:07:02.675" v="2517" actId="20577"/>
          <ac:spMkLst>
            <pc:docMk/>
            <pc:sldMk cId="3368050614" sldId="307"/>
            <ac:spMk id="7" creationId="{62E4F4B4-D26E-DE2D-A346-DCF20787770E}"/>
          </ac:spMkLst>
        </pc:spChg>
        <pc:spChg chg="add mod">
          <ac:chgData name="성현 이" userId="2f0182ffdb5a30a3" providerId="LiveId" clId="{96CFCBFF-3B86-4DA3-8BC4-90A0DDDF2BC8}" dt="2026-04-06T08:07:04.189" v="2518" actId="1076"/>
          <ac:spMkLst>
            <pc:docMk/>
            <pc:sldMk cId="3368050614" sldId="307"/>
            <ac:spMk id="9" creationId="{2332D478-B2A1-F7FB-387B-38325527B437}"/>
          </ac:spMkLst>
        </pc:spChg>
      </pc:sldChg>
      <pc:sldChg chg="addSp delSp modSp new mod">
        <pc:chgData name="성현 이" userId="2f0182ffdb5a30a3" providerId="LiveId" clId="{96CFCBFF-3B86-4DA3-8BC4-90A0DDDF2BC8}" dt="2026-04-03T07:26:43.517" v="2435" actId="208"/>
        <pc:sldMkLst>
          <pc:docMk/>
          <pc:sldMk cId="1679396819" sldId="308"/>
        </pc:sldMkLst>
        <pc:spChg chg="mod">
          <ac:chgData name="성현 이" userId="2f0182ffdb5a30a3" providerId="LiveId" clId="{96CFCBFF-3B86-4DA3-8BC4-90A0DDDF2BC8}" dt="2026-04-03T07:06:32.657" v="2010" actId="20577"/>
          <ac:spMkLst>
            <pc:docMk/>
            <pc:sldMk cId="1679396819" sldId="308"/>
            <ac:spMk id="2" creationId="{F103E627-7736-1E4A-5989-31D6F9AFDCF5}"/>
          </ac:spMkLst>
        </pc:spChg>
        <pc:spChg chg="add mod">
          <ac:chgData name="성현 이" userId="2f0182ffdb5a30a3" providerId="LiveId" clId="{96CFCBFF-3B86-4DA3-8BC4-90A0DDDF2BC8}" dt="2026-04-03T07:20:06.955" v="2183" actId="1076"/>
          <ac:spMkLst>
            <pc:docMk/>
            <pc:sldMk cId="1679396819" sldId="308"/>
            <ac:spMk id="5" creationId="{D61A426D-21C5-0262-654B-655C0F85F75B}"/>
          </ac:spMkLst>
        </pc:spChg>
        <pc:spChg chg="add mod">
          <ac:chgData name="성현 이" userId="2f0182ffdb5a30a3" providerId="LiveId" clId="{96CFCBFF-3B86-4DA3-8BC4-90A0DDDF2BC8}" dt="2026-04-03T07:26:24.422" v="2432" actId="208"/>
          <ac:spMkLst>
            <pc:docMk/>
            <pc:sldMk cId="1679396819" sldId="308"/>
            <ac:spMk id="7" creationId="{F917CBFD-5ACE-9AFB-8FBA-4EF831E17475}"/>
          </ac:spMkLst>
        </pc:spChg>
        <pc:spChg chg="add mod">
          <ac:chgData name="성현 이" userId="2f0182ffdb5a30a3" providerId="LiveId" clId="{96CFCBFF-3B86-4DA3-8BC4-90A0DDDF2BC8}" dt="2026-04-03T07:26:35.460" v="2434" actId="208"/>
          <ac:spMkLst>
            <pc:docMk/>
            <pc:sldMk cId="1679396819" sldId="308"/>
            <ac:spMk id="8" creationId="{1B71D4F7-DA29-BB73-BFBB-46FB9BF7CF05}"/>
          </ac:spMkLst>
        </pc:spChg>
        <pc:spChg chg="add mod">
          <ac:chgData name="성현 이" userId="2f0182ffdb5a30a3" providerId="LiveId" clId="{96CFCBFF-3B86-4DA3-8BC4-90A0DDDF2BC8}" dt="2026-04-03T07:26:43.517" v="2435" actId="208"/>
          <ac:spMkLst>
            <pc:docMk/>
            <pc:sldMk cId="1679396819" sldId="308"/>
            <ac:spMk id="9" creationId="{B0FBFE97-C2E8-20EB-BA64-18C047288A02}"/>
          </ac:spMkLst>
        </pc:spChg>
      </pc:sldChg>
      <pc:sldChg chg="addSp delSp modSp new mod">
        <pc:chgData name="성현 이" userId="2f0182ffdb5a30a3" providerId="LiveId" clId="{96CFCBFF-3B86-4DA3-8BC4-90A0DDDF2BC8}" dt="2026-04-07T11:26:50.512" v="2534" actId="1076"/>
        <pc:sldMkLst>
          <pc:docMk/>
          <pc:sldMk cId="2162955257" sldId="309"/>
        </pc:sldMkLst>
        <pc:spChg chg="mod">
          <ac:chgData name="성현 이" userId="2f0182ffdb5a30a3" providerId="LiveId" clId="{96CFCBFF-3B86-4DA3-8BC4-90A0DDDF2BC8}" dt="2026-04-07T11:26:45.623" v="2533" actId="20577"/>
          <ac:spMkLst>
            <pc:docMk/>
            <pc:sldMk cId="2162955257" sldId="309"/>
            <ac:spMk id="2" creationId="{6E510330-FA8D-6283-C9B9-548DD08619A9}"/>
          </ac:spMkLst>
        </pc:spChg>
        <pc:spChg chg="del">
          <ac:chgData name="성현 이" userId="2f0182ffdb5a30a3" providerId="LiveId" clId="{96CFCBFF-3B86-4DA3-8BC4-90A0DDDF2BC8}" dt="2026-04-07T11:26:40.658" v="2522" actId="478"/>
          <ac:spMkLst>
            <pc:docMk/>
            <pc:sldMk cId="2162955257" sldId="309"/>
            <ac:spMk id="3" creationId="{0555F4CA-D76F-9868-1DB6-8ED44CBD976A}"/>
          </ac:spMkLst>
        </pc:spChg>
        <pc:graphicFrameChg chg="add mod">
          <ac:chgData name="성현 이" userId="2f0182ffdb5a30a3" providerId="LiveId" clId="{96CFCBFF-3B86-4DA3-8BC4-90A0DDDF2BC8}" dt="2026-04-07T11:26:50.512" v="2534" actId="1076"/>
          <ac:graphicFrameMkLst>
            <pc:docMk/>
            <pc:sldMk cId="2162955257" sldId="309"/>
            <ac:graphicFrameMk id="5" creationId="{BDCC456B-2346-DBCD-74EA-176B9BC39F6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992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094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 3</a:t>
            </a:r>
            <a:r>
              <a:rPr lang="ko-KR" altLang="en-US" dirty="0"/>
              <a:t>백만</a:t>
            </a:r>
            <a:r>
              <a:rPr lang="en-US" altLang="ko-KR" dirty="0"/>
              <a:t>~7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en-US" altLang="ko-KR" dirty="0"/>
              <a:t>B</a:t>
            </a:r>
            <a:r>
              <a:rPr lang="ko-KR" altLang="en-US" dirty="0"/>
              <a:t> </a:t>
            </a:r>
            <a:r>
              <a:rPr lang="en-US" altLang="ko-KR" dirty="0"/>
              <a:t>6</a:t>
            </a:r>
            <a:r>
              <a:rPr lang="ko-KR" altLang="en-US" dirty="0"/>
              <a:t>천만</a:t>
            </a:r>
            <a:r>
              <a:rPr lang="en-US" altLang="ko-KR" dirty="0"/>
              <a:t>~2</a:t>
            </a:r>
            <a:r>
              <a:rPr lang="ko-KR" altLang="en-US" dirty="0"/>
              <a:t>억</a:t>
            </a:r>
            <a:r>
              <a:rPr lang="en-US" altLang="ko-KR" dirty="0"/>
              <a:t>9</a:t>
            </a:r>
            <a:r>
              <a:rPr lang="ko-KR" altLang="en-US" dirty="0"/>
              <a:t>천만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889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521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41A73-BD5B-3C6A-FD3A-3663B6808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E3276D-0714-8A63-D678-B2FC2E7F9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9E1CFE-10C4-D21A-94B5-5C7B5CF96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55EAF6-235F-9256-1CC3-B6BC72B61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443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829A-48C7-698C-EEFB-A0E41DA8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E8CA21-CE12-EB5A-BA01-5F75584FC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44212E-D4E3-39DA-6BD1-84B81FD33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8E1D67-05CF-935E-6094-E0D9C4699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937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4.png"/><Relationship Id="rId18" Type="http://schemas.openxmlformats.org/officeDocument/2006/relationships/image" Target="../media/image42.png"/><Relationship Id="rId3" Type="http://schemas.openxmlformats.org/officeDocument/2006/relationships/image" Target="../media/image17.png"/><Relationship Id="rId21" Type="http://schemas.openxmlformats.org/officeDocument/2006/relationships/image" Target="../media/image45.png"/><Relationship Id="rId7" Type="http://schemas.openxmlformats.org/officeDocument/2006/relationships/image" Target="../media/image21.png"/><Relationship Id="rId12" Type="http://schemas.openxmlformats.org/officeDocument/2006/relationships/image" Target="../media/image33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9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9.png"/><Relationship Id="rId5" Type="http://schemas.openxmlformats.org/officeDocument/2006/relationships/image" Target="../media/image6.png"/><Relationship Id="rId15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4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Sunghyun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Loss Function 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0FAEFE-5022-C97B-B627-1644546785A2}"/>
              </a:ext>
            </a:extLst>
          </p:cNvPr>
          <p:cNvSpPr txBox="1"/>
          <p:nvPr/>
        </p:nvSpPr>
        <p:spPr>
          <a:xfrm>
            <a:off x="9898742" y="1712635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2026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년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04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월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08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일 </a:t>
            </a: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42AD2-7F8E-5810-331D-3EBE08806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Goal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3F61B7-6D8C-2457-DB3F-08F2751D3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CCC88-97BD-9CC4-6208-728BF245747E}"/>
              </a:ext>
            </a:extLst>
          </p:cNvPr>
          <p:cNvSpPr txBox="1"/>
          <p:nvPr/>
        </p:nvSpPr>
        <p:spPr>
          <a:xfrm>
            <a:off x="1796397" y="679129"/>
            <a:ext cx="1394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BNN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6308AA-33F1-75B7-3DB7-F7B29B4136BC}"/>
                  </a:ext>
                </a:extLst>
              </p:cNvPr>
              <p:cNvSpPr txBox="1"/>
              <p:nvPr/>
            </p:nvSpPr>
            <p:spPr>
              <a:xfrm>
                <a:off x="5111894" y="558319"/>
                <a:ext cx="139446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Uniform</a:t>
                </a:r>
              </a:p>
              <a:p>
                <a:r>
                  <a:rPr lang="en-US" altLang="ko-KR" dirty="0"/>
                  <a:t>SNN(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6308AA-33F1-75B7-3DB7-F7B29B413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894" y="558319"/>
                <a:ext cx="1394460" cy="646331"/>
              </a:xfrm>
              <a:prstGeom prst="rect">
                <a:avLst/>
              </a:prstGeom>
              <a:blipFill>
                <a:blip r:embed="rId2"/>
                <a:stretch>
                  <a:fillRect l="-3947" t="-5660" r="-1316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FC1BCEF-EE68-8245-09C5-5B85EFAC0015}"/>
              </a:ext>
            </a:extLst>
          </p:cNvPr>
          <p:cNvSpPr txBox="1"/>
          <p:nvPr/>
        </p:nvSpPr>
        <p:spPr>
          <a:xfrm>
            <a:off x="8908631" y="586292"/>
            <a:ext cx="1579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Proposed </a:t>
            </a:r>
          </a:p>
          <a:p>
            <a:r>
              <a:rPr lang="en-US" altLang="ko-KR" dirty="0"/>
              <a:t>(DNAS-SNN)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FE0B83A-8CA5-0274-6E94-53E698903D49}"/>
              </a:ext>
            </a:extLst>
          </p:cNvPr>
          <p:cNvSpPr/>
          <p:nvPr/>
        </p:nvSpPr>
        <p:spPr>
          <a:xfrm>
            <a:off x="1431217" y="1269135"/>
            <a:ext cx="1569139" cy="156913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1.31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MB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976853-FF9C-5EDA-6119-5BBD0783A014}"/>
              </a:ext>
            </a:extLst>
          </p:cNvPr>
          <p:cNvSpPr txBox="1"/>
          <p:nvPr/>
        </p:nvSpPr>
        <p:spPr>
          <a:xfrm>
            <a:off x="170552" y="1715163"/>
            <a:ext cx="1037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storage</a:t>
            </a:r>
          </a:p>
          <a:p>
            <a:r>
              <a:rPr lang="en-US" altLang="ko-KR" dirty="0"/>
              <a:t> (MB)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D609FE0-1A39-581F-5F38-D01283A3E52A}"/>
              </a:ext>
            </a:extLst>
          </p:cNvPr>
          <p:cNvSpPr/>
          <p:nvPr/>
        </p:nvSpPr>
        <p:spPr>
          <a:xfrm>
            <a:off x="5111894" y="1395382"/>
            <a:ext cx="1394460" cy="139446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0.73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MB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F6C63E3-5C20-A175-0996-F10A1F3FAF04}"/>
              </a:ext>
            </a:extLst>
          </p:cNvPr>
          <p:cNvSpPr/>
          <p:nvPr/>
        </p:nvSpPr>
        <p:spPr>
          <a:xfrm>
            <a:off x="9163449" y="1483994"/>
            <a:ext cx="1069376" cy="11394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3FD0AB-DC1A-2D97-1941-28BDCB197B51}"/>
              </a:ext>
            </a:extLst>
          </p:cNvPr>
          <p:cNvSpPr txBox="1"/>
          <p:nvPr/>
        </p:nvSpPr>
        <p:spPr>
          <a:xfrm>
            <a:off x="3684813" y="1916863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1.8x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54057E-75E5-8ABD-2691-2F6AD603FBFF}"/>
              </a:ext>
            </a:extLst>
          </p:cNvPr>
          <p:cNvSpPr txBox="1"/>
          <p:nvPr/>
        </p:nvSpPr>
        <p:spPr>
          <a:xfrm>
            <a:off x="122857" y="5644968"/>
            <a:ext cx="1196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Accuracy</a:t>
            </a:r>
          </a:p>
          <a:p>
            <a:r>
              <a:rPr lang="en-US" altLang="ko-KR" dirty="0"/>
              <a:t>   (%)</a:t>
            </a:r>
            <a:endParaRPr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623A8A9-F503-4E51-BB15-B8A6AF3EA4D9}"/>
              </a:ext>
            </a:extLst>
          </p:cNvPr>
          <p:cNvSpPr/>
          <p:nvPr/>
        </p:nvSpPr>
        <p:spPr>
          <a:xfrm>
            <a:off x="1431217" y="4947831"/>
            <a:ext cx="1619110" cy="161911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65.7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9A852083-A300-B269-5774-B31000048953}"/>
              </a:ext>
            </a:extLst>
          </p:cNvPr>
          <p:cNvSpPr/>
          <p:nvPr/>
        </p:nvSpPr>
        <p:spPr>
          <a:xfrm>
            <a:off x="5131850" y="4935306"/>
            <a:ext cx="1415108" cy="14467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62.1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1702B45C-8244-58E6-2CBA-16DE7E4F8B39}"/>
              </a:ext>
            </a:extLst>
          </p:cNvPr>
          <p:cNvSpPr/>
          <p:nvPr/>
        </p:nvSpPr>
        <p:spPr>
          <a:xfrm>
            <a:off x="8990583" y="4876867"/>
            <a:ext cx="1415108" cy="14467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Similar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Better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7B52619-66BB-A855-D924-5E0C5D9E9C46}"/>
                  </a:ext>
                </a:extLst>
              </p:cNvPr>
              <p:cNvSpPr txBox="1"/>
              <p:nvPr/>
            </p:nvSpPr>
            <p:spPr>
              <a:xfrm>
                <a:off x="7097485" y="5332984"/>
                <a:ext cx="1168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altLang="ko-KR" sz="3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7B52619-66BB-A855-D924-5E0C5D9E9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485" y="5332984"/>
                <a:ext cx="11684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F3F443E-1313-4666-32E0-D30A030294A5}"/>
              </a:ext>
            </a:extLst>
          </p:cNvPr>
          <p:cNvSpPr txBox="1"/>
          <p:nvPr/>
        </p:nvSpPr>
        <p:spPr>
          <a:xfrm>
            <a:off x="185564" y="6566941"/>
            <a:ext cx="9852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Sub-bit Neural Networks: Learning to Compress and Accelerate Binary Neural Networks 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9E430C-DCC5-2F42-98CB-8F36E33E0C31}"/>
              </a:ext>
            </a:extLst>
          </p:cNvPr>
          <p:cNvSpPr txBox="1"/>
          <p:nvPr/>
        </p:nvSpPr>
        <p:spPr>
          <a:xfrm>
            <a:off x="-54689" y="5370092"/>
            <a:ext cx="1531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Imagenet1K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7FFEBF1-D0B8-CB60-A291-AD3B671CDE95}"/>
              </a:ext>
            </a:extLst>
          </p:cNvPr>
          <p:cNvSpPr/>
          <p:nvPr/>
        </p:nvSpPr>
        <p:spPr>
          <a:xfrm>
            <a:off x="1431217" y="3151771"/>
            <a:ext cx="1569139" cy="156913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1.677G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38712F-9EFF-A709-9A94-FD2A2935ACED}"/>
              </a:ext>
            </a:extLst>
          </p:cNvPr>
          <p:cNvSpPr txBox="1"/>
          <p:nvPr/>
        </p:nvSpPr>
        <p:spPr>
          <a:xfrm>
            <a:off x="170552" y="3708786"/>
            <a:ext cx="1037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Bit-OPs</a:t>
            </a:r>
          </a:p>
          <a:p>
            <a:r>
              <a:rPr lang="en-US" altLang="ko-KR" dirty="0"/>
              <a:t>   (G)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C08C2E4-CB8F-C47B-0E7F-AA9A25894822}"/>
              </a:ext>
            </a:extLst>
          </p:cNvPr>
          <p:cNvSpPr/>
          <p:nvPr/>
        </p:nvSpPr>
        <p:spPr>
          <a:xfrm>
            <a:off x="5132542" y="3239110"/>
            <a:ext cx="1394460" cy="13944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0.501G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3D41B64-CDA2-BFC5-699C-9786828D01CD}"/>
              </a:ext>
            </a:extLst>
          </p:cNvPr>
          <p:cNvSpPr/>
          <p:nvPr/>
        </p:nvSpPr>
        <p:spPr>
          <a:xfrm>
            <a:off x="9163449" y="3355699"/>
            <a:ext cx="1069376" cy="113942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?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A29E81-F325-C563-35CE-835655297E22}"/>
              </a:ext>
            </a:extLst>
          </p:cNvPr>
          <p:cNvSpPr txBox="1"/>
          <p:nvPr/>
        </p:nvSpPr>
        <p:spPr>
          <a:xfrm>
            <a:off x="7190811" y="1820606"/>
            <a:ext cx="1799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smaller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3592BE-94CA-BC5B-FBD6-142A45FF290A}"/>
              </a:ext>
            </a:extLst>
          </p:cNvPr>
          <p:cNvSpPr txBox="1"/>
          <p:nvPr/>
        </p:nvSpPr>
        <p:spPr>
          <a:xfrm>
            <a:off x="7211193" y="3725516"/>
            <a:ext cx="1799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smaller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CC9DBE-E723-AD39-A647-0DADA0EE4510}"/>
              </a:ext>
            </a:extLst>
          </p:cNvPr>
          <p:cNvSpPr txBox="1"/>
          <p:nvPr/>
        </p:nvSpPr>
        <p:spPr>
          <a:xfrm>
            <a:off x="3684813" y="3662619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3.3x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9193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405E8-CBF7-20A7-8C81-8B5496373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EDC90-F131-F82B-5DE0-D23F0AC54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baseline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1E24FF-F6DF-E996-A2A9-121A11829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DC899762-5EE5-13FD-5FFB-2E8AD4772D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934835"/>
                  </p:ext>
                </p:extLst>
              </p:nvPr>
            </p:nvGraphicFramePr>
            <p:xfrm>
              <a:off x="790302" y="1162957"/>
              <a:ext cx="10611395" cy="45527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2279">
                      <a:extLst>
                        <a:ext uri="{9D8B030D-6E8A-4147-A177-3AD203B41FA5}">
                          <a16:colId xmlns:a16="http://schemas.microsoft.com/office/drawing/2014/main" val="11955425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29404490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3177629423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629620950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2149867229"/>
                        </a:ext>
                      </a:extLst>
                    </a:gridCol>
                  </a:tblGrid>
                  <a:tr h="708829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 width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Accuracy(Top-1)</a:t>
                          </a:r>
                        </a:p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CIFAR-10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Bit-operation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6546220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BNN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92.86%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1.31MB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43286777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=6)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0.67W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92.22%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0.87MB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0.297G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3296021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=5)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0.56W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91.93%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0.73MB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 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1507656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=4)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0.44W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91.77%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0.58MB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5771942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=3)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0.33W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90.73%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0.44MB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6054408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=2)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0.22W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90.03%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0.29MB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0.047G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21972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DC899762-5EE5-13FD-5FFB-2E8AD4772D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934835"/>
                  </p:ext>
                </p:extLst>
              </p:nvPr>
            </p:nvGraphicFramePr>
            <p:xfrm>
              <a:off x="790302" y="1162957"/>
              <a:ext cx="10611395" cy="45527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2279">
                      <a:extLst>
                        <a:ext uri="{9D8B030D-6E8A-4147-A177-3AD203B41FA5}">
                          <a16:colId xmlns:a16="http://schemas.microsoft.com/office/drawing/2014/main" val="11955425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29404490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3177629423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629620950"/>
                        </a:ext>
                      </a:extLst>
                    </a:gridCol>
                    <a:gridCol w="2122279">
                      <a:extLst>
                        <a:ext uri="{9D8B030D-6E8A-4147-A177-3AD203B41FA5}">
                          <a16:colId xmlns:a16="http://schemas.microsoft.com/office/drawing/2014/main" val="2149867229"/>
                        </a:ext>
                      </a:extLst>
                    </a:gridCol>
                  </a:tblGrid>
                  <a:tr h="708829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 width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Accuracy(Top-1)</a:t>
                          </a:r>
                        </a:p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CIFAR-10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Bit-operation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6546220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BNN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92.86%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1.31MB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43286777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216190" r="-401149" b="-4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0.67W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92.22%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0.87MB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0.297G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3296021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316190" r="-401149" b="-3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0.56W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91.93%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0.73MB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 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1507656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416190" r="-401149" b="-2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0.44W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91.77%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0.58MB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25771942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511321" r="-401149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0.33W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90.73%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0.44MB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76054408"/>
                      </a:ext>
                    </a:extLst>
                  </a:tr>
                  <a:tr h="64065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617143" r="-401149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0.22W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90.03%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0.29MB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0.047G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21972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1733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1A771-4BBB-4293-296C-1F716665E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Remind Parameter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925908-3CE7-A158-AE4D-D11E105C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8E96E8-4052-C4E8-551B-DECD8C3CE5CB}"/>
                  </a:ext>
                </a:extLst>
              </p:cNvPr>
              <p:cNvSpPr txBox="1"/>
              <p:nvPr/>
            </p:nvSpPr>
            <p:spPr>
              <a:xfrm>
                <a:off x="1204685" y="2446442"/>
                <a:ext cx="9543143" cy="404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번째 </a:t>
                </a:r>
                <a:r>
                  <a:rPr lang="en-US" altLang="ko-KR" dirty="0"/>
                  <a:t>layer</a:t>
                </a:r>
                <a:r>
                  <a:rPr lang="ko-KR" altLang="en-US" dirty="0"/>
                  <a:t>에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를 선택할 확률 </a:t>
                </a:r>
                <a:r>
                  <a:rPr lang="en-US" altLang="ko-KR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/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 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8E96E8-4052-C4E8-551B-DECD8C3CE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685" y="2446442"/>
                <a:ext cx="9543143" cy="404341"/>
              </a:xfrm>
              <a:prstGeom prst="rect">
                <a:avLst/>
              </a:prstGeom>
              <a:blipFill>
                <a:blip r:embed="rId3"/>
                <a:stretch>
                  <a:fillRect l="-447" t="-107463" b="-1597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그룹 46">
            <a:extLst>
              <a:ext uri="{FF2B5EF4-FFF2-40B4-BE49-F238E27FC236}">
                <a16:creationId xmlns:a16="http://schemas.microsoft.com/office/drawing/2014/main" id="{62626C19-C17A-8CA0-E9FB-A26004126D85}"/>
              </a:ext>
            </a:extLst>
          </p:cNvPr>
          <p:cNvGrpSpPr/>
          <p:nvPr/>
        </p:nvGrpSpPr>
        <p:grpSpPr>
          <a:xfrm>
            <a:off x="1081314" y="928580"/>
            <a:ext cx="9789886" cy="976976"/>
            <a:chOff x="1081314" y="1161925"/>
            <a:chExt cx="9789886" cy="97697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F96A09-4790-F886-C93D-368BB3661D76}"/>
                </a:ext>
              </a:extLst>
            </p:cNvPr>
            <p:cNvSpPr txBox="1"/>
            <p:nvPr/>
          </p:nvSpPr>
          <p:spPr>
            <a:xfrm>
              <a:off x="1081314" y="1531257"/>
              <a:ext cx="15167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ResNet</a:t>
              </a:r>
              <a:r>
                <a:rPr lang="en-US" altLang="ko-KR" dirty="0"/>
                <a:t> 18</a:t>
              </a:r>
              <a:endParaRPr lang="ko-KR" altLang="en-US" dirty="0"/>
            </a:p>
          </p:txBody>
        </p:sp>
        <p:sp>
          <p:nvSpPr>
            <p:cNvPr id="6" name="왼쪽 중괄호 5">
              <a:extLst>
                <a:ext uri="{FF2B5EF4-FFF2-40B4-BE49-F238E27FC236}">
                  <a16:creationId xmlns:a16="http://schemas.microsoft.com/office/drawing/2014/main" id="{4A91A981-BB1B-62D5-6F72-41613F08E5BE}"/>
                </a:ext>
              </a:extLst>
            </p:cNvPr>
            <p:cNvSpPr/>
            <p:nvPr/>
          </p:nvSpPr>
          <p:spPr>
            <a:xfrm>
              <a:off x="2409371" y="1400237"/>
              <a:ext cx="435429" cy="631371"/>
            </a:xfrm>
            <a:prstGeom prst="lef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6C3BD3E-23E2-CA41-9866-622B5AEB7A04}"/>
                </a:ext>
              </a:extLst>
            </p:cNvPr>
            <p:cNvSpPr txBox="1"/>
            <p:nvPr/>
          </p:nvSpPr>
          <p:spPr>
            <a:xfrm>
              <a:off x="2844800" y="1161925"/>
              <a:ext cx="37954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16 layers 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C69B525-C558-2B5B-02C6-DFA978B25387}"/>
                    </a:ext>
                  </a:extLst>
                </p:cNvPr>
                <p:cNvSpPr txBox="1"/>
                <p:nvPr/>
              </p:nvSpPr>
              <p:spPr>
                <a:xfrm>
                  <a:off x="2844800" y="1769569"/>
                  <a:ext cx="269965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/>
                    <a:t>candidates </a:t>
                  </a:r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={3,4,5,6}</m:t>
                      </m:r>
                    </m:oMath>
                  </a14:m>
                  <a:r>
                    <a:rPr lang="en-US" altLang="ko-KR" b="0" dirty="0"/>
                    <a:t> 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C69B525-C558-2B5B-02C6-DFA978B253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4800" y="1769569"/>
                  <a:ext cx="2699657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032" t="-8197" b="-245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590FE2E4-0E8C-5638-4FA2-6F5AF949DCE6}"/>
                </a:ext>
              </a:extLst>
            </p:cNvPr>
            <p:cNvCxnSpPr>
              <a:cxnSpLocks/>
            </p:cNvCxnSpPr>
            <p:nvPr/>
          </p:nvCxnSpPr>
          <p:spPr>
            <a:xfrm>
              <a:off x="5479143" y="1965512"/>
              <a:ext cx="1778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5FE305-2DBA-E2AE-4FA3-CEE8679D4A95}"/>
                </a:ext>
              </a:extLst>
            </p:cNvPr>
            <p:cNvSpPr txBox="1"/>
            <p:nvPr/>
          </p:nvSpPr>
          <p:spPr>
            <a:xfrm>
              <a:off x="7474857" y="1763486"/>
              <a:ext cx="33963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각 </a:t>
              </a:r>
              <a:r>
                <a:rPr lang="en-US" altLang="ko-KR" dirty="0"/>
                <a:t>layer</a:t>
              </a:r>
              <a:r>
                <a:rPr lang="ko-KR" altLang="en-US" dirty="0"/>
                <a:t>에 이 중에 하나를 선택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05E55E2-DAFA-F3AC-C84D-38606A838C9D}"/>
                  </a:ext>
                </a:extLst>
              </p:cNvPr>
              <p:cNvSpPr txBox="1"/>
              <p:nvPr/>
            </p:nvSpPr>
            <p:spPr>
              <a:xfrm>
                <a:off x="1204686" y="2090934"/>
                <a:ext cx="8686800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번째 </a:t>
                </a:r>
                <a:r>
                  <a:rPr lang="en-US" altLang="ko-KR" dirty="0"/>
                  <a:t>layer</a:t>
                </a:r>
                <a:r>
                  <a:rPr lang="ko-KR" altLang="en-US" dirty="0"/>
                  <a:t>에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인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각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선택지의 중요도 가중치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05E55E2-DAFA-F3AC-C84D-38606A838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686" y="2090934"/>
                <a:ext cx="8686800" cy="395045"/>
              </a:xfrm>
              <a:prstGeom prst="rect">
                <a:avLst/>
              </a:prstGeom>
              <a:blipFill>
                <a:blip r:embed="rId5"/>
                <a:stretch>
                  <a:fillRect l="-491" t="-9231" b="-16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그룹 47">
            <a:extLst>
              <a:ext uri="{FF2B5EF4-FFF2-40B4-BE49-F238E27FC236}">
                <a16:creationId xmlns:a16="http://schemas.microsoft.com/office/drawing/2014/main" id="{9F25290B-67B0-B02D-30A6-556E78186383}"/>
              </a:ext>
            </a:extLst>
          </p:cNvPr>
          <p:cNvGrpSpPr/>
          <p:nvPr/>
        </p:nvGrpSpPr>
        <p:grpSpPr>
          <a:xfrm>
            <a:off x="1520371" y="2959498"/>
            <a:ext cx="8178800" cy="3654054"/>
            <a:chOff x="526142" y="3067421"/>
            <a:chExt cx="8178800" cy="3654054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62540FD-80A6-9A28-9877-8C88E1374E21}"/>
                </a:ext>
              </a:extLst>
            </p:cNvPr>
            <p:cNvSpPr/>
            <p:nvPr/>
          </p:nvSpPr>
          <p:spPr>
            <a:xfrm>
              <a:off x="2311399" y="3067421"/>
              <a:ext cx="1524000" cy="58057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layer 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227CFC8-B9AF-AD94-0EE1-0DD9EE3F9F09}"/>
                </a:ext>
              </a:extLst>
            </p:cNvPr>
            <p:cNvSpPr/>
            <p:nvPr/>
          </p:nvSpPr>
          <p:spPr>
            <a:xfrm>
              <a:off x="4096656" y="3067421"/>
              <a:ext cx="1524000" cy="580572"/>
            </a:xfrm>
            <a:prstGeom prst="rect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layer 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23B3693-F2DB-9734-8507-06C4BEF803D7}"/>
                </a:ext>
              </a:extLst>
            </p:cNvPr>
            <p:cNvSpPr txBox="1"/>
            <p:nvPr/>
          </p:nvSpPr>
          <p:spPr>
            <a:xfrm>
              <a:off x="6096000" y="4599303"/>
              <a:ext cx="15820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00" dirty="0"/>
                <a:t>…</a:t>
              </a:r>
              <a:endParaRPr lang="ko-KR" altLang="en-US" sz="2400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06DA36E-DF62-CEB4-1BD1-D0A018F43002}"/>
                </a:ext>
              </a:extLst>
            </p:cNvPr>
            <p:cNvSpPr/>
            <p:nvPr/>
          </p:nvSpPr>
          <p:spPr>
            <a:xfrm>
              <a:off x="7159171" y="3067421"/>
              <a:ext cx="1524000" cy="580572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layer 16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9FD90616-DF89-9EF6-7A18-277C425AA0E1}"/>
                    </a:ext>
                  </a:extLst>
                </p:cNvPr>
                <p:cNvSpPr/>
                <p:nvPr/>
              </p:nvSpPr>
              <p:spPr>
                <a:xfrm>
                  <a:off x="2311399" y="3833362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9FD90616-DF89-9EF6-7A18-277C425AA0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399" y="3833362"/>
                  <a:ext cx="1524000" cy="58057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217DDEC7-C6D3-B0DA-68DE-CA83DB1DD504}"/>
                    </a:ext>
                  </a:extLst>
                </p:cNvPr>
                <p:cNvSpPr/>
                <p:nvPr/>
              </p:nvSpPr>
              <p:spPr>
                <a:xfrm>
                  <a:off x="2311399" y="4599303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217DDEC7-C6D3-B0DA-68DE-CA83DB1DD5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399" y="4599303"/>
                  <a:ext cx="1524000" cy="58057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9AA9AA97-6DE7-013A-B760-87EA0E224947}"/>
                    </a:ext>
                  </a:extLst>
                </p:cNvPr>
                <p:cNvSpPr/>
                <p:nvPr/>
              </p:nvSpPr>
              <p:spPr>
                <a:xfrm>
                  <a:off x="2311399" y="5365244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9AA9AA97-6DE7-013A-B760-87EA0E2249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399" y="5365244"/>
                  <a:ext cx="1524000" cy="58057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93005388-0057-1DA4-3BD7-BC70B7EE00E3}"/>
                    </a:ext>
                  </a:extLst>
                </p:cNvPr>
                <p:cNvSpPr/>
                <p:nvPr/>
              </p:nvSpPr>
              <p:spPr>
                <a:xfrm>
                  <a:off x="2311399" y="6131185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93005388-0057-1DA4-3BD7-BC70B7EE00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399" y="6131185"/>
                  <a:ext cx="1524000" cy="58057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accent2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4A495820-7E4B-29BB-073D-9089DD5FB864}"/>
                    </a:ext>
                  </a:extLst>
                </p:cNvPr>
                <p:cNvSpPr/>
                <p:nvPr/>
              </p:nvSpPr>
              <p:spPr>
                <a:xfrm>
                  <a:off x="4096656" y="3843080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4A495820-7E4B-29BB-073D-9089DD5FB8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656" y="3843080"/>
                  <a:ext cx="1524000" cy="58057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D6C0C541-0CCF-88A7-EDBD-5E100A032296}"/>
                    </a:ext>
                  </a:extLst>
                </p:cNvPr>
                <p:cNvSpPr/>
                <p:nvPr/>
              </p:nvSpPr>
              <p:spPr>
                <a:xfrm>
                  <a:off x="4096656" y="4609021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D6C0C541-0CCF-88A7-EDBD-5E100A0322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656" y="4609021"/>
                  <a:ext cx="1524000" cy="58057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1062D11E-B335-0E50-CE2B-DB159AD9DB63}"/>
                    </a:ext>
                  </a:extLst>
                </p:cNvPr>
                <p:cNvSpPr/>
                <p:nvPr/>
              </p:nvSpPr>
              <p:spPr>
                <a:xfrm>
                  <a:off x="4096656" y="5374962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1062D11E-B335-0E50-CE2B-DB159AD9DB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656" y="5374962"/>
                  <a:ext cx="1524000" cy="58057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F00B033F-B327-1DC0-75A9-D03BD2CA9CC8}"/>
                    </a:ext>
                  </a:extLst>
                </p:cNvPr>
                <p:cNvSpPr/>
                <p:nvPr/>
              </p:nvSpPr>
              <p:spPr>
                <a:xfrm>
                  <a:off x="4096656" y="6140903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F00B033F-B327-1DC0-75A9-D03BD2CA9C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656" y="6140903"/>
                  <a:ext cx="1524000" cy="58057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BDB70B8E-62FD-F24A-D36E-6288BCB93BA8}"/>
                    </a:ext>
                  </a:extLst>
                </p:cNvPr>
                <p:cNvSpPr/>
                <p:nvPr/>
              </p:nvSpPr>
              <p:spPr>
                <a:xfrm>
                  <a:off x="7180942" y="3843080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BDB70B8E-62FD-F24A-D36E-6288BCB93B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0942" y="3843080"/>
                  <a:ext cx="1524000" cy="58057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1FC6F0B1-7E0F-EB8B-4566-74C34EBDB5A8}"/>
                    </a:ext>
                  </a:extLst>
                </p:cNvPr>
                <p:cNvSpPr/>
                <p:nvPr/>
              </p:nvSpPr>
              <p:spPr>
                <a:xfrm>
                  <a:off x="7180942" y="4609021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1FC6F0B1-7E0F-EB8B-4566-74C34EBDB5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0942" y="4609021"/>
                  <a:ext cx="1524000" cy="58057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82E508C8-408C-E03F-6D80-3280889D103A}"/>
                    </a:ext>
                  </a:extLst>
                </p:cNvPr>
                <p:cNvSpPr/>
                <p:nvPr/>
              </p:nvSpPr>
              <p:spPr>
                <a:xfrm>
                  <a:off x="7180942" y="5374962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82E508C8-408C-E03F-6D80-3280889D10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0942" y="5374962"/>
                  <a:ext cx="1524000" cy="58057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0FE44B4A-60D1-F0B2-B0D4-5438B5ACEF0D}"/>
                    </a:ext>
                  </a:extLst>
                </p:cNvPr>
                <p:cNvSpPr/>
                <p:nvPr/>
              </p:nvSpPr>
              <p:spPr>
                <a:xfrm>
                  <a:off x="7180942" y="6140903"/>
                  <a:ext cx="1524000" cy="580572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a:rPr lang="en-US" altLang="ko-K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0FE44B4A-60D1-F0B2-B0D4-5438B5ACEF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0942" y="6140903"/>
                  <a:ext cx="1524000" cy="58057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A9882989-40FF-71F9-077E-5E209FA30D07}"/>
                    </a:ext>
                  </a:extLst>
                </p:cNvPr>
                <p:cNvSpPr/>
                <p:nvPr/>
              </p:nvSpPr>
              <p:spPr>
                <a:xfrm>
                  <a:off x="526142" y="3827149"/>
                  <a:ext cx="1524000" cy="58057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A9882989-40FF-71F9-077E-5E209FA30D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142" y="3827149"/>
                  <a:ext cx="1524000" cy="58057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58E7730C-9F65-6A2E-102C-45B8261E9118}"/>
                    </a:ext>
                  </a:extLst>
                </p:cNvPr>
                <p:cNvSpPr/>
                <p:nvPr/>
              </p:nvSpPr>
              <p:spPr>
                <a:xfrm>
                  <a:off x="526142" y="4593090"/>
                  <a:ext cx="1524000" cy="58057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58E7730C-9F65-6A2E-102C-45B8261E91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142" y="4593090"/>
                  <a:ext cx="1524000" cy="58057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6421A162-0DDD-072B-0EB4-1258A626E2C6}"/>
                    </a:ext>
                  </a:extLst>
                </p:cNvPr>
                <p:cNvSpPr/>
                <p:nvPr/>
              </p:nvSpPr>
              <p:spPr>
                <a:xfrm>
                  <a:off x="526142" y="5359031"/>
                  <a:ext cx="1524000" cy="58057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6421A162-0DDD-072B-0EB4-1258A626E2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142" y="5359031"/>
                  <a:ext cx="1524000" cy="58057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15C18EE2-9C49-8940-C101-613236E0729A}"/>
                    </a:ext>
                  </a:extLst>
                </p:cNvPr>
                <p:cNvSpPr/>
                <p:nvPr/>
              </p:nvSpPr>
              <p:spPr>
                <a:xfrm>
                  <a:off x="526142" y="6124972"/>
                  <a:ext cx="1524000" cy="58057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15C18EE2-9C49-8940-C101-613236E072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142" y="6124972"/>
                  <a:ext cx="1524000" cy="58057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09486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6F81A-CBAD-230C-185F-32B6FFE80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CE2525A-796D-C42A-D787-90B6B8FA24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163" r="567"/>
          <a:stretch>
            <a:fillRect/>
          </a:stretch>
        </p:blipFill>
        <p:spPr>
          <a:xfrm>
            <a:off x="4718787" y="3970346"/>
            <a:ext cx="7049184" cy="215914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E7C25EF-C321-5D0C-0F62-882251DF4C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302" t="-750" r="-17" b="16386"/>
          <a:stretch>
            <a:fillRect/>
          </a:stretch>
        </p:blipFill>
        <p:spPr>
          <a:xfrm>
            <a:off x="555190" y="3650758"/>
            <a:ext cx="4060000" cy="270559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F17F62D-CD7D-75CB-987C-A72D4AB1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Variable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2FA383-1286-FABE-F893-012EC5B8F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77AD9F-2659-FB80-5772-61F90BFCA167}"/>
                  </a:ext>
                </a:extLst>
              </p:cNvPr>
              <p:cNvSpPr txBox="1"/>
              <p:nvPr/>
            </p:nvSpPr>
            <p:spPr>
              <a:xfrm>
                <a:off x="763090" y="1695724"/>
                <a:ext cx="10001250" cy="2334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ko-KR" dirty="0" err="1"/>
                  <a:t>i</a:t>
                </a:r>
                <a:r>
                  <a:rPr lang="en-US" altLang="ko-KR" dirty="0"/>
                  <a:t> : layer  ,</a:t>
                </a:r>
                <a:r>
                  <a:rPr lang="ko-KR" altLang="en-US" dirty="0"/>
                  <a:t>  </a:t>
                </a:r>
                <a:r>
                  <a:rPr lang="en-US" altLang="ko-KR" dirty="0"/>
                  <a:t>j: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tau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candidates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Weight storage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</a:t>
                </a:r>
                <a:r>
                  <a:rPr lang="ko-KR" alt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1" i="1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1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1" i="1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= 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+ 9 ×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ko-KR" dirty="0" err="1"/>
                  <a:t>BitOPs</a:t>
                </a:r>
                <a:r>
                  <a:rPr lang="en-US" altLang="ko-KR" dirty="0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ko-KR" alt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sup>
                    </m:sSup>
                    <m:r>
                      <a:rPr lang="en-US" altLang="ko-KR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9 +1) +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−1)/2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 </a:t>
                </a:r>
              </a:p>
              <a:p>
                <a:pPr lvl="1"/>
                <a:endParaRPr lang="en-US" altLang="ko-KR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77AD9F-2659-FB80-5772-61F90BFCA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90" y="1695724"/>
                <a:ext cx="10001250" cy="2334998"/>
              </a:xfrm>
              <a:prstGeom prst="rect">
                <a:avLst/>
              </a:prstGeom>
              <a:blipFill>
                <a:blip r:embed="rId4"/>
                <a:stretch>
                  <a:fillRect t="-13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4576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265BD-0D43-8FCF-F777-4ACBB85FE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Problem of range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638073-D845-F62D-F0A4-181A14ECE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A47D1B9-78E3-CA0B-621F-064359D3C5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8824405"/>
                  </p:ext>
                </p:extLst>
              </p:nvPr>
            </p:nvGraphicFramePr>
            <p:xfrm>
              <a:off x="879212" y="3603455"/>
              <a:ext cx="10109645" cy="21179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21929">
                      <a:extLst>
                        <a:ext uri="{9D8B030D-6E8A-4147-A177-3AD203B41FA5}">
                          <a16:colId xmlns:a16="http://schemas.microsoft.com/office/drawing/2014/main" val="620892379"/>
                        </a:ext>
                      </a:extLst>
                    </a:gridCol>
                    <a:gridCol w="2021929">
                      <a:extLst>
                        <a:ext uri="{9D8B030D-6E8A-4147-A177-3AD203B41FA5}">
                          <a16:colId xmlns:a16="http://schemas.microsoft.com/office/drawing/2014/main" val="1963660088"/>
                        </a:ext>
                      </a:extLst>
                    </a:gridCol>
                    <a:gridCol w="2021929">
                      <a:extLst>
                        <a:ext uri="{9D8B030D-6E8A-4147-A177-3AD203B41FA5}">
                          <a16:colId xmlns:a16="http://schemas.microsoft.com/office/drawing/2014/main" val="1423528174"/>
                        </a:ext>
                      </a:extLst>
                    </a:gridCol>
                    <a:gridCol w="2021929">
                      <a:extLst>
                        <a:ext uri="{9D8B030D-6E8A-4147-A177-3AD203B41FA5}">
                          <a16:colId xmlns:a16="http://schemas.microsoft.com/office/drawing/2014/main" val="1511604834"/>
                        </a:ext>
                      </a:extLst>
                    </a:gridCol>
                    <a:gridCol w="2021929">
                      <a:extLst>
                        <a:ext uri="{9D8B030D-6E8A-4147-A177-3AD203B41FA5}">
                          <a16:colId xmlns:a16="http://schemas.microsoft.com/office/drawing/2014/main" val="2438606859"/>
                        </a:ext>
                      </a:extLst>
                    </a:gridCol>
                  </a:tblGrid>
                  <a:tr h="705994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min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dirty="0">
                              <a:solidFill>
                                <a:schemeClr val="tx1"/>
                              </a:solidFill>
                            </a:rPr>
                            <a:t>초기</a:t>
                          </a:r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=0.25)</m:t>
                              </m:r>
                            </m:oMath>
                          </a14:m>
                          <a:r>
                            <a:rPr lang="ko-KR" altLang="en-US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max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range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50670943"/>
                      </a:ext>
                    </a:extLst>
                  </a:tr>
                  <a:tr h="70599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Storage loss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3,662,976bit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5,497,056bit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7,332,864bit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3,669,888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6422976"/>
                      </a:ext>
                    </a:extLst>
                  </a:tr>
                  <a:tr h="70599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/>
                            <a:t>BitOPs</a:t>
                          </a:r>
                          <a:r>
                            <a:rPr lang="en-US" altLang="ko-KR" dirty="0"/>
                            <a:t> loss 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63,531,520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155,295,104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297,111,552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233,580,032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37490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3A47D1B9-78E3-CA0B-621F-064359D3C5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8824405"/>
                  </p:ext>
                </p:extLst>
              </p:nvPr>
            </p:nvGraphicFramePr>
            <p:xfrm>
              <a:off x="879212" y="3603455"/>
              <a:ext cx="10109645" cy="21179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21929">
                      <a:extLst>
                        <a:ext uri="{9D8B030D-6E8A-4147-A177-3AD203B41FA5}">
                          <a16:colId xmlns:a16="http://schemas.microsoft.com/office/drawing/2014/main" val="620892379"/>
                        </a:ext>
                      </a:extLst>
                    </a:gridCol>
                    <a:gridCol w="2021929">
                      <a:extLst>
                        <a:ext uri="{9D8B030D-6E8A-4147-A177-3AD203B41FA5}">
                          <a16:colId xmlns:a16="http://schemas.microsoft.com/office/drawing/2014/main" val="1963660088"/>
                        </a:ext>
                      </a:extLst>
                    </a:gridCol>
                    <a:gridCol w="2021929">
                      <a:extLst>
                        <a:ext uri="{9D8B030D-6E8A-4147-A177-3AD203B41FA5}">
                          <a16:colId xmlns:a16="http://schemas.microsoft.com/office/drawing/2014/main" val="1423528174"/>
                        </a:ext>
                      </a:extLst>
                    </a:gridCol>
                    <a:gridCol w="2021929">
                      <a:extLst>
                        <a:ext uri="{9D8B030D-6E8A-4147-A177-3AD203B41FA5}">
                          <a16:colId xmlns:a16="http://schemas.microsoft.com/office/drawing/2014/main" val="1511604834"/>
                        </a:ext>
                      </a:extLst>
                    </a:gridCol>
                    <a:gridCol w="2021929">
                      <a:extLst>
                        <a:ext uri="{9D8B030D-6E8A-4147-A177-3AD203B41FA5}">
                          <a16:colId xmlns:a16="http://schemas.microsoft.com/office/drawing/2014/main" val="2438606859"/>
                        </a:ext>
                      </a:extLst>
                    </a:gridCol>
                  </a:tblGrid>
                  <a:tr h="705994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min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906" t="-5172" r="-201208" b="-2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max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range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50670943"/>
                      </a:ext>
                    </a:extLst>
                  </a:tr>
                  <a:tr h="70599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Storage loss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3,662,976bit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5,497,056bit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7,332,864bit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3,669,888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6422976"/>
                      </a:ext>
                    </a:extLst>
                  </a:tr>
                  <a:tr h="705994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/>
                            <a:t>BitOPs</a:t>
                          </a:r>
                          <a:r>
                            <a:rPr lang="en-US" altLang="ko-KR" dirty="0"/>
                            <a:t> loss 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63,531,520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155,295,104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ko-KR" sz="18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297,111,552</a:t>
                          </a:r>
                          <a:endParaRPr lang="ko-KR" altLang="en-US" sz="18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233,580,032</a:t>
                          </a:r>
                          <a:endParaRPr lang="ko-KR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37490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2BB9CB-3BAB-A17E-1555-0ABB6C42F35D}"/>
                  </a:ext>
                </a:extLst>
              </p:cNvPr>
              <p:cNvSpPr txBox="1"/>
              <p:nvPr/>
            </p:nvSpPr>
            <p:spPr>
              <a:xfrm>
                <a:off x="4000010" y="1448250"/>
                <a:ext cx="3868048" cy="1570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00" dirty="0"/>
                  <a:t>S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sz="24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r>
                  <a:rPr lang="ko-KR" altLang="en-US" sz="2400" dirty="0"/>
                  <a:t> </a:t>
                </a:r>
                <a:endParaRPr lang="en-US" altLang="ko-KR" sz="2400" dirty="0"/>
              </a:p>
              <a:p>
                <a:endParaRPr lang="en-US" altLang="ko-KR" sz="2400" dirty="0"/>
              </a:p>
              <a:p>
                <a:r>
                  <a:rPr lang="en-US" altLang="ko-KR" sz="2400" dirty="0"/>
                  <a:t>B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sz="24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2BB9CB-3BAB-A17E-1555-0ABB6C42F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010" y="1448250"/>
                <a:ext cx="3868048" cy="1570558"/>
              </a:xfrm>
              <a:prstGeom prst="rect">
                <a:avLst/>
              </a:prstGeom>
              <a:blipFill>
                <a:blip r:embed="rId4"/>
                <a:stretch>
                  <a:fillRect l="-2362" t="-38132" b="-369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8375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A898E-D64F-8743-A908-F6B25D51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STORAGE LOSS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F23C12-B06E-2485-8EBC-94A269F9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65E333-CA0D-4CE0-13D9-CF097BB269AC}"/>
                  </a:ext>
                </a:extLst>
              </p:cNvPr>
              <p:cNvSpPr txBox="1"/>
              <p:nvPr/>
            </p:nvSpPr>
            <p:spPr>
              <a:xfrm>
                <a:off x="1261068" y="1894114"/>
                <a:ext cx="9445451" cy="9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S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정규화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(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 / 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65E333-CA0D-4CE0-13D9-CF097BB26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068" y="1894114"/>
                <a:ext cx="9445451" cy="991490"/>
              </a:xfrm>
              <a:prstGeom prst="rect">
                <a:avLst/>
              </a:prstGeom>
              <a:blipFill>
                <a:blip r:embed="rId2"/>
                <a:stretch>
                  <a:fillRect l="-581" t="-44444" b="-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016A0FA-7A09-3F34-6420-F47845DA5BB8}"/>
              </a:ext>
            </a:extLst>
          </p:cNvPr>
          <p:cNvSpPr txBox="1"/>
          <p:nvPr/>
        </p:nvSpPr>
        <p:spPr>
          <a:xfrm>
            <a:off x="1197458" y="1416771"/>
            <a:ext cx="335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기댓값</a:t>
            </a:r>
            <a:r>
              <a:rPr lang="ko-KR" altLang="en-US" dirty="0"/>
              <a:t> 형태로 정의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1CC17E-7422-27C3-D471-FFD7ED49FED6}"/>
              </a:ext>
            </a:extLst>
          </p:cNvPr>
          <p:cNvSpPr txBox="1"/>
          <p:nvPr/>
        </p:nvSpPr>
        <p:spPr>
          <a:xfrm>
            <a:off x="1261067" y="3240645"/>
            <a:ext cx="6070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GRADIENT(SOFTMAX </a:t>
            </a:r>
            <a:r>
              <a:rPr lang="ko-KR" altLang="en-US" dirty="0"/>
              <a:t>미분 대입</a:t>
            </a:r>
            <a:r>
              <a:rPr lang="en-US" altLang="ko-KR" dirty="0"/>
              <a:t>)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CBAB7D-DFAC-D4B6-102E-C3C30F105D65}"/>
                  </a:ext>
                </a:extLst>
              </p:cNvPr>
              <p:cNvSpPr txBox="1"/>
              <p:nvPr/>
            </p:nvSpPr>
            <p:spPr>
              <a:xfrm>
                <a:off x="1261068" y="3724240"/>
                <a:ext cx="11699558" cy="3086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𝜕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 </a:t>
                </a:r>
              </a:p>
              <a:p>
                <a:r>
                  <a:rPr lang="en-US" altLang="ko-KR" dirty="0"/>
                  <a:t>	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1" i="1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 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{</m:t>
                            </m:r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)}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	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ko-K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0"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a:rPr lang="en-US" altLang="ko-KR" sz="2400" b="1" i="0">
                            <a:latin typeface="Cambria Math" panose="02040503050406030204" pitchFamily="18" charset="0"/>
                          </a:rPr>
                          <m:t>𝐢</m:t>
                        </m:r>
                        <m:r>
                          <a:rPr lang="en-US" altLang="ko-KR" sz="2400" b="1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1" i="0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r>
                      <a:rPr lang="en-US" altLang="ko-KR" sz="2400" b="1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ko-KR" sz="2400" b="1" i="0">
                            <a:latin typeface="Cambria Math" panose="02040503050406030204" pitchFamily="18" charset="0"/>
                          </a:rPr>
                          <m:t>𝐬</m:t>
                        </m:r>
                      </m:e>
                      <m:sub>
                        <m:r>
                          <a:rPr lang="en-US" altLang="ko-KR" sz="2400" b="1" i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ko-KR" sz="2400" b="1" i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400" b="1" i="0">
                        <a:latin typeface="Cambria Math" panose="02040503050406030204" pitchFamily="18" charset="0"/>
                      </a:rPr>
                      <m:t>𝐣</m:t>
                    </m:r>
                    <m:r>
                      <a:rPr lang="en-US" altLang="ko-KR" sz="2400" b="1" i="0">
                        <a:latin typeface="Cambria Math" panose="02040503050406030204" pitchFamily="18" charset="0"/>
                      </a:rPr>
                      <m:t>) − </m:t>
                    </m:r>
                    <m:sSub>
                      <m:sSubPr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ko-KR" sz="2400" b="1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2400" b="1" i="0" smtClean="0">
                        <a:latin typeface="Cambria Math" panose="02040503050406030204" pitchFamily="18" charset="0"/>
                      </a:rPr>
                      <m:t>𝐬</m:t>
                    </m:r>
                    <m:r>
                      <a:rPr lang="en-US" altLang="ko-KR" sz="2400" b="1" i="0" smtClean="0">
                        <a:latin typeface="Cambria Math" panose="02040503050406030204" pitchFamily="18" charset="0"/>
                      </a:rPr>
                      <m:t>]} </m:t>
                    </m:r>
                  </m:oMath>
                </a14:m>
                <a:endParaRPr lang="en-US" altLang="ko-KR" dirty="0"/>
              </a:p>
              <a:p>
                <a:endParaRPr lang="en-US" altLang="ko-K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1" i="1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) &gt;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ko-KR" b="1" i="1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dirty="0"/>
                  <a:t> ( storage </a:t>
                </a:r>
                <a:r>
                  <a:rPr lang="ko-KR" altLang="en-US" dirty="0"/>
                  <a:t>비용이 평균보다 높으면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이면 해당 후보 </a:t>
                </a:r>
                <a:r>
                  <a:rPr lang="en-US" altLang="ko-KR" dirty="0"/>
                  <a:t>j </a:t>
                </a:r>
                <a:r>
                  <a:rPr lang="ko-KR" altLang="en-US" dirty="0"/>
                  <a:t>의 확률을 낮추는 방향으로 업데이트</a:t>
                </a:r>
                <a:endParaRPr lang="en-US" altLang="ko-KR" dirty="0"/>
              </a:p>
              <a:p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1" i="1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는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에 비례하므로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채널 수가 많은 깊은 층에서 </a:t>
                </a:r>
                <a:r>
                  <a:rPr lang="en-US" altLang="ko-KR" dirty="0"/>
                  <a:t>gradient</a:t>
                </a:r>
                <a:r>
                  <a:rPr lang="ko-KR" altLang="en-US" dirty="0"/>
                  <a:t>가 크다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즉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깊은 층의 </a:t>
                </a:r>
                <a:r>
                  <a:rPr lang="en-US" altLang="ko-KR" dirty="0"/>
                  <a:t>tau</a:t>
                </a:r>
                <a:r>
                  <a:rPr lang="ko-KR" altLang="en-US" dirty="0"/>
                  <a:t>를 </a:t>
                </a:r>
                <a:endParaRPr lang="en-US" altLang="ko-KR" dirty="0"/>
              </a:p>
              <a:p>
                <a:r>
                  <a:rPr lang="ko-KR" altLang="en-US" dirty="0"/>
                  <a:t>우선적으로 낮춤 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CBAB7D-DFAC-D4B6-102E-C3C30F105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068" y="3724240"/>
                <a:ext cx="11699558" cy="3086101"/>
              </a:xfrm>
              <a:prstGeom prst="rect">
                <a:avLst/>
              </a:prstGeom>
              <a:blipFill>
                <a:blip r:embed="rId3"/>
                <a:stretch>
                  <a:fillRect l="-469" t="-1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762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FB23D-91AC-C93F-9A21-164D55D53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3BFD5C-5650-C3AB-C730-9A687CDB1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BITOPS LOSS(H x W </a:t>
            </a:r>
            <a:r>
              <a:rPr lang="ko-KR" altLang="en-US" dirty="0"/>
              <a:t>가중 </a:t>
            </a:r>
            <a:r>
              <a:rPr lang="en-US" altLang="ko-KR" dirty="0"/>
              <a:t>LOG)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E9A677-7D75-D93D-FCBF-E72EF21FF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57C285-D48C-2F22-B2E9-FD6BDB1B047C}"/>
                  </a:ext>
                </a:extLst>
              </p:cNvPr>
              <p:cNvSpPr txBox="1"/>
              <p:nvPr/>
            </p:nvSpPr>
            <p:spPr>
              <a:xfrm>
                <a:off x="1261067" y="1900366"/>
                <a:ext cx="9445451" cy="404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B =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{ </m:t>
                            </m:r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nary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)) }</m:t>
                        </m:r>
                      </m:e>
                    </m:nary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57C285-D48C-2F22-B2E9-FD6BDB1B0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067" y="1900366"/>
                <a:ext cx="9445451" cy="404341"/>
              </a:xfrm>
              <a:prstGeom prst="rect">
                <a:avLst/>
              </a:prstGeom>
              <a:blipFill>
                <a:blip r:embed="rId3"/>
                <a:stretch>
                  <a:fillRect l="-581" t="-109091" b="-16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4BF56B9-3FF7-70F8-E771-D30A4C16B3EE}"/>
              </a:ext>
            </a:extLst>
          </p:cNvPr>
          <p:cNvSpPr txBox="1"/>
          <p:nvPr/>
        </p:nvSpPr>
        <p:spPr>
          <a:xfrm>
            <a:off x="1197458" y="1416771"/>
            <a:ext cx="4750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공간 해상도를 반영한 </a:t>
            </a:r>
            <a:r>
              <a:rPr lang="ko-KR" altLang="en-US" dirty="0" err="1"/>
              <a:t>연산량</a:t>
            </a:r>
            <a:r>
              <a:rPr lang="ko-KR" altLang="en-US" dirty="0"/>
              <a:t> 손실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5FB096-C804-E288-8BBA-A4E14B8064FC}"/>
                  </a:ext>
                </a:extLst>
              </p:cNvPr>
              <p:cNvSpPr txBox="1"/>
              <p:nvPr/>
            </p:nvSpPr>
            <p:spPr>
              <a:xfrm>
                <a:off x="1261067" y="2460475"/>
                <a:ext cx="9894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GRADIENT(Storage gradient</a:t>
                </a:r>
                <a:r>
                  <a:rPr lang="ko-KR" altLang="en-US" dirty="0"/>
                  <a:t>와 구조 동일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단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앞에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만 추가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5FB096-C804-E288-8BBA-A4E14B806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067" y="2460475"/>
                <a:ext cx="9894613" cy="369332"/>
              </a:xfrm>
              <a:prstGeom prst="rect">
                <a:avLst/>
              </a:prstGeom>
              <a:blipFill>
                <a:blip r:embed="rId4"/>
                <a:stretch>
                  <a:fillRect l="-431" t="-10000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5F4934-6D63-DC89-F0AD-3F0D401416BA}"/>
                  </a:ext>
                </a:extLst>
              </p:cNvPr>
              <p:cNvSpPr txBox="1"/>
              <p:nvPr/>
            </p:nvSpPr>
            <p:spPr>
              <a:xfrm>
                <a:off x="1261067" y="2985575"/>
                <a:ext cx="11699558" cy="1926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𝜕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𝜕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kj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 </a:t>
                </a:r>
              </a:p>
              <a:p>
                <a:r>
                  <a:rPr lang="en-US" altLang="ko-KR" dirty="0"/>
                  <a:t>	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altLang="ko-KR" sz="2400" b="1" i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ko-KR" sz="2400" b="1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ko-K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altLang="ko-KR" sz="24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ko-KR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altLang="ko-K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0"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a:rPr lang="en-US" altLang="ko-KR" sz="2400" b="1" i="0">
                            <a:latin typeface="Cambria Math" panose="02040503050406030204" pitchFamily="18" charset="0"/>
                          </a:rPr>
                          <m:t>𝐢</m:t>
                        </m:r>
                        <m:r>
                          <a:rPr lang="en-US" altLang="ko-KR" sz="2400" b="1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1" i="0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r>
                      <a:rPr lang="en-US" altLang="ko-KR" sz="2400" b="1" i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{ 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𝐥𝐨𝐠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b>
                        <m:r>
                          <a:rPr lang="en-US" altLang="ko-KR" sz="2400" b="1" i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ko-KR" sz="2400" b="1" i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400" b="1" i="0">
                        <a:latin typeface="Cambria Math" panose="02040503050406030204" pitchFamily="18" charset="0"/>
                      </a:rPr>
                      <m:t>𝐣</m:t>
                    </m:r>
                    <m:r>
                      <a:rPr lang="en-US" altLang="ko-KR" sz="2400" b="1" i="0">
                        <a:latin typeface="Cambria Math" panose="02040503050406030204" pitchFamily="18" charset="0"/>
                      </a:rPr>
                      <m:t>) − </m:t>
                    </m:r>
                    <m:sSub>
                      <m:sSubPr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ko-KR" sz="2400" b="1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2400" b="1" i="0" smtClean="0">
                        <a:latin typeface="Cambria Math" panose="02040503050406030204" pitchFamily="18" charset="0"/>
                      </a:rPr>
                      <m:t>𝐥𝐨𝐠</m:t>
                    </m:r>
                    <m:r>
                      <a:rPr lang="en-US" altLang="ko-KR" sz="2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1" i="0" smtClean="0">
                        <a:latin typeface="Cambria Math" panose="02040503050406030204" pitchFamily="18" charset="0"/>
                      </a:rPr>
                      <m:t>𝐛</m:t>
                    </m:r>
                    <m:r>
                      <a:rPr lang="en-US" altLang="ko-KR" sz="2400" b="1" i="0" smtClean="0">
                        <a:latin typeface="Cambria Math" panose="02040503050406030204" pitchFamily="18" charset="0"/>
                      </a:rPr>
                      <m:t>] } </m:t>
                    </m:r>
                  </m:oMath>
                </a14:m>
                <a:endParaRPr lang="en-US" altLang="ko-KR" sz="2400" b="1" dirty="0"/>
              </a:p>
              <a:p>
                <a:r>
                  <a:rPr lang="en-US" altLang="ko-KR" dirty="0"/>
                  <a:t>	</a:t>
                </a:r>
              </a:p>
              <a:p>
                <a:endParaRPr lang="en-US" altLang="ko-KR" b="0" dirty="0"/>
              </a:p>
              <a:p>
                <a:r>
                  <a:rPr lang="en-US" altLang="ko-KR" dirty="0"/>
                  <a:t>H x W</a:t>
                </a:r>
                <a:r>
                  <a:rPr lang="ko-KR" altLang="en-US" dirty="0"/>
                  <a:t>가 큰 얕은 층에서 </a:t>
                </a:r>
                <a:r>
                  <a:rPr lang="en-US" altLang="ko-KR" dirty="0"/>
                  <a:t>gradient</a:t>
                </a:r>
                <a:r>
                  <a:rPr lang="ko-KR" altLang="en-US" dirty="0"/>
                  <a:t>가 크다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즉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얕은 층의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dirty="0"/>
                  <a:t>를 우선적으로 낮춤</a:t>
                </a:r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5F4934-6D63-DC89-F0AD-3F0D40141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067" y="2985575"/>
                <a:ext cx="11699558" cy="1926681"/>
              </a:xfrm>
              <a:prstGeom prst="rect">
                <a:avLst/>
              </a:prstGeom>
              <a:blipFill>
                <a:blip r:embed="rId5"/>
                <a:stretch>
                  <a:fillRect l="-469" t="-218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E94B66-3ED4-86D8-B555-209524FCC24D}"/>
                  </a:ext>
                </a:extLst>
              </p:cNvPr>
              <p:cNvSpPr txBox="1"/>
              <p:nvPr/>
            </p:nvSpPr>
            <p:spPr>
              <a:xfrm>
                <a:off x="8487519" y="347464"/>
                <a:ext cx="3168681" cy="681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기존 </a:t>
                </a:r>
                <a:r>
                  <a:rPr lang="en-US" altLang="ko-KR" dirty="0"/>
                  <a:t>:</a:t>
                </a:r>
              </a:p>
              <a:p>
                <a:r>
                  <a:rPr lang="en-US" altLang="ko-KR" dirty="0"/>
                  <a:t>B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r>
                  <a:rPr lang="ko-KR" altLang="en-US" dirty="0"/>
                  <a:t> </a:t>
                </a:r>
                <a:endParaRPr lang="en-US" altLang="ko-KR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BE94B66-3ED4-86D8-B555-209524FCC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7519" y="347464"/>
                <a:ext cx="3168681" cy="681340"/>
              </a:xfrm>
              <a:prstGeom prst="rect">
                <a:avLst/>
              </a:prstGeom>
              <a:blipFill>
                <a:blip r:embed="rId6"/>
                <a:stretch>
                  <a:fillRect l="-1538" t="-24107" b="-955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5741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55598-EE2F-6F18-B951-7D00E54DA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6D84D-8E34-1DDD-A61C-60A3C6B6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왜 </a:t>
            </a:r>
            <a:r>
              <a:rPr lang="en-US" altLang="ko-KR" dirty="0"/>
              <a:t>LOG</a:t>
            </a:r>
            <a:r>
              <a:rPr lang="ko-KR" altLang="en-US" dirty="0"/>
              <a:t>를 쓰는가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4AEE11-183C-636C-25C2-1BA0DBC0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956737-E1A3-E3AE-4425-88B4654746F0}"/>
                  </a:ext>
                </a:extLst>
              </p:cNvPr>
              <p:cNvSpPr txBox="1"/>
              <p:nvPr/>
            </p:nvSpPr>
            <p:spPr>
              <a:xfrm>
                <a:off x="1261067" y="1900366"/>
                <a:ext cx="9445451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i="1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(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×9 +1)) + 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m:rPr>
                        <m:sty m:val="p"/>
                      </m:rP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altLang="ko-KR" sz="24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0956737-E1A3-E3AE-4425-88B465474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067" y="1900366"/>
                <a:ext cx="9445451" cy="477888"/>
              </a:xfrm>
              <a:prstGeom prst="rect">
                <a:avLst/>
              </a:prstGeom>
              <a:blipFill>
                <a:blip r:embed="rId3"/>
                <a:stretch>
                  <a:fillRect l="-581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7B402A-AF8C-582B-3E38-5EB6816F43C6}"/>
                  </a:ext>
                </a:extLst>
              </p:cNvPr>
              <p:cNvSpPr txBox="1"/>
              <p:nvPr/>
            </p:nvSpPr>
            <p:spPr>
              <a:xfrm>
                <a:off x="1261067" y="2985575"/>
                <a:ext cx="11699558" cy="1049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>
                            <a:latin typeface="Cambria Math" panose="02040503050406030204" pitchFamily="18" charset="0"/>
                          </a:rPr>
                          <m:t>{ </m:t>
                        </m:r>
                        <m:r>
                          <a:rPr lang="en-US" altLang="ko-KR" sz="2400" b="1">
                            <a:latin typeface="Cambria Math" panose="02040503050406030204" pitchFamily="18" charset="0"/>
                          </a:rPr>
                          <m:t>𝐥𝐨𝐠</m:t>
                        </m:r>
                        <m:r>
                          <a:rPr lang="en-US" altLang="ko-KR" sz="2400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b="1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b>
                        <m:r>
                          <a:rPr lang="en-US" altLang="ko-KR" sz="2400" b="1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ko-KR" sz="2400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400" b="1">
                        <a:latin typeface="Cambria Math" panose="02040503050406030204" pitchFamily="18" charset="0"/>
                      </a:rPr>
                      <m:t>𝐣</m:t>
                    </m:r>
                    <m:r>
                      <a:rPr lang="en-US" altLang="ko-KR" sz="2400" b="1">
                        <a:latin typeface="Cambria Math" panose="02040503050406030204" pitchFamily="18" charset="0"/>
                      </a:rPr>
                      <m:t>) − </m:t>
                    </m:r>
                    <m:sSub>
                      <m:sSubPr>
                        <m:ctrlPr>
                          <a:rPr lang="en-US" altLang="ko-KR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altLang="ko-KR" sz="2400" b="1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ko-KR" sz="2400" b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2400" b="1">
                        <a:latin typeface="Cambria Math" panose="02040503050406030204" pitchFamily="18" charset="0"/>
                      </a:rPr>
                      <m:t>𝐥𝐨𝐠</m:t>
                    </m:r>
                    <m:r>
                      <a:rPr lang="en-US" altLang="ko-KR" sz="2400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1">
                        <a:latin typeface="Cambria Math" panose="02040503050406030204" pitchFamily="18" charset="0"/>
                      </a:rPr>
                      <m:t>𝐛</m:t>
                    </m:r>
                    <m:r>
                      <a:rPr lang="en-US" altLang="ko-KR" sz="2400" b="1">
                        <a:latin typeface="Cambria Math" panose="02040503050406030204" pitchFamily="18" charset="0"/>
                      </a:rPr>
                      <m:t>] }</m:t>
                    </m:r>
                    <m:r>
                      <a:rPr lang="en-US" altLang="ko-KR" sz="24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1" i="1" smtClean="0">
                        <a:latin typeface="Cambria Math" panose="02040503050406030204" pitchFamily="18" charset="0"/>
                      </a:rPr>
                      <m:t> = (</m:t>
                    </m:r>
                    <m:sSub>
                      <m:sSubPr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b="1" i="1" smtClean="0"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  <m:sub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ko-KR" sz="2400" b="1" i="1" smtClean="0"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ko-KR" sz="24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ko-KR" altLang="en-US" sz="2400" b="1" i="1" smtClean="0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sz="2400" b="1" i="1" smtClean="0">
                        <a:latin typeface="Cambria Math" panose="02040503050406030204" pitchFamily="18" charset="0"/>
                      </a:rPr>
                      <m:t>] ) </m:t>
                    </m:r>
                    <m:r>
                      <a:rPr lang="en-US" altLang="ko-K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m:rPr>
                        <m:sty m:val="p"/>
                      </m:rPr>
                      <a:rPr lang="en-US" altLang="ko-K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ko-KR" sz="2400" dirty="0"/>
                  <a:t>	</a:t>
                </a:r>
              </a:p>
              <a:p>
                <a:endParaRPr lang="en-US" altLang="ko-KR" b="0" dirty="0"/>
              </a:p>
              <a:p>
                <a:r>
                  <a:rPr lang="en-US" altLang="ko-KR" dirty="0"/>
                  <a:t>log </a:t>
                </a:r>
                <a:r>
                  <a:rPr lang="ko-KR" altLang="en-US" dirty="0"/>
                  <a:t>덕분에 </a:t>
                </a:r>
                <a:r>
                  <a:rPr lang="en-US" altLang="ko-KR" dirty="0"/>
                  <a:t>gradient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τ</a:t>
                </a:r>
                <a:r>
                  <a:rPr lang="ko-KR" altLang="en-US" dirty="0"/>
                  <a:t>에 대해 선형으로 변함</a:t>
                </a:r>
                <a:r>
                  <a:rPr lang="en-US" altLang="ko-KR" dirty="0"/>
                  <a:t>. log </a:t>
                </a:r>
                <a:r>
                  <a:rPr lang="ko-KR" altLang="en-US" dirty="0"/>
                  <a:t>없으면 </a:t>
                </a:r>
                <a:r>
                  <a:rPr lang="en-US" altLang="ko-KR" dirty="0"/>
                  <a:t>2</a:t>
                </a:r>
                <a:r>
                  <a:rPr lang="en-US" altLang="ko-KR" baseline="30000" dirty="0"/>
                  <a:t>τ</a:t>
                </a:r>
                <a:r>
                  <a:rPr lang="en-US" altLang="ko-KR" baseline="-25000" dirty="0"/>
                  <a:t>j</a:t>
                </a:r>
                <a:r>
                  <a:rPr lang="ko-KR" altLang="en-US" dirty="0"/>
                  <a:t>로 지수 폭발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7B402A-AF8C-582B-3E38-5EB6816F4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067" y="2985575"/>
                <a:ext cx="11699558" cy="1049903"/>
              </a:xfrm>
              <a:prstGeom prst="rect">
                <a:avLst/>
              </a:prstGeom>
              <a:blipFill>
                <a:blip r:embed="rId4"/>
                <a:stretch>
                  <a:fillRect l="-469" b="-87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7648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D67AE-883C-1D0B-04F1-CDD081670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2BF69A-909C-2214-2550-BB5A301E9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H x W </a:t>
            </a:r>
            <a:r>
              <a:rPr lang="ko-KR" altLang="en-US" dirty="0"/>
              <a:t>가중치가 없는 </a:t>
            </a:r>
            <a:r>
              <a:rPr lang="en-US" altLang="ko-KR" dirty="0"/>
              <a:t>Loss</a:t>
            </a:r>
            <a:r>
              <a:rPr lang="ko-KR" altLang="en-US" dirty="0"/>
              <a:t>과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F51F43-FD94-5CC3-BADC-0BAA91F4E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FF751E-5422-0EA3-27CD-10F5601CF366}"/>
                  </a:ext>
                </a:extLst>
              </p:cNvPr>
              <p:cNvSpPr txBox="1"/>
              <p:nvPr/>
            </p:nvSpPr>
            <p:spPr>
              <a:xfrm>
                <a:off x="1021080" y="2133600"/>
                <a:ext cx="4114800" cy="206633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H x W</a:t>
                </a:r>
                <a:r>
                  <a:rPr lang="ko-KR" altLang="en-US" dirty="0"/>
                  <a:t>가 없음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9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  <m:sup/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ko-KR" dirty="0"/>
                  <a:t> </a:t>
                </a:r>
              </a:p>
              <a:p>
                <a:endParaRPr lang="en-US" altLang="ko-KR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ko-KR" dirty="0"/>
                  <a:t>gradient</a:t>
                </a:r>
                <a:r>
                  <a:rPr lang="ko-KR" altLang="en-US" dirty="0"/>
                  <a:t>를 구할 때</a:t>
                </a:r>
                <a:r>
                  <a:rPr lang="en-US" altLang="ko-KR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𝐥𝐨𝐠</m:t>
                        </m:r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  <m:sub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ko-KR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>
                        <a:latin typeface="Cambria Math" panose="02040503050406030204" pitchFamily="18" charset="0"/>
                      </a:rPr>
                      <m:t>𝐣</m:t>
                    </m:r>
                    <m:r>
                      <a:rPr lang="en-US" altLang="ko-KR" b="1">
                        <a:latin typeface="Cambria Math" panose="02040503050406030204" pitchFamily="18" charset="0"/>
                      </a:rPr>
                      <m:t>) − 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𝐄</m:t>
                        </m:r>
                      </m:e>
                      <m:sub>
                        <m:r>
                          <a:rPr lang="en-US" altLang="ko-KR" b="1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 altLang="ko-KR" b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b="1">
                        <a:latin typeface="Cambria Math" panose="02040503050406030204" pitchFamily="18" charset="0"/>
                      </a:rPr>
                      <m:t>𝐥𝐨𝐠</m:t>
                    </m:r>
                    <m:r>
                      <a:rPr lang="en-US" altLang="ko-KR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>
                        <a:latin typeface="Cambria Math" panose="02040503050406030204" pitchFamily="18" charset="0"/>
                      </a:rPr>
                      <m:t>𝐛</m:t>
                    </m:r>
                    <m:r>
                      <a:rPr lang="en-US" altLang="ko-KR" b="1">
                        <a:latin typeface="Cambria Math" panose="02040503050406030204" pitchFamily="18" charset="0"/>
                      </a:rPr>
                      <m:t>] }</m:t>
                    </m:r>
                  </m:oMath>
                </a14:m>
                <a:r>
                  <a:rPr lang="ko-KR" altLang="en-US" dirty="0"/>
                  <a:t>에서</a:t>
                </a:r>
                <a:r>
                  <a:rPr lang="en-US" altLang="ko-KR" dirty="0"/>
                  <a:t> log(H x W)</a:t>
                </a:r>
                <a:r>
                  <a:rPr lang="ko-KR" altLang="en-US" dirty="0"/>
                  <a:t>항이 상쇄됨</a:t>
                </a:r>
                <a:endParaRPr lang="en-US" altLang="ko-KR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ko-KR" altLang="en-US" dirty="0"/>
                  <a:t>레이어 깊이 구분 불가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EFF751E-5422-0EA3-27CD-10F5601CF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080" y="2133600"/>
                <a:ext cx="4114800" cy="2066335"/>
              </a:xfrm>
              <a:prstGeom prst="rect">
                <a:avLst/>
              </a:prstGeom>
              <a:blipFill>
                <a:blip r:embed="rId3"/>
                <a:stretch>
                  <a:fillRect l="-886" t="-7625" b="-322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CBDCCB-FE74-CF63-2D72-1A6ABC75C052}"/>
                  </a:ext>
                </a:extLst>
              </p:cNvPr>
              <p:cNvSpPr txBox="1"/>
              <p:nvPr/>
            </p:nvSpPr>
            <p:spPr>
              <a:xfrm>
                <a:off x="1021080" y="1020714"/>
                <a:ext cx="9445451" cy="477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i="1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m:rPr>
                        <m:sty m:val="p"/>
                      </m:rP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(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×9 +1)) + 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r>
                      <m:rPr>
                        <m:sty m:val="p"/>
                      </m:rP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ln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altLang="ko-KR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CBDCCB-FE74-CF63-2D72-1A6ABC75C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080" y="1020714"/>
                <a:ext cx="9445451" cy="477888"/>
              </a:xfrm>
              <a:prstGeom prst="rect">
                <a:avLst/>
              </a:prstGeom>
              <a:blipFill>
                <a:blip r:embed="rId4"/>
                <a:stretch>
                  <a:fillRect l="-581" b="-139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E4F4B4-D26E-DE2D-A346-DCF20787770E}"/>
                  </a:ext>
                </a:extLst>
              </p:cNvPr>
              <p:cNvSpPr txBox="1"/>
              <p:nvPr/>
            </p:nvSpPr>
            <p:spPr>
              <a:xfrm>
                <a:off x="5859780" y="2133600"/>
                <a:ext cx="4114800" cy="1512337"/>
              </a:xfrm>
              <a:prstGeom prst="rect">
                <a:avLst/>
              </a:prstGeom>
              <a:noFill/>
              <a:ln>
                <a:solidFill>
                  <a:srgbClr val="0066C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H x W</a:t>
                </a:r>
                <a:r>
                  <a:rPr lang="ko-KR" altLang="en-US" dirty="0"/>
                  <a:t> 곱함</a:t>
                </a:r>
                <a:endParaRPr lang="en-US" altLang="ko-KR" dirty="0"/>
              </a:p>
              <a:p>
                <a:r>
                  <a:rPr lang="en-US" altLang="ko-KR" dirty="0"/>
                  <a:t>B =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{ </m:t>
                            </m:r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nary>
                    <m:r>
                      <a:rPr lang="en-US" altLang="ko-KR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)) }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ko-KR" altLang="en-US" dirty="0"/>
                  <a:t>공간 해상도가 살아남음</a:t>
                </a:r>
                <a:endParaRPr lang="en-US" altLang="ko-KR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ko-KR" altLang="en-US" dirty="0"/>
                  <a:t>얕은 층 </a:t>
                </a:r>
                <a:r>
                  <a:rPr lang="en-US" altLang="ko-KR" dirty="0"/>
                  <a:t>vs </a:t>
                </a:r>
                <a:r>
                  <a:rPr lang="ko-KR" altLang="en-US" dirty="0"/>
                  <a:t>깊은 층 구분 가능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E4F4B4-D26E-DE2D-A346-DCF207877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780" y="2133600"/>
                <a:ext cx="4114800" cy="1512337"/>
              </a:xfrm>
              <a:prstGeom prst="rect">
                <a:avLst/>
              </a:prstGeom>
              <a:blipFill>
                <a:blip r:embed="rId5"/>
                <a:stretch>
                  <a:fillRect l="-1034" t="-10400" b="-5200"/>
                </a:stretch>
              </a:blipFill>
              <a:ln>
                <a:solidFill>
                  <a:srgbClr val="0066CC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32D478-B2A1-F7FB-387B-38325527B437}"/>
                  </a:ext>
                </a:extLst>
              </p:cNvPr>
              <p:cNvSpPr txBox="1"/>
              <p:nvPr/>
            </p:nvSpPr>
            <p:spPr>
              <a:xfrm>
                <a:off x="1021080" y="4842308"/>
                <a:ext cx="8961120" cy="378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정규화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= (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) / 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32D478-B2A1-F7FB-387B-38325527B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080" y="4842308"/>
                <a:ext cx="8961120" cy="378630"/>
              </a:xfrm>
              <a:prstGeom prst="rect">
                <a:avLst/>
              </a:prstGeom>
              <a:blipFill>
                <a:blip r:embed="rId6"/>
                <a:stretch>
                  <a:fillRect l="-612" t="-6452" b="-258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8050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3E627-7736-1E4A-5989-31D6F9AFD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Total Loss &amp; alpha </a:t>
            </a:r>
            <a:r>
              <a:rPr lang="ko-KR" altLang="en-US" dirty="0"/>
              <a:t>역할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EA8C4F-0C63-EFF3-BD79-997120BB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1A426D-21C5-0262-654B-655C0F85F75B}"/>
                  </a:ext>
                </a:extLst>
              </p:cNvPr>
              <p:cNvSpPr txBox="1"/>
              <p:nvPr/>
            </p:nvSpPr>
            <p:spPr>
              <a:xfrm>
                <a:off x="899160" y="1432560"/>
                <a:ext cx="9532620" cy="37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acc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[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cost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+  (1−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cost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 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61A426D-21C5-0262-654B-655C0F85F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60" y="1432560"/>
                <a:ext cx="9532620" cy="378950"/>
              </a:xfrm>
              <a:prstGeom prst="rect">
                <a:avLst/>
              </a:prstGeom>
              <a:blipFill>
                <a:blip r:embed="rId2"/>
                <a:stretch>
                  <a:fillRect b="-177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917CBFD-5ACE-9AFB-8FBA-4EF831E17475}"/>
                  </a:ext>
                </a:extLst>
              </p:cNvPr>
              <p:cNvSpPr txBox="1"/>
              <p:nvPr/>
            </p:nvSpPr>
            <p:spPr>
              <a:xfrm>
                <a:off x="487680" y="2552700"/>
                <a:ext cx="3444240" cy="14773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cost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(Storage</a:t>
                </a:r>
                <a:r>
                  <a:rPr lang="ko-KR" altLang="en-US" dirty="0"/>
                  <a:t>만</a:t>
                </a:r>
                <a:r>
                  <a:rPr lang="en-US" altLang="ko-KR" dirty="0"/>
                  <a:t>)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깊은 층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채널 수 큰 레이어 우선 압축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917CBFD-5ACE-9AFB-8FBA-4EF831E17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" y="2552700"/>
                <a:ext cx="3444240" cy="1477328"/>
              </a:xfrm>
              <a:prstGeom prst="rect">
                <a:avLst/>
              </a:prstGeom>
              <a:blipFill>
                <a:blip r:embed="rId3"/>
                <a:stretch>
                  <a:fillRect l="-1235" t="-2049" b="-5328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71D4F7-DA29-BB73-BFBB-46FB9BF7CF05}"/>
                  </a:ext>
                </a:extLst>
              </p:cNvPr>
              <p:cNvSpPr txBox="1"/>
              <p:nvPr/>
            </p:nvSpPr>
            <p:spPr>
              <a:xfrm>
                <a:off x="4373880" y="2552700"/>
                <a:ext cx="3444240" cy="1477328"/>
              </a:xfrm>
              <a:prstGeom prst="rect">
                <a:avLst/>
              </a:prstGeom>
              <a:noFill/>
              <a:ln>
                <a:solidFill>
                  <a:srgbClr val="0066C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cost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BitOPs</a:t>
                </a:r>
                <a:r>
                  <a:rPr lang="ko-KR" altLang="en-US" dirty="0"/>
                  <a:t>만</a:t>
                </a:r>
                <a:r>
                  <a:rPr lang="en-US" altLang="ko-KR" dirty="0"/>
                  <a:t>)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얕은 층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H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x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W</a:t>
                </a:r>
                <a:r>
                  <a:rPr lang="ko-KR" altLang="en-US" dirty="0"/>
                  <a:t> 큰 레이어 우선 압축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71D4F7-DA29-BB73-BFBB-46FB9BF7C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880" y="2552700"/>
                <a:ext cx="3444240" cy="1477328"/>
              </a:xfrm>
              <a:prstGeom prst="rect">
                <a:avLst/>
              </a:prstGeom>
              <a:blipFill>
                <a:blip r:embed="rId4"/>
                <a:stretch>
                  <a:fillRect l="-1411" t="-2049" b="-5738"/>
                </a:stretch>
              </a:blipFill>
              <a:ln>
                <a:solidFill>
                  <a:srgbClr val="0066CC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FBFE97-C2E8-20EB-BA64-18C047288A02}"/>
                  </a:ext>
                </a:extLst>
              </p:cNvPr>
              <p:cNvSpPr txBox="1"/>
              <p:nvPr/>
            </p:nvSpPr>
            <p:spPr>
              <a:xfrm>
                <a:off x="8260080" y="2552700"/>
                <a:ext cx="3444240" cy="1477328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0&lt;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cost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ko-KR" dirty="0"/>
                  <a:t> 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균형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두 압축 목표를 동시에 고려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FBFE97-C2E8-20EB-BA64-18C047288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080" y="2552700"/>
                <a:ext cx="3444240" cy="1477328"/>
              </a:xfrm>
              <a:prstGeom prst="rect">
                <a:avLst/>
              </a:prstGeom>
              <a:blipFill>
                <a:blip r:embed="rId5"/>
                <a:stretch>
                  <a:fillRect l="-1235" t="-410" b="-5328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9396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510330-FA8D-6283-C9B9-548DD0861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Compare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5462FB-89AA-7DAC-CB38-0129CAD4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BDCC456B-2346-DBCD-74EA-176B9BC39F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1916191"/>
                  </p:ext>
                </p:extLst>
              </p:nvPr>
            </p:nvGraphicFramePr>
            <p:xfrm>
              <a:off x="416782" y="1469796"/>
              <a:ext cx="11080805" cy="42803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16161">
                      <a:extLst>
                        <a:ext uri="{9D8B030D-6E8A-4147-A177-3AD203B41FA5}">
                          <a16:colId xmlns:a16="http://schemas.microsoft.com/office/drawing/2014/main" val="4222524340"/>
                        </a:ext>
                      </a:extLst>
                    </a:gridCol>
                    <a:gridCol w="2216161">
                      <a:extLst>
                        <a:ext uri="{9D8B030D-6E8A-4147-A177-3AD203B41FA5}">
                          <a16:colId xmlns:a16="http://schemas.microsoft.com/office/drawing/2014/main" val="3138925545"/>
                        </a:ext>
                      </a:extLst>
                    </a:gridCol>
                    <a:gridCol w="2216161">
                      <a:extLst>
                        <a:ext uri="{9D8B030D-6E8A-4147-A177-3AD203B41FA5}">
                          <a16:colId xmlns:a16="http://schemas.microsoft.com/office/drawing/2014/main" val="1614078390"/>
                        </a:ext>
                      </a:extLst>
                    </a:gridCol>
                    <a:gridCol w="2216161">
                      <a:extLst>
                        <a:ext uri="{9D8B030D-6E8A-4147-A177-3AD203B41FA5}">
                          <a16:colId xmlns:a16="http://schemas.microsoft.com/office/drawing/2014/main" val="4233883119"/>
                        </a:ext>
                      </a:extLst>
                    </a:gridCol>
                    <a:gridCol w="2216161">
                      <a:extLst>
                        <a:ext uri="{9D8B030D-6E8A-4147-A177-3AD203B41FA5}">
                          <a16:colId xmlns:a16="http://schemas.microsoft.com/office/drawing/2014/main" val="1246887973"/>
                        </a:ext>
                      </a:extLst>
                    </a:gridCol>
                  </a:tblGrid>
                  <a:tr h="7755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 width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Accuracy(Top-1)</a:t>
                          </a:r>
                        </a:p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CIFAR-10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Bit-operation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18008452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BNN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92.86%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1.31MB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3671000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=5)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0.56W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91.93%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0.73MB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 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9963711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0.48W /1A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sng" dirty="0"/>
                            <a:t>91.83%</a:t>
                          </a:r>
                          <a:endParaRPr lang="ko-KR" altLang="en-US" u="sng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1" dirty="0">
                              <a:solidFill>
                                <a:schemeClr val="tx1"/>
                              </a:solidFill>
                            </a:rPr>
                            <a:t>0.63MB</a:t>
                          </a:r>
                          <a:endParaRPr lang="ko-KR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/>
                            <a:t>0.148G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80339013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8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ko-KR" altLang="en-US" b="1" dirty="0"/>
                            <a:t> </a:t>
                          </a:r>
                        </a:p>
                        <a:p>
                          <a:pPr latinLnBrk="1"/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0.51W /1A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sng" dirty="0"/>
                            <a:t>91.67%</a:t>
                          </a:r>
                          <a:endParaRPr lang="ko-KR" altLang="en-US" u="sng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0.67MB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i="0" dirty="0"/>
                            <a:t>0.087G</a:t>
                          </a:r>
                          <a:endParaRPr lang="ko-KR" altLang="en-US" b="1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8648334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SNN(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=4)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0.44W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91.77%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0.58MB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775543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BDCC456B-2346-DBCD-74EA-176B9BC39F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1916191"/>
                  </p:ext>
                </p:extLst>
              </p:nvPr>
            </p:nvGraphicFramePr>
            <p:xfrm>
              <a:off x="416782" y="1469796"/>
              <a:ext cx="11080805" cy="42803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16161">
                      <a:extLst>
                        <a:ext uri="{9D8B030D-6E8A-4147-A177-3AD203B41FA5}">
                          <a16:colId xmlns:a16="http://schemas.microsoft.com/office/drawing/2014/main" val="4222524340"/>
                        </a:ext>
                      </a:extLst>
                    </a:gridCol>
                    <a:gridCol w="2216161">
                      <a:extLst>
                        <a:ext uri="{9D8B030D-6E8A-4147-A177-3AD203B41FA5}">
                          <a16:colId xmlns:a16="http://schemas.microsoft.com/office/drawing/2014/main" val="3138925545"/>
                        </a:ext>
                      </a:extLst>
                    </a:gridCol>
                    <a:gridCol w="2216161">
                      <a:extLst>
                        <a:ext uri="{9D8B030D-6E8A-4147-A177-3AD203B41FA5}">
                          <a16:colId xmlns:a16="http://schemas.microsoft.com/office/drawing/2014/main" val="1614078390"/>
                        </a:ext>
                      </a:extLst>
                    </a:gridCol>
                    <a:gridCol w="2216161">
                      <a:extLst>
                        <a:ext uri="{9D8B030D-6E8A-4147-A177-3AD203B41FA5}">
                          <a16:colId xmlns:a16="http://schemas.microsoft.com/office/drawing/2014/main" val="4233883119"/>
                        </a:ext>
                      </a:extLst>
                    </a:gridCol>
                    <a:gridCol w="2216161">
                      <a:extLst>
                        <a:ext uri="{9D8B030D-6E8A-4147-A177-3AD203B41FA5}">
                          <a16:colId xmlns:a16="http://schemas.microsoft.com/office/drawing/2014/main" val="1246887973"/>
                        </a:ext>
                      </a:extLst>
                    </a:gridCol>
                  </a:tblGrid>
                  <a:tr h="77555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 width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Accuracy(Top-1)</a:t>
                          </a:r>
                        </a:p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CIFAR-10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Bit-operation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18008452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/>
                            <a:t>BNN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92.86%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1.31MB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3671000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215652" r="-400275" b="-3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0.56W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91.93%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0.73MB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 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9963711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315652" r="-400275" b="-2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0.48W /1A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sng" dirty="0"/>
                            <a:t>91.83%</a:t>
                          </a:r>
                          <a:endParaRPr lang="ko-KR" altLang="en-US" u="sng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1" dirty="0">
                              <a:solidFill>
                                <a:schemeClr val="tx1"/>
                              </a:solidFill>
                            </a:rPr>
                            <a:t>0.63MB</a:t>
                          </a:r>
                          <a:endParaRPr lang="ko-KR" alt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/>
                            <a:t>0.148G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80339013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415652" r="-400275" b="-1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0.51W /1A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u="sng" dirty="0"/>
                            <a:t>91.67%</a:t>
                          </a:r>
                          <a:endParaRPr lang="ko-KR" altLang="en-US" u="sng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0.67MB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i="0" dirty="0"/>
                            <a:t>0.087G</a:t>
                          </a:r>
                          <a:endParaRPr lang="ko-KR" altLang="en-US" b="1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8648334"/>
                      </a:ext>
                    </a:extLst>
                  </a:tr>
                  <a:tr h="70096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5" t="-515652" r="-400275" b="-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0.44W / 1A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91.77%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0.58MB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r>
                            <a:rPr lang="en-US" altLang="ko-KR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775543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6295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20436</TotalTime>
  <Words>877</Words>
  <Application>Microsoft Office PowerPoint</Application>
  <PresentationFormat>와이드스크린</PresentationFormat>
  <Paragraphs>241</Paragraphs>
  <Slides>12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Cambria Math</vt:lpstr>
      <vt:lpstr>Office 테마</vt:lpstr>
      <vt:lpstr>Loss Function </vt:lpstr>
      <vt:lpstr>Goal</vt:lpstr>
      <vt:lpstr>baseline</vt:lpstr>
      <vt:lpstr>Remind Parameter</vt:lpstr>
      <vt:lpstr>Variable</vt:lpstr>
      <vt:lpstr>Problem of range</vt:lpstr>
      <vt:lpstr>STORAGE LOSS</vt:lpstr>
      <vt:lpstr>BITOPS LOSS(H x W 가중 LOG)</vt:lpstr>
      <vt:lpstr>왜 LOG를 쓰는가?</vt:lpstr>
      <vt:lpstr>H x W 가중치가 없는 Loss과 비교</vt:lpstr>
      <vt:lpstr>Total Loss &amp; alpha 역할</vt:lpstr>
      <vt:lpstr>Compare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1359</cp:revision>
  <dcterms:created xsi:type="dcterms:W3CDTF">2023-03-06T16:32:37Z</dcterms:created>
  <dcterms:modified xsi:type="dcterms:W3CDTF">2026-04-08T06:39:58Z</dcterms:modified>
</cp:coreProperties>
</file>