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7"/>
  </p:notesMasterIdLst>
  <p:sldIdLst>
    <p:sldId id="256" r:id="rId2"/>
    <p:sldId id="283" r:id="rId3"/>
    <p:sldId id="284" r:id="rId4"/>
    <p:sldId id="268" r:id="rId5"/>
    <p:sldId id="273" r:id="rId6"/>
    <p:sldId id="272" r:id="rId7"/>
    <p:sldId id="288" r:id="rId8"/>
    <p:sldId id="292" r:id="rId9"/>
    <p:sldId id="293" r:id="rId10"/>
    <p:sldId id="294" r:id="rId11"/>
    <p:sldId id="297" r:id="rId12"/>
    <p:sldId id="301" r:id="rId13"/>
    <p:sldId id="298" r:id="rId14"/>
    <p:sldId id="299" r:id="rId15"/>
    <p:sldId id="30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성현 이" initials="성이" lastIdx="1" clrIdx="0">
    <p:extLst>
      <p:ext uri="{19B8F6BF-5375-455C-9EA6-DF929625EA0E}">
        <p15:presenceInfo xmlns:p15="http://schemas.microsoft.com/office/powerpoint/2012/main" userId="2f0182ffdb5a30a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002C62"/>
    <a:srgbClr val="000099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 autoAdjust="0"/>
    <p:restoredTop sz="77592" autoAdjust="0"/>
  </p:normalViewPr>
  <p:slideViewPr>
    <p:cSldViewPr snapToGrid="0">
      <p:cViewPr varScale="1">
        <p:scale>
          <a:sx n="60" d="100"/>
          <a:sy n="60" d="100"/>
        </p:scale>
        <p:origin x="1095" y="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현 이" userId="2f0182ffdb5a30a3" providerId="LiveId" clId="{96CFCBFF-3B86-4DA3-8BC4-90A0DDDF2BC8}"/>
    <pc:docChg chg="undo custSel addSld delSld modSld sldOrd">
      <pc:chgData name="성현 이" userId="2f0182ffdb5a30a3" providerId="LiveId" clId="{96CFCBFF-3B86-4DA3-8BC4-90A0DDDF2BC8}" dt="2026-04-01T06:30:06.296" v="7110" actId="20577"/>
      <pc:docMkLst>
        <pc:docMk/>
      </pc:docMkLst>
      <pc:sldChg chg="modSp mod">
        <pc:chgData name="성현 이" userId="2f0182ffdb5a30a3" providerId="LiveId" clId="{96CFCBFF-3B86-4DA3-8BC4-90A0DDDF2BC8}" dt="2026-03-31T11:43:37.436" v="6868" actId="20577"/>
        <pc:sldMkLst>
          <pc:docMk/>
          <pc:sldMk cId="1460686755" sldId="256"/>
        </pc:sldMkLst>
        <pc:spChg chg="mod">
          <ac:chgData name="성현 이" userId="2f0182ffdb5a30a3" providerId="LiveId" clId="{96CFCBFF-3B86-4DA3-8BC4-90A0DDDF2BC8}" dt="2026-03-31T11:43:30.034" v="6856" actId="20577"/>
          <ac:spMkLst>
            <pc:docMk/>
            <pc:sldMk cId="1460686755" sldId="256"/>
            <ac:spMk id="2" creationId="{AEB04FD9-6A59-4C4E-B0B6-829FC2BFF5E2}"/>
          </ac:spMkLst>
        </pc:spChg>
        <pc:spChg chg="mod">
          <ac:chgData name="성현 이" userId="2f0182ffdb5a30a3" providerId="LiveId" clId="{96CFCBFF-3B86-4DA3-8BC4-90A0DDDF2BC8}" dt="2026-03-31T11:43:37.436" v="6868" actId="20577"/>
          <ac:spMkLst>
            <pc:docMk/>
            <pc:sldMk cId="1460686755" sldId="256"/>
            <ac:spMk id="7" creationId="{770FAEFE-5022-C97B-B627-1644546785A2}"/>
          </ac:spMkLst>
        </pc:spChg>
      </pc:sldChg>
      <pc:sldChg chg="modSp add del mod modNotesTx">
        <pc:chgData name="성현 이" userId="2f0182ffdb5a30a3" providerId="LiveId" clId="{96CFCBFF-3B86-4DA3-8BC4-90A0DDDF2BC8}" dt="2026-03-31T11:23:59.597" v="6594" actId="20577"/>
        <pc:sldMkLst>
          <pc:docMk/>
          <pc:sldMk cId="509486466" sldId="268"/>
        </pc:sldMkLst>
        <pc:spChg chg="mod">
          <ac:chgData name="성현 이" userId="2f0182ffdb5a30a3" providerId="LiveId" clId="{96CFCBFF-3B86-4DA3-8BC4-90A0DDDF2BC8}" dt="2026-03-30T04:38:07.067" v="4689" actId="20577"/>
          <ac:spMkLst>
            <pc:docMk/>
            <pc:sldMk cId="509486466" sldId="268"/>
            <ac:spMk id="2" creationId="{95A1A771-4BBB-4293-296C-1F716665EA4F}"/>
          </ac:spMkLst>
        </pc:spChg>
        <pc:spChg chg="mod">
          <ac:chgData name="성현 이" userId="2f0182ffdb5a30a3" providerId="LiveId" clId="{96CFCBFF-3B86-4DA3-8BC4-90A0DDDF2BC8}" dt="2026-03-31T11:23:49.652" v="6593" actId="20577"/>
          <ac:spMkLst>
            <pc:docMk/>
            <pc:sldMk cId="509486466" sldId="268"/>
            <ac:spMk id="33" creationId="{905E55E2-DAFA-F3AC-C84D-38606A838C9D}"/>
          </ac:spMkLst>
        </pc:spChg>
      </pc:sldChg>
      <pc:sldChg chg="del">
        <pc:chgData name="성현 이" userId="2f0182ffdb5a30a3" providerId="LiveId" clId="{96CFCBFF-3B86-4DA3-8BC4-90A0DDDF2BC8}" dt="2026-03-25T11:38:31.535" v="9" actId="2696"/>
        <pc:sldMkLst>
          <pc:docMk/>
          <pc:sldMk cId="922925152" sldId="269"/>
        </pc:sldMkLst>
      </pc:sldChg>
      <pc:sldChg chg="del">
        <pc:chgData name="성현 이" userId="2f0182ffdb5a30a3" providerId="LiveId" clId="{96CFCBFF-3B86-4DA3-8BC4-90A0DDDF2BC8}" dt="2026-03-25T11:38:29.453" v="7" actId="2696"/>
        <pc:sldMkLst>
          <pc:docMk/>
          <pc:sldMk cId="3302808510" sldId="270"/>
        </pc:sldMkLst>
      </pc:sldChg>
      <pc:sldChg chg="addSp delSp modSp del mod ord">
        <pc:chgData name="성현 이" userId="2f0182ffdb5a30a3" providerId="LiveId" clId="{96CFCBFF-3B86-4DA3-8BC4-90A0DDDF2BC8}" dt="2026-03-30T02:41:01.510" v="3646" actId="2696"/>
        <pc:sldMkLst>
          <pc:docMk/>
          <pc:sldMk cId="2095219479" sldId="271"/>
        </pc:sldMkLst>
      </pc:sldChg>
      <pc:sldChg chg="delSp modSp add del mod">
        <pc:chgData name="성현 이" userId="2f0182ffdb5a30a3" providerId="LiveId" clId="{96CFCBFF-3B86-4DA3-8BC4-90A0DDDF2BC8}" dt="2026-03-30T05:04:32.830" v="5262" actId="20577"/>
        <pc:sldMkLst>
          <pc:docMk/>
          <pc:sldMk cId="295403342" sldId="272"/>
        </pc:sldMkLst>
        <pc:spChg chg="mod">
          <ac:chgData name="성현 이" userId="2f0182ffdb5a30a3" providerId="LiveId" clId="{96CFCBFF-3B86-4DA3-8BC4-90A0DDDF2BC8}" dt="2026-03-30T05:04:32.830" v="5262" actId="20577"/>
          <ac:spMkLst>
            <pc:docMk/>
            <pc:sldMk cId="295403342" sldId="272"/>
            <ac:spMk id="2" creationId="{98F46E7A-63F5-9940-F5E6-42C8C15ADF98}"/>
          </ac:spMkLst>
        </pc:spChg>
        <pc:spChg chg="mod">
          <ac:chgData name="성현 이" userId="2f0182ffdb5a30a3" providerId="LiveId" clId="{96CFCBFF-3B86-4DA3-8BC4-90A0DDDF2BC8}" dt="2026-03-30T04:33:52.672" v="4607" actId="1076"/>
          <ac:spMkLst>
            <pc:docMk/>
            <pc:sldMk cId="295403342" sldId="272"/>
            <ac:spMk id="5" creationId="{893BD625-9431-499B-F366-1E39DA2329CB}"/>
          </ac:spMkLst>
        </pc:spChg>
        <pc:picChg chg="mod modCrop">
          <ac:chgData name="성현 이" userId="2f0182ffdb5a30a3" providerId="LiveId" clId="{96CFCBFF-3B86-4DA3-8BC4-90A0DDDF2BC8}" dt="2026-03-30T04:33:52.672" v="4607" actId="1076"/>
          <ac:picMkLst>
            <pc:docMk/>
            <pc:sldMk cId="295403342" sldId="272"/>
            <ac:picMk id="8" creationId="{4478D1EE-79D1-F73D-56B5-E4E3A1F20452}"/>
          </ac:picMkLst>
        </pc:picChg>
      </pc:sldChg>
      <pc:sldChg chg="add del">
        <pc:chgData name="성현 이" userId="2f0182ffdb5a30a3" providerId="LiveId" clId="{96CFCBFF-3B86-4DA3-8BC4-90A0DDDF2BC8}" dt="2026-03-30T04:33:17.651" v="4603"/>
        <pc:sldMkLst>
          <pc:docMk/>
          <pc:sldMk cId="858418182" sldId="273"/>
        </pc:sldMkLst>
      </pc:sldChg>
      <pc:sldChg chg="del">
        <pc:chgData name="성현 이" userId="2f0182ffdb5a30a3" providerId="LiveId" clId="{96CFCBFF-3B86-4DA3-8BC4-90A0DDDF2BC8}" dt="2026-03-25T11:38:25.358" v="2" actId="2696"/>
        <pc:sldMkLst>
          <pc:docMk/>
          <pc:sldMk cId="3333577316" sldId="274"/>
        </pc:sldMkLst>
      </pc:sldChg>
      <pc:sldChg chg="del">
        <pc:chgData name="성현 이" userId="2f0182ffdb5a30a3" providerId="LiveId" clId="{96CFCBFF-3B86-4DA3-8BC4-90A0DDDF2BC8}" dt="2026-03-25T11:38:26.133" v="3" actId="2696"/>
        <pc:sldMkLst>
          <pc:docMk/>
          <pc:sldMk cId="567185777" sldId="275"/>
        </pc:sldMkLst>
      </pc:sldChg>
      <pc:sldChg chg="del">
        <pc:chgData name="성현 이" userId="2f0182ffdb5a30a3" providerId="LiveId" clId="{96CFCBFF-3B86-4DA3-8BC4-90A0DDDF2BC8}" dt="2026-03-25T11:38:28.311" v="6" actId="2696"/>
        <pc:sldMkLst>
          <pc:docMk/>
          <pc:sldMk cId="1152355672" sldId="278"/>
        </pc:sldMkLst>
      </pc:sldChg>
      <pc:sldChg chg="del">
        <pc:chgData name="성현 이" userId="2f0182ffdb5a30a3" providerId="LiveId" clId="{96CFCBFF-3B86-4DA3-8BC4-90A0DDDF2BC8}" dt="2026-03-25T11:38:26.737" v="4" actId="2696"/>
        <pc:sldMkLst>
          <pc:docMk/>
          <pc:sldMk cId="3636023047" sldId="279"/>
        </pc:sldMkLst>
      </pc:sldChg>
      <pc:sldChg chg="del">
        <pc:chgData name="성현 이" userId="2f0182ffdb5a30a3" providerId="LiveId" clId="{96CFCBFF-3B86-4DA3-8BC4-90A0DDDF2BC8}" dt="2026-03-25T11:38:27.669" v="5" actId="2696"/>
        <pc:sldMkLst>
          <pc:docMk/>
          <pc:sldMk cId="3465668610" sldId="280"/>
        </pc:sldMkLst>
      </pc:sldChg>
      <pc:sldChg chg="del">
        <pc:chgData name="성현 이" userId="2f0182ffdb5a30a3" providerId="LiveId" clId="{96CFCBFF-3B86-4DA3-8BC4-90A0DDDF2BC8}" dt="2026-03-25T11:38:33.590" v="10" actId="2696"/>
        <pc:sldMkLst>
          <pc:docMk/>
          <pc:sldMk cId="2892328731" sldId="281"/>
        </pc:sldMkLst>
      </pc:sldChg>
      <pc:sldChg chg="del">
        <pc:chgData name="성현 이" userId="2f0182ffdb5a30a3" providerId="LiveId" clId="{96CFCBFF-3B86-4DA3-8BC4-90A0DDDF2BC8}" dt="2026-03-25T11:38:34.653" v="11" actId="2696"/>
        <pc:sldMkLst>
          <pc:docMk/>
          <pc:sldMk cId="1354031937" sldId="282"/>
        </pc:sldMkLst>
      </pc:sldChg>
      <pc:sldChg chg="modSp mod ord">
        <pc:chgData name="성현 이" userId="2f0182ffdb5a30a3" providerId="LiveId" clId="{96CFCBFF-3B86-4DA3-8BC4-90A0DDDF2BC8}" dt="2026-03-26T08:41:47.625" v="1196"/>
        <pc:sldMkLst>
          <pc:docMk/>
          <pc:sldMk cId="4041733122" sldId="284"/>
        </pc:sldMkLst>
        <pc:spChg chg="mod">
          <ac:chgData name="성현 이" userId="2f0182ffdb5a30a3" providerId="LiveId" clId="{96CFCBFF-3B86-4DA3-8BC4-90A0DDDF2BC8}" dt="2026-03-26T08:41:42.585" v="1194" actId="20577"/>
          <ac:spMkLst>
            <pc:docMk/>
            <pc:sldMk cId="4041733122" sldId="284"/>
            <ac:spMk id="2" creationId="{05AEDC90-F131-F82B-5DE0-D23F0AC54EEE}"/>
          </ac:spMkLst>
        </pc:spChg>
        <pc:graphicFrameChg chg="mod modGraphic">
          <ac:chgData name="성현 이" userId="2f0182ffdb5a30a3" providerId="LiveId" clId="{96CFCBFF-3B86-4DA3-8BC4-90A0DDDF2BC8}" dt="2026-03-26T08:41:32.127" v="1181" actId="20577"/>
          <ac:graphicFrameMkLst>
            <pc:docMk/>
            <pc:sldMk cId="4041733122" sldId="284"/>
            <ac:graphicFrameMk id="5" creationId="{DC899762-5EE5-13FD-5FFB-2E8AD4772D88}"/>
          </ac:graphicFrameMkLst>
        </pc:graphicFrameChg>
      </pc:sldChg>
      <pc:sldChg chg="addSp delSp modSp new del mod ord">
        <pc:chgData name="성현 이" userId="2f0182ffdb5a30a3" providerId="LiveId" clId="{96CFCBFF-3B86-4DA3-8BC4-90A0DDDF2BC8}" dt="2026-03-30T01:42:39.337" v="3478" actId="2696"/>
        <pc:sldMkLst>
          <pc:docMk/>
          <pc:sldMk cId="1085578658" sldId="285"/>
        </pc:sldMkLst>
      </pc:sldChg>
      <pc:sldChg chg="addSp delSp modSp add del mod ord">
        <pc:chgData name="성현 이" userId="2f0182ffdb5a30a3" providerId="LiveId" clId="{96CFCBFF-3B86-4DA3-8BC4-90A0DDDF2BC8}" dt="2026-03-30T04:31:44.502" v="4532" actId="2696"/>
        <pc:sldMkLst>
          <pc:docMk/>
          <pc:sldMk cId="2450005864" sldId="286"/>
        </pc:sldMkLst>
      </pc:sldChg>
      <pc:sldChg chg="modSp add del mod ord">
        <pc:chgData name="성현 이" userId="2f0182ffdb5a30a3" providerId="LiveId" clId="{96CFCBFF-3B86-4DA3-8BC4-90A0DDDF2BC8}" dt="2026-03-30T01:42:40.840" v="3479" actId="2696"/>
        <pc:sldMkLst>
          <pc:docMk/>
          <pc:sldMk cId="81745339" sldId="287"/>
        </pc:sldMkLst>
      </pc:sldChg>
      <pc:sldChg chg="addSp delSp modSp new mod ord">
        <pc:chgData name="성현 이" userId="2f0182ffdb5a30a3" providerId="LiveId" clId="{96CFCBFF-3B86-4DA3-8BC4-90A0DDDF2BC8}" dt="2026-03-31T12:20:34.902" v="6985" actId="14100"/>
        <pc:sldMkLst>
          <pc:docMk/>
          <pc:sldMk cId="3501027751" sldId="288"/>
        </pc:sldMkLst>
        <pc:spChg chg="mod">
          <ac:chgData name="성현 이" userId="2f0182ffdb5a30a3" providerId="LiveId" clId="{96CFCBFF-3B86-4DA3-8BC4-90A0DDDF2BC8}" dt="2026-03-30T04:32:06.326" v="4574" actId="20577"/>
          <ac:spMkLst>
            <pc:docMk/>
            <pc:sldMk cId="3501027751" sldId="288"/>
            <ac:spMk id="2" creationId="{46EF85F8-D7AA-ABD2-C0C3-62EE9C11B199}"/>
          </ac:spMkLst>
        </pc:spChg>
        <pc:spChg chg="add mod">
          <ac:chgData name="성현 이" userId="2f0182ffdb5a30a3" providerId="LiveId" clId="{96CFCBFF-3B86-4DA3-8BC4-90A0DDDF2BC8}" dt="2026-03-31T12:09:08.218" v="6959" actId="20577"/>
          <ac:spMkLst>
            <pc:docMk/>
            <pc:sldMk cId="3501027751" sldId="288"/>
            <ac:spMk id="5" creationId="{947E7E68-0B50-F873-A057-84FAE61A1E1D}"/>
          </ac:spMkLst>
        </pc:spChg>
        <pc:picChg chg="add mod ord">
          <ac:chgData name="성현 이" userId="2f0182ffdb5a30a3" providerId="LiveId" clId="{96CFCBFF-3B86-4DA3-8BC4-90A0DDDF2BC8}" dt="2026-03-31T12:20:21.047" v="6982" actId="167"/>
          <ac:picMkLst>
            <pc:docMk/>
            <pc:sldMk cId="3501027751" sldId="288"/>
            <ac:picMk id="8" creationId="{C4CAA5C1-13B9-BD3E-39FD-0AF7D9D62C54}"/>
          </ac:picMkLst>
        </pc:picChg>
        <pc:picChg chg="add mod ord">
          <ac:chgData name="성현 이" userId="2f0182ffdb5a30a3" providerId="LiveId" clId="{96CFCBFF-3B86-4DA3-8BC4-90A0DDDF2BC8}" dt="2026-03-31T12:20:34.902" v="6985" actId="14100"/>
          <ac:picMkLst>
            <pc:docMk/>
            <pc:sldMk cId="3501027751" sldId="288"/>
            <ac:picMk id="9" creationId="{5D506546-2A56-0E96-F9EC-BEEFA563A232}"/>
          </ac:picMkLst>
        </pc:picChg>
      </pc:sldChg>
      <pc:sldChg chg="addSp modSp add del mod">
        <pc:chgData name="성현 이" userId="2f0182ffdb5a30a3" providerId="LiveId" clId="{96CFCBFF-3B86-4DA3-8BC4-90A0DDDF2BC8}" dt="2026-03-27T07:15:56.083" v="3364" actId="2696"/>
        <pc:sldMkLst>
          <pc:docMk/>
          <pc:sldMk cId="3859306475" sldId="289"/>
        </pc:sldMkLst>
      </pc:sldChg>
      <pc:sldChg chg="addSp delSp modSp new del mod">
        <pc:chgData name="성현 이" userId="2f0182ffdb5a30a3" providerId="LiveId" clId="{96CFCBFF-3B86-4DA3-8BC4-90A0DDDF2BC8}" dt="2026-03-30T02:41:22.005" v="3658" actId="2696"/>
        <pc:sldMkLst>
          <pc:docMk/>
          <pc:sldMk cId="3900444638" sldId="289"/>
        </pc:sldMkLst>
      </pc:sldChg>
      <pc:sldChg chg="addSp delSp modSp new del mod">
        <pc:chgData name="성현 이" userId="2f0182ffdb5a30a3" providerId="LiveId" clId="{96CFCBFF-3B86-4DA3-8BC4-90A0DDDF2BC8}" dt="2026-03-31T05:07:48.676" v="6495" actId="2696"/>
        <pc:sldMkLst>
          <pc:docMk/>
          <pc:sldMk cId="4171185128" sldId="289"/>
        </pc:sldMkLst>
      </pc:sldChg>
      <pc:sldChg chg="addSp delSp modSp new del mod">
        <pc:chgData name="성현 이" userId="2f0182ffdb5a30a3" providerId="LiveId" clId="{96CFCBFF-3B86-4DA3-8BC4-90A0DDDF2BC8}" dt="2026-03-31T05:07:49.870" v="6496" actId="2696"/>
        <pc:sldMkLst>
          <pc:docMk/>
          <pc:sldMk cId="4266197616" sldId="290"/>
        </pc:sldMkLst>
      </pc:sldChg>
      <pc:sldChg chg="addSp delSp modSp new del mod">
        <pc:chgData name="성현 이" userId="2f0182ffdb5a30a3" providerId="LiveId" clId="{96CFCBFF-3B86-4DA3-8BC4-90A0DDDF2BC8}" dt="2026-03-30T04:30:52.925" v="4531" actId="2696"/>
        <pc:sldMkLst>
          <pc:docMk/>
          <pc:sldMk cId="3287558900" sldId="291"/>
        </pc:sldMkLst>
      </pc:sldChg>
      <pc:sldChg chg="addSp delSp modSp new mod modNotesTx">
        <pc:chgData name="성현 이" userId="2f0182ffdb5a30a3" providerId="LiveId" clId="{96CFCBFF-3B86-4DA3-8BC4-90A0DDDF2BC8}" dt="2026-03-31T11:26:11.453" v="6727" actId="20577"/>
        <pc:sldMkLst>
          <pc:docMk/>
          <pc:sldMk cId="3078375009" sldId="292"/>
        </pc:sldMkLst>
        <pc:spChg chg="mod">
          <ac:chgData name="성현 이" userId="2f0182ffdb5a30a3" providerId="LiveId" clId="{96CFCBFF-3B86-4DA3-8BC4-90A0DDDF2BC8}" dt="2026-03-30T04:29:13.851" v="4424" actId="20577"/>
          <ac:spMkLst>
            <pc:docMk/>
            <pc:sldMk cId="3078375009" sldId="292"/>
            <ac:spMk id="2" creationId="{AA6265BD-0D43-8FCF-F777-4ACBB85FEA52}"/>
          </ac:spMkLst>
        </pc:spChg>
        <pc:graphicFrameChg chg="add mod modGraphic">
          <ac:chgData name="성현 이" userId="2f0182ffdb5a30a3" providerId="LiveId" clId="{96CFCBFF-3B86-4DA3-8BC4-90A0DDDF2BC8}" dt="2026-03-30T05:09:44.106" v="5333" actId="122"/>
          <ac:graphicFrameMkLst>
            <pc:docMk/>
            <pc:sldMk cId="3078375009" sldId="292"/>
            <ac:graphicFrameMk id="6" creationId="{3A47D1B9-78E3-CA0B-621F-064359D3C567}"/>
          </ac:graphicFrameMkLst>
        </pc:graphicFrameChg>
      </pc:sldChg>
      <pc:sldChg chg="delSp modSp new del mod">
        <pc:chgData name="성현 이" userId="2f0182ffdb5a30a3" providerId="LiveId" clId="{96CFCBFF-3B86-4DA3-8BC4-90A0DDDF2BC8}" dt="2026-03-30T04:33:15.741" v="4602" actId="2696"/>
        <pc:sldMkLst>
          <pc:docMk/>
          <pc:sldMk cId="1470549708" sldId="293"/>
        </pc:sldMkLst>
      </pc:sldChg>
      <pc:sldChg chg="addSp delSp modSp new mod">
        <pc:chgData name="성현 이" userId="2f0182ffdb5a30a3" providerId="LiveId" clId="{96CFCBFF-3B86-4DA3-8BC4-90A0DDDF2BC8}" dt="2026-03-31T12:16:16.011" v="6979" actId="20577"/>
        <pc:sldMkLst>
          <pc:docMk/>
          <pc:sldMk cId="1601079946" sldId="293"/>
        </pc:sldMkLst>
        <pc:spChg chg="mod">
          <ac:chgData name="성현 이" userId="2f0182ffdb5a30a3" providerId="LiveId" clId="{96CFCBFF-3B86-4DA3-8BC4-90A0DDDF2BC8}" dt="2026-03-31T12:16:08.730" v="6975" actId="20577"/>
          <ac:spMkLst>
            <pc:docMk/>
            <pc:sldMk cId="1601079946" sldId="293"/>
            <ac:spMk id="2" creationId="{B4083853-B863-464B-5C95-C918E35FF640}"/>
          </ac:spMkLst>
        </pc:spChg>
        <pc:spChg chg="add mod">
          <ac:chgData name="성현 이" userId="2f0182ffdb5a30a3" providerId="LiveId" clId="{96CFCBFF-3B86-4DA3-8BC4-90A0DDDF2BC8}" dt="2026-03-31T12:16:16.011" v="6979" actId="20577"/>
          <ac:spMkLst>
            <pc:docMk/>
            <pc:sldMk cId="1601079946" sldId="293"/>
            <ac:spMk id="5" creationId="{882844F5-9DDB-B8EE-1784-C97FC52ECFBD}"/>
          </ac:spMkLst>
        </pc:spChg>
      </pc:sldChg>
      <pc:sldChg chg="addSp delSp modSp new mod">
        <pc:chgData name="성현 이" userId="2f0182ffdb5a30a3" providerId="LiveId" clId="{96CFCBFF-3B86-4DA3-8BC4-90A0DDDF2BC8}" dt="2026-03-31T12:22:26.172" v="6993" actId="14100"/>
        <pc:sldMkLst>
          <pc:docMk/>
          <pc:sldMk cId="1696160028" sldId="294"/>
        </pc:sldMkLst>
        <pc:spChg chg="mod">
          <ac:chgData name="성현 이" userId="2f0182ffdb5a30a3" providerId="LiveId" clId="{96CFCBFF-3B86-4DA3-8BC4-90A0DDDF2BC8}" dt="2026-03-30T05:02:26.798" v="5201" actId="20577"/>
          <ac:spMkLst>
            <pc:docMk/>
            <pc:sldMk cId="1696160028" sldId="294"/>
            <ac:spMk id="2" creationId="{0BEB0CB7-401A-AA71-38A4-BCFCA3F84924}"/>
          </ac:spMkLst>
        </pc:spChg>
        <pc:spChg chg="add mod">
          <ac:chgData name="성현 이" userId="2f0182ffdb5a30a3" providerId="LiveId" clId="{96CFCBFF-3B86-4DA3-8BC4-90A0DDDF2BC8}" dt="2026-03-31T12:22:15.890" v="6990" actId="207"/>
          <ac:spMkLst>
            <pc:docMk/>
            <pc:sldMk cId="1696160028" sldId="294"/>
            <ac:spMk id="3" creationId="{3AFB1FB9-C822-D103-F447-631B2920B21C}"/>
          </ac:spMkLst>
        </pc:spChg>
        <pc:spChg chg="add mod">
          <ac:chgData name="성현 이" userId="2f0182ffdb5a30a3" providerId="LiveId" clId="{96CFCBFF-3B86-4DA3-8BC4-90A0DDDF2BC8}" dt="2026-03-31T12:22:26.172" v="6993" actId="14100"/>
          <ac:spMkLst>
            <pc:docMk/>
            <pc:sldMk cId="1696160028" sldId="294"/>
            <ac:spMk id="5" creationId="{D1A24B0D-F571-9DFD-FAFE-91C480068D3F}"/>
          </ac:spMkLst>
        </pc:spChg>
        <pc:spChg chg="add mod">
          <ac:chgData name="성현 이" userId="2f0182ffdb5a30a3" providerId="LiveId" clId="{96CFCBFF-3B86-4DA3-8BC4-90A0DDDF2BC8}" dt="2026-03-31T11:27:38.551" v="6731" actId="113"/>
          <ac:spMkLst>
            <pc:docMk/>
            <pc:sldMk cId="1696160028" sldId="294"/>
            <ac:spMk id="6" creationId="{02D9E287-4D1F-0591-C14F-AF9D479450EB}"/>
          </ac:spMkLst>
        </pc:spChg>
      </pc:sldChg>
      <pc:sldChg chg="addSp modSp new del mod">
        <pc:chgData name="성현 이" userId="2f0182ffdb5a30a3" providerId="LiveId" clId="{96CFCBFF-3B86-4DA3-8BC4-90A0DDDF2BC8}" dt="2026-03-31T11:58:09.214" v="6870" actId="2696"/>
        <pc:sldMkLst>
          <pc:docMk/>
          <pc:sldMk cId="4106391095" sldId="295"/>
        </pc:sldMkLst>
      </pc:sldChg>
      <pc:sldChg chg="delSp modSp new del mod">
        <pc:chgData name="성현 이" userId="2f0182ffdb5a30a3" providerId="LiveId" clId="{96CFCBFF-3B86-4DA3-8BC4-90A0DDDF2BC8}" dt="2026-03-31T04:56:47.971" v="6107" actId="2696"/>
        <pc:sldMkLst>
          <pc:docMk/>
          <pc:sldMk cId="2989197047" sldId="296"/>
        </pc:sldMkLst>
        <pc:spChg chg="mod">
          <ac:chgData name="성현 이" userId="2f0182ffdb5a30a3" providerId="LiveId" clId="{96CFCBFF-3B86-4DA3-8BC4-90A0DDDF2BC8}" dt="2026-03-31T04:56:40.112" v="6104" actId="20577"/>
          <ac:spMkLst>
            <pc:docMk/>
            <pc:sldMk cId="2989197047" sldId="296"/>
            <ac:spMk id="2" creationId="{87CEBE98-D227-1D67-B77A-611D62A5D5EF}"/>
          </ac:spMkLst>
        </pc:spChg>
        <pc:spChg chg="del">
          <ac:chgData name="성현 이" userId="2f0182ffdb5a30a3" providerId="LiveId" clId="{96CFCBFF-3B86-4DA3-8BC4-90A0DDDF2BC8}" dt="2026-03-31T04:56:42.222" v="6105" actId="478"/>
          <ac:spMkLst>
            <pc:docMk/>
            <pc:sldMk cId="2989197047" sldId="296"/>
            <ac:spMk id="3" creationId="{CCCA942D-D680-D93D-43E1-7ECF9F1F3E39}"/>
          </ac:spMkLst>
        </pc:spChg>
      </pc:sldChg>
      <pc:sldChg chg="addSp modSp add mod">
        <pc:chgData name="성현 이" userId="2f0182ffdb5a30a3" providerId="LiveId" clId="{96CFCBFF-3B86-4DA3-8BC4-90A0DDDF2BC8}" dt="2026-04-01T06:23:36.027" v="7097" actId="20577"/>
        <pc:sldMkLst>
          <pc:docMk/>
          <pc:sldMk cId="2635198879" sldId="297"/>
        </pc:sldMkLst>
        <pc:spChg chg="mod">
          <ac:chgData name="성현 이" userId="2f0182ffdb5a30a3" providerId="LiveId" clId="{96CFCBFF-3B86-4DA3-8BC4-90A0DDDF2BC8}" dt="2026-03-31T04:56:54.312" v="6112" actId="5793"/>
          <ac:spMkLst>
            <pc:docMk/>
            <pc:sldMk cId="2635198879" sldId="297"/>
            <ac:spMk id="2" creationId="{B5F09BCB-CBC7-ABB9-CF80-E5989FEA3F50}"/>
          </ac:spMkLst>
        </pc:spChg>
        <pc:spChg chg="add mod">
          <ac:chgData name="성현 이" userId="2f0182ffdb5a30a3" providerId="LiveId" clId="{96CFCBFF-3B86-4DA3-8BC4-90A0DDDF2BC8}" dt="2026-03-31T12:22:37.842" v="6995" actId="1076"/>
          <ac:spMkLst>
            <pc:docMk/>
            <pc:sldMk cId="2635198879" sldId="297"/>
            <ac:spMk id="3" creationId="{14912EE5-8091-DFB7-52B8-6D34CC24ADA3}"/>
          </ac:spMkLst>
        </pc:spChg>
        <pc:spChg chg="mod">
          <ac:chgData name="성현 이" userId="2f0182ffdb5a30a3" providerId="LiveId" clId="{96CFCBFF-3B86-4DA3-8BC4-90A0DDDF2BC8}" dt="2026-04-01T06:23:36.027" v="7097" actId="20577"/>
          <ac:spMkLst>
            <pc:docMk/>
            <pc:sldMk cId="2635198879" sldId="297"/>
            <ac:spMk id="6" creationId="{43ABECD6-12A1-C08F-1F84-2F5619477847}"/>
          </ac:spMkLst>
        </pc:spChg>
      </pc:sldChg>
      <pc:sldChg chg="addSp delSp modSp new mod">
        <pc:chgData name="성현 이" userId="2f0182ffdb5a30a3" providerId="LiveId" clId="{96CFCBFF-3B86-4DA3-8BC4-90A0DDDF2BC8}" dt="2026-03-31T11:44:25.652" v="6869" actId="14100"/>
        <pc:sldMkLst>
          <pc:docMk/>
          <pc:sldMk cId="2129460056" sldId="298"/>
        </pc:sldMkLst>
        <pc:spChg chg="mod">
          <ac:chgData name="성현 이" userId="2f0182ffdb5a30a3" providerId="LiveId" clId="{96CFCBFF-3B86-4DA3-8BC4-90A0DDDF2BC8}" dt="2026-03-31T08:50:42.873" v="6515" actId="20577"/>
          <ac:spMkLst>
            <pc:docMk/>
            <pc:sldMk cId="2129460056" sldId="298"/>
            <ac:spMk id="2" creationId="{F8A61E50-214E-A8A1-8FEC-26EBBEBF1D0A}"/>
          </ac:spMkLst>
        </pc:spChg>
        <pc:spChg chg="del">
          <ac:chgData name="성현 이" userId="2f0182ffdb5a30a3" providerId="LiveId" clId="{96CFCBFF-3B86-4DA3-8BC4-90A0DDDF2BC8}" dt="2026-03-31T08:50:44.820" v="6516" actId="478"/>
          <ac:spMkLst>
            <pc:docMk/>
            <pc:sldMk cId="2129460056" sldId="298"/>
            <ac:spMk id="3" creationId="{2B41B088-8209-2064-43D0-D5FCC6A32B2C}"/>
          </ac:spMkLst>
        </pc:spChg>
        <pc:spChg chg="add mod">
          <ac:chgData name="성현 이" userId="2f0182ffdb5a30a3" providerId="LiveId" clId="{96CFCBFF-3B86-4DA3-8BC4-90A0DDDF2BC8}" dt="2026-03-31T11:44:25.652" v="6869" actId="14100"/>
          <ac:spMkLst>
            <pc:docMk/>
            <pc:sldMk cId="2129460056" sldId="298"/>
            <ac:spMk id="5" creationId="{1B7AE370-0B2D-A03F-DD70-0F92C2BE8DB2}"/>
          </ac:spMkLst>
        </pc:spChg>
      </pc:sldChg>
      <pc:sldChg chg="addSp delSp modSp new mod">
        <pc:chgData name="성현 이" userId="2f0182ffdb5a30a3" providerId="LiveId" clId="{96CFCBFF-3B86-4DA3-8BC4-90A0DDDF2BC8}" dt="2026-04-01T02:02:52.549" v="7058" actId="1076"/>
        <pc:sldMkLst>
          <pc:docMk/>
          <pc:sldMk cId="1127899928" sldId="299"/>
        </pc:sldMkLst>
        <pc:spChg chg="mod">
          <ac:chgData name="성현 이" userId="2f0182ffdb5a30a3" providerId="LiveId" clId="{96CFCBFF-3B86-4DA3-8BC4-90A0DDDF2BC8}" dt="2026-03-31T11:31:42.381" v="6826" actId="20577"/>
          <ac:spMkLst>
            <pc:docMk/>
            <pc:sldMk cId="1127899928" sldId="299"/>
            <ac:spMk id="2" creationId="{1D906927-1306-2946-0C9D-9E3DAC4BB0E0}"/>
          </ac:spMkLst>
        </pc:spChg>
        <pc:spChg chg="del">
          <ac:chgData name="성현 이" userId="2f0182ffdb5a30a3" providerId="LiveId" clId="{96CFCBFF-3B86-4DA3-8BC4-90A0DDDF2BC8}" dt="2026-03-31T11:31:51.956" v="6829" actId="478"/>
          <ac:spMkLst>
            <pc:docMk/>
            <pc:sldMk cId="1127899928" sldId="299"/>
            <ac:spMk id="3" creationId="{00469070-B3C7-5AA1-18FF-1639B733A5EC}"/>
          </ac:spMkLst>
        </pc:spChg>
        <pc:spChg chg="add mod">
          <ac:chgData name="성현 이" userId="2f0182ffdb5a30a3" providerId="LiveId" clId="{96CFCBFF-3B86-4DA3-8BC4-90A0DDDF2BC8}" dt="2026-04-01T02:02:52.549" v="7058" actId="1076"/>
          <ac:spMkLst>
            <pc:docMk/>
            <pc:sldMk cId="1127899928" sldId="299"/>
            <ac:spMk id="5" creationId="{E041F493-A462-9B80-FF70-1FE707228683}"/>
          </ac:spMkLst>
        </pc:spChg>
        <pc:graphicFrameChg chg="add mod modGraphic">
          <ac:chgData name="성현 이" userId="2f0182ffdb5a30a3" providerId="LiveId" clId="{96CFCBFF-3B86-4DA3-8BC4-90A0DDDF2BC8}" dt="2026-04-01T02:02:45.268" v="7056" actId="1076"/>
          <ac:graphicFrameMkLst>
            <pc:docMk/>
            <pc:sldMk cId="1127899928" sldId="299"/>
            <ac:graphicFrameMk id="6" creationId="{B45B3D82-2DB8-6D72-2044-94CC8E9FD91E}"/>
          </ac:graphicFrameMkLst>
        </pc:graphicFrameChg>
      </pc:sldChg>
      <pc:sldChg chg="addSp delSp modSp new mod">
        <pc:chgData name="성현 이" userId="2f0182ffdb5a30a3" providerId="LiveId" clId="{96CFCBFF-3B86-4DA3-8BC4-90A0DDDF2BC8}" dt="2026-04-01T05:09:07.940" v="7081" actId="114"/>
        <pc:sldMkLst>
          <pc:docMk/>
          <pc:sldMk cId="741996342" sldId="300"/>
        </pc:sldMkLst>
        <pc:spChg chg="del">
          <ac:chgData name="성현 이" userId="2f0182ffdb5a30a3" providerId="LiveId" clId="{96CFCBFF-3B86-4DA3-8BC4-90A0DDDF2BC8}" dt="2026-04-01T02:02:58.360" v="7060" actId="478"/>
          <ac:spMkLst>
            <pc:docMk/>
            <pc:sldMk cId="741996342" sldId="300"/>
            <ac:spMk id="2" creationId="{C2A00021-7FA1-87DE-7C21-9FB6A8530DB6}"/>
          </ac:spMkLst>
        </pc:spChg>
        <pc:spChg chg="del">
          <ac:chgData name="성현 이" userId="2f0182ffdb5a30a3" providerId="LiveId" clId="{96CFCBFF-3B86-4DA3-8BC4-90A0DDDF2BC8}" dt="2026-04-01T02:02:59.899" v="7061" actId="478"/>
          <ac:spMkLst>
            <pc:docMk/>
            <pc:sldMk cId="741996342" sldId="300"/>
            <ac:spMk id="3" creationId="{ABC5FD16-D8DD-30F1-089B-1A68E4B59945}"/>
          </ac:spMkLst>
        </pc:spChg>
        <pc:graphicFrameChg chg="add mod modGraphic">
          <ac:chgData name="성현 이" userId="2f0182ffdb5a30a3" providerId="LiveId" clId="{96CFCBFF-3B86-4DA3-8BC4-90A0DDDF2BC8}" dt="2026-04-01T05:09:07.940" v="7081" actId="114"/>
          <ac:graphicFrameMkLst>
            <pc:docMk/>
            <pc:sldMk cId="741996342" sldId="300"/>
            <ac:graphicFrameMk id="5" creationId="{2F1310DF-F443-09C1-002B-630C1F140D11}"/>
          </ac:graphicFrameMkLst>
        </pc:graphicFrameChg>
      </pc:sldChg>
      <pc:sldChg chg="modSp new mod">
        <pc:chgData name="성현 이" userId="2f0182ffdb5a30a3" providerId="LiveId" clId="{96CFCBFF-3B86-4DA3-8BC4-90A0DDDF2BC8}" dt="2026-04-01T06:30:06.296" v="7110" actId="20577"/>
        <pc:sldMkLst>
          <pc:docMk/>
          <pc:sldMk cId="1102844298" sldId="301"/>
        </pc:sldMkLst>
        <pc:spChg chg="mod">
          <ac:chgData name="성현 이" userId="2f0182ffdb5a30a3" providerId="LiveId" clId="{96CFCBFF-3B86-4DA3-8BC4-90A0DDDF2BC8}" dt="2026-04-01T06:30:06.296" v="7110" actId="20577"/>
          <ac:spMkLst>
            <pc:docMk/>
            <pc:sldMk cId="1102844298" sldId="301"/>
            <ac:spMk id="2" creationId="{5E2DB147-F061-2684-6EE1-6F495E9169A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992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094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 3</a:t>
            </a:r>
            <a:r>
              <a:rPr lang="ko-KR" altLang="en-US" dirty="0"/>
              <a:t>백만</a:t>
            </a:r>
            <a:r>
              <a:rPr lang="en-US" altLang="ko-KR" dirty="0"/>
              <a:t>~7</a:t>
            </a:r>
            <a:r>
              <a:rPr lang="ko-KR" altLang="en-US" dirty="0"/>
              <a:t>백만</a:t>
            </a:r>
            <a:endParaRPr lang="en-US" altLang="ko-KR" dirty="0"/>
          </a:p>
          <a:p>
            <a:r>
              <a:rPr lang="en-US" altLang="ko-KR" dirty="0"/>
              <a:t>B</a:t>
            </a:r>
            <a:r>
              <a:rPr lang="ko-KR" altLang="en-US" dirty="0"/>
              <a:t> </a:t>
            </a:r>
            <a:r>
              <a:rPr lang="en-US" altLang="ko-KR" dirty="0"/>
              <a:t>6</a:t>
            </a:r>
            <a:r>
              <a:rPr lang="ko-KR" altLang="en-US" dirty="0"/>
              <a:t>천만</a:t>
            </a:r>
            <a:r>
              <a:rPr lang="en-US" altLang="ko-KR" dirty="0"/>
              <a:t>~2</a:t>
            </a:r>
            <a:r>
              <a:rPr lang="ko-KR" altLang="en-US" dirty="0"/>
              <a:t>억</a:t>
            </a:r>
            <a:r>
              <a:rPr lang="en-US" altLang="ko-KR" dirty="0"/>
              <a:t>9</a:t>
            </a:r>
            <a:r>
              <a:rPr lang="ko-KR" altLang="en-US" dirty="0"/>
              <a:t>천만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889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34.png"/><Relationship Id="rId18" Type="http://schemas.openxmlformats.org/officeDocument/2006/relationships/image" Target="../media/image42.png"/><Relationship Id="rId3" Type="http://schemas.openxmlformats.org/officeDocument/2006/relationships/image" Target="../media/image17.png"/><Relationship Id="rId21" Type="http://schemas.openxmlformats.org/officeDocument/2006/relationships/image" Target="../media/image45.png"/><Relationship Id="rId7" Type="http://schemas.openxmlformats.org/officeDocument/2006/relationships/image" Target="../media/image21.png"/><Relationship Id="rId12" Type="http://schemas.openxmlformats.org/officeDocument/2006/relationships/image" Target="../media/image33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9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9.png"/><Relationship Id="rId5" Type="http://schemas.openxmlformats.org/officeDocument/2006/relationships/image" Target="../media/image6.png"/><Relationship Id="rId15" Type="http://schemas.openxmlformats.org/officeDocument/2006/relationships/image" Target="../media/image37.png"/><Relationship Id="rId10" Type="http://schemas.openxmlformats.org/officeDocument/2006/relationships/image" Target="../media/image24.png"/><Relationship Id="rId19" Type="http://schemas.openxmlformats.org/officeDocument/2006/relationships/image" Target="../media/image4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Sunghyun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DNAS-SNN Loss Function </a:t>
            </a:r>
            <a:endParaRPr lang="ko-KR" altLang="en-US" sz="4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0FAEFE-5022-C97B-B627-1644546785A2}"/>
              </a:ext>
            </a:extLst>
          </p:cNvPr>
          <p:cNvSpPr txBox="1"/>
          <p:nvPr/>
        </p:nvSpPr>
        <p:spPr>
          <a:xfrm>
            <a:off x="9898742" y="1712635"/>
            <a:ext cx="206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2C62"/>
                </a:solidFill>
                <a:latin typeface="+mj-lt"/>
              </a:rPr>
              <a:t>2026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년 </a:t>
            </a:r>
            <a:r>
              <a:rPr lang="en-US" altLang="ko-KR" b="1" dirty="0">
                <a:solidFill>
                  <a:srgbClr val="002C62"/>
                </a:solidFill>
                <a:latin typeface="+mj-lt"/>
              </a:rPr>
              <a:t>04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월 </a:t>
            </a:r>
            <a:r>
              <a:rPr lang="en-US" altLang="ko-KR" b="1" dirty="0">
                <a:solidFill>
                  <a:srgbClr val="002C62"/>
                </a:solidFill>
                <a:latin typeface="+mj-lt"/>
              </a:rPr>
              <a:t>01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일 </a:t>
            </a: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442AD2-7F8E-5810-331D-3EBE08806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Goal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3F61B7-6D8C-2457-DB3F-08F2751D3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CCC88-97BD-9CC4-6208-728BF245747E}"/>
              </a:ext>
            </a:extLst>
          </p:cNvPr>
          <p:cNvSpPr txBox="1"/>
          <p:nvPr/>
        </p:nvSpPr>
        <p:spPr>
          <a:xfrm>
            <a:off x="1796397" y="679129"/>
            <a:ext cx="1394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BNN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6308AA-33F1-75B7-3DB7-F7B29B4136BC}"/>
                  </a:ext>
                </a:extLst>
              </p:cNvPr>
              <p:cNvSpPr txBox="1"/>
              <p:nvPr/>
            </p:nvSpPr>
            <p:spPr>
              <a:xfrm>
                <a:off x="5111894" y="558319"/>
                <a:ext cx="13944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Uniform</a:t>
                </a:r>
              </a:p>
              <a:p>
                <a:r>
                  <a:rPr lang="en-US" altLang="ko-KR" dirty="0"/>
                  <a:t>SNN(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altLang="ko-KR" dirty="0"/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6308AA-33F1-75B7-3DB7-F7B29B413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894" y="558319"/>
                <a:ext cx="1394460" cy="646331"/>
              </a:xfrm>
              <a:prstGeom prst="rect">
                <a:avLst/>
              </a:prstGeom>
              <a:blipFill>
                <a:blip r:embed="rId2"/>
                <a:stretch>
                  <a:fillRect l="-3947" t="-5660" r="-1316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FC1BCEF-EE68-8245-09C5-5B85EFAC0015}"/>
              </a:ext>
            </a:extLst>
          </p:cNvPr>
          <p:cNvSpPr txBox="1"/>
          <p:nvPr/>
        </p:nvSpPr>
        <p:spPr>
          <a:xfrm>
            <a:off x="8908631" y="586292"/>
            <a:ext cx="1579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Proposed </a:t>
            </a:r>
          </a:p>
          <a:p>
            <a:r>
              <a:rPr lang="en-US" altLang="ko-KR" dirty="0"/>
              <a:t>(DNAS-SNN)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FE0B83A-8CA5-0274-6E94-53E698903D49}"/>
              </a:ext>
            </a:extLst>
          </p:cNvPr>
          <p:cNvSpPr/>
          <p:nvPr/>
        </p:nvSpPr>
        <p:spPr>
          <a:xfrm>
            <a:off x="1431217" y="1269135"/>
            <a:ext cx="1569139" cy="156913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1.31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MB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976853-FF9C-5EDA-6119-5BBD0783A014}"/>
              </a:ext>
            </a:extLst>
          </p:cNvPr>
          <p:cNvSpPr txBox="1"/>
          <p:nvPr/>
        </p:nvSpPr>
        <p:spPr>
          <a:xfrm>
            <a:off x="170552" y="1715163"/>
            <a:ext cx="1037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storage</a:t>
            </a:r>
          </a:p>
          <a:p>
            <a:r>
              <a:rPr lang="en-US" altLang="ko-KR" dirty="0"/>
              <a:t> (MB)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D609FE0-1A39-581F-5F38-D01283A3E52A}"/>
              </a:ext>
            </a:extLst>
          </p:cNvPr>
          <p:cNvSpPr/>
          <p:nvPr/>
        </p:nvSpPr>
        <p:spPr>
          <a:xfrm>
            <a:off x="5111894" y="1395382"/>
            <a:ext cx="1394460" cy="139446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0.73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MB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F6C63E3-5C20-A175-0996-F10A1F3FAF04}"/>
              </a:ext>
            </a:extLst>
          </p:cNvPr>
          <p:cNvSpPr/>
          <p:nvPr/>
        </p:nvSpPr>
        <p:spPr>
          <a:xfrm>
            <a:off x="9163449" y="1483994"/>
            <a:ext cx="1069376" cy="113942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?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3FD0AB-DC1A-2D97-1941-28BDCB197B51}"/>
              </a:ext>
            </a:extLst>
          </p:cNvPr>
          <p:cNvSpPr txBox="1"/>
          <p:nvPr/>
        </p:nvSpPr>
        <p:spPr>
          <a:xfrm>
            <a:off x="3684813" y="1916863"/>
            <a:ext cx="96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1.8x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54057E-75E5-8ABD-2691-2F6AD603FBFF}"/>
              </a:ext>
            </a:extLst>
          </p:cNvPr>
          <p:cNvSpPr txBox="1"/>
          <p:nvPr/>
        </p:nvSpPr>
        <p:spPr>
          <a:xfrm>
            <a:off x="122857" y="5644968"/>
            <a:ext cx="1196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Accuracy</a:t>
            </a:r>
          </a:p>
          <a:p>
            <a:r>
              <a:rPr lang="en-US" altLang="ko-KR" dirty="0"/>
              <a:t>   (%)</a:t>
            </a:r>
            <a:endParaRPr lang="ko-KR" altLang="en-US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4623A8A9-F503-4E51-BB15-B8A6AF3EA4D9}"/>
              </a:ext>
            </a:extLst>
          </p:cNvPr>
          <p:cNvSpPr/>
          <p:nvPr/>
        </p:nvSpPr>
        <p:spPr>
          <a:xfrm>
            <a:off x="1431217" y="4947831"/>
            <a:ext cx="1619110" cy="161911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65.7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%</a:t>
            </a: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9A852083-A300-B269-5774-B31000048953}"/>
              </a:ext>
            </a:extLst>
          </p:cNvPr>
          <p:cNvSpPr/>
          <p:nvPr/>
        </p:nvSpPr>
        <p:spPr>
          <a:xfrm>
            <a:off x="5131850" y="4935306"/>
            <a:ext cx="1415108" cy="14467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62.1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%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1702B45C-8244-58E6-2CBA-16DE7E4F8B39}"/>
              </a:ext>
            </a:extLst>
          </p:cNvPr>
          <p:cNvSpPr/>
          <p:nvPr/>
        </p:nvSpPr>
        <p:spPr>
          <a:xfrm>
            <a:off x="8990583" y="4876867"/>
            <a:ext cx="1415108" cy="14467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Similar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or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Better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7B52619-66BB-A855-D924-5E0C5D9E9C46}"/>
                  </a:ext>
                </a:extLst>
              </p:cNvPr>
              <p:cNvSpPr txBox="1"/>
              <p:nvPr/>
            </p:nvSpPr>
            <p:spPr>
              <a:xfrm>
                <a:off x="7097485" y="5332984"/>
                <a:ext cx="1168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altLang="ko-KR" sz="3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7B52619-66BB-A855-D924-5E0C5D9E9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7485" y="5332984"/>
                <a:ext cx="116840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F3F443E-1313-4666-32E0-D30A030294A5}"/>
              </a:ext>
            </a:extLst>
          </p:cNvPr>
          <p:cNvSpPr txBox="1"/>
          <p:nvPr/>
        </p:nvSpPr>
        <p:spPr>
          <a:xfrm>
            <a:off x="185564" y="6566941"/>
            <a:ext cx="9852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Sub-bit Neural Networks: Learning to Compress and Accelerate Binary Neural Networks 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9E430C-DCC5-2F42-98CB-8F36E33E0C31}"/>
              </a:ext>
            </a:extLst>
          </p:cNvPr>
          <p:cNvSpPr txBox="1"/>
          <p:nvPr/>
        </p:nvSpPr>
        <p:spPr>
          <a:xfrm>
            <a:off x="-54689" y="5370092"/>
            <a:ext cx="1531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Imagenet1K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7FFEBF1-D0B8-CB60-A291-AD3B671CDE95}"/>
              </a:ext>
            </a:extLst>
          </p:cNvPr>
          <p:cNvSpPr/>
          <p:nvPr/>
        </p:nvSpPr>
        <p:spPr>
          <a:xfrm>
            <a:off x="1431217" y="3151771"/>
            <a:ext cx="1569139" cy="156913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1.677G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38712F-9EFF-A709-9A94-FD2A2935ACED}"/>
              </a:ext>
            </a:extLst>
          </p:cNvPr>
          <p:cNvSpPr txBox="1"/>
          <p:nvPr/>
        </p:nvSpPr>
        <p:spPr>
          <a:xfrm>
            <a:off x="170552" y="3708786"/>
            <a:ext cx="1037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Bit-OPs</a:t>
            </a:r>
          </a:p>
          <a:p>
            <a:r>
              <a:rPr lang="en-US" altLang="ko-KR" dirty="0"/>
              <a:t>   (G)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C08C2E4-CB8F-C47B-0E7F-AA9A25894822}"/>
              </a:ext>
            </a:extLst>
          </p:cNvPr>
          <p:cNvSpPr/>
          <p:nvPr/>
        </p:nvSpPr>
        <p:spPr>
          <a:xfrm>
            <a:off x="5132542" y="3239110"/>
            <a:ext cx="1394460" cy="13944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0.501G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3D41B64-CDA2-BFC5-699C-9786828D01CD}"/>
              </a:ext>
            </a:extLst>
          </p:cNvPr>
          <p:cNvSpPr/>
          <p:nvPr/>
        </p:nvSpPr>
        <p:spPr>
          <a:xfrm>
            <a:off x="9163449" y="3355699"/>
            <a:ext cx="1069376" cy="113942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?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A29E81-F325-C563-35CE-835655297E22}"/>
              </a:ext>
            </a:extLst>
          </p:cNvPr>
          <p:cNvSpPr txBox="1"/>
          <p:nvPr/>
        </p:nvSpPr>
        <p:spPr>
          <a:xfrm>
            <a:off x="7190811" y="1820606"/>
            <a:ext cx="1799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smaller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3592BE-94CA-BC5B-FBD6-142A45FF290A}"/>
              </a:ext>
            </a:extLst>
          </p:cNvPr>
          <p:cNvSpPr txBox="1"/>
          <p:nvPr/>
        </p:nvSpPr>
        <p:spPr>
          <a:xfrm>
            <a:off x="7211193" y="3725516"/>
            <a:ext cx="1799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smaller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9CC9DBE-E723-AD39-A647-0DADA0EE4510}"/>
              </a:ext>
            </a:extLst>
          </p:cNvPr>
          <p:cNvSpPr txBox="1"/>
          <p:nvPr/>
        </p:nvSpPr>
        <p:spPr>
          <a:xfrm>
            <a:off x="3684813" y="3662619"/>
            <a:ext cx="96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3.3x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9193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405E8-CBF7-20A7-8C81-8B5496373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EDC90-F131-F82B-5DE0-D23F0AC54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baseline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1E24FF-F6DF-E996-A2A9-121A11829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DC899762-5EE5-13FD-5FFB-2E8AD4772D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934835"/>
                  </p:ext>
                </p:extLst>
              </p:nvPr>
            </p:nvGraphicFramePr>
            <p:xfrm>
              <a:off x="790302" y="1162957"/>
              <a:ext cx="10611395" cy="45527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22279">
                      <a:extLst>
                        <a:ext uri="{9D8B030D-6E8A-4147-A177-3AD203B41FA5}">
                          <a16:colId xmlns:a16="http://schemas.microsoft.com/office/drawing/2014/main" val="11955425"/>
                        </a:ext>
                      </a:extLst>
                    </a:gridCol>
                    <a:gridCol w="2122279">
                      <a:extLst>
                        <a:ext uri="{9D8B030D-6E8A-4147-A177-3AD203B41FA5}">
                          <a16:colId xmlns:a16="http://schemas.microsoft.com/office/drawing/2014/main" val="29404490"/>
                        </a:ext>
                      </a:extLst>
                    </a:gridCol>
                    <a:gridCol w="2122279">
                      <a:extLst>
                        <a:ext uri="{9D8B030D-6E8A-4147-A177-3AD203B41FA5}">
                          <a16:colId xmlns:a16="http://schemas.microsoft.com/office/drawing/2014/main" val="3177629423"/>
                        </a:ext>
                      </a:extLst>
                    </a:gridCol>
                    <a:gridCol w="2122279">
                      <a:extLst>
                        <a:ext uri="{9D8B030D-6E8A-4147-A177-3AD203B41FA5}">
                          <a16:colId xmlns:a16="http://schemas.microsoft.com/office/drawing/2014/main" val="629620950"/>
                        </a:ext>
                      </a:extLst>
                    </a:gridCol>
                    <a:gridCol w="2122279">
                      <a:extLst>
                        <a:ext uri="{9D8B030D-6E8A-4147-A177-3AD203B41FA5}">
                          <a16:colId xmlns:a16="http://schemas.microsoft.com/office/drawing/2014/main" val="2149867229"/>
                        </a:ext>
                      </a:extLst>
                    </a:gridCol>
                  </a:tblGrid>
                  <a:tr h="708829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                     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 width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Accuracy(Top-1)</a:t>
                          </a:r>
                        </a:p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CIFAR-10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Weight storage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Bit-operation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6546220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BNN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92.86%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1.31MB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0.578G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43286777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SNN(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=6)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0.67W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92.22%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0.87MB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0.297G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3296021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SNN(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=5)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0.56W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91.93%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0.73MB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0.164G 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1507656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SNN(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=4)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0.44W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91.77%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0.58MB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0.097G</a:t>
                          </a:r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5771942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SNN(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=3)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0.33W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90.73%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0.44MB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0.064G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6054408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SNN(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=2)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0.22W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90.03%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0.29MB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0.047G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21972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DC899762-5EE5-13FD-5FFB-2E8AD4772D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934835"/>
                  </p:ext>
                </p:extLst>
              </p:nvPr>
            </p:nvGraphicFramePr>
            <p:xfrm>
              <a:off x="790302" y="1162957"/>
              <a:ext cx="10611395" cy="45527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22279">
                      <a:extLst>
                        <a:ext uri="{9D8B030D-6E8A-4147-A177-3AD203B41FA5}">
                          <a16:colId xmlns:a16="http://schemas.microsoft.com/office/drawing/2014/main" val="11955425"/>
                        </a:ext>
                      </a:extLst>
                    </a:gridCol>
                    <a:gridCol w="2122279">
                      <a:extLst>
                        <a:ext uri="{9D8B030D-6E8A-4147-A177-3AD203B41FA5}">
                          <a16:colId xmlns:a16="http://schemas.microsoft.com/office/drawing/2014/main" val="29404490"/>
                        </a:ext>
                      </a:extLst>
                    </a:gridCol>
                    <a:gridCol w="2122279">
                      <a:extLst>
                        <a:ext uri="{9D8B030D-6E8A-4147-A177-3AD203B41FA5}">
                          <a16:colId xmlns:a16="http://schemas.microsoft.com/office/drawing/2014/main" val="3177629423"/>
                        </a:ext>
                      </a:extLst>
                    </a:gridCol>
                    <a:gridCol w="2122279">
                      <a:extLst>
                        <a:ext uri="{9D8B030D-6E8A-4147-A177-3AD203B41FA5}">
                          <a16:colId xmlns:a16="http://schemas.microsoft.com/office/drawing/2014/main" val="629620950"/>
                        </a:ext>
                      </a:extLst>
                    </a:gridCol>
                    <a:gridCol w="2122279">
                      <a:extLst>
                        <a:ext uri="{9D8B030D-6E8A-4147-A177-3AD203B41FA5}">
                          <a16:colId xmlns:a16="http://schemas.microsoft.com/office/drawing/2014/main" val="2149867229"/>
                        </a:ext>
                      </a:extLst>
                    </a:gridCol>
                  </a:tblGrid>
                  <a:tr h="708829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                     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 width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Accuracy(Top-1)</a:t>
                          </a:r>
                        </a:p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CIFAR-10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Weight storage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Bit-operation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6546220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BNN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92.86%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1.31MB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0.578G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43286777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7" t="-216190" r="-401149" b="-4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0.67W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92.22%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0.87MB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0.297G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3296021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7" t="-316190" r="-401149" b="-3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0.56W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91.93%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0.73MB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0.164G 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1507656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7" t="-416190" r="-401149" b="-2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0.44W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91.77%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0.58MB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0.097G</a:t>
                          </a:r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5771942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7" t="-511321" r="-401149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0.33W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90.73%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0.44MB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0.064G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6054408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7" t="-617143" r="-401149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0.22W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90.03%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0.29MB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0.047G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21972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41733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A1A771-4BBB-4293-296C-1F716665E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Remind Parameter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925908-3CE7-A158-AE4D-D11E105CF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8E96E8-4052-C4E8-551B-DECD8C3CE5CB}"/>
                  </a:ext>
                </a:extLst>
              </p:cNvPr>
              <p:cNvSpPr txBox="1"/>
              <p:nvPr/>
            </p:nvSpPr>
            <p:spPr>
              <a:xfrm>
                <a:off x="1204685" y="2446442"/>
                <a:ext cx="9543143" cy="4043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ko-KR" dirty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번째 </a:t>
                </a:r>
                <a:r>
                  <a:rPr lang="en-US" altLang="ko-KR" dirty="0"/>
                  <a:t>layer</a:t>
                </a:r>
                <a:r>
                  <a:rPr lang="ko-KR" altLang="en-US" dirty="0"/>
                  <a:t>에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j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를 선택할 확률 </a:t>
                </a:r>
                <a:r>
                  <a:rPr lang="en-US" altLang="ko-KR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/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9"/>
                          </m:r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 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8E96E8-4052-C4E8-551B-DECD8C3CE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685" y="2446442"/>
                <a:ext cx="9543143" cy="404341"/>
              </a:xfrm>
              <a:prstGeom prst="rect">
                <a:avLst/>
              </a:prstGeom>
              <a:blipFill>
                <a:blip r:embed="rId3"/>
                <a:stretch>
                  <a:fillRect l="-447" t="-107463" b="-1597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그룹 46">
            <a:extLst>
              <a:ext uri="{FF2B5EF4-FFF2-40B4-BE49-F238E27FC236}">
                <a16:creationId xmlns:a16="http://schemas.microsoft.com/office/drawing/2014/main" id="{62626C19-C17A-8CA0-E9FB-A26004126D85}"/>
              </a:ext>
            </a:extLst>
          </p:cNvPr>
          <p:cNvGrpSpPr/>
          <p:nvPr/>
        </p:nvGrpSpPr>
        <p:grpSpPr>
          <a:xfrm>
            <a:off x="1081314" y="928580"/>
            <a:ext cx="9789886" cy="976976"/>
            <a:chOff x="1081314" y="1161925"/>
            <a:chExt cx="9789886" cy="97697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9F96A09-4790-F886-C93D-368BB3661D76}"/>
                </a:ext>
              </a:extLst>
            </p:cNvPr>
            <p:cNvSpPr txBox="1"/>
            <p:nvPr/>
          </p:nvSpPr>
          <p:spPr>
            <a:xfrm>
              <a:off x="1081314" y="1531257"/>
              <a:ext cx="15167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err="1"/>
                <a:t>ResNet</a:t>
              </a:r>
              <a:r>
                <a:rPr lang="en-US" altLang="ko-KR" dirty="0"/>
                <a:t> 18</a:t>
              </a:r>
              <a:endParaRPr lang="ko-KR" altLang="en-US" dirty="0"/>
            </a:p>
          </p:txBody>
        </p:sp>
        <p:sp>
          <p:nvSpPr>
            <p:cNvPr id="6" name="왼쪽 중괄호 5">
              <a:extLst>
                <a:ext uri="{FF2B5EF4-FFF2-40B4-BE49-F238E27FC236}">
                  <a16:creationId xmlns:a16="http://schemas.microsoft.com/office/drawing/2014/main" id="{4A91A981-BB1B-62D5-6F72-41613F08E5BE}"/>
                </a:ext>
              </a:extLst>
            </p:cNvPr>
            <p:cNvSpPr/>
            <p:nvPr/>
          </p:nvSpPr>
          <p:spPr>
            <a:xfrm>
              <a:off x="2409371" y="1400237"/>
              <a:ext cx="435429" cy="631371"/>
            </a:xfrm>
            <a:prstGeom prst="leftBrac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6C3BD3E-23E2-CA41-9866-622B5AEB7A04}"/>
                </a:ext>
              </a:extLst>
            </p:cNvPr>
            <p:cNvSpPr txBox="1"/>
            <p:nvPr/>
          </p:nvSpPr>
          <p:spPr>
            <a:xfrm>
              <a:off x="2844800" y="1161925"/>
              <a:ext cx="3795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16 layers </a:t>
              </a:r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C69B525-C558-2B5B-02C6-DFA978B25387}"/>
                    </a:ext>
                  </a:extLst>
                </p:cNvPr>
                <p:cNvSpPr txBox="1"/>
                <p:nvPr/>
              </p:nvSpPr>
              <p:spPr>
                <a:xfrm>
                  <a:off x="2844800" y="1769569"/>
                  <a:ext cx="269965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dirty="0"/>
                    <a:t>candidates </a:t>
                  </a:r>
                  <a14:m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={3,4,5,6}</m:t>
                      </m:r>
                    </m:oMath>
                  </a14:m>
                  <a:r>
                    <a:rPr lang="en-US" altLang="ko-KR" b="0" dirty="0"/>
                    <a:t> 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C69B525-C558-2B5B-02C6-DFA978B253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4800" y="1769569"/>
                  <a:ext cx="2699657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032" t="-8197" b="-2459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590FE2E4-0E8C-5638-4FA2-6F5AF949DCE6}"/>
                </a:ext>
              </a:extLst>
            </p:cNvPr>
            <p:cNvCxnSpPr>
              <a:cxnSpLocks/>
            </p:cNvCxnSpPr>
            <p:nvPr/>
          </p:nvCxnSpPr>
          <p:spPr>
            <a:xfrm>
              <a:off x="5479143" y="1965512"/>
              <a:ext cx="1778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F5FE305-2DBA-E2AE-4FA3-CEE8679D4A95}"/>
                </a:ext>
              </a:extLst>
            </p:cNvPr>
            <p:cNvSpPr txBox="1"/>
            <p:nvPr/>
          </p:nvSpPr>
          <p:spPr>
            <a:xfrm>
              <a:off x="7474857" y="1763486"/>
              <a:ext cx="33963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각 </a:t>
              </a:r>
              <a:r>
                <a:rPr lang="en-US" altLang="ko-KR" dirty="0"/>
                <a:t>layer</a:t>
              </a:r>
              <a:r>
                <a:rPr lang="ko-KR" altLang="en-US" dirty="0"/>
                <a:t>에 이 중에 하나를 선택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05E55E2-DAFA-F3AC-C84D-38606A838C9D}"/>
                  </a:ext>
                </a:extLst>
              </p:cNvPr>
              <p:cNvSpPr txBox="1"/>
              <p:nvPr/>
            </p:nvSpPr>
            <p:spPr>
              <a:xfrm>
                <a:off x="1204686" y="2090934"/>
                <a:ext cx="8686800" cy="395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ko-KR" dirty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번째 </a:t>
                </a:r>
                <a:r>
                  <a:rPr lang="en-US" altLang="ko-KR" dirty="0"/>
                  <a:t>layer</a:t>
                </a:r>
                <a:r>
                  <a:rPr lang="ko-KR" altLang="en-US" dirty="0"/>
                  <a:t>에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j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인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각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선택지의 중요도 가중치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05E55E2-DAFA-F3AC-C84D-38606A838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686" y="2090934"/>
                <a:ext cx="8686800" cy="395045"/>
              </a:xfrm>
              <a:prstGeom prst="rect">
                <a:avLst/>
              </a:prstGeom>
              <a:blipFill>
                <a:blip r:embed="rId5"/>
                <a:stretch>
                  <a:fillRect l="-491" t="-9231" b="-169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그룹 47">
            <a:extLst>
              <a:ext uri="{FF2B5EF4-FFF2-40B4-BE49-F238E27FC236}">
                <a16:creationId xmlns:a16="http://schemas.microsoft.com/office/drawing/2014/main" id="{9F25290B-67B0-B02D-30A6-556E78186383}"/>
              </a:ext>
            </a:extLst>
          </p:cNvPr>
          <p:cNvGrpSpPr/>
          <p:nvPr/>
        </p:nvGrpSpPr>
        <p:grpSpPr>
          <a:xfrm>
            <a:off x="1520371" y="2959498"/>
            <a:ext cx="8178800" cy="3654054"/>
            <a:chOff x="526142" y="3067421"/>
            <a:chExt cx="8178800" cy="3654054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62540FD-80A6-9A28-9877-8C88E1374E21}"/>
                </a:ext>
              </a:extLst>
            </p:cNvPr>
            <p:cNvSpPr/>
            <p:nvPr/>
          </p:nvSpPr>
          <p:spPr>
            <a:xfrm>
              <a:off x="2311399" y="3067421"/>
              <a:ext cx="1524000" cy="58057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layer 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227CFC8-B9AF-AD94-0EE1-0DD9EE3F9F09}"/>
                </a:ext>
              </a:extLst>
            </p:cNvPr>
            <p:cNvSpPr/>
            <p:nvPr/>
          </p:nvSpPr>
          <p:spPr>
            <a:xfrm>
              <a:off x="4096656" y="3067421"/>
              <a:ext cx="1524000" cy="580572"/>
            </a:xfrm>
            <a:prstGeom prst="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layer 2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23B3693-F2DB-9734-8507-06C4BEF803D7}"/>
                </a:ext>
              </a:extLst>
            </p:cNvPr>
            <p:cNvSpPr txBox="1"/>
            <p:nvPr/>
          </p:nvSpPr>
          <p:spPr>
            <a:xfrm>
              <a:off x="6096000" y="4599303"/>
              <a:ext cx="15820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/>
                <a:t>…</a:t>
              </a:r>
              <a:endParaRPr lang="ko-KR" altLang="en-US" sz="2400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06DA36E-DF62-CEB4-1BD1-D0A018F43002}"/>
                </a:ext>
              </a:extLst>
            </p:cNvPr>
            <p:cNvSpPr/>
            <p:nvPr/>
          </p:nvSpPr>
          <p:spPr>
            <a:xfrm>
              <a:off x="7159171" y="3067421"/>
              <a:ext cx="1524000" cy="580572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layer 16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9FD90616-DF89-9EF6-7A18-277C425AA0E1}"/>
                    </a:ext>
                  </a:extLst>
                </p:cNvPr>
                <p:cNvSpPr/>
                <p:nvPr/>
              </p:nvSpPr>
              <p:spPr>
                <a:xfrm>
                  <a:off x="2311399" y="3833362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9FD90616-DF89-9EF6-7A18-277C425AA0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1399" y="3833362"/>
                  <a:ext cx="1524000" cy="58057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217DDEC7-C6D3-B0DA-68DE-CA83DB1DD504}"/>
                    </a:ext>
                  </a:extLst>
                </p:cNvPr>
                <p:cNvSpPr/>
                <p:nvPr/>
              </p:nvSpPr>
              <p:spPr>
                <a:xfrm>
                  <a:off x="2311399" y="4599303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217DDEC7-C6D3-B0DA-68DE-CA83DB1DD5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1399" y="4599303"/>
                  <a:ext cx="1524000" cy="58057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9AA9AA97-6DE7-013A-B760-87EA0E224947}"/>
                    </a:ext>
                  </a:extLst>
                </p:cNvPr>
                <p:cNvSpPr/>
                <p:nvPr/>
              </p:nvSpPr>
              <p:spPr>
                <a:xfrm>
                  <a:off x="2311399" y="5365244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9AA9AA97-6DE7-013A-B760-87EA0E2249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1399" y="5365244"/>
                  <a:ext cx="1524000" cy="58057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직사각형 23">
                  <a:extLst>
                    <a:ext uri="{FF2B5EF4-FFF2-40B4-BE49-F238E27FC236}">
                      <a16:creationId xmlns:a16="http://schemas.microsoft.com/office/drawing/2014/main" id="{93005388-0057-1DA4-3BD7-BC70B7EE00E3}"/>
                    </a:ext>
                  </a:extLst>
                </p:cNvPr>
                <p:cNvSpPr/>
                <p:nvPr/>
              </p:nvSpPr>
              <p:spPr>
                <a:xfrm>
                  <a:off x="2311399" y="6131185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직사각형 23">
                  <a:extLst>
                    <a:ext uri="{FF2B5EF4-FFF2-40B4-BE49-F238E27FC236}">
                      <a16:creationId xmlns:a16="http://schemas.microsoft.com/office/drawing/2014/main" id="{93005388-0057-1DA4-3BD7-BC70B7EE00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1399" y="6131185"/>
                  <a:ext cx="1524000" cy="58057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4A495820-7E4B-29BB-073D-9089DD5FB864}"/>
                    </a:ext>
                  </a:extLst>
                </p:cNvPr>
                <p:cNvSpPr/>
                <p:nvPr/>
              </p:nvSpPr>
              <p:spPr>
                <a:xfrm>
                  <a:off x="4096656" y="3843080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4A495820-7E4B-29BB-073D-9089DD5FB86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6656" y="3843080"/>
                  <a:ext cx="1524000" cy="58057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D6C0C541-0CCF-88A7-EDBD-5E100A032296}"/>
                    </a:ext>
                  </a:extLst>
                </p:cNvPr>
                <p:cNvSpPr/>
                <p:nvPr/>
              </p:nvSpPr>
              <p:spPr>
                <a:xfrm>
                  <a:off x="4096656" y="4609021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D6C0C541-0CCF-88A7-EDBD-5E100A0322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6656" y="4609021"/>
                  <a:ext cx="1524000" cy="58057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직사각형 26">
                  <a:extLst>
                    <a:ext uri="{FF2B5EF4-FFF2-40B4-BE49-F238E27FC236}">
                      <a16:creationId xmlns:a16="http://schemas.microsoft.com/office/drawing/2014/main" id="{1062D11E-B335-0E50-CE2B-DB159AD9DB63}"/>
                    </a:ext>
                  </a:extLst>
                </p:cNvPr>
                <p:cNvSpPr/>
                <p:nvPr/>
              </p:nvSpPr>
              <p:spPr>
                <a:xfrm>
                  <a:off x="4096656" y="5374962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직사각형 26">
                  <a:extLst>
                    <a:ext uri="{FF2B5EF4-FFF2-40B4-BE49-F238E27FC236}">
                      <a16:creationId xmlns:a16="http://schemas.microsoft.com/office/drawing/2014/main" id="{1062D11E-B335-0E50-CE2B-DB159AD9DB6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6656" y="5374962"/>
                  <a:ext cx="1524000" cy="58057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직사각형 27">
                  <a:extLst>
                    <a:ext uri="{FF2B5EF4-FFF2-40B4-BE49-F238E27FC236}">
                      <a16:creationId xmlns:a16="http://schemas.microsoft.com/office/drawing/2014/main" id="{F00B033F-B327-1DC0-75A9-D03BD2CA9CC8}"/>
                    </a:ext>
                  </a:extLst>
                </p:cNvPr>
                <p:cNvSpPr/>
                <p:nvPr/>
              </p:nvSpPr>
              <p:spPr>
                <a:xfrm>
                  <a:off x="4096656" y="6140903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직사각형 27">
                  <a:extLst>
                    <a:ext uri="{FF2B5EF4-FFF2-40B4-BE49-F238E27FC236}">
                      <a16:creationId xmlns:a16="http://schemas.microsoft.com/office/drawing/2014/main" id="{F00B033F-B327-1DC0-75A9-D03BD2CA9C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6656" y="6140903"/>
                  <a:ext cx="1524000" cy="58057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id="{BDB70B8E-62FD-F24A-D36E-6288BCB93BA8}"/>
                    </a:ext>
                  </a:extLst>
                </p:cNvPr>
                <p:cNvSpPr/>
                <p:nvPr/>
              </p:nvSpPr>
              <p:spPr>
                <a:xfrm>
                  <a:off x="7180942" y="3843080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id="{BDB70B8E-62FD-F24A-D36E-6288BCB93B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0942" y="3843080"/>
                  <a:ext cx="1524000" cy="58057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직사각형 34">
                  <a:extLst>
                    <a:ext uri="{FF2B5EF4-FFF2-40B4-BE49-F238E27FC236}">
                      <a16:creationId xmlns:a16="http://schemas.microsoft.com/office/drawing/2014/main" id="{1FC6F0B1-7E0F-EB8B-4566-74C34EBDB5A8}"/>
                    </a:ext>
                  </a:extLst>
                </p:cNvPr>
                <p:cNvSpPr/>
                <p:nvPr/>
              </p:nvSpPr>
              <p:spPr>
                <a:xfrm>
                  <a:off x="7180942" y="4609021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직사각형 34">
                  <a:extLst>
                    <a:ext uri="{FF2B5EF4-FFF2-40B4-BE49-F238E27FC236}">
                      <a16:creationId xmlns:a16="http://schemas.microsoft.com/office/drawing/2014/main" id="{1FC6F0B1-7E0F-EB8B-4566-74C34EBDB5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0942" y="4609021"/>
                  <a:ext cx="1524000" cy="58057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직사각형 35">
                  <a:extLst>
                    <a:ext uri="{FF2B5EF4-FFF2-40B4-BE49-F238E27FC236}">
                      <a16:creationId xmlns:a16="http://schemas.microsoft.com/office/drawing/2014/main" id="{82E508C8-408C-E03F-6D80-3280889D103A}"/>
                    </a:ext>
                  </a:extLst>
                </p:cNvPr>
                <p:cNvSpPr/>
                <p:nvPr/>
              </p:nvSpPr>
              <p:spPr>
                <a:xfrm>
                  <a:off x="7180942" y="5374962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직사각형 35">
                  <a:extLst>
                    <a:ext uri="{FF2B5EF4-FFF2-40B4-BE49-F238E27FC236}">
                      <a16:creationId xmlns:a16="http://schemas.microsoft.com/office/drawing/2014/main" id="{82E508C8-408C-E03F-6D80-3280889D10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0942" y="5374962"/>
                  <a:ext cx="1524000" cy="58057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0FE44B4A-60D1-F0B2-B0D4-5438B5ACEF0D}"/>
                    </a:ext>
                  </a:extLst>
                </p:cNvPr>
                <p:cNvSpPr/>
                <p:nvPr/>
              </p:nvSpPr>
              <p:spPr>
                <a:xfrm>
                  <a:off x="7180942" y="6140903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0FE44B4A-60D1-F0B2-B0D4-5438B5ACEF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0942" y="6140903"/>
                  <a:ext cx="1524000" cy="58057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A9882989-40FF-71F9-077E-5E209FA30D07}"/>
                    </a:ext>
                  </a:extLst>
                </p:cNvPr>
                <p:cNvSpPr/>
                <p:nvPr/>
              </p:nvSpPr>
              <p:spPr>
                <a:xfrm>
                  <a:off x="526142" y="3827149"/>
                  <a:ext cx="1524000" cy="58057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A9882989-40FF-71F9-077E-5E209FA30D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142" y="3827149"/>
                  <a:ext cx="1524000" cy="58057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직사각형 43">
                  <a:extLst>
                    <a:ext uri="{FF2B5EF4-FFF2-40B4-BE49-F238E27FC236}">
                      <a16:creationId xmlns:a16="http://schemas.microsoft.com/office/drawing/2014/main" id="{58E7730C-9F65-6A2E-102C-45B8261E9118}"/>
                    </a:ext>
                  </a:extLst>
                </p:cNvPr>
                <p:cNvSpPr/>
                <p:nvPr/>
              </p:nvSpPr>
              <p:spPr>
                <a:xfrm>
                  <a:off x="526142" y="4593090"/>
                  <a:ext cx="1524000" cy="58057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직사각형 43">
                  <a:extLst>
                    <a:ext uri="{FF2B5EF4-FFF2-40B4-BE49-F238E27FC236}">
                      <a16:creationId xmlns:a16="http://schemas.microsoft.com/office/drawing/2014/main" id="{58E7730C-9F65-6A2E-102C-45B8261E91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142" y="4593090"/>
                  <a:ext cx="1524000" cy="58057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6421A162-0DDD-072B-0EB4-1258A626E2C6}"/>
                    </a:ext>
                  </a:extLst>
                </p:cNvPr>
                <p:cNvSpPr/>
                <p:nvPr/>
              </p:nvSpPr>
              <p:spPr>
                <a:xfrm>
                  <a:off x="526142" y="5359031"/>
                  <a:ext cx="1524000" cy="58057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6421A162-0DDD-072B-0EB4-1258A626E2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142" y="5359031"/>
                  <a:ext cx="1524000" cy="58057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id="{15C18EE2-9C49-8940-C101-613236E0729A}"/>
                    </a:ext>
                  </a:extLst>
                </p:cNvPr>
                <p:cNvSpPr/>
                <p:nvPr/>
              </p:nvSpPr>
              <p:spPr>
                <a:xfrm>
                  <a:off x="526142" y="6124972"/>
                  <a:ext cx="1524000" cy="58057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id="{15C18EE2-9C49-8940-C101-613236E072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142" y="6124972"/>
                  <a:ext cx="1524000" cy="58057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09486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4A9390-1A16-E200-CE2D-C4D1EBC9D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Remind Weight Storage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A5740D-DE14-0AE8-43FB-6E2041EE0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674834-C7E1-3337-B3DB-20758416EB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302" t="-750" r="-17" b="16386"/>
          <a:stretch>
            <a:fillRect/>
          </a:stretch>
        </p:blipFill>
        <p:spPr>
          <a:xfrm>
            <a:off x="2450110" y="863604"/>
            <a:ext cx="7187375" cy="478968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A975FDA-F232-7A07-3EE1-606C78472D0F}"/>
              </a:ext>
            </a:extLst>
          </p:cNvPr>
          <p:cNvSpPr/>
          <p:nvPr/>
        </p:nvSpPr>
        <p:spPr>
          <a:xfrm>
            <a:off x="6401414" y="5228440"/>
            <a:ext cx="1438854" cy="42484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A8C7EA-8ED5-9864-696B-711F24195BCD}"/>
              </a:ext>
            </a:extLst>
          </p:cNvPr>
          <p:cNvSpPr/>
          <p:nvPr/>
        </p:nvSpPr>
        <p:spPr>
          <a:xfrm>
            <a:off x="8013244" y="5228440"/>
            <a:ext cx="725632" cy="424846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418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F46E7A-63F5-9940-F5E6-42C8C15AD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Remind </a:t>
            </a:r>
            <a:r>
              <a:rPr lang="en-US" altLang="ko-KR" dirty="0" err="1"/>
              <a:t>BitOPs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E64DC2-96B4-058C-79DF-66F95B22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478D1EE-79D1-F73D-56B5-E4E3A1F204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163" r="567"/>
          <a:stretch>
            <a:fillRect/>
          </a:stretch>
        </p:blipFill>
        <p:spPr>
          <a:xfrm>
            <a:off x="1507021" y="1973580"/>
            <a:ext cx="8208479" cy="25142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3BD625-9431-499B-F366-1E39DA2329CB}"/>
              </a:ext>
            </a:extLst>
          </p:cNvPr>
          <p:cNvSpPr txBox="1"/>
          <p:nvPr/>
        </p:nvSpPr>
        <p:spPr>
          <a:xfrm>
            <a:off x="3486978" y="3072484"/>
            <a:ext cx="739472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403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5D506546-2A56-0E96-F9EC-BEEFA563A2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163" r="567"/>
          <a:stretch>
            <a:fillRect/>
          </a:stretch>
        </p:blipFill>
        <p:spPr>
          <a:xfrm>
            <a:off x="7745839" y="1022694"/>
            <a:ext cx="4189336" cy="12831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4CAA5C1-13B9-BD3E-39FD-0AF7D9D62C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302" t="-750" r="-17" b="16386"/>
          <a:stretch>
            <a:fillRect/>
          </a:stretch>
        </p:blipFill>
        <p:spPr>
          <a:xfrm>
            <a:off x="4802998" y="638017"/>
            <a:ext cx="3086194" cy="205664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6EF85F8-D7AA-ABD2-C0C3-62EE9C11B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How to calculate Loss function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DB2498-2D2D-165C-97D9-AEF7B838F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7E7E68-0B50-F873-A057-84FAE61A1E1D}"/>
                  </a:ext>
                </a:extLst>
              </p:cNvPr>
              <p:cNvSpPr txBox="1"/>
              <p:nvPr/>
            </p:nvSpPr>
            <p:spPr>
              <a:xfrm>
                <a:off x="64729" y="2052440"/>
                <a:ext cx="10001250" cy="46690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ko-KR" dirty="0" err="1"/>
                  <a:t>i</a:t>
                </a:r>
                <a:r>
                  <a:rPr lang="en-US" altLang="ko-KR" dirty="0"/>
                  <a:t> : layer  ,</a:t>
                </a:r>
                <a:r>
                  <a:rPr lang="ko-KR" altLang="en-US" dirty="0"/>
                  <a:t>  </a:t>
                </a:r>
                <a:r>
                  <a:rPr lang="en-US" altLang="ko-KR" dirty="0"/>
                  <a:t>j: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tau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candidates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Weight storage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:</a:t>
                </a:r>
                <a:r>
                  <a:rPr lang="ko-KR" altLang="en-US" b="1" dirty="0"/>
                  <a:t> </a:t>
                </a:r>
                <a:r>
                  <a:rPr lang="en-US" altLang="ko-KR" dirty="0"/>
                  <a:t>s = </a:t>
                </a:r>
                <a14:m>
                  <m:oMath xmlns:m="http://schemas.openxmlformats.org/officeDocument/2006/math"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in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out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+ 9 ×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ko-KR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ko-KR" dirty="0" err="1"/>
                  <a:t>BitOPs</a:t>
                </a:r>
                <a:r>
                  <a:rPr lang="en-US" altLang="ko-KR" dirty="0"/>
                  <a:t>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ko-KR" alt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𝝉</m:t>
                        </m:r>
                      </m:sup>
                    </m:sSup>
                    <m:r>
                      <a:rPr lang="en-US" altLang="ko-KR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9 +1) +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out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−1)/2</m:t>
                    </m:r>
                  </m:oMath>
                </a14:m>
                <a:endParaRPr lang="en-US" altLang="ko-KR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Storage loss : S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7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)]</m:t>
                        </m:r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9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7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</m:e>
                        </m:nary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ko-KR" dirty="0"/>
                          <m:t> </m:t>
                        </m:r>
                      </m:e>
                    </m:nary>
                  </m:oMath>
                </a14:m>
                <a:endParaRPr lang="en-US" altLang="ko-KR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ko-KR" dirty="0" err="1"/>
                  <a:t>BitOPs</a:t>
                </a:r>
                <a:r>
                  <a:rPr lang="en-US" altLang="ko-KR" dirty="0"/>
                  <a:t> loss :  B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)]</m:t>
                        </m:r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9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7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</m:e>
                        </m:nary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ko-KR" dirty="0"/>
                          <m:t> </m:t>
                        </m:r>
                      </m:e>
                    </m:nary>
                  </m:oMath>
                </a14:m>
                <a:endParaRPr lang="en-US" altLang="ko-KR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예시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특정</a:t>
                </a:r>
                <a:r>
                  <a:rPr lang="en-US" altLang="ko-KR" dirty="0"/>
                  <a:t> k layer</a:t>
                </a:r>
                <a:r>
                  <a:rPr lang="ko-KR" altLang="en-US" dirty="0"/>
                  <a:t>에 </a:t>
                </a:r>
                <a:r>
                  <a:rPr lang="en-US" altLang="ko-KR" dirty="0"/>
                  <a:t>tau candidates={3,4,5,6}</a:t>
                </a:r>
                <a:r>
                  <a:rPr lang="ko-KR" altLang="en-US" dirty="0"/>
                  <a:t>에서 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ko-KR" dirty="0"/>
                  <a:t>=0.25</a:t>
                </a:r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)]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= 0.25</m:t>
                    </m:r>
                    <m:r>
                      <a:rPr lang="en-US" altLang="ko-KR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=3) +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0.25 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=4) +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0.25 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=5) +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0.25 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=6)</m:t>
                    </m:r>
                  </m:oMath>
                </a14:m>
                <a:r>
                  <a:rPr lang="en-US" altLang="ko-KR" dirty="0"/>
                  <a:t> </a:t>
                </a:r>
              </a:p>
              <a:p>
                <a:pPr lvl="1"/>
                <a:endParaRPr lang="en-US" altLang="ko-KR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7E7E68-0B50-F873-A057-84FAE61A1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29" y="2052440"/>
                <a:ext cx="10001250" cy="4669035"/>
              </a:xfrm>
              <a:prstGeom prst="rect">
                <a:avLst/>
              </a:prstGeom>
              <a:blipFill>
                <a:blip r:embed="rId4"/>
                <a:stretch>
                  <a:fillRect l="-549" t="-7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1027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265BD-0D43-8FCF-F777-4ACBB85FE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range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638073-D845-F62D-F0A4-181A14ECE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3A47D1B9-78E3-CA0B-621F-064359D3C5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8779343"/>
                  </p:ext>
                </p:extLst>
              </p:nvPr>
            </p:nvGraphicFramePr>
            <p:xfrm>
              <a:off x="963032" y="2148035"/>
              <a:ext cx="10109645" cy="21179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21929">
                      <a:extLst>
                        <a:ext uri="{9D8B030D-6E8A-4147-A177-3AD203B41FA5}">
                          <a16:colId xmlns:a16="http://schemas.microsoft.com/office/drawing/2014/main" val="620892379"/>
                        </a:ext>
                      </a:extLst>
                    </a:gridCol>
                    <a:gridCol w="2021929">
                      <a:extLst>
                        <a:ext uri="{9D8B030D-6E8A-4147-A177-3AD203B41FA5}">
                          <a16:colId xmlns:a16="http://schemas.microsoft.com/office/drawing/2014/main" val="1963660088"/>
                        </a:ext>
                      </a:extLst>
                    </a:gridCol>
                    <a:gridCol w="2021929">
                      <a:extLst>
                        <a:ext uri="{9D8B030D-6E8A-4147-A177-3AD203B41FA5}">
                          <a16:colId xmlns:a16="http://schemas.microsoft.com/office/drawing/2014/main" val="1423528174"/>
                        </a:ext>
                      </a:extLst>
                    </a:gridCol>
                    <a:gridCol w="2021929">
                      <a:extLst>
                        <a:ext uri="{9D8B030D-6E8A-4147-A177-3AD203B41FA5}">
                          <a16:colId xmlns:a16="http://schemas.microsoft.com/office/drawing/2014/main" val="1511604834"/>
                        </a:ext>
                      </a:extLst>
                    </a:gridCol>
                    <a:gridCol w="2021929">
                      <a:extLst>
                        <a:ext uri="{9D8B030D-6E8A-4147-A177-3AD203B41FA5}">
                          <a16:colId xmlns:a16="http://schemas.microsoft.com/office/drawing/2014/main" val="2438606859"/>
                        </a:ext>
                      </a:extLst>
                    </a:gridCol>
                  </a:tblGrid>
                  <a:tr h="705994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min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dirty="0">
                              <a:solidFill>
                                <a:schemeClr val="tx1"/>
                              </a:solidFill>
                            </a:rPr>
                            <a:t>초기</a:t>
                          </a:r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=0.25)</m:t>
                              </m:r>
                            </m:oMath>
                          </a14:m>
                          <a:r>
                            <a:rPr lang="ko-KR" alt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max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range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50670943"/>
                      </a:ext>
                    </a:extLst>
                  </a:tr>
                  <a:tr h="70599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S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ko-KR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3,662,976bit</a:t>
                          </a:r>
                          <a:endParaRPr lang="ko-KR" altLang="en-US" sz="18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ko-KR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5,497,056bit</a:t>
                          </a:r>
                          <a:endParaRPr lang="ko-KR" altLang="en-US" sz="18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7,332,864bit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3,669,888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6422976"/>
                      </a:ext>
                    </a:extLst>
                  </a:tr>
                  <a:tr h="70599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B 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ko-KR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63,531,520</a:t>
                          </a:r>
                          <a:endParaRPr lang="ko-KR" altLang="en-US" sz="18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ko-KR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155,295,104</a:t>
                          </a:r>
                          <a:endParaRPr lang="ko-KR" altLang="en-US" sz="18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ko-KR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297,111,552</a:t>
                          </a:r>
                          <a:endParaRPr lang="ko-KR" altLang="en-US" sz="18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233,580,032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37490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3A47D1B9-78E3-CA0B-621F-064359D3C5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8779343"/>
                  </p:ext>
                </p:extLst>
              </p:nvPr>
            </p:nvGraphicFramePr>
            <p:xfrm>
              <a:off x="963032" y="2148035"/>
              <a:ext cx="10109645" cy="21179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21929">
                      <a:extLst>
                        <a:ext uri="{9D8B030D-6E8A-4147-A177-3AD203B41FA5}">
                          <a16:colId xmlns:a16="http://schemas.microsoft.com/office/drawing/2014/main" val="620892379"/>
                        </a:ext>
                      </a:extLst>
                    </a:gridCol>
                    <a:gridCol w="2021929">
                      <a:extLst>
                        <a:ext uri="{9D8B030D-6E8A-4147-A177-3AD203B41FA5}">
                          <a16:colId xmlns:a16="http://schemas.microsoft.com/office/drawing/2014/main" val="1963660088"/>
                        </a:ext>
                      </a:extLst>
                    </a:gridCol>
                    <a:gridCol w="2021929">
                      <a:extLst>
                        <a:ext uri="{9D8B030D-6E8A-4147-A177-3AD203B41FA5}">
                          <a16:colId xmlns:a16="http://schemas.microsoft.com/office/drawing/2014/main" val="1423528174"/>
                        </a:ext>
                      </a:extLst>
                    </a:gridCol>
                    <a:gridCol w="2021929">
                      <a:extLst>
                        <a:ext uri="{9D8B030D-6E8A-4147-A177-3AD203B41FA5}">
                          <a16:colId xmlns:a16="http://schemas.microsoft.com/office/drawing/2014/main" val="1511604834"/>
                        </a:ext>
                      </a:extLst>
                    </a:gridCol>
                    <a:gridCol w="2021929">
                      <a:extLst>
                        <a:ext uri="{9D8B030D-6E8A-4147-A177-3AD203B41FA5}">
                          <a16:colId xmlns:a16="http://schemas.microsoft.com/office/drawing/2014/main" val="2438606859"/>
                        </a:ext>
                      </a:extLst>
                    </a:gridCol>
                  </a:tblGrid>
                  <a:tr h="705994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min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301" t="-5172" r="-200602" b="-2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max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range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50670943"/>
                      </a:ext>
                    </a:extLst>
                  </a:tr>
                  <a:tr h="70599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S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ko-KR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3,662,976bit</a:t>
                          </a:r>
                          <a:endParaRPr lang="ko-KR" altLang="en-US" sz="18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ko-KR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5,497,056bit</a:t>
                          </a:r>
                          <a:endParaRPr lang="ko-KR" altLang="en-US" sz="18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7,332,864bit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3,669,888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6422976"/>
                      </a:ext>
                    </a:extLst>
                  </a:tr>
                  <a:tr h="70599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B 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ko-KR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63,531,520</a:t>
                          </a:r>
                          <a:endParaRPr lang="ko-KR" altLang="en-US" sz="18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ko-KR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155,295,104</a:t>
                          </a:r>
                          <a:endParaRPr lang="ko-KR" altLang="en-US" sz="18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ko-KR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297,111,552</a:t>
                          </a:r>
                          <a:endParaRPr lang="ko-KR" altLang="en-US" sz="18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233,580,032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37490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78375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083853-B863-464B-5C95-C918E35FF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Min-Max Normalize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F216E6-ADB1-8AFC-8E3C-3E3D2A495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2844F5-9DDB-B8EE-1784-C97FC52ECFBD}"/>
                  </a:ext>
                </a:extLst>
              </p:cNvPr>
              <p:cNvSpPr txBox="1"/>
              <p:nvPr/>
            </p:nvSpPr>
            <p:spPr>
              <a:xfrm>
                <a:off x="1882140" y="2415540"/>
                <a:ext cx="9646920" cy="2749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2400" dirty="0"/>
                  <a:t>Normalized S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sz="24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2400" dirty="0"/>
                  <a:t>Normalized log </a:t>
                </a:r>
                <a:r>
                  <a:rPr lang="en-US" altLang="ko-KR" sz="2400" b="0" dirty="0"/>
                  <a:t>B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7"/>
                              </m:r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m:rPr>
                                <m:sty m:val="p"/>
                              </m:r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)}] − 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en-US" altLang="ko-KR" sz="2400" i="1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m:rPr>
                                <m:sty m:val="p"/>
                              </m:r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}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}− </m:t>
                        </m:r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den>
                    </m:f>
                  </m:oMath>
                </a14:m>
                <a:endParaRPr lang="en-US" altLang="ko-KR" sz="24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r>
                  <a:rPr lang="ko-KR" altLang="en-US" dirty="0"/>
                  <a:t>왜 </a:t>
                </a:r>
                <a:r>
                  <a:rPr lang="en-US" altLang="ko-KR" dirty="0"/>
                  <a:t>Normalized log B </a:t>
                </a:r>
                <a:r>
                  <a:rPr lang="ko-KR" altLang="en-US" dirty="0"/>
                  <a:t>은 </a:t>
                </a:r>
                <a:r>
                  <a:rPr lang="en-US" altLang="ko-KR" dirty="0"/>
                  <a:t>log</a:t>
                </a:r>
                <a:r>
                  <a:rPr lang="ko-KR" altLang="en-US" dirty="0"/>
                  <a:t>를 씌웠는지 다음 슬라이드에 설명</a:t>
                </a:r>
                <a:endParaRPr lang="en-US" altLang="ko-KR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2844F5-9DDB-B8EE-1784-C97FC52EC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2140" y="2415540"/>
                <a:ext cx="9646920" cy="2749471"/>
              </a:xfrm>
              <a:prstGeom prst="rect">
                <a:avLst/>
              </a:prstGeom>
              <a:blipFill>
                <a:blip r:embed="rId2"/>
                <a:stretch>
                  <a:fillRect l="-885" b="-26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1079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EB0CB7-401A-AA71-38A4-BCFCA3F84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gradient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215890-573C-AD81-305C-C86B5B1DF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D9E287-4D1F-0591-C14F-AF9D479450EB}"/>
                  </a:ext>
                </a:extLst>
              </p:cNvPr>
              <p:cNvSpPr txBox="1"/>
              <p:nvPr/>
            </p:nvSpPr>
            <p:spPr>
              <a:xfrm>
                <a:off x="960120" y="1333500"/>
                <a:ext cx="9890760" cy="49392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>
                    <a:latin typeface="Cambria Math" panose="02040503050406030204" pitchFamily="18" charset="0"/>
                  </a:rPr>
                  <a:t>특정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altLang="ko-KR" dirty="0">
                    <a:latin typeface="Cambria Math" panose="02040503050406030204" pitchFamily="18" charset="0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Normalized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ko-KR" alt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 ,</m:t>
                            </m:r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in</m:t>
                            </m:r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altLang="ko-K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US" altLang="ko-K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ko-K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ko-KR" alt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𝝉</m:t>
                        </m:r>
                        <m:r>
                          <a:rPr lang="en-US" altLang="ko-K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 )</m:t>
                        </m:r>
                      </m:num>
                      <m:den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− 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den>
                    </m:f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sz="2400" dirty="0"/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에 선형이므로</a:t>
                </a:r>
                <a:r>
                  <a:rPr lang="en-US" altLang="ko-KR" dirty="0"/>
                  <a:t>,</a:t>
                </a:r>
              </a:p>
              <a:p>
                <a:r>
                  <a:rPr lang="en-US" altLang="ko-KR" dirty="0"/>
                  <a:t>tau candidates = {3,4,5,6} </a:t>
                </a:r>
                <a:r>
                  <a:rPr lang="ko-KR" altLang="en-US" dirty="0"/>
                  <a:t>이고 확률이 모두 </a:t>
                </a:r>
                <a:r>
                  <a:rPr lang="en-US" altLang="ko-KR" dirty="0"/>
                  <a:t>0.25</a:t>
                </a:r>
                <a:r>
                  <a:rPr lang="ko-KR" altLang="en-US" dirty="0"/>
                  <a:t>이면</a:t>
                </a:r>
                <a:endParaRPr lang="en-US" altLang="ko-KR" dirty="0"/>
              </a:p>
              <a:p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ko-KR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={−1.5, −0.5, +0.5 , +1.5}</m:t>
                      </m:r>
                    </m:oMath>
                  </m:oMathPara>
                </a14:m>
                <a:endParaRPr lang="en-US" altLang="ko-KR" dirty="0"/>
              </a:p>
              <a:p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ko-KR" alt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 ,</m:t>
                            </m:r>
                            <m:r>
                              <m:rPr>
                                <m:sty m:val="p"/>
                              </m:r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 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×(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×9 +1)×</m:t>
                    </m:r>
                    <m:r>
                      <a:rPr lang="en-US" altLang="ko-K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sSub>
                          <m:sSubPr>
                            <m:ctrlPr>
                              <a:rPr lang="en-US" altLang="ko-K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sup>
                    </m:sSup>
                    <m:r>
                      <a:rPr lang="en-US" altLang="ko-K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sSub>
                      <m:sSubPr>
                        <m:ctrlPr>
                          <a:rPr lang="en-US" altLang="ko-K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ko-K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ko-K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ko-KR" alt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𝝉</m:t>
                        </m:r>
                      </m:sup>
                    </m:sSup>
                    <m:r>
                      <a:rPr lang="en-US" altLang="ko-K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])</m:t>
                    </m:r>
                  </m:oMath>
                </a14:m>
                <a:endParaRPr lang="en-US" altLang="ko-KR" sz="2400" b="1" dirty="0"/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p>
                    </m:sSup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지수적으로 의존하므로</a:t>
                </a:r>
                <a:r>
                  <a:rPr lang="en-US" altLang="ko-KR" dirty="0"/>
                  <a:t>,</a:t>
                </a:r>
              </a:p>
              <a:p>
                <a:r>
                  <a:rPr lang="en-US" altLang="ko-KR" dirty="0"/>
                  <a:t>tau candidates = {3,4,5,6} </a:t>
                </a:r>
                <a:r>
                  <a:rPr lang="ko-KR" altLang="en-US" dirty="0"/>
                  <a:t>이고 확률이 모두 </a:t>
                </a:r>
                <a:r>
                  <a:rPr lang="en-US" altLang="ko-KR" dirty="0"/>
                  <a:t>0.25</a:t>
                </a:r>
                <a:r>
                  <a:rPr lang="ko-KR" altLang="en-US" dirty="0"/>
                  <a:t>이면</a:t>
                </a:r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={−22 , −14, +2 , +34}</m:t>
                      </m:r>
                    </m:oMath>
                  </m:oMathPara>
                </a14:m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D9E287-4D1F-0591-C14F-AF9D47945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" y="1333500"/>
                <a:ext cx="9890760" cy="4939237"/>
              </a:xfrm>
              <a:prstGeom prst="rect">
                <a:avLst/>
              </a:prstGeom>
              <a:blipFill>
                <a:blip r:embed="rId2"/>
                <a:stretch>
                  <a:fillRect l="-555" t="-7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직사각형 2">
            <a:extLst>
              <a:ext uri="{FF2B5EF4-FFF2-40B4-BE49-F238E27FC236}">
                <a16:creationId xmlns:a16="http://schemas.microsoft.com/office/drawing/2014/main" id="{3AFB1FB9-C822-D103-F447-631B2920B21C}"/>
              </a:ext>
            </a:extLst>
          </p:cNvPr>
          <p:cNvSpPr/>
          <p:nvPr/>
        </p:nvSpPr>
        <p:spPr>
          <a:xfrm>
            <a:off x="5375082" y="1844703"/>
            <a:ext cx="1216549" cy="3816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A24B0D-F571-9DFD-FAFE-91C480068D3F}"/>
              </a:ext>
            </a:extLst>
          </p:cNvPr>
          <p:cNvSpPr/>
          <p:nvPr/>
        </p:nvSpPr>
        <p:spPr>
          <a:xfrm>
            <a:off x="6950766" y="4239370"/>
            <a:ext cx="1986500" cy="53936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160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E3CD2-BFE8-06B3-7ABE-0DE4A8516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09BCB-CBC7-ABB9-CF80-E5989FEA3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Log gradient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7F8053-57AC-3151-79BA-3AC31EFA7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11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ABECD6-12A1-C08F-1F84-2F5619477847}"/>
                  </a:ext>
                </a:extLst>
              </p:cNvPr>
              <p:cNvSpPr txBox="1"/>
              <p:nvPr/>
            </p:nvSpPr>
            <p:spPr>
              <a:xfrm>
                <a:off x="960120" y="1333500"/>
                <a:ext cx="10998642" cy="5351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>
                    <a:latin typeface="Cambria Math" panose="02040503050406030204" pitchFamily="18" charset="0"/>
                  </a:rPr>
                  <a:t>특정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altLang="ko-KR" dirty="0">
                    <a:latin typeface="Cambria Math" panose="02040503050406030204" pitchFamily="18" charset="0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b="0" i="1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(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×9 +1)) + 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r>
                      <m:rPr>
                        <m:sty m:val="p"/>
                      </m:rP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2 </m:t>
                    </m:r>
                  </m:oMath>
                </a14:m>
                <a:endParaRPr lang="en-US" altLang="ko-KR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Normalized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ko-KR" alt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 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</m:t>
                        </m:r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 ×(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ko-KR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m:rPr>
                            <m:sty m:val="p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24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2400" dirty="0"/>
              </a:p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에 선형이므로</a:t>
                </a:r>
                <a:r>
                  <a:rPr lang="en-US" altLang="ko-KR" dirty="0"/>
                  <a:t>,</a:t>
                </a:r>
              </a:p>
              <a:p>
                <a:r>
                  <a:rPr lang="en-US" altLang="ko-KR" dirty="0"/>
                  <a:t>tau candidates = {3,4,5,6} </a:t>
                </a:r>
                <a:r>
                  <a:rPr lang="ko-KR" altLang="en-US" dirty="0"/>
                  <a:t>이고 확률이 모두 </a:t>
                </a:r>
                <a:r>
                  <a:rPr lang="en-US" altLang="ko-KR" dirty="0"/>
                  <a:t>0.25</a:t>
                </a:r>
                <a:r>
                  <a:rPr lang="ko-KR" altLang="en-US" dirty="0"/>
                  <a:t>이면</a:t>
                </a:r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ko-KR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 ={−1.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04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−0.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35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+0.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35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 +1.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04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그래서 </a:t>
                </a:r>
                <a:r>
                  <a:rPr lang="en-US" altLang="ko-KR" dirty="0"/>
                  <a:t>storage loss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gradient </a:t>
                </a:r>
                <a:r>
                  <a:rPr lang="ko-KR" altLang="en-US" dirty="0"/>
                  <a:t>구조가 </a:t>
                </a:r>
                <a:r>
                  <a:rPr lang="ko-KR" altLang="en-US" dirty="0" err="1"/>
                  <a:t>동일해져서</a:t>
                </a:r>
                <a:r>
                  <a:rPr lang="ko-KR" altLang="en-US" dirty="0"/>
                  <a:t> 두 </a:t>
                </a:r>
                <a:r>
                  <a:rPr lang="en-US" altLang="ko-KR" dirty="0"/>
                  <a:t>cost </a:t>
                </a:r>
                <a:r>
                  <a:rPr lang="ko-KR" altLang="en-US" dirty="0"/>
                  <a:t>항의 균형을 맞추기 훨씬 </a:t>
                </a:r>
                <a:r>
                  <a:rPr lang="ko-KR" altLang="en-US" dirty="0" err="1"/>
                  <a:t>쉬워짐</a:t>
                </a:r>
                <a:endParaRPr lang="en-US" altLang="ko-KR" dirty="0"/>
              </a:p>
              <a:p>
                <a:endParaRPr lang="en-US" altLang="ko-KR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2400" dirty="0"/>
              </a:p>
              <a:p>
                <a:endParaRPr lang="en-US" altLang="ko-KR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ABECD6-12A1-C08F-1F84-2F5619477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" y="1333500"/>
                <a:ext cx="10998642" cy="5351209"/>
              </a:xfrm>
              <a:prstGeom prst="rect">
                <a:avLst/>
              </a:prstGeom>
              <a:blipFill>
                <a:blip r:embed="rId2"/>
                <a:stretch>
                  <a:fillRect l="-776" t="-6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직사각형 2">
            <a:extLst>
              <a:ext uri="{FF2B5EF4-FFF2-40B4-BE49-F238E27FC236}">
                <a16:creationId xmlns:a16="http://schemas.microsoft.com/office/drawing/2014/main" id="{14912EE5-8091-DFB7-52B8-6D34CC24ADA3}"/>
              </a:ext>
            </a:extLst>
          </p:cNvPr>
          <p:cNvSpPr/>
          <p:nvPr/>
        </p:nvSpPr>
        <p:spPr>
          <a:xfrm>
            <a:off x="5112689" y="2544417"/>
            <a:ext cx="1216549" cy="3816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198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DB147-F061-2684-6EE1-6F495E916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BitOPs</a:t>
            </a:r>
            <a:r>
              <a:rPr lang="en-US" altLang="ko-KR" dirty="0"/>
              <a:t> Loss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D5D6B7-8678-49D3-72A9-E57FC93FE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08B0E0-B4A4-E765-3D7A-C7C6D9C6F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844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A61E50-214E-A8A1-8FEC-26EBBEBF1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Total loss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B8D361-E12E-0E48-22DD-62B1BE4F8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7AE370-0B2D-A03F-DD70-0F92C2BE8DB2}"/>
                  </a:ext>
                </a:extLst>
              </p:cNvPr>
              <p:cNvSpPr txBox="1"/>
              <p:nvPr/>
            </p:nvSpPr>
            <p:spPr>
              <a:xfrm>
                <a:off x="414586" y="2726418"/>
                <a:ext cx="117774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total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loss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Accuracy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loss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ko-KR" alt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Normalized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+ (1−</m:t>
                      </m:r>
                      <m:r>
                        <m:rPr>
                          <m:sty m:val="p"/>
                        </m:rP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× </m:t>
                      </m:r>
                      <m:r>
                        <m:rPr>
                          <m:sty m:val="p"/>
                        </m:rP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Normalized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log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7AE370-0B2D-A03F-DD70-0F92C2BE8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86" y="2726418"/>
                <a:ext cx="11777414" cy="461665"/>
              </a:xfrm>
              <a:prstGeom prst="rect">
                <a:avLst/>
              </a:prstGeom>
              <a:blipFill>
                <a:blip r:embed="rId2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9460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906927-1306-2946-0C9D-9E3DAC4BB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Loss data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5B5706-A2F3-E263-82E8-91140473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14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41F493-A462-9B80-FF70-1FE707228683}"/>
                  </a:ext>
                </a:extLst>
              </p:cNvPr>
              <p:cNvSpPr txBox="1"/>
              <p:nvPr/>
            </p:nvSpPr>
            <p:spPr>
              <a:xfrm>
                <a:off x="-179111" y="757629"/>
                <a:ext cx="123711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total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loss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Accuracy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loss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ko-KR" alt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Normalized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+ (1−</m:t>
                      </m:r>
                      <m:r>
                        <m:rPr>
                          <m:sty m:val="p"/>
                        </m:rP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× </m:t>
                      </m:r>
                      <m:r>
                        <m:rPr>
                          <m:sty m:val="p"/>
                        </m:rP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Normalized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log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41F493-A462-9B80-FF70-1FE707228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9111" y="757629"/>
                <a:ext cx="12371111" cy="461665"/>
              </a:xfrm>
              <a:prstGeom prst="rect">
                <a:avLst/>
              </a:prstGeom>
              <a:blipFill>
                <a:blip r:embed="rId2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B45B3D82-2DB8-6D72-2044-94CC8E9FD9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7619077"/>
                  </p:ext>
                </p:extLst>
              </p:nvPr>
            </p:nvGraphicFramePr>
            <p:xfrm>
              <a:off x="591710" y="1278368"/>
              <a:ext cx="10611395" cy="519339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22279">
                      <a:extLst>
                        <a:ext uri="{9D8B030D-6E8A-4147-A177-3AD203B41FA5}">
                          <a16:colId xmlns:a16="http://schemas.microsoft.com/office/drawing/2014/main" val="4222524340"/>
                        </a:ext>
                      </a:extLst>
                    </a:gridCol>
                    <a:gridCol w="2122279">
                      <a:extLst>
                        <a:ext uri="{9D8B030D-6E8A-4147-A177-3AD203B41FA5}">
                          <a16:colId xmlns:a16="http://schemas.microsoft.com/office/drawing/2014/main" val="3138925545"/>
                        </a:ext>
                      </a:extLst>
                    </a:gridCol>
                    <a:gridCol w="2122279">
                      <a:extLst>
                        <a:ext uri="{9D8B030D-6E8A-4147-A177-3AD203B41FA5}">
                          <a16:colId xmlns:a16="http://schemas.microsoft.com/office/drawing/2014/main" val="1614078390"/>
                        </a:ext>
                      </a:extLst>
                    </a:gridCol>
                    <a:gridCol w="2122279">
                      <a:extLst>
                        <a:ext uri="{9D8B030D-6E8A-4147-A177-3AD203B41FA5}">
                          <a16:colId xmlns:a16="http://schemas.microsoft.com/office/drawing/2014/main" val="4233883119"/>
                        </a:ext>
                      </a:extLst>
                    </a:gridCol>
                    <a:gridCol w="2122279">
                      <a:extLst>
                        <a:ext uri="{9D8B030D-6E8A-4147-A177-3AD203B41FA5}">
                          <a16:colId xmlns:a16="http://schemas.microsoft.com/office/drawing/2014/main" val="1246887973"/>
                        </a:ext>
                      </a:extLst>
                    </a:gridCol>
                  </a:tblGrid>
                  <a:tr h="708829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                     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 width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Accuracy(Top-1)</a:t>
                          </a:r>
                        </a:p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CIFAR-10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Weight storage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Bit-operation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18008452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BNN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92.86%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1.31MB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0.578G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3671000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SNN(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=5)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0.56W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91.93%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0.73MB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0.164G 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29963711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ko-KR" altLang="en-US" sz="18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𝟎𝟓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, 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r>
                            <a:rPr lang="ko-KR" altLang="en-US" b="1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0.54W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91.82%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0.70MB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dirty="0"/>
                            <a:t>0.112G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2102077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8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, 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r>
                            <a:rPr lang="ko-KR" altLang="en-US" b="1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0.47W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1" dirty="0">
                              <a:solidFill>
                                <a:schemeClr val="tx1"/>
                              </a:solidFill>
                            </a:rPr>
                            <a:t>0.62MB</a:t>
                          </a:r>
                          <a:endParaRPr lang="ko-KR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/>
                            <a:t>0.106G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80339013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ko-KR" altLang="en-US" sz="18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𝟎𝟓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, 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ko-KR" altLang="en-US" b="1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0.43W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91.59%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1" dirty="0">
                              <a:solidFill>
                                <a:schemeClr val="tx1"/>
                              </a:solidFill>
                            </a:rPr>
                            <a:t>0.56MB</a:t>
                          </a:r>
                          <a:endParaRPr lang="ko-KR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0.164G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93643629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ko-KR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8648334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SNN(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=4)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0.44W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91.77%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0.58MB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0.097G</a:t>
                          </a:r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7755431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B45B3D82-2DB8-6D72-2044-94CC8E9FD9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7619077"/>
                  </p:ext>
                </p:extLst>
              </p:nvPr>
            </p:nvGraphicFramePr>
            <p:xfrm>
              <a:off x="591710" y="1278368"/>
              <a:ext cx="10611395" cy="519339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22279">
                      <a:extLst>
                        <a:ext uri="{9D8B030D-6E8A-4147-A177-3AD203B41FA5}">
                          <a16:colId xmlns:a16="http://schemas.microsoft.com/office/drawing/2014/main" val="4222524340"/>
                        </a:ext>
                      </a:extLst>
                    </a:gridCol>
                    <a:gridCol w="2122279">
                      <a:extLst>
                        <a:ext uri="{9D8B030D-6E8A-4147-A177-3AD203B41FA5}">
                          <a16:colId xmlns:a16="http://schemas.microsoft.com/office/drawing/2014/main" val="3138925545"/>
                        </a:ext>
                      </a:extLst>
                    </a:gridCol>
                    <a:gridCol w="2122279">
                      <a:extLst>
                        <a:ext uri="{9D8B030D-6E8A-4147-A177-3AD203B41FA5}">
                          <a16:colId xmlns:a16="http://schemas.microsoft.com/office/drawing/2014/main" val="1614078390"/>
                        </a:ext>
                      </a:extLst>
                    </a:gridCol>
                    <a:gridCol w="2122279">
                      <a:extLst>
                        <a:ext uri="{9D8B030D-6E8A-4147-A177-3AD203B41FA5}">
                          <a16:colId xmlns:a16="http://schemas.microsoft.com/office/drawing/2014/main" val="4233883119"/>
                        </a:ext>
                      </a:extLst>
                    </a:gridCol>
                    <a:gridCol w="2122279">
                      <a:extLst>
                        <a:ext uri="{9D8B030D-6E8A-4147-A177-3AD203B41FA5}">
                          <a16:colId xmlns:a16="http://schemas.microsoft.com/office/drawing/2014/main" val="1246887973"/>
                        </a:ext>
                      </a:extLst>
                    </a:gridCol>
                  </a:tblGrid>
                  <a:tr h="708829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                     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 width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Accuracy(Top-1)</a:t>
                          </a:r>
                        </a:p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CIFAR-10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Weight storage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Bit-operation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18008452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BNN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92.86%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1.31MB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0.578G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3671000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7" t="-216190" r="-400862" b="-5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0.56W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91.93%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0.73MB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0.164G 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29963711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7" t="-316190" r="-400862" b="-4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0.54W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91.82%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0.70MB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dirty="0"/>
                            <a:t>0.112G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2102077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7" t="-416190" r="-400862" b="-3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0.47W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1" dirty="0">
                              <a:solidFill>
                                <a:schemeClr val="tx1"/>
                              </a:solidFill>
                            </a:rPr>
                            <a:t>0.62MB</a:t>
                          </a:r>
                          <a:endParaRPr lang="ko-KR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/>
                            <a:t>0.106G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80339013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7" t="-511321" r="-40086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0.43W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91.59%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1" dirty="0">
                              <a:solidFill>
                                <a:schemeClr val="tx1"/>
                              </a:solidFill>
                            </a:rPr>
                            <a:t>0.56MB</a:t>
                          </a:r>
                          <a:endParaRPr lang="ko-KR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0.164G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93643629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ko-KR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8648334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7" t="-717143" r="-400862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0.44W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91.77%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0.58MB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0.097G</a:t>
                          </a:r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7755431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27899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D78A7A-2605-D858-27BA-8E30FFF75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15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2F1310DF-F443-09C1-002B-630C1F140D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2768446"/>
                  </p:ext>
                </p:extLst>
              </p:nvPr>
            </p:nvGraphicFramePr>
            <p:xfrm>
              <a:off x="432684" y="674067"/>
              <a:ext cx="11080805" cy="56822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16161">
                      <a:extLst>
                        <a:ext uri="{9D8B030D-6E8A-4147-A177-3AD203B41FA5}">
                          <a16:colId xmlns:a16="http://schemas.microsoft.com/office/drawing/2014/main" val="4222524340"/>
                        </a:ext>
                      </a:extLst>
                    </a:gridCol>
                    <a:gridCol w="2216161">
                      <a:extLst>
                        <a:ext uri="{9D8B030D-6E8A-4147-A177-3AD203B41FA5}">
                          <a16:colId xmlns:a16="http://schemas.microsoft.com/office/drawing/2014/main" val="3138925545"/>
                        </a:ext>
                      </a:extLst>
                    </a:gridCol>
                    <a:gridCol w="2216161">
                      <a:extLst>
                        <a:ext uri="{9D8B030D-6E8A-4147-A177-3AD203B41FA5}">
                          <a16:colId xmlns:a16="http://schemas.microsoft.com/office/drawing/2014/main" val="1614078390"/>
                        </a:ext>
                      </a:extLst>
                    </a:gridCol>
                    <a:gridCol w="2216161">
                      <a:extLst>
                        <a:ext uri="{9D8B030D-6E8A-4147-A177-3AD203B41FA5}">
                          <a16:colId xmlns:a16="http://schemas.microsoft.com/office/drawing/2014/main" val="4233883119"/>
                        </a:ext>
                      </a:extLst>
                    </a:gridCol>
                    <a:gridCol w="2216161">
                      <a:extLst>
                        <a:ext uri="{9D8B030D-6E8A-4147-A177-3AD203B41FA5}">
                          <a16:colId xmlns:a16="http://schemas.microsoft.com/office/drawing/2014/main" val="1246887973"/>
                        </a:ext>
                      </a:extLst>
                    </a:gridCol>
                  </a:tblGrid>
                  <a:tr h="7755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                     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 width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Accuracy(Top-1)</a:t>
                          </a:r>
                        </a:p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CIFAR-10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Weight storage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Bit-operation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18008452"/>
                      </a:ext>
                    </a:extLst>
                  </a:tr>
                  <a:tr h="700961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BNN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92.86%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1.31MB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0.578G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3671000"/>
                      </a:ext>
                    </a:extLst>
                  </a:tr>
                  <a:tr h="700961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SNN(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=5)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0.56W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91.93%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0.73MB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0.164G 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29963711"/>
                      </a:ext>
                    </a:extLst>
                  </a:tr>
                  <a:tr h="70096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ko-KR" altLang="en-US" sz="18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𝟎𝟓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, 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r>
                            <a:rPr lang="ko-KR" altLang="en-US" b="1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0.54W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91.82%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0.70MB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dirty="0"/>
                            <a:t>0.112G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2102077"/>
                      </a:ext>
                    </a:extLst>
                  </a:tr>
                  <a:tr h="70096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8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, 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r>
                            <a:rPr lang="ko-KR" altLang="en-US" b="1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0.47W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1" dirty="0">
                              <a:solidFill>
                                <a:schemeClr val="tx1"/>
                              </a:solidFill>
                            </a:rPr>
                            <a:t>0.62MB</a:t>
                          </a:r>
                          <a:endParaRPr lang="ko-KR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/>
                            <a:t>0.106G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80339013"/>
                      </a:ext>
                    </a:extLst>
                  </a:tr>
                  <a:tr h="700961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ko-KR" altLang="en-US" sz="18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𝟎𝟓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, 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ko-KR" altLang="en-US" b="1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0.43W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91.59%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1" dirty="0">
                              <a:solidFill>
                                <a:schemeClr val="tx1"/>
                              </a:solidFill>
                            </a:rPr>
                            <a:t>0.56MB</a:t>
                          </a:r>
                          <a:endParaRPr lang="ko-KR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0.164G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93643629"/>
                      </a:ext>
                    </a:extLst>
                  </a:tr>
                  <a:tr h="70096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8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, 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r>
                            <a:rPr lang="ko-KR" altLang="en-US" b="1" dirty="0"/>
                            <a:t> </a:t>
                          </a:r>
                        </a:p>
                        <a:p>
                          <a:pPr latinLnBrk="1"/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ko-KR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i="0" dirty="0"/>
                            <a:t>0.076G</a:t>
                          </a:r>
                          <a:endParaRPr lang="ko-KR" altLang="en-US" b="1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8648334"/>
                      </a:ext>
                    </a:extLst>
                  </a:tr>
                  <a:tr h="70096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SNN(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=4)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0.44W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91.77%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0.58MB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0.097G</a:t>
                          </a:r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7755431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2F1310DF-F443-09C1-002B-630C1F140D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2768446"/>
                  </p:ext>
                </p:extLst>
              </p:nvPr>
            </p:nvGraphicFramePr>
            <p:xfrm>
              <a:off x="432684" y="674067"/>
              <a:ext cx="11080805" cy="56822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16161">
                      <a:extLst>
                        <a:ext uri="{9D8B030D-6E8A-4147-A177-3AD203B41FA5}">
                          <a16:colId xmlns:a16="http://schemas.microsoft.com/office/drawing/2014/main" val="4222524340"/>
                        </a:ext>
                      </a:extLst>
                    </a:gridCol>
                    <a:gridCol w="2216161">
                      <a:extLst>
                        <a:ext uri="{9D8B030D-6E8A-4147-A177-3AD203B41FA5}">
                          <a16:colId xmlns:a16="http://schemas.microsoft.com/office/drawing/2014/main" val="3138925545"/>
                        </a:ext>
                      </a:extLst>
                    </a:gridCol>
                    <a:gridCol w="2216161">
                      <a:extLst>
                        <a:ext uri="{9D8B030D-6E8A-4147-A177-3AD203B41FA5}">
                          <a16:colId xmlns:a16="http://schemas.microsoft.com/office/drawing/2014/main" val="1614078390"/>
                        </a:ext>
                      </a:extLst>
                    </a:gridCol>
                    <a:gridCol w="2216161">
                      <a:extLst>
                        <a:ext uri="{9D8B030D-6E8A-4147-A177-3AD203B41FA5}">
                          <a16:colId xmlns:a16="http://schemas.microsoft.com/office/drawing/2014/main" val="4233883119"/>
                        </a:ext>
                      </a:extLst>
                    </a:gridCol>
                    <a:gridCol w="2216161">
                      <a:extLst>
                        <a:ext uri="{9D8B030D-6E8A-4147-A177-3AD203B41FA5}">
                          <a16:colId xmlns:a16="http://schemas.microsoft.com/office/drawing/2014/main" val="1246887973"/>
                        </a:ext>
                      </a:extLst>
                    </a:gridCol>
                  </a:tblGrid>
                  <a:tr h="7755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                     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 width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Accuracy(Top-1)</a:t>
                          </a:r>
                        </a:p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CIFAR-10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Weight storage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Bit-operation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18008452"/>
                      </a:ext>
                    </a:extLst>
                  </a:tr>
                  <a:tr h="700961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BNN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92.86%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1.31MB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0.578G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3671000"/>
                      </a:ext>
                    </a:extLst>
                  </a:tr>
                  <a:tr h="70096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212931" r="-400275" b="-4974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0.56W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91.93%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0.73MB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0.164G 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29963711"/>
                      </a:ext>
                    </a:extLst>
                  </a:tr>
                  <a:tr h="70096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315652" r="-400275" b="-40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0.54W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91.82%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0.70MB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dirty="0"/>
                            <a:t>0.112G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2102077"/>
                      </a:ext>
                    </a:extLst>
                  </a:tr>
                  <a:tr h="70096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415652" r="-400275" b="-30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0.47W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1" dirty="0">
                              <a:solidFill>
                                <a:schemeClr val="tx1"/>
                              </a:solidFill>
                            </a:rPr>
                            <a:t>0.62MB</a:t>
                          </a:r>
                          <a:endParaRPr lang="ko-KR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/>
                            <a:t>0.106G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80339013"/>
                      </a:ext>
                    </a:extLst>
                  </a:tr>
                  <a:tr h="70096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515652" r="-400275" b="-20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0.43W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91.59%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1" dirty="0">
                              <a:solidFill>
                                <a:schemeClr val="tx1"/>
                              </a:solidFill>
                            </a:rPr>
                            <a:t>0.56MB</a:t>
                          </a:r>
                          <a:endParaRPr lang="ko-KR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0.164G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93643629"/>
                      </a:ext>
                    </a:extLst>
                  </a:tr>
                  <a:tr h="70096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615652" r="-400275" b="-10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ko-KR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i="0" dirty="0"/>
                            <a:t>0.076G</a:t>
                          </a:r>
                          <a:endParaRPr lang="ko-KR" altLang="en-US" b="1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8648334"/>
                      </a:ext>
                    </a:extLst>
                  </a:tr>
                  <a:tr h="70096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715652" r="-400275" b="-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0.44W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91.77%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0.58MB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0.097G</a:t>
                          </a:r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7755431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41996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18105</TotalTime>
  <Words>876</Words>
  <Application>Microsoft Office PowerPoint</Application>
  <PresentationFormat>와이드스크린</PresentationFormat>
  <Paragraphs>274</Paragraphs>
  <Slides>15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Cambria Math</vt:lpstr>
      <vt:lpstr>Office 테마</vt:lpstr>
      <vt:lpstr>DNAS-SNN Loss Function </vt:lpstr>
      <vt:lpstr>Goal</vt:lpstr>
      <vt:lpstr>baseline</vt:lpstr>
      <vt:lpstr>Remind Parameter</vt:lpstr>
      <vt:lpstr>Remind Weight Storage</vt:lpstr>
      <vt:lpstr>Remind BitOPs</vt:lpstr>
      <vt:lpstr>How to calculate Loss function</vt:lpstr>
      <vt:lpstr>range</vt:lpstr>
      <vt:lpstr>Min-Max Normalize</vt:lpstr>
      <vt:lpstr>gradient</vt:lpstr>
      <vt:lpstr>Log gradient</vt:lpstr>
      <vt:lpstr>BitOPs Loss</vt:lpstr>
      <vt:lpstr>Total loss</vt:lpstr>
      <vt:lpstr>Loss data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성현 이</cp:lastModifiedBy>
  <cp:revision>1358</cp:revision>
  <dcterms:created xsi:type="dcterms:W3CDTF">2023-03-06T16:32:37Z</dcterms:created>
  <dcterms:modified xsi:type="dcterms:W3CDTF">2026-04-01T06:30:20Z</dcterms:modified>
</cp:coreProperties>
</file>