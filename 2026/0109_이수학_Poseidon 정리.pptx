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21"/>
  </p:notesMasterIdLst>
  <p:sldIdLst>
    <p:sldId id="256" r:id="rId2"/>
    <p:sldId id="324" r:id="rId3"/>
    <p:sldId id="344" r:id="rId4"/>
    <p:sldId id="341" r:id="rId5"/>
    <p:sldId id="346" r:id="rId6"/>
    <p:sldId id="319" r:id="rId7"/>
    <p:sldId id="345" r:id="rId8"/>
    <p:sldId id="351" r:id="rId9"/>
    <p:sldId id="340" r:id="rId10"/>
    <p:sldId id="347" r:id="rId11"/>
    <p:sldId id="348" r:id="rId12"/>
    <p:sldId id="350" r:id="rId13"/>
    <p:sldId id="349" r:id="rId14"/>
    <p:sldId id="315" r:id="rId15"/>
    <p:sldId id="317" r:id="rId16"/>
    <p:sldId id="318" r:id="rId17"/>
    <p:sldId id="352" r:id="rId18"/>
    <p:sldId id="353" r:id="rId19"/>
    <p:sldId id="354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002C62"/>
    <a:srgbClr val="DD802B"/>
    <a:srgbClr val="CC99FF"/>
    <a:srgbClr val="F4B183"/>
    <a:srgbClr val="2E75B6"/>
    <a:srgbClr val="336699"/>
    <a:srgbClr val="0066CC"/>
    <a:srgbClr val="FFFF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63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4E90-1715-D7B3-A6C7-446B31E8B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D71EEC-FD6C-ADD1-22C8-B9B3BD33E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BAAF6D-B690-BE89-0860-008B93A3D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자원 제약적 </a:t>
            </a:r>
            <a:r>
              <a:rPr lang="en-US" altLang="ko-KR" dirty="0"/>
              <a:t>IoT </a:t>
            </a:r>
            <a:r>
              <a:rPr lang="ko-KR" altLang="en-US" dirty="0"/>
              <a:t>환경에 최적인 아키텍처 도출이 목표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F921A5-13FB-0667-2DC7-FD66B6E0C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4458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F202D-2780-8D0A-C637-1E7E9082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C592C2-0CAA-5E15-57D2-81F396F34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03865BF-E768-BF2C-D2BA-C8AA95734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BA69E7-DE93-7D5F-AFDC-13AC6614DA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374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FFDF-802C-9026-6E65-57D12721A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7A5A32-AA47-5FD2-8AA9-BBF5B01C5D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C93D67-AC14-2A3F-A5C8-95DE9BE6DF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CEB820-D211-2632-8941-BDDA7051A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0674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7210A-62C5-BBF8-24F4-2AE982928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CC4D81-1CA1-689D-CB4D-5AE70F7B9E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3A3693-B74B-4D01-E5B2-504E5425C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Q. </a:t>
            </a:r>
            <a:r>
              <a:rPr lang="ko-KR" altLang="en-US" dirty="0"/>
              <a:t>어디에서 사용하는지 알려줘</a:t>
            </a:r>
            <a:r>
              <a:rPr lang="en-US" altLang="ko-KR" dirty="0"/>
              <a:t>. </a:t>
            </a:r>
            <a:r>
              <a:rPr lang="ko-KR" altLang="en-US" dirty="0"/>
              <a:t>실제로 왜 이렇게 사용하는지</a:t>
            </a:r>
            <a:r>
              <a:rPr lang="en-US" altLang="ko-KR" dirty="0"/>
              <a:t>. </a:t>
            </a:r>
            <a:r>
              <a:rPr lang="ko-KR" altLang="en-US" dirty="0"/>
              <a:t>회로 상에서나 뭐 등등에서 비용은 </a:t>
            </a:r>
            <a:r>
              <a:rPr lang="ko-KR" altLang="en-US" dirty="0" err="1"/>
              <a:t>어느정도인지</a:t>
            </a:r>
            <a:r>
              <a:rPr lang="ko-KR" altLang="en-US" dirty="0"/>
              <a:t> 알려줬으면 해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BB442F-7F36-C6D0-D8A2-EC1B98873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538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8DC64-C5F5-4932-0FBD-DD05D98BB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64AF32-66C2-6C84-7D78-000455194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78A82B-9505-3F99-41AA-CEEB47992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0FE104-29D3-B8CC-EAB8-2DC168A9E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9605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E7BC-B154-2E15-2608-57096088E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8DD951-0F82-E78F-0DDF-A3EAA55B5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3E264D-76FA-92B4-47F8-328A427A7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ZK </a:t>
            </a:r>
            <a:r>
              <a:rPr lang="ko-KR" altLang="en-US" dirty="0"/>
              <a:t>회로 안에서 비트를 자르고 다시 합치는 연산이 </a:t>
            </a:r>
            <a:r>
              <a:rPr lang="en-US" altLang="ko-KR" dirty="0"/>
              <a:t>constraints</a:t>
            </a:r>
            <a:r>
              <a:rPr lang="ko-KR" altLang="en-US" dirty="0"/>
              <a:t>를 소모 </a:t>
            </a:r>
            <a:r>
              <a:rPr lang="en-US" altLang="ko-KR" dirty="0"/>
              <a:t>-&gt; </a:t>
            </a:r>
            <a:r>
              <a:rPr lang="ko-KR" altLang="en-US" dirty="0"/>
              <a:t>밖에서 </a:t>
            </a:r>
            <a:r>
              <a:rPr lang="en-US" altLang="ko-KR" dirty="0"/>
              <a:t>0</a:t>
            </a:r>
            <a:r>
              <a:rPr lang="ko-KR" altLang="en-US" dirty="0"/>
              <a:t>으로 채워서 쓰는 것이 빠르고 유용하기에 </a:t>
            </a:r>
            <a:r>
              <a:rPr lang="en-US" altLang="ko-KR" dirty="0"/>
              <a:t>0-padding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ko-KR" altLang="en-US" b="1" dirty="0"/>
              <a:t>기존 </a:t>
            </a:r>
            <a:r>
              <a:rPr lang="en-US" altLang="ko-KR" b="1" dirty="0"/>
              <a:t>Poseidon</a:t>
            </a:r>
          </a:p>
          <a:p>
            <a:pPr marL="285750" indent="-285750">
              <a:buFontTx/>
              <a:buChar char="-"/>
            </a:pPr>
            <a:r>
              <a:rPr lang="en-US" altLang="ko-KR" sz="1200" dirty="0"/>
              <a:t>BN254</a:t>
            </a:r>
            <a:r>
              <a:rPr lang="ko-KR" altLang="en-US" sz="1200" dirty="0"/>
              <a:t> 곡선 사용 → </a:t>
            </a:r>
            <a:r>
              <a:rPr lang="en-US" altLang="ko-KR" sz="1200" dirty="0"/>
              <a:t>Field </a:t>
            </a:r>
            <a:r>
              <a:rPr lang="ko-KR" altLang="en-US" sz="1200" dirty="0"/>
              <a:t>하나 당 </a:t>
            </a:r>
            <a:r>
              <a:rPr lang="en-US" altLang="ko-KR" sz="1200" dirty="0"/>
              <a:t>254-bit </a:t>
            </a:r>
            <a:r>
              <a:rPr lang="ko-KR" altLang="en-US" sz="1200" dirty="0"/>
              <a:t>수준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ko-KR" altLang="en-US" sz="1200" dirty="0"/>
              <a:t>기존</a:t>
            </a:r>
            <a:r>
              <a:rPr lang="en-US" altLang="ko-KR" sz="1200" dirty="0"/>
              <a:t> </a:t>
            </a:r>
            <a:r>
              <a:rPr lang="ko-KR" altLang="en-US" sz="1200" dirty="0"/>
              <a:t>해시함수</a:t>
            </a:r>
            <a:r>
              <a:rPr lang="en-US" altLang="ko-KR" sz="1200" dirty="0"/>
              <a:t>(SHA3 </a:t>
            </a:r>
            <a:r>
              <a:rPr lang="ko-KR" altLang="en-US" sz="1200" dirty="0"/>
              <a:t>등</a:t>
            </a:r>
            <a:r>
              <a:rPr lang="en-US" altLang="ko-KR" sz="1200" dirty="0"/>
              <a:t>)</a:t>
            </a:r>
            <a:r>
              <a:rPr lang="ko-KR" altLang="en-US" sz="1200" dirty="0"/>
              <a:t>은 </a:t>
            </a:r>
            <a:r>
              <a:rPr lang="ko-KR" altLang="en-US" sz="1200" dirty="0" err="1"/>
              <a:t>해시값은</a:t>
            </a:r>
            <a:r>
              <a:rPr lang="ko-KR" altLang="en-US" sz="1200" dirty="0"/>
              <a:t> 정해진 위치에서만 꺼낸다는 규칙 존재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en-US" altLang="ko-KR" sz="1200" dirty="0" err="1"/>
              <a:t>Circol</a:t>
            </a:r>
            <a:r>
              <a:rPr lang="en-US" altLang="ko-KR" sz="1200" dirty="0"/>
              <a:t>-lib, Poseidon-</a:t>
            </a:r>
            <a:r>
              <a:rPr lang="en-US" altLang="ko-KR" sz="1200" dirty="0" err="1"/>
              <a:t>rs</a:t>
            </a:r>
            <a:r>
              <a:rPr lang="en-US" altLang="ko-KR" sz="1200" dirty="0"/>
              <a:t> </a:t>
            </a:r>
            <a:r>
              <a:rPr lang="ko-KR" altLang="en-US" sz="1200" dirty="0"/>
              <a:t>등 라이브러리에서도 </a:t>
            </a:r>
            <a:r>
              <a:rPr lang="en-US" altLang="ko-KR" sz="1200" dirty="0"/>
              <a:t>S0</a:t>
            </a:r>
            <a:r>
              <a:rPr lang="ko-KR" altLang="en-US" sz="1200" dirty="0"/>
              <a:t>만 반환하도록 설계됨</a:t>
            </a:r>
            <a:endParaRPr lang="en-US" altLang="ko-KR" sz="1200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FBDE60-4890-7D38-348E-E07D34380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1568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1A5EC-399F-095E-F152-FB3D8D7D5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301B00-FAE2-A863-1DE4-38E63C8D5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CC5861C-8B92-45CD-DCC8-7FDAE826A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530D6F-9166-6AC1-40BB-4178633B7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684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5533-93E4-FB64-92BD-988FFA778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92D26B6-EA82-9642-D070-2924C1C52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910368-7C3B-E051-8A72-5614CA792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8D301C-18D4-529F-60E1-75406ABFD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437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282D7-D592-9A45-6629-218CF777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D0D483-D1BA-2C90-D813-C5718C4FE8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314EB7-813D-0BA9-7215-FB0C908BC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Grain LFSR </a:t>
            </a:r>
            <a:r>
              <a:rPr lang="ko-KR" altLang="en-US" dirty="0"/>
              <a:t>관련 설명</a:t>
            </a:r>
            <a:endParaRPr lang="en-US" altLang="ko-KR" dirty="0"/>
          </a:p>
          <a:p>
            <a:r>
              <a:rPr lang="ko-KR" altLang="en-US" dirty="0"/>
              <a:t>일반적으로 </a:t>
            </a:r>
            <a:r>
              <a:rPr lang="en-US" altLang="ko-KR" dirty="0"/>
              <a:t>Constant matrix</a:t>
            </a:r>
            <a:r>
              <a:rPr lang="ko-KR" altLang="en-US" dirty="0"/>
              <a:t>의 </a:t>
            </a:r>
            <a:r>
              <a:rPr lang="en-US" altLang="ko-KR" dirty="0"/>
              <a:t>constant </a:t>
            </a:r>
            <a:r>
              <a:rPr lang="ko-KR" altLang="en-US" dirty="0"/>
              <a:t>값은 </a:t>
            </a:r>
            <a:r>
              <a:rPr lang="ko-KR" altLang="en-US" dirty="0" err="1"/>
              <a:t>하드코딩된</a:t>
            </a:r>
            <a:r>
              <a:rPr lang="ko-KR" altLang="en-US" dirty="0"/>
              <a:t> 상태로 메모리에 저장되어 있음</a:t>
            </a:r>
            <a:r>
              <a:rPr lang="en-US" altLang="ko-KR" dirty="0"/>
              <a:t>. </a:t>
            </a:r>
            <a:r>
              <a:rPr lang="ko-KR" altLang="en-US" dirty="0"/>
              <a:t>하지만</a:t>
            </a:r>
            <a:r>
              <a:rPr lang="en-US" altLang="ko-KR" dirty="0"/>
              <a:t>, Poseidon </a:t>
            </a:r>
            <a:r>
              <a:rPr lang="ko-KR" altLang="en-US" dirty="0"/>
              <a:t>논문 내에서 권장하는 것은 일정한 산술 규칙을 만들어 다음 라운드에 사용할 </a:t>
            </a:r>
            <a:r>
              <a:rPr lang="en-US" altLang="ko-KR" dirty="0"/>
              <a:t>Constant </a:t>
            </a:r>
            <a:r>
              <a:rPr lang="ko-KR" altLang="en-US" dirty="0"/>
              <a:t>값을 만드는 것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첫번째 라운드</a:t>
            </a:r>
            <a:r>
              <a:rPr lang="en-US" altLang="ko-KR" dirty="0"/>
              <a:t> </a:t>
            </a:r>
            <a:r>
              <a:rPr lang="ko-KR" altLang="en-US" dirty="0"/>
              <a:t>상수</a:t>
            </a:r>
            <a:r>
              <a:rPr lang="en-US" altLang="ko-KR" dirty="0"/>
              <a:t>(R0)</a:t>
            </a:r>
            <a:r>
              <a:rPr lang="ko-KR" altLang="en-US" dirty="0"/>
              <a:t>를 통해서 첫번째 라운드의 연산을 진행함과 동시에</a:t>
            </a:r>
            <a:r>
              <a:rPr lang="en-US" altLang="ko-KR" dirty="0"/>
              <a:t> R0</a:t>
            </a:r>
            <a:r>
              <a:rPr lang="ko-KR" altLang="en-US" dirty="0"/>
              <a:t>에 규칙적인 연산을 통해서 다음 라운드에 사용될 라운드 상수</a:t>
            </a:r>
            <a:r>
              <a:rPr lang="en-US" altLang="ko-KR" dirty="0"/>
              <a:t>(R1)</a:t>
            </a:r>
            <a:r>
              <a:rPr lang="ko-KR" altLang="en-US" dirty="0"/>
              <a:t>을 추출</a:t>
            </a:r>
            <a:r>
              <a:rPr lang="en-US" altLang="ko-KR" dirty="0"/>
              <a:t>. </a:t>
            </a:r>
            <a:r>
              <a:rPr lang="ko-KR" altLang="en-US" dirty="0"/>
              <a:t>첫번째 라운드의 모든 연산이 끝날 경우 </a:t>
            </a:r>
            <a:r>
              <a:rPr lang="en-US" altLang="ko-KR" dirty="0"/>
              <a:t>R1 </a:t>
            </a:r>
            <a:r>
              <a:rPr lang="ko-KR" altLang="en-US" dirty="0"/>
              <a:t>값을 </a:t>
            </a:r>
            <a:r>
              <a:rPr lang="en-US" altLang="ko-KR" dirty="0"/>
              <a:t>Load </a:t>
            </a:r>
            <a:r>
              <a:rPr lang="ko-KR" altLang="en-US" dirty="0"/>
              <a:t>해오고 앞의 과정 반복</a:t>
            </a:r>
            <a:endParaRPr lang="en-US" altLang="ko-KR" dirty="0"/>
          </a:p>
          <a:p>
            <a:r>
              <a:rPr lang="ko-KR" altLang="en-US" dirty="0"/>
              <a:t>이러한 과정을 통해서 메모리에 </a:t>
            </a:r>
            <a:r>
              <a:rPr lang="ko-KR" altLang="en-US" dirty="0" err="1"/>
              <a:t>하드코딩된</a:t>
            </a:r>
            <a:r>
              <a:rPr lang="ko-KR" altLang="en-US" dirty="0"/>
              <a:t> 상태로 저장할 필요 없이 연산을 통해서 진행</a:t>
            </a:r>
            <a:r>
              <a:rPr lang="en-US" altLang="ko-KR" dirty="0"/>
              <a:t>(</a:t>
            </a:r>
            <a:r>
              <a:rPr lang="ko-KR" altLang="en-US" dirty="0"/>
              <a:t>메모리 사용 최소화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38D167-ADB8-66AC-F4CC-EB0450089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717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3749-7508-A015-D7B0-92946373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0A05B9-5088-E653-5A35-0E4862730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E17428-B3C0-1D7B-4632-771587CEF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BAF191-2B20-6F44-E0ED-08CB18D51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125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206C-4389-56AA-EFB8-F8E1D4C7C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1FC8A7-F792-CFB0-5443-C778038EF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147E22-3420-C287-BAED-A8F19A228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82FE55-158D-33CA-74BE-55364144D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068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9A530-C205-A70E-74D6-7751AEE01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E1E1852-31F0-1D2F-6A17-17BFA2598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5F9851-2CC1-2257-C105-48860C5676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11AFD-0C8C-20E7-9B4C-A9230B1A4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758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E24C-40B9-0FCE-D4A3-116ACEFDC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26856C-B274-1AE0-896B-5EDB2CA3E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A323DA-177E-6C1B-1A51-659F2A008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F2535A-D219-2E89-160F-DF67A7891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3871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C12E-7AB3-8DF7-FE2C-564AA690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B3650A-ACDE-D88A-6424-308FCCF15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E6093B-63BB-E42F-CB0A-D1E891E47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A7D823-F3F4-0A90-B7A9-855B4B3B83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9844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2E23C-208F-66FD-835E-A27F6BB7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CFF838-556B-A798-355F-8DB9027ED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DBE377-1ADD-1C56-327D-30A5EDA188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AA3E62-5F28-379E-64BF-23133DA074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5256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3CE6-E154-A395-96F2-A02A03E7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537F6E-1F12-20E6-8768-C1499CAD57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0D49EF9-C3E6-E60A-2FEE-65A487DA0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D160C6-07A3-713E-CD82-432E67B59A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317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6A11-EB99-C4E8-9853-6992565C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2F996A6-FC72-FD07-1B45-FF1B61DFD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C934D40-AB2D-96C7-1D90-0638BA5A3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1F8A0C-43E4-9177-C53A-C71B9B99F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52789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FE8FC-5B22-EB17-02E7-15E82B247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078BC8-4F9D-8861-A443-61029B989C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82D49B-6847-735A-AA16-DA0C02351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9C5FA0-8DCF-0346-87D1-C457CDA955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708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6.png"/><Relationship Id="rId18" Type="http://schemas.openxmlformats.org/officeDocument/2006/relationships/image" Target="../media/image11.png"/><Relationship Id="rId26" Type="http://schemas.openxmlformats.org/officeDocument/2006/relationships/image" Target="../media/image19.png"/><Relationship Id="rId21" Type="http://schemas.openxmlformats.org/officeDocument/2006/relationships/image" Target="../media/image14.png"/><Relationship Id="rId7" Type="http://schemas.openxmlformats.org/officeDocument/2006/relationships/image" Target="../media/image43.png"/><Relationship Id="rId12" Type="http://schemas.openxmlformats.org/officeDocument/2006/relationships/image" Target="../media/image5.png"/><Relationship Id="rId17" Type="http://schemas.openxmlformats.org/officeDocument/2006/relationships/image" Target="../media/image10.png"/><Relationship Id="rId25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.png"/><Relationship Id="rId20" Type="http://schemas.openxmlformats.org/officeDocument/2006/relationships/image" Target="../media/image13.png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.png"/><Relationship Id="rId24" Type="http://schemas.openxmlformats.org/officeDocument/2006/relationships/image" Target="../media/image17.png"/><Relationship Id="rId5" Type="http://schemas.openxmlformats.org/officeDocument/2006/relationships/image" Target="../media/image41.png"/><Relationship Id="rId15" Type="http://schemas.openxmlformats.org/officeDocument/2006/relationships/image" Target="../media/image8.png"/><Relationship Id="rId23" Type="http://schemas.openxmlformats.org/officeDocument/2006/relationships/image" Target="../media/image16.png"/><Relationship Id="rId28" Type="http://schemas.openxmlformats.org/officeDocument/2006/relationships/image" Target="../media/image21.png"/><Relationship Id="rId10" Type="http://schemas.openxmlformats.org/officeDocument/2006/relationships/image" Target="../media/image45.png"/><Relationship Id="rId19" Type="http://schemas.openxmlformats.org/officeDocument/2006/relationships/image" Target="../media/image12.png"/><Relationship Id="rId4" Type="http://schemas.openxmlformats.org/officeDocument/2006/relationships/image" Target="../media/image40.png"/><Relationship Id="rId9" Type="http://schemas.openxmlformats.org/officeDocument/2006/relationships/image" Target="../media/image3.png"/><Relationship Id="rId14" Type="http://schemas.openxmlformats.org/officeDocument/2006/relationships/image" Target="../media/image7.png"/><Relationship Id="rId22" Type="http://schemas.openxmlformats.org/officeDocument/2006/relationships/image" Target="../media/image15.png"/><Relationship Id="rId27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24.png"/><Relationship Id="rId5" Type="http://schemas.openxmlformats.org/officeDocument/2006/relationships/image" Target="../media/image41.png"/><Relationship Id="rId10" Type="http://schemas.openxmlformats.org/officeDocument/2006/relationships/image" Target="../media/image23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5.png"/><Relationship Id="rId7" Type="http://schemas.openxmlformats.org/officeDocument/2006/relationships/image" Target="../media/image4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27.png"/><Relationship Id="rId5" Type="http://schemas.openxmlformats.org/officeDocument/2006/relationships/image" Target="../media/image41.png"/><Relationship Id="rId10" Type="http://schemas.openxmlformats.org/officeDocument/2006/relationships/image" Target="../media/image2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33.png"/><Relationship Id="rId3" Type="http://schemas.openxmlformats.org/officeDocument/2006/relationships/image" Target="../media/image29.png"/><Relationship Id="rId7" Type="http://schemas.openxmlformats.org/officeDocument/2006/relationships/image" Target="../media/image43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31.png"/><Relationship Id="rId5" Type="http://schemas.openxmlformats.org/officeDocument/2006/relationships/image" Target="../media/image41.png"/><Relationship Id="rId10" Type="http://schemas.openxmlformats.org/officeDocument/2006/relationships/image" Target="../media/image30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4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6.png"/><Relationship Id="rId10" Type="http://schemas.openxmlformats.org/officeDocument/2006/relationships/image" Target="../media/image44.png"/><Relationship Id="rId4" Type="http://schemas.openxmlformats.org/officeDocument/2006/relationships/image" Target="../media/image35.png"/><Relationship Id="rId9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3" Type="http://schemas.openxmlformats.org/officeDocument/2006/relationships/image" Target="../media/image70.png"/><Relationship Id="rId21" Type="http://schemas.openxmlformats.org/officeDocument/2006/relationships/image" Target="../media/image39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00.png"/><Relationship Id="rId20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47.png"/><Relationship Id="rId10" Type="http://schemas.openxmlformats.org/officeDocument/2006/relationships/image" Target="../media/image140.png"/><Relationship Id="rId19" Type="http://schemas.openxmlformats.org/officeDocument/2006/relationships/image" Target="../media/image37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300.png"/><Relationship Id="rId3" Type="http://schemas.openxmlformats.org/officeDocument/2006/relationships/image" Target="../media/image70.png"/><Relationship Id="rId21" Type="http://schemas.openxmlformats.org/officeDocument/2006/relationships/image" Target="../media/image250.png"/><Relationship Id="rId34" Type="http://schemas.openxmlformats.org/officeDocument/2006/relationships/image" Target="../media/image380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290.png"/><Relationship Id="rId33" Type="http://schemas.openxmlformats.org/officeDocument/2006/relationships/image" Target="../media/image37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00.png"/><Relationship Id="rId20" Type="http://schemas.openxmlformats.org/officeDocument/2006/relationships/image" Target="../media/image240.png"/><Relationship Id="rId29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24" Type="http://schemas.openxmlformats.org/officeDocument/2006/relationships/image" Target="../media/image280.png"/><Relationship Id="rId32" Type="http://schemas.openxmlformats.org/officeDocument/2006/relationships/image" Target="../media/image36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320.png"/><Relationship Id="rId10" Type="http://schemas.openxmlformats.org/officeDocument/2006/relationships/image" Target="../media/image140.png"/><Relationship Id="rId19" Type="http://schemas.openxmlformats.org/officeDocument/2006/relationships/image" Target="../media/image230.png"/><Relationship Id="rId31" Type="http://schemas.openxmlformats.org/officeDocument/2006/relationships/image" Target="../media/image35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310.png"/><Relationship Id="rId30" Type="http://schemas.openxmlformats.org/officeDocument/2006/relationships/image" Target="../media/image340.png"/><Relationship Id="rId8" Type="http://schemas.openxmlformats.org/officeDocument/2006/relationships/image" Target="../media/image120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300.png"/><Relationship Id="rId3" Type="http://schemas.openxmlformats.org/officeDocument/2006/relationships/image" Target="../media/image70.png"/><Relationship Id="rId21" Type="http://schemas.openxmlformats.org/officeDocument/2006/relationships/image" Target="../media/image250.png"/><Relationship Id="rId34" Type="http://schemas.openxmlformats.org/officeDocument/2006/relationships/image" Target="../media/image380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290.png"/><Relationship Id="rId33" Type="http://schemas.openxmlformats.org/officeDocument/2006/relationships/image" Target="../media/image37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200.png"/><Relationship Id="rId20" Type="http://schemas.openxmlformats.org/officeDocument/2006/relationships/image" Target="../media/image240.png"/><Relationship Id="rId29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24" Type="http://schemas.openxmlformats.org/officeDocument/2006/relationships/image" Target="../media/image280.png"/><Relationship Id="rId32" Type="http://schemas.openxmlformats.org/officeDocument/2006/relationships/image" Target="../media/image36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320.png"/><Relationship Id="rId10" Type="http://schemas.openxmlformats.org/officeDocument/2006/relationships/image" Target="../media/image140.png"/><Relationship Id="rId19" Type="http://schemas.openxmlformats.org/officeDocument/2006/relationships/image" Target="../media/image230.png"/><Relationship Id="rId31" Type="http://schemas.openxmlformats.org/officeDocument/2006/relationships/image" Target="../media/image35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310.png"/><Relationship Id="rId30" Type="http://schemas.openxmlformats.org/officeDocument/2006/relationships/image" Target="../media/image340.png"/><Relationship Id="rId8" Type="http://schemas.openxmlformats.org/officeDocument/2006/relationships/image" Target="../media/image12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300.png"/><Relationship Id="rId3" Type="http://schemas.openxmlformats.org/officeDocument/2006/relationships/image" Target="../media/image70.png"/><Relationship Id="rId21" Type="http://schemas.openxmlformats.org/officeDocument/2006/relationships/image" Target="../media/image250.png"/><Relationship Id="rId34" Type="http://schemas.openxmlformats.org/officeDocument/2006/relationships/image" Target="../media/image380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290.png"/><Relationship Id="rId33" Type="http://schemas.openxmlformats.org/officeDocument/2006/relationships/image" Target="../media/image37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00.png"/><Relationship Id="rId20" Type="http://schemas.openxmlformats.org/officeDocument/2006/relationships/image" Target="../media/image240.png"/><Relationship Id="rId29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24" Type="http://schemas.openxmlformats.org/officeDocument/2006/relationships/image" Target="../media/image280.png"/><Relationship Id="rId32" Type="http://schemas.openxmlformats.org/officeDocument/2006/relationships/image" Target="../media/image36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320.png"/><Relationship Id="rId10" Type="http://schemas.openxmlformats.org/officeDocument/2006/relationships/image" Target="../media/image140.png"/><Relationship Id="rId19" Type="http://schemas.openxmlformats.org/officeDocument/2006/relationships/image" Target="../media/image230.png"/><Relationship Id="rId31" Type="http://schemas.openxmlformats.org/officeDocument/2006/relationships/image" Target="../media/image35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310.png"/><Relationship Id="rId30" Type="http://schemas.openxmlformats.org/officeDocument/2006/relationships/image" Target="../media/image340.png"/><Relationship Id="rId8" Type="http://schemas.openxmlformats.org/officeDocument/2006/relationships/image" Target="../media/image12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300.png"/><Relationship Id="rId3" Type="http://schemas.openxmlformats.org/officeDocument/2006/relationships/image" Target="../media/image70.png"/><Relationship Id="rId21" Type="http://schemas.openxmlformats.org/officeDocument/2006/relationships/image" Target="../media/image250.png"/><Relationship Id="rId34" Type="http://schemas.openxmlformats.org/officeDocument/2006/relationships/image" Target="../media/image380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290.png"/><Relationship Id="rId33" Type="http://schemas.openxmlformats.org/officeDocument/2006/relationships/image" Target="../media/image37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00.png"/><Relationship Id="rId20" Type="http://schemas.openxmlformats.org/officeDocument/2006/relationships/image" Target="../media/image240.png"/><Relationship Id="rId29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24" Type="http://schemas.openxmlformats.org/officeDocument/2006/relationships/image" Target="../media/image280.png"/><Relationship Id="rId32" Type="http://schemas.openxmlformats.org/officeDocument/2006/relationships/image" Target="../media/image36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320.png"/><Relationship Id="rId10" Type="http://schemas.openxmlformats.org/officeDocument/2006/relationships/image" Target="../media/image140.png"/><Relationship Id="rId19" Type="http://schemas.openxmlformats.org/officeDocument/2006/relationships/image" Target="../media/image230.png"/><Relationship Id="rId31" Type="http://schemas.openxmlformats.org/officeDocument/2006/relationships/image" Target="../media/image35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310.png"/><Relationship Id="rId30" Type="http://schemas.openxmlformats.org/officeDocument/2006/relationships/image" Target="../media/image340.png"/><Relationship Id="rId8" Type="http://schemas.openxmlformats.org/officeDocument/2006/relationships/image" Target="../media/image120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300.png"/><Relationship Id="rId3" Type="http://schemas.openxmlformats.org/officeDocument/2006/relationships/image" Target="../media/image70.png"/><Relationship Id="rId21" Type="http://schemas.openxmlformats.org/officeDocument/2006/relationships/image" Target="../media/image250.png"/><Relationship Id="rId34" Type="http://schemas.openxmlformats.org/officeDocument/2006/relationships/image" Target="../media/image380.png"/><Relationship Id="rId7" Type="http://schemas.openxmlformats.org/officeDocument/2006/relationships/image" Target="../media/image11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290.png"/><Relationship Id="rId33" Type="http://schemas.openxmlformats.org/officeDocument/2006/relationships/image" Target="../media/image37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200.png"/><Relationship Id="rId20" Type="http://schemas.openxmlformats.org/officeDocument/2006/relationships/image" Target="../media/image240.png"/><Relationship Id="rId29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50.png"/><Relationship Id="rId24" Type="http://schemas.openxmlformats.org/officeDocument/2006/relationships/image" Target="../media/image280.png"/><Relationship Id="rId32" Type="http://schemas.openxmlformats.org/officeDocument/2006/relationships/image" Target="../media/image36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320.png"/><Relationship Id="rId10" Type="http://schemas.openxmlformats.org/officeDocument/2006/relationships/image" Target="../media/image140.png"/><Relationship Id="rId19" Type="http://schemas.openxmlformats.org/officeDocument/2006/relationships/image" Target="../media/image230.png"/><Relationship Id="rId31" Type="http://schemas.openxmlformats.org/officeDocument/2006/relationships/image" Target="../media/image350.png"/><Relationship Id="rId4" Type="http://schemas.openxmlformats.org/officeDocument/2006/relationships/image" Target="../media/image8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310.png"/><Relationship Id="rId30" Type="http://schemas.openxmlformats.org/officeDocument/2006/relationships/image" Target="../media/image340.png"/><Relationship Id="rId8" Type="http://schemas.openxmlformats.org/officeDocument/2006/relationships/image" Target="../media/image1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연구 정리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09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4C54E-0D3B-E5F0-CA8F-96D22DF8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175C31-9435-1B6F-2233-36A134A0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 </a:t>
            </a:r>
            <a:r>
              <a:rPr lang="ko-KR" altLang="en-US" dirty="0"/>
              <a:t>연구 방향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7EA2EF-290E-0902-3596-942C96D0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71DBB6-6839-713E-2BCC-126DDBC017C7}"/>
              </a:ext>
            </a:extLst>
          </p:cNvPr>
          <p:cNvSpPr txBox="1"/>
          <p:nvPr/>
        </p:nvSpPr>
        <p:spPr>
          <a:xfrm>
            <a:off x="714102" y="1461341"/>
            <a:ext cx="1076379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 </a:t>
            </a:r>
            <a:r>
              <a:rPr lang="ko-KR" altLang="en-US" b="1" dirty="0"/>
              <a:t>표준 인터페이스 호환을 위한 고효율 </a:t>
            </a:r>
            <a:r>
              <a:rPr lang="en-US" altLang="ko-KR" b="1" dirty="0"/>
              <a:t>Poseidon </a:t>
            </a:r>
            <a:r>
              <a:rPr lang="ko-KR" altLang="en-US" b="1" dirty="0"/>
              <a:t>해시 </a:t>
            </a:r>
            <a:r>
              <a:rPr lang="ko-KR" altLang="en-US" b="1" dirty="0" err="1"/>
              <a:t>아키텍쳐</a:t>
            </a:r>
            <a:r>
              <a:rPr lang="ko-KR" altLang="en-US" b="1" dirty="0"/>
              <a:t> 연구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sz="1600" dirty="0"/>
              <a:t>&lt;</a:t>
            </a:r>
            <a:r>
              <a:rPr lang="ko-KR" altLang="en-US" sz="1600" dirty="0"/>
              <a:t>배경</a:t>
            </a:r>
            <a:r>
              <a:rPr lang="en-US" altLang="ko-KR" sz="1600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영지식증명</a:t>
            </a:r>
            <a:r>
              <a:rPr lang="en-US" altLang="ko-KR" sz="1600" dirty="0"/>
              <a:t>(ZKP, Zero-</a:t>
            </a:r>
            <a:r>
              <a:rPr lang="en-US" altLang="ko-KR" sz="1600" dirty="0" err="1"/>
              <a:t>Knowledgement</a:t>
            </a:r>
            <a:r>
              <a:rPr lang="en-US" altLang="ko-KR" sz="1600" dirty="0"/>
              <a:t> Proof)</a:t>
            </a:r>
            <a:r>
              <a:rPr lang="ko-KR" altLang="en-US" sz="1600" dirty="0"/>
              <a:t>에 최적화된 </a:t>
            </a:r>
            <a:r>
              <a:rPr lang="en-US" altLang="ko-KR" sz="1600" dirty="0"/>
              <a:t>Poseidon-128</a:t>
            </a:r>
            <a:r>
              <a:rPr lang="ko-KR" altLang="en-US" sz="1600" dirty="0"/>
              <a:t>은 일반적으로 </a:t>
            </a:r>
            <a:r>
              <a:rPr lang="en-US" altLang="ko-KR" sz="1600" dirty="0"/>
              <a:t>BN254 </a:t>
            </a:r>
            <a:r>
              <a:rPr lang="ko-KR" altLang="en-US" sz="1600" dirty="0"/>
              <a:t>곡선을 기반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BN254</a:t>
            </a:r>
            <a:r>
              <a:rPr lang="ko-KR" altLang="en-US" sz="1600" dirty="0"/>
              <a:t> 기반일 경우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출력값은</a:t>
            </a:r>
            <a:r>
              <a:rPr lang="ko-KR" altLang="en-US" sz="1600" dirty="0"/>
              <a:t> 필드 크기에 제한되어 </a:t>
            </a:r>
            <a:r>
              <a:rPr lang="en-US" altLang="ko-KR" sz="1600" dirty="0"/>
              <a:t>254-bit </a:t>
            </a:r>
            <a:r>
              <a:rPr lang="ko-KR" altLang="en-US" sz="1600" dirty="0"/>
              <a:t>단위로 생성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r>
              <a:rPr lang="en-US" altLang="ko-KR" sz="1600" dirty="0"/>
              <a:t>&lt;</a:t>
            </a:r>
            <a:r>
              <a:rPr lang="ko-KR" altLang="en-US" sz="1600" dirty="0"/>
              <a:t>문제점</a:t>
            </a:r>
            <a:r>
              <a:rPr lang="en-US" altLang="ko-KR" sz="1600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현대 컴퓨팅 및 블록체인 인프라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이더리움</a:t>
            </a:r>
            <a:r>
              <a:rPr lang="ko-KR" altLang="en-US" sz="1600" dirty="0"/>
              <a:t> 등</a:t>
            </a:r>
            <a:r>
              <a:rPr lang="en-US" altLang="ko-KR" sz="1600" dirty="0"/>
              <a:t>)</a:t>
            </a:r>
            <a:r>
              <a:rPr lang="ko-KR" altLang="en-US" sz="1600" dirty="0"/>
              <a:t>의 표준 인터페이스는 </a:t>
            </a:r>
            <a:r>
              <a:rPr lang="en-US" altLang="ko-KR" sz="1600" dirty="0"/>
              <a:t>256-bit(32-byte) </a:t>
            </a:r>
            <a:r>
              <a:rPr lang="ko-KR" altLang="en-US" sz="1600" dirty="0"/>
              <a:t>체계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254-bit </a:t>
            </a:r>
            <a:r>
              <a:rPr lang="ko-KR" altLang="en-US" sz="1600" dirty="0"/>
              <a:t>출력을 </a:t>
            </a:r>
            <a:r>
              <a:rPr lang="en-US" altLang="ko-KR" sz="1600" dirty="0"/>
              <a:t>256-bit </a:t>
            </a:r>
            <a:r>
              <a:rPr lang="ko-KR" altLang="en-US" sz="1600" dirty="0"/>
              <a:t>시스템에 적용 시</a:t>
            </a:r>
            <a:r>
              <a:rPr lang="en-US" altLang="ko-KR" sz="1600" dirty="0"/>
              <a:t>, </a:t>
            </a:r>
            <a:r>
              <a:rPr lang="ko-KR" altLang="en-US" sz="1600" dirty="0"/>
              <a:t>데이터 정렬 불일치 및 시스템 오버헤드 발생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&lt;</a:t>
            </a:r>
            <a:r>
              <a:rPr lang="ko-KR" altLang="en-US" sz="1600" dirty="0"/>
              <a:t>연구 목표</a:t>
            </a:r>
            <a:r>
              <a:rPr lang="en-US" altLang="ko-KR" sz="1600" dirty="0"/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표준 </a:t>
            </a:r>
            <a:r>
              <a:rPr lang="en-US" altLang="ko-KR" sz="1600" dirty="0"/>
              <a:t>256-bit </a:t>
            </a:r>
            <a:r>
              <a:rPr lang="ko-KR" altLang="en-US" sz="1600" dirty="0"/>
              <a:t>인터페이스 호환을 위한 설계 전략 제시</a:t>
            </a:r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각 전략의 하드웨어 면적</a:t>
            </a:r>
            <a:r>
              <a:rPr lang="en-US" altLang="ko-KR" sz="1600" dirty="0"/>
              <a:t>(Area), </a:t>
            </a:r>
            <a:r>
              <a:rPr lang="ko-KR" altLang="en-US" sz="1600" dirty="0"/>
              <a:t>에너지 효율</a:t>
            </a:r>
            <a:r>
              <a:rPr lang="en-US" altLang="ko-KR" sz="1600" dirty="0"/>
              <a:t>, ZK </a:t>
            </a:r>
            <a:r>
              <a:rPr lang="ko-KR" altLang="en-US" sz="1600" dirty="0"/>
              <a:t>증명 비용</a:t>
            </a:r>
            <a:r>
              <a:rPr lang="en-US" altLang="ko-KR" sz="1600" dirty="0"/>
              <a:t>(R1CS Constraints) </a:t>
            </a:r>
            <a:r>
              <a:rPr lang="ko-KR" altLang="en-US" sz="1600" dirty="0"/>
              <a:t>등을 분석하여 시사점 제시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282589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EE98-1C59-626C-C5B5-537911515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9C7CD4-BBBE-DE96-74CC-D7655F3A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256-bit </a:t>
            </a:r>
            <a:r>
              <a:rPr lang="ko-KR" altLang="en-US" dirty="0"/>
              <a:t>표준 인터페이스 정렬 아키텍처 후보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AA11D7-FE84-87BC-4341-CA953D10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C8F77C-1215-A046-DC0F-C8F75D56B89E}"/>
              </a:ext>
            </a:extLst>
          </p:cNvPr>
          <p:cNvSpPr txBox="1"/>
          <p:nvPr/>
        </p:nvSpPr>
        <p:spPr>
          <a:xfrm>
            <a:off x="1006789" y="1487467"/>
            <a:ext cx="1050272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 </a:t>
            </a:r>
            <a:r>
              <a:rPr lang="ko-KR" altLang="en-US" b="1" dirty="0"/>
              <a:t>표준 인터페이스 정렬 아키텍처 후보</a:t>
            </a: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Zero-padding(</a:t>
            </a:r>
            <a:r>
              <a:rPr lang="ko-KR" altLang="en-US" sz="1600" dirty="0"/>
              <a:t>단순 확장</a:t>
            </a:r>
            <a:r>
              <a:rPr lang="en-US" altLang="ko-KR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Squeezing-based </a:t>
            </a:r>
            <a:r>
              <a:rPr lang="ko-KR" altLang="en-US" sz="1600" dirty="0"/>
              <a:t>방법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Dual BN254 </a:t>
            </a:r>
            <a:r>
              <a:rPr lang="en-US" altLang="ko-KR" sz="1600" dirty="0" err="1"/>
              <a:t>Concat</a:t>
            </a: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Multi-Goldilocks</a:t>
            </a:r>
          </a:p>
        </p:txBody>
      </p:sp>
    </p:spTree>
    <p:extLst>
      <p:ext uri="{BB962C8B-B14F-4D97-AF65-F5344CB8AC3E}">
        <p14:creationId xmlns:p14="http://schemas.microsoft.com/office/powerpoint/2010/main" val="1547961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FE376-0AB5-C805-8890-2F6499C1D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C20D5-72F2-9BC4-E8E7-DF220CAC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Poseidon-128 </a:t>
            </a:r>
            <a:r>
              <a:rPr lang="ko-KR" altLang="en-US" dirty="0"/>
              <a:t>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5DCBCF-9CD4-3FE6-BAEA-E8660029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491" name="화살표: 오른쪽 490">
            <a:extLst>
              <a:ext uri="{FF2B5EF4-FFF2-40B4-BE49-F238E27FC236}">
                <a16:creationId xmlns:a16="http://schemas.microsoft.com/office/drawing/2014/main" id="{F50787B7-E292-4C9E-A603-A0498FE13EC6}"/>
              </a:ext>
            </a:extLst>
          </p:cNvPr>
          <p:cNvSpPr/>
          <p:nvPr/>
        </p:nvSpPr>
        <p:spPr>
          <a:xfrm>
            <a:off x="3596983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87D45C0E-ACB3-1B40-09C0-45856925189D}"/>
              </a:ext>
            </a:extLst>
          </p:cNvPr>
          <p:cNvSpPr txBox="1"/>
          <p:nvPr/>
        </p:nvSpPr>
        <p:spPr>
          <a:xfrm>
            <a:off x="1994897" y="6325870"/>
            <a:ext cx="225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Poseidon-128</a:t>
            </a:r>
            <a:r>
              <a:rPr lang="ko-KR" altLang="en-US" sz="1200" dirty="0"/>
              <a:t>의 </a:t>
            </a:r>
            <a:r>
              <a:rPr lang="en-US" altLang="ko-KR" sz="1200" dirty="0"/>
              <a:t>sponge</a:t>
            </a:r>
            <a:r>
              <a:rPr lang="ko-KR" altLang="en-US" sz="1200" dirty="0"/>
              <a:t> 구조</a:t>
            </a:r>
            <a:endParaRPr lang="en-US" altLang="ko-KR" sz="1200" dirty="0"/>
          </a:p>
          <a:p>
            <a:pPr algn="ctr"/>
            <a:r>
              <a:rPr lang="en-US" altLang="ko-KR" sz="1200" dirty="0"/>
              <a:t>(BN254 </a:t>
            </a:r>
            <a:r>
              <a:rPr lang="ko-KR" altLang="en-US" sz="1200" dirty="0"/>
              <a:t>사용</a:t>
            </a:r>
            <a:r>
              <a:rPr lang="en-US" altLang="ko-KR" sz="1200" dirty="0"/>
              <a:t>)</a:t>
            </a:r>
          </a:p>
        </p:txBody>
      </p:sp>
      <p:grpSp>
        <p:nvGrpSpPr>
          <p:cNvPr id="494" name="그룹 493">
            <a:extLst>
              <a:ext uri="{FF2B5EF4-FFF2-40B4-BE49-F238E27FC236}">
                <a16:creationId xmlns:a16="http://schemas.microsoft.com/office/drawing/2014/main" id="{C8133910-D678-094B-2E24-543C97C792EA}"/>
              </a:ext>
            </a:extLst>
          </p:cNvPr>
          <p:cNvGrpSpPr/>
          <p:nvPr/>
        </p:nvGrpSpPr>
        <p:grpSpPr>
          <a:xfrm>
            <a:off x="700646" y="4719616"/>
            <a:ext cx="2375725" cy="1354121"/>
            <a:chOff x="170552" y="2895376"/>
            <a:chExt cx="2375725" cy="1354121"/>
          </a:xfrm>
        </p:grpSpPr>
        <p:sp>
          <p:nvSpPr>
            <p:cNvPr id="506" name="왼쪽 중괄호 505">
              <a:extLst>
                <a:ext uri="{FF2B5EF4-FFF2-40B4-BE49-F238E27FC236}">
                  <a16:creationId xmlns:a16="http://schemas.microsoft.com/office/drawing/2014/main" id="{A8454898-BA4F-D367-D560-5D7E1E431773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7" name="TextBox 506">
              <a:extLst>
                <a:ext uri="{FF2B5EF4-FFF2-40B4-BE49-F238E27FC236}">
                  <a16:creationId xmlns:a16="http://schemas.microsoft.com/office/drawing/2014/main" id="{EB95BBAE-A0A5-A341-AF69-0B488AB9D86A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508" name="왼쪽 중괄호 507">
              <a:extLst>
                <a:ext uri="{FF2B5EF4-FFF2-40B4-BE49-F238E27FC236}">
                  <a16:creationId xmlns:a16="http://schemas.microsoft.com/office/drawing/2014/main" id="{6D007EFF-98EF-33BA-1574-87A4A6938464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9" name="TextBox 508">
              <a:extLst>
                <a:ext uri="{FF2B5EF4-FFF2-40B4-BE49-F238E27FC236}">
                  <a16:creationId xmlns:a16="http://schemas.microsoft.com/office/drawing/2014/main" id="{39C62284-5A3C-74AD-7E88-C8317ACE1700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510" name="그룹 509">
              <a:extLst>
                <a:ext uri="{FF2B5EF4-FFF2-40B4-BE49-F238E27FC236}">
                  <a16:creationId xmlns:a16="http://schemas.microsoft.com/office/drawing/2014/main" id="{FA9CD46F-DE95-B3C8-0FDA-119267F122F7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1" name="직사각형 510">
                    <a:extLst>
                      <a:ext uri="{FF2B5EF4-FFF2-40B4-BE49-F238E27FC236}">
                        <a16:creationId xmlns:a16="http://schemas.microsoft.com/office/drawing/2014/main" id="{B11859C7-EFB1-C45B-835A-34345DB5B78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직사각형 65">
                    <a:extLst>
                      <a:ext uri="{FF2B5EF4-FFF2-40B4-BE49-F238E27FC236}">
                        <a16:creationId xmlns:a16="http://schemas.microsoft.com/office/drawing/2014/main" id="{5051B7A1-F9BF-1A76-7E1C-0E7E03DF349D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직사각형 66">
                    <a:extLst>
                      <a:ext uri="{FF2B5EF4-FFF2-40B4-BE49-F238E27FC236}">
                        <a16:creationId xmlns:a16="http://schemas.microsoft.com/office/drawing/2014/main" id="{AAECA152-B07F-50E7-E808-C4675535C7E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97" name="그룹 496">
            <a:extLst>
              <a:ext uri="{FF2B5EF4-FFF2-40B4-BE49-F238E27FC236}">
                <a16:creationId xmlns:a16="http://schemas.microsoft.com/office/drawing/2014/main" id="{D418B043-ADAD-49F5-8C2F-7804D23CFEBD}"/>
              </a:ext>
            </a:extLst>
          </p:cNvPr>
          <p:cNvGrpSpPr/>
          <p:nvPr/>
        </p:nvGrpSpPr>
        <p:grpSpPr>
          <a:xfrm>
            <a:off x="4347173" y="4719616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1" name="직사각형 500">
                  <a:extLst>
                    <a:ext uri="{FF2B5EF4-FFF2-40B4-BE49-F238E27FC236}">
                      <a16:creationId xmlns:a16="http://schemas.microsoft.com/office/drawing/2014/main" id="{BF73EA44-06FB-B18F-C0DE-154CA1B1B57D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2" name="직사각형 501">
                  <a:extLst>
                    <a:ext uri="{FF2B5EF4-FFF2-40B4-BE49-F238E27FC236}">
                      <a16:creationId xmlns:a16="http://schemas.microsoft.com/office/drawing/2014/main" id="{24298E52-4C48-EEFD-D40A-ECED5A908DEF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5FEA8AD-17AB-5497-1BB6-43BF08D472F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3" name="직사각형 502">
                  <a:extLst>
                    <a:ext uri="{FF2B5EF4-FFF2-40B4-BE49-F238E27FC236}">
                      <a16:creationId xmlns:a16="http://schemas.microsoft.com/office/drawing/2014/main" id="{B5FEA8AD-17AB-5497-1BB6-43BF08D472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오른쪽 중괄호 67">
            <a:extLst>
              <a:ext uri="{FF2B5EF4-FFF2-40B4-BE49-F238E27FC236}">
                <a16:creationId xmlns:a16="http://schemas.microsoft.com/office/drawing/2014/main" id="{2644DCA5-A2B9-62EF-8D35-2EE63B4E3078}"/>
              </a:ext>
            </a:extLst>
          </p:cNvPr>
          <p:cNvSpPr/>
          <p:nvPr/>
        </p:nvSpPr>
        <p:spPr>
          <a:xfrm rot="5400000">
            <a:off x="5684051" y="-1640025"/>
            <a:ext cx="1164982" cy="11488057"/>
          </a:xfrm>
          <a:prstGeom prst="rightBrace">
            <a:avLst>
              <a:gd name="adj1" fmla="val 8333"/>
              <a:gd name="adj2" fmla="val 7236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2E672748-ECC2-36F2-ECAF-7F2E39534A71}"/>
              </a:ext>
            </a:extLst>
          </p:cNvPr>
          <p:cNvCxnSpPr>
            <a:cxnSpLocks/>
          </p:cNvCxnSpPr>
          <p:nvPr/>
        </p:nvCxnSpPr>
        <p:spPr>
          <a:xfrm>
            <a:off x="3870524" y="2345914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2EAFFEC2-AC2E-1110-9141-6A6E350FDEA0}"/>
              </a:ext>
            </a:extLst>
          </p:cNvPr>
          <p:cNvSpPr txBox="1"/>
          <p:nvPr/>
        </p:nvSpPr>
        <p:spPr>
          <a:xfrm>
            <a:off x="1299539" y="3288839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03AB3E66-4661-CE5E-0159-9A78B4B9B255}"/>
              </a:ext>
            </a:extLst>
          </p:cNvPr>
          <p:cNvGrpSpPr/>
          <p:nvPr/>
        </p:nvGrpSpPr>
        <p:grpSpPr>
          <a:xfrm>
            <a:off x="4476427" y="1770588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2" name="직사각형 431">
                  <a:extLst>
                    <a:ext uri="{FF2B5EF4-FFF2-40B4-BE49-F238E27FC236}">
                      <a16:creationId xmlns:a16="http://schemas.microsoft.com/office/drawing/2014/main" id="{989A6EF6-E59F-1565-741D-DFCD17A5A351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3" name="직사각형 432">
                  <a:extLst>
                    <a:ext uri="{FF2B5EF4-FFF2-40B4-BE49-F238E27FC236}">
                      <a16:creationId xmlns:a16="http://schemas.microsoft.com/office/drawing/2014/main" id="{BC8334B6-4EF1-8E06-3B40-D6F03291F800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4" name="직사각형 433">
                  <a:extLst>
                    <a:ext uri="{FF2B5EF4-FFF2-40B4-BE49-F238E27FC236}">
                      <a16:creationId xmlns:a16="http://schemas.microsoft.com/office/drawing/2014/main" id="{D9B9454D-5EA7-4948-0DFB-7C93A3EED91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1" name="그룹 400">
            <a:extLst>
              <a:ext uri="{FF2B5EF4-FFF2-40B4-BE49-F238E27FC236}">
                <a16:creationId xmlns:a16="http://schemas.microsoft.com/office/drawing/2014/main" id="{2F14D3EB-1823-C7A2-3D07-BA922C142E9B}"/>
              </a:ext>
            </a:extLst>
          </p:cNvPr>
          <p:cNvGrpSpPr/>
          <p:nvPr/>
        </p:nvGrpSpPr>
        <p:grpSpPr>
          <a:xfrm>
            <a:off x="5596570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5" name="직사각형 424">
                  <a:extLst>
                    <a:ext uri="{FF2B5EF4-FFF2-40B4-BE49-F238E27FC236}">
                      <a16:creationId xmlns:a16="http://schemas.microsoft.com/office/drawing/2014/main" id="{2434A0AC-1ABD-2C36-360A-B33535CCBE14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6" name="직사각형 425">
                  <a:extLst>
                    <a:ext uri="{FF2B5EF4-FFF2-40B4-BE49-F238E27FC236}">
                      <a16:creationId xmlns:a16="http://schemas.microsoft.com/office/drawing/2014/main" id="{D0DBD3C5-C681-B0D7-D3CE-56AE86EBB801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7" name="직사각형 426">
                  <a:extLst>
                    <a:ext uri="{FF2B5EF4-FFF2-40B4-BE49-F238E27FC236}">
                      <a16:creationId xmlns:a16="http://schemas.microsoft.com/office/drawing/2014/main" id="{3CD3E8BC-0DC0-AC6C-FFD5-6466F7B3B998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BBE76A2F-D4F4-5B74-E34B-FF30DDD74D2B}"/>
              </a:ext>
            </a:extLst>
          </p:cNvPr>
          <p:cNvGrpSpPr/>
          <p:nvPr/>
        </p:nvGrpSpPr>
        <p:grpSpPr>
          <a:xfrm>
            <a:off x="6752496" y="1777309"/>
            <a:ext cx="431450" cy="1210364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2" name="직사각형 421">
                  <a:extLst>
                    <a:ext uri="{FF2B5EF4-FFF2-40B4-BE49-F238E27FC236}">
                      <a16:creationId xmlns:a16="http://schemas.microsoft.com/office/drawing/2014/main" id="{52E1C48B-68A0-B350-2126-053EA35CD72C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431A80E7-AE31-E3F6-B299-06D13F81A41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4" name="직사각형 423">
                  <a:extLst>
                    <a:ext uri="{FF2B5EF4-FFF2-40B4-BE49-F238E27FC236}">
                      <a16:creationId xmlns:a16="http://schemas.microsoft.com/office/drawing/2014/main" id="{E46A9964-8D6F-11B8-9E17-49406BA830BA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29448337-ABD5-FD5C-3B71-90FD94F8278F}"/>
              </a:ext>
            </a:extLst>
          </p:cNvPr>
          <p:cNvGrpSpPr/>
          <p:nvPr/>
        </p:nvGrpSpPr>
        <p:grpSpPr>
          <a:xfrm>
            <a:off x="6075552" y="2677891"/>
            <a:ext cx="643311" cy="260571"/>
            <a:chOff x="5574293" y="4874701"/>
            <a:chExt cx="1423401" cy="431074"/>
          </a:xfrm>
        </p:grpSpPr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A87A2E34-8AB9-826A-4435-82D66790B4EF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15" name="직사각형 414">
                <a:extLst>
                  <a:ext uri="{FF2B5EF4-FFF2-40B4-BE49-F238E27FC236}">
                    <a16:creationId xmlns:a16="http://schemas.microsoft.com/office/drawing/2014/main" id="{61BA396E-9E60-56EA-8E61-F8A39AE683FE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6" name="직사각형 415">
                <a:extLst>
                  <a:ext uri="{FF2B5EF4-FFF2-40B4-BE49-F238E27FC236}">
                    <a16:creationId xmlns:a16="http://schemas.microsoft.com/office/drawing/2014/main" id="{98D88F1E-6E50-FD8C-6B29-98707373F8CC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13" name="화살표: 오른쪽 412">
              <a:extLst>
                <a:ext uri="{FF2B5EF4-FFF2-40B4-BE49-F238E27FC236}">
                  <a16:creationId xmlns:a16="http://schemas.microsoft.com/office/drawing/2014/main" id="{90A24866-9FA4-2FB2-DACA-15C265BD2291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4" name="화살표: 오른쪽 413">
              <a:extLst>
                <a:ext uri="{FF2B5EF4-FFF2-40B4-BE49-F238E27FC236}">
                  <a16:creationId xmlns:a16="http://schemas.microsoft.com/office/drawing/2014/main" id="{A9D118F6-DF07-EB16-EBC5-E69EE533F2F1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05" name="곱하기 기호 404">
            <a:extLst>
              <a:ext uri="{FF2B5EF4-FFF2-40B4-BE49-F238E27FC236}">
                <a16:creationId xmlns:a16="http://schemas.microsoft.com/office/drawing/2014/main" id="{DAF6FEA0-C744-F067-857F-A771210ACB73}"/>
              </a:ext>
            </a:extLst>
          </p:cNvPr>
          <p:cNvSpPr/>
          <p:nvPr/>
        </p:nvSpPr>
        <p:spPr>
          <a:xfrm>
            <a:off x="7260750" y="2345068"/>
            <a:ext cx="142592" cy="144079"/>
          </a:xfrm>
          <a:prstGeom prst="mathMultiply">
            <a:avLst/>
          </a:prstGeom>
          <a:solidFill>
            <a:srgbClr val="CC99FF"/>
          </a:solidFill>
          <a:ln>
            <a:solidFill>
              <a:srgbClr val="CC99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6" name="직사각형 405">
            <a:extLst>
              <a:ext uri="{FF2B5EF4-FFF2-40B4-BE49-F238E27FC236}">
                <a16:creationId xmlns:a16="http://schemas.microsoft.com/office/drawing/2014/main" id="{79E7DBEC-D900-882B-2767-AF0DB0E296F3}"/>
              </a:ext>
            </a:extLst>
          </p:cNvPr>
          <p:cNvSpPr/>
          <p:nvPr/>
        </p:nvSpPr>
        <p:spPr>
          <a:xfrm>
            <a:off x="7445497" y="2345418"/>
            <a:ext cx="151659" cy="155755"/>
          </a:xfrm>
          <a:prstGeom prst="rect">
            <a:avLst/>
          </a:prstGeom>
          <a:solidFill>
            <a:srgbClr val="CC99FF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07" name="직선 연결선 406">
            <a:extLst>
              <a:ext uri="{FF2B5EF4-FFF2-40B4-BE49-F238E27FC236}">
                <a16:creationId xmlns:a16="http://schemas.microsoft.com/office/drawing/2014/main" id="{7A7380EE-D025-9D86-FD5B-1CAEE52EE315}"/>
              </a:ext>
            </a:extLst>
          </p:cNvPr>
          <p:cNvCxnSpPr>
            <a:cxnSpLocks/>
          </p:cNvCxnSpPr>
          <p:nvPr/>
        </p:nvCxnSpPr>
        <p:spPr>
          <a:xfrm>
            <a:off x="7494484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>
            <a:extLst>
              <a:ext uri="{FF2B5EF4-FFF2-40B4-BE49-F238E27FC236}">
                <a16:creationId xmlns:a16="http://schemas.microsoft.com/office/drawing/2014/main" id="{B08A6174-2EC0-7029-F98A-D61E19A9F125}"/>
              </a:ext>
            </a:extLst>
          </p:cNvPr>
          <p:cNvCxnSpPr>
            <a:cxnSpLocks/>
          </p:cNvCxnSpPr>
          <p:nvPr/>
        </p:nvCxnSpPr>
        <p:spPr>
          <a:xfrm flipH="1">
            <a:off x="7453342" y="2450139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TextBox 408">
            <a:extLst>
              <a:ext uri="{FF2B5EF4-FFF2-40B4-BE49-F238E27FC236}">
                <a16:creationId xmlns:a16="http://schemas.microsoft.com/office/drawing/2014/main" id="{DE1E77BC-268A-BD79-82FB-7A1AB5660F39}"/>
              </a:ext>
            </a:extLst>
          </p:cNvPr>
          <p:cNvSpPr txBox="1"/>
          <p:nvPr/>
        </p:nvSpPr>
        <p:spPr>
          <a:xfrm>
            <a:off x="7063003" y="2581725"/>
            <a:ext cx="963397" cy="22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3x3</a:t>
            </a:r>
            <a:r>
              <a:rPr lang="ko-KR" altLang="en-US" sz="1000" dirty="0"/>
              <a:t> </a:t>
            </a:r>
            <a:r>
              <a:rPr lang="en-US" altLang="ko-KR" sz="1000" dirty="0"/>
              <a:t>MDS</a:t>
            </a:r>
            <a:r>
              <a:rPr lang="ko-KR" altLang="en-US" sz="1000" dirty="0"/>
              <a:t>행렬</a:t>
            </a:r>
            <a:endParaRPr lang="en-US" altLang="ko-KR" sz="1000" dirty="0"/>
          </a:p>
        </p:txBody>
      </p:sp>
      <p:cxnSp>
        <p:nvCxnSpPr>
          <p:cNvPr id="410" name="직선 연결선 409">
            <a:extLst>
              <a:ext uri="{FF2B5EF4-FFF2-40B4-BE49-F238E27FC236}">
                <a16:creationId xmlns:a16="http://schemas.microsoft.com/office/drawing/2014/main" id="{6A6D0E88-847E-1A87-F297-C3FA9BC5CA62}"/>
              </a:ext>
            </a:extLst>
          </p:cNvPr>
          <p:cNvCxnSpPr>
            <a:cxnSpLocks/>
          </p:cNvCxnSpPr>
          <p:nvPr/>
        </p:nvCxnSpPr>
        <p:spPr>
          <a:xfrm flipH="1">
            <a:off x="7452954" y="2405442"/>
            <a:ext cx="133746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>
            <a:extLst>
              <a:ext uri="{FF2B5EF4-FFF2-40B4-BE49-F238E27FC236}">
                <a16:creationId xmlns:a16="http://schemas.microsoft.com/office/drawing/2014/main" id="{A4F0739E-2719-1055-C697-83582DC4E60E}"/>
              </a:ext>
            </a:extLst>
          </p:cNvPr>
          <p:cNvCxnSpPr>
            <a:cxnSpLocks/>
          </p:cNvCxnSpPr>
          <p:nvPr/>
        </p:nvCxnSpPr>
        <p:spPr>
          <a:xfrm>
            <a:off x="7544702" y="2345417"/>
            <a:ext cx="0" cy="163156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화살표: 오른쪽 576">
            <a:extLst>
              <a:ext uri="{FF2B5EF4-FFF2-40B4-BE49-F238E27FC236}">
                <a16:creationId xmlns:a16="http://schemas.microsoft.com/office/drawing/2014/main" id="{68D6DA8D-0CC0-9524-A921-E137C803D8B0}"/>
              </a:ext>
            </a:extLst>
          </p:cNvPr>
          <p:cNvSpPr/>
          <p:nvPr/>
        </p:nvSpPr>
        <p:spPr>
          <a:xfrm>
            <a:off x="6132262" y="1898426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9" name="화살표: 오른쪽 578">
            <a:extLst>
              <a:ext uri="{FF2B5EF4-FFF2-40B4-BE49-F238E27FC236}">
                <a16:creationId xmlns:a16="http://schemas.microsoft.com/office/drawing/2014/main" id="{E8D4BDE4-411C-F209-A247-0723B491E2C4}"/>
              </a:ext>
            </a:extLst>
          </p:cNvPr>
          <p:cNvSpPr/>
          <p:nvPr/>
        </p:nvSpPr>
        <p:spPr>
          <a:xfrm>
            <a:off x="6127605" y="2304728"/>
            <a:ext cx="542515" cy="2200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9F56E818-7594-93AD-CB4B-8A6C29BA9367}"/>
              </a:ext>
            </a:extLst>
          </p:cNvPr>
          <p:cNvSpPr txBox="1"/>
          <p:nvPr/>
        </p:nvSpPr>
        <p:spPr>
          <a:xfrm>
            <a:off x="9897439" y="3239171"/>
            <a:ext cx="1153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4</a:t>
            </a:r>
            <a:r>
              <a:rPr lang="ko-KR" altLang="en-US" sz="1100" dirty="0"/>
              <a:t>번의 </a:t>
            </a:r>
            <a:r>
              <a:rPr lang="en-US" altLang="ko-KR" sz="1100" dirty="0"/>
              <a:t>full round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5121C41-751F-4112-F6D3-57D0B8997BAA}"/>
              </a:ext>
            </a:extLst>
          </p:cNvPr>
          <p:cNvSpPr txBox="1"/>
          <p:nvPr/>
        </p:nvSpPr>
        <p:spPr>
          <a:xfrm>
            <a:off x="5508207" y="3280721"/>
            <a:ext cx="1486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56</a:t>
            </a:r>
            <a:r>
              <a:rPr lang="ko-KR" altLang="en-US" sz="1100" dirty="0"/>
              <a:t>번의 </a:t>
            </a:r>
            <a:r>
              <a:rPr lang="en-US" altLang="ko-KR" sz="1100" dirty="0"/>
              <a:t>partial round</a:t>
            </a:r>
          </a:p>
        </p:txBody>
      </p:sp>
      <p:sp>
        <p:nvSpPr>
          <p:cNvPr id="583" name="화살표: 오른쪽 582">
            <a:extLst>
              <a:ext uri="{FF2B5EF4-FFF2-40B4-BE49-F238E27FC236}">
                <a16:creationId xmlns:a16="http://schemas.microsoft.com/office/drawing/2014/main" id="{9749F7D3-C0DE-7C8F-A08A-EC50BD211202}"/>
              </a:ext>
            </a:extLst>
          </p:cNvPr>
          <p:cNvSpPr/>
          <p:nvPr/>
        </p:nvSpPr>
        <p:spPr>
          <a:xfrm>
            <a:off x="4140994" y="2377171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4" name="화살표: 오른쪽 583">
            <a:extLst>
              <a:ext uri="{FF2B5EF4-FFF2-40B4-BE49-F238E27FC236}">
                <a16:creationId xmlns:a16="http://schemas.microsoft.com/office/drawing/2014/main" id="{5B155B3E-3A5F-3261-6B80-7C82238E1954}"/>
              </a:ext>
            </a:extLst>
          </p:cNvPr>
          <p:cNvSpPr/>
          <p:nvPr/>
        </p:nvSpPr>
        <p:spPr>
          <a:xfrm>
            <a:off x="7823728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5" name="화살표: 오른쪽 584">
            <a:extLst>
              <a:ext uri="{FF2B5EF4-FFF2-40B4-BE49-F238E27FC236}">
                <a16:creationId xmlns:a16="http://schemas.microsoft.com/office/drawing/2014/main" id="{39ABD13E-9571-678A-111B-EA6FFBC4C4CB}"/>
              </a:ext>
            </a:extLst>
          </p:cNvPr>
          <p:cNvSpPr/>
          <p:nvPr/>
        </p:nvSpPr>
        <p:spPr>
          <a:xfrm>
            <a:off x="8367739" y="2338392"/>
            <a:ext cx="263658" cy="171926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0DA764A8-E8F4-D222-E20A-CD48AC4BA9A7}"/>
              </a:ext>
            </a:extLst>
          </p:cNvPr>
          <p:cNvSpPr txBox="1"/>
          <p:nvPr/>
        </p:nvSpPr>
        <p:spPr>
          <a:xfrm>
            <a:off x="3880188" y="2301990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9B7AE052-CC43-D951-F8E4-70B68C242F89}"/>
              </a:ext>
            </a:extLst>
          </p:cNvPr>
          <p:cNvSpPr txBox="1"/>
          <p:nvPr/>
        </p:nvSpPr>
        <p:spPr>
          <a:xfrm>
            <a:off x="8126327" y="2274637"/>
            <a:ext cx="2163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…</a:t>
            </a:r>
          </a:p>
        </p:txBody>
      </p:sp>
      <p:grpSp>
        <p:nvGrpSpPr>
          <p:cNvPr id="541" name="그룹 540">
            <a:extLst>
              <a:ext uri="{FF2B5EF4-FFF2-40B4-BE49-F238E27FC236}">
                <a16:creationId xmlns:a16="http://schemas.microsoft.com/office/drawing/2014/main" id="{36C1480B-A87F-C035-E3D1-6B5BDA23A7C5}"/>
              </a:ext>
            </a:extLst>
          </p:cNvPr>
          <p:cNvGrpSpPr/>
          <p:nvPr/>
        </p:nvGrpSpPr>
        <p:grpSpPr>
          <a:xfrm>
            <a:off x="101277" y="1771080"/>
            <a:ext cx="3549973" cy="1217083"/>
            <a:chOff x="101277" y="1771080"/>
            <a:chExt cx="3549973" cy="1217083"/>
          </a:xfrm>
        </p:grpSpPr>
        <p:sp>
          <p:nvSpPr>
            <p:cNvPr id="468" name="사다리꼴 467">
              <a:extLst>
                <a:ext uri="{FF2B5EF4-FFF2-40B4-BE49-F238E27FC236}">
                  <a16:creationId xmlns:a16="http://schemas.microsoft.com/office/drawing/2014/main" id="{33286190-2B5E-63C4-A23F-CEAF5069B415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C2773ABF-FD13-AB0F-DC42-45E1357DB801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3" name="직사각형 72">
                    <a:extLst>
                      <a:ext uri="{FF2B5EF4-FFF2-40B4-BE49-F238E27FC236}">
                        <a16:creationId xmlns:a16="http://schemas.microsoft.com/office/drawing/2014/main" id="{04EB813C-EF95-66B8-A0F1-35D6B27E486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5CC63EF1-921A-3743-EDA7-4742C137721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3F7D76FF-4A31-178E-FE45-6D9F3C0EEEC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F509C02C-5AE0-BAAB-55EA-20C750C8584F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105" name="화살표: 오른쪽 104">
                <a:extLst>
                  <a:ext uri="{FF2B5EF4-FFF2-40B4-BE49-F238E27FC236}">
                    <a16:creationId xmlns:a16="http://schemas.microsoft.com/office/drawing/2014/main" id="{DAFF45A8-52CA-C3A7-19D6-E8BC27EFF9B1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2" name="화살표: 오른쪽 121">
                <a:extLst>
                  <a:ext uri="{FF2B5EF4-FFF2-40B4-BE49-F238E27FC236}">
                    <a16:creationId xmlns:a16="http://schemas.microsoft.com/office/drawing/2014/main" id="{142473AB-A43E-2790-B326-70546A53D209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CFBE3978-D330-E37A-BAD6-D1CB58226CCF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5" name="직사각형 124">
                    <a:extLst>
                      <a:ext uri="{FF2B5EF4-FFF2-40B4-BE49-F238E27FC236}">
                        <a16:creationId xmlns:a16="http://schemas.microsoft.com/office/drawing/2014/main" id="{B7C092C9-5776-E3BC-D307-8C1FA0F8F4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6" name="직사각형 125">
                    <a:extLst>
                      <a:ext uri="{FF2B5EF4-FFF2-40B4-BE49-F238E27FC236}">
                        <a16:creationId xmlns:a16="http://schemas.microsoft.com/office/drawing/2014/main" id="{493B002A-1AE5-8DC4-C89A-EB7245FDEC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6CD2BC4C-EEAB-1A50-6786-0B08986863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6D6739A1-9861-B2D8-3FE2-C92EBE3F2467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7" name="직사각형 206">
                    <a:extLst>
                      <a:ext uri="{FF2B5EF4-FFF2-40B4-BE49-F238E27FC236}">
                        <a16:creationId xmlns:a16="http://schemas.microsoft.com/office/drawing/2014/main" id="{F4384D62-E48D-9727-D25D-A4ADD88CBC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8" name="직사각형 207">
                    <a:extLst>
                      <a:ext uri="{FF2B5EF4-FFF2-40B4-BE49-F238E27FC236}">
                        <a16:creationId xmlns:a16="http://schemas.microsoft.com/office/drawing/2014/main" id="{C2F7F317-B8FE-7C25-2422-442A0CB3B9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9" name="직사각형 208">
                    <a:extLst>
                      <a:ext uri="{FF2B5EF4-FFF2-40B4-BE49-F238E27FC236}">
                        <a16:creationId xmlns:a16="http://schemas.microsoft.com/office/drawing/2014/main" id="{7B9C2BF0-9329-2985-7BDA-B5D9ED74822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4" name="곱하기 기호 223">
              <a:extLst>
                <a:ext uri="{FF2B5EF4-FFF2-40B4-BE49-F238E27FC236}">
                  <a16:creationId xmlns:a16="http://schemas.microsoft.com/office/drawing/2014/main" id="{BB5ECA58-B8A6-7441-9961-2E6104D08811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1A856775-5E5E-3C3C-66A6-1F61A12C8BEE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B8EDDE38-3613-DC9E-3506-B3CA266EEDF8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>
              <a:extLst>
                <a:ext uri="{FF2B5EF4-FFF2-40B4-BE49-F238E27FC236}">
                  <a16:creationId xmlns:a16="http://schemas.microsoft.com/office/drawing/2014/main" id="{09841F28-2177-07C1-D2B0-A333150616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C914CA12-45B8-71B9-51BF-36D00E3FF47E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0AF530B6-A9E9-B916-FC07-E4C866B4C8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4545A55-F47F-B764-0EDA-FF496E41B2F9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3" name="화살표: 오른쪽 2">
                <a:extLst>
                  <a:ext uri="{FF2B5EF4-FFF2-40B4-BE49-F238E27FC236}">
                    <a16:creationId xmlns:a16="http://schemas.microsoft.com/office/drawing/2014/main" id="{71A7431E-0616-1A80-EB45-A92D26403A36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화살표: 오른쪽 4">
                <a:extLst>
                  <a:ext uri="{FF2B5EF4-FFF2-40B4-BE49-F238E27FC236}">
                    <a16:creationId xmlns:a16="http://schemas.microsoft.com/office/drawing/2014/main" id="{C4BB5462-FFB9-95A1-4844-7E09A751A376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DBE3627F-EE7F-8331-0830-F128E840E6C5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CB6B0CA1-8672-FEF2-CD59-BB33C5F445B1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106" name="화살표: 오른쪽 105">
                  <a:extLst>
                    <a:ext uri="{FF2B5EF4-FFF2-40B4-BE49-F238E27FC236}">
                      <a16:creationId xmlns:a16="http://schemas.microsoft.com/office/drawing/2014/main" id="{256B3AE7-2E3E-C154-CB8A-5A4B3A178B23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3" name="화살표: 오른쪽 122">
                  <a:extLst>
                    <a:ext uri="{FF2B5EF4-FFF2-40B4-BE49-F238E27FC236}">
                      <a16:creationId xmlns:a16="http://schemas.microsoft.com/office/drawing/2014/main" id="{812EE2D0-F94D-279E-1FA0-FEDD4FF6FA63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9" name="사다리꼴 8">
                <a:extLst>
                  <a:ext uri="{FF2B5EF4-FFF2-40B4-BE49-F238E27FC236}">
                    <a16:creationId xmlns:a16="http://schemas.microsoft.com/office/drawing/2014/main" id="{0C1C5E04-0E64-89C9-6C6D-DCCCF3017445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사다리꼴 9">
              <a:extLst>
                <a:ext uri="{FF2B5EF4-FFF2-40B4-BE49-F238E27FC236}">
                  <a16:creationId xmlns:a16="http://schemas.microsoft.com/office/drawing/2014/main" id="{64C3F3A5-B296-3210-49A8-3602730783D2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F2B40EF5-8956-9C98-58CE-4190BCB4B865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9F542B8F-7587-8BC0-28E7-14CFD550B65F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1" name="그룹 210">
                  <a:extLst>
                    <a:ext uri="{FF2B5EF4-FFF2-40B4-BE49-F238E27FC236}">
                      <a16:creationId xmlns:a16="http://schemas.microsoft.com/office/drawing/2014/main" id="{4561F449-B2EE-CECD-0015-EBCD6F255863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14" name="직사각형 213">
                    <a:extLst>
                      <a:ext uri="{FF2B5EF4-FFF2-40B4-BE49-F238E27FC236}">
                        <a16:creationId xmlns:a16="http://schemas.microsoft.com/office/drawing/2014/main" id="{5E546731-F9B6-0E84-03A5-16EF561A99F6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5" name="직사각형 214">
                    <a:extLst>
                      <a:ext uri="{FF2B5EF4-FFF2-40B4-BE49-F238E27FC236}">
                        <a16:creationId xmlns:a16="http://schemas.microsoft.com/office/drawing/2014/main" id="{0BE4C30E-C59F-BEC1-6BD6-3C456FDE761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2" name="화살표: 오른쪽 211">
                  <a:extLst>
                    <a:ext uri="{FF2B5EF4-FFF2-40B4-BE49-F238E27FC236}">
                      <a16:creationId xmlns:a16="http://schemas.microsoft.com/office/drawing/2014/main" id="{6DE837AB-2353-CDB5-BC9A-1656084778C7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화살표: 오른쪽 212">
                  <a:extLst>
                    <a:ext uri="{FF2B5EF4-FFF2-40B4-BE49-F238E27FC236}">
                      <a16:creationId xmlns:a16="http://schemas.microsoft.com/office/drawing/2014/main" id="{9E4E14E2-FFC5-CEB2-CEA0-7A5D6FBCB289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16" name="그룹 215">
                <a:extLst>
                  <a:ext uri="{FF2B5EF4-FFF2-40B4-BE49-F238E27FC236}">
                    <a16:creationId xmlns:a16="http://schemas.microsoft.com/office/drawing/2014/main" id="{3F57437C-8A89-349A-48FD-B0BBB6B7F174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217" name="그룹 216">
                  <a:extLst>
                    <a:ext uri="{FF2B5EF4-FFF2-40B4-BE49-F238E27FC236}">
                      <a16:creationId xmlns:a16="http://schemas.microsoft.com/office/drawing/2014/main" id="{E20D99DB-AC79-0445-F744-1BCC05F8806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220" name="직사각형 219">
                    <a:extLst>
                      <a:ext uri="{FF2B5EF4-FFF2-40B4-BE49-F238E27FC236}">
                        <a16:creationId xmlns:a16="http://schemas.microsoft.com/office/drawing/2014/main" id="{C921BB47-4CD0-7405-4726-4F2942630D3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1" name="직사각형 220">
                    <a:extLst>
                      <a:ext uri="{FF2B5EF4-FFF2-40B4-BE49-F238E27FC236}">
                        <a16:creationId xmlns:a16="http://schemas.microsoft.com/office/drawing/2014/main" id="{9520C26C-1740-1FDD-8D3A-AD71AD9F17A7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18" name="화살표: 오른쪽 217">
                  <a:extLst>
                    <a:ext uri="{FF2B5EF4-FFF2-40B4-BE49-F238E27FC236}">
                      <a16:creationId xmlns:a16="http://schemas.microsoft.com/office/drawing/2014/main" id="{BDCB876B-3FB7-5B1D-7BD8-6F79C81332AA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9" name="화살표: 오른쪽 218">
                  <a:extLst>
                    <a:ext uri="{FF2B5EF4-FFF2-40B4-BE49-F238E27FC236}">
                      <a16:creationId xmlns:a16="http://schemas.microsoft.com/office/drawing/2014/main" id="{BD5E4FCF-CE7D-03D1-114E-DD64F4DAEFFC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F97B8DED-7F5F-D77B-9961-442F9A87DDC0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6CE2C03E-EE77-0FEB-B16C-D01B246E8A26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86A66B03-98BC-A0DD-623C-7292DB614DDD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DE408432-B2F7-CC5E-6AEA-BB8369069C00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3" name="화살표: 오른쪽 12">
                  <a:extLst>
                    <a:ext uri="{FF2B5EF4-FFF2-40B4-BE49-F238E27FC236}">
                      <a16:creationId xmlns:a16="http://schemas.microsoft.com/office/drawing/2014/main" id="{38B893E9-5E69-186B-EBD3-69A51C8E233D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" name="화살표: 오른쪽 13">
                  <a:extLst>
                    <a:ext uri="{FF2B5EF4-FFF2-40B4-BE49-F238E27FC236}">
                      <a16:creationId xmlns:a16="http://schemas.microsoft.com/office/drawing/2014/main" id="{8585F8A0-92BE-9D76-20D0-5B0968FEA6B5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C5105C34-7518-48C6-3C4E-B826F985C9C2}"/>
              </a:ext>
            </a:extLst>
          </p:cNvPr>
          <p:cNvSpPr/>
          <p:nvPr/>
        </p:nvSpPr>
        <p:spPr>
          <a:xfrm rot="5400000">
            <a:off x="5114296" y="1853107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1088AA2-F65A-942F-A470-F11C9E0AA6FD}"/>
              </a:ext>
            </a:extLst>
          </p:cNvPr>
          <p:cNvGrpSpPr/>
          <p:nvPr/>
        </p:nvGrpSpPr>
        <p:grpSpPr>
          <a:xfrm>
            <a:off x="4963794" y="1892264"/>
            <a:ext cx="602940" cy="153317"/>
            <a:chOff x="577254" y="1892264"/>
            <a:chExt cx="602940" cy="153317"/>
          </a:xfrm>
        </p:grpSpPr>
        <p:sp>
          <p:nvSpPr>
            <p:cNvPr id="58" name="화살표: 오른쪽 57">
              <a:extLst>
                <a:ext uri="{FF2B5EF4-FFF2-40B4-BE49-F238E27FC236}">
                  <a16:creationId xmlns:a16="http://schemas.microsoft.com/office/drawing/2014/main" id="{F4FA4FE1-00B9-6C11-FCDE-540F2EFF6358}"/>
                </a:ext>
              </a:extLst>
            </p:cNvPr>
            <p:cNvSpPr/>
            <p:nvPr/>
          </p:nvSpPr>
          <p:spPr>
            <a:xfrm>
              <a:off x="577254" y="1892264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9" name="화살표: 오른쪽 58">
              <a:extLst>
                <a:ext uri="{FF2B5EF4-FFF2-40B4-BE49-F238E27FC236}">
                  <a16:creationId xmlns:a16="http://schemas.microsoft.com/office/drawing/2014/main" id="{9B411D58-9AB8-81D0-7B04-FD5B4F83DB75}"/>
                </a:ext>
              </a:extLst>
            </p:cNvPr>
            <p:cNvSpPr/>
            <p:nvPr/>
          </p:nvSpPr>
          <p:spPr>
            <a:xfrm>
              <a:off x="1035495" y="1901347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0B10DDA2-F737-EA48-25A9-83982B2AB821}"/>
              </a:ext>
            </a:extLst>
          </p:cNvPr>
          <p:cNvGrpSpPr/>
          <p:nvPr/>
        </p:nvGrpSpPr>
        <p:grpSpPr>
          <a:xfrm>
            <a:off x="4963270" y="2308684"/>
            <a:ext cx="602940" cy="153317"/>
            <a:chOff x="576730" y="2312609"/>
            <a:chExt cx="602940" cy="153317"/>
          </a:xfrm>
        </p:grpSpPr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10C0ACFE-6E99-44D4-3858-2D2B825B5720}"/>
                </a:ext>
              </a:extLst>
            </p:cNvPr>
            <p:cNvSpPr/>
            <p:nvPr/>
          </p:nvSpPr>
          <p:spPr>
            <a:xfrm>
              <a:off x="576730" y="2312609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5DD43501-7CDB-E826-62AB-442FB38476FA}"/>
                </a:ext>
              </a:extLst>
            </p:cNvPr>
            <p:cNvSpPr/>
            <p:nvPr/>
          </p:nvSpPr>
          <p:spPr>
            <a:xfrm>
              <a:off x="1034971" y="2321692"/>
              <a:ext cx="144699" cy="144234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FFEE1A7-D32E-46AE-7935-862C4DAB974F}"/>
              </a:ext>
            </a:extLst>
          </p:cNvPr>
          <p:cNvGrpSpPr/>
          <p:nvPr/>
        </p:nvGrpSpPr>
        <p:grpSpPr>
          <a:xfrm>
            <a:off x="4956774" y="2665043"/>
            <a:ext cx="602940" cy="284257"/>
            <a:chOff x="570234" y="2665043"/>
            <a:chExt cx="602940" cy="284257"/>
          </a:xfrm>
        </p:grpSpPr>
        <p:grpSp>
          <p:nvGrpSpPr>
            <p:cNvPr id="448" name="그룹 447">
              <a:extLst>
                <a:ext uri="{FF2B5EF4-FFF2-40B4-BE49-F238E27FC236}">
                  <a16:creationId xmlns:a16="http://schemas.microsoft.com/office/drawing/2014/main" id="{C1F89BDB-46EC-F865-7A8E-1AB369EBE61B}"/>
                </a:ext>
              </a:extLst>
            </p:cNvPr>
            <p:cNvGrpSpPr/>
            <p:nvPr/>
          </p:nvGrpSpPr>
          <p:grpSpPr>
            <a:xfrm>
              <a:off x="570234" y="2725104"/>
              <a:ext cx="602940" cy="153317"/>
              <a:chOff x="570234" y="2725104"/>
              <a:chExt cx="602940" cy="153317"/>
            </a:xfrm>
          </p:grpSpPr>
          <p:sp>
            <p:nvSpPr>
              <p:cNvPr id="450" name="화살표: 오른쪽 449">
                <a:extLst>
                  <a:ext uri="{FF2B5EF4-FFF2-40B4-BE49-F238E27FC236}">
                    <a16:creationId xmlns:a16="http://schemas.microsoft.com/office/drawing/2014/main" id="{D5FB00A8-5F67-2C0C-3B1E-F27CC63E830F}"/>
                  </a:ext>
                </a:extLst>
              </p:cNvPr>
              <p:cNvSpPr/>
              <p:nvPr/>
            </p:nvSpPr>
            <p:spPr>
              <a:xfrm>
                <a:off x="570234" y="272510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1" name="화살표: 오른쪽 450">
                <a:extLst>
                  <a:ext uri="{FF2B5EF4-FFF2-40B4-BE49-F238E27FC236}">
                    <a16:creationId xmlns:a16="http://schemas.microsoft.com/office/drawing/2014/main" id="{A6B9A7BE-560D-410D-933D-F74E923166B0}"/>
                  </a:ext>
                </a:extLst>
              </p:cNvPr>
              <p:cNvSpPr/>
              <p:nvPr/>
            </p:nvSpPr>
            <p:spPr>
              <a:xfrm>
                <a:off x="1028475" y="273418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9" name="사다리꼴 448">
              <a:extLst>
                <a:ext uri="{FF2B5EF4-FFF2-40B4-BE49-F238E27FC236}">
                  <a16:creationId xmlns:a16="http://schemas.microsoft.com/office/drawing/2014/main" id="{1692E981-CB4E-D2D0-66B1-75E44FD2D732}"/>
                </a:ext>
              </a:extLst>
            </p:cNvPr>
            <p:cNvSpPr/>
            <p:nvPr/>
          </p:nvSpPr>
          <p:spPr>
            <a:xfrm rot="5400000">
              <a:off x="727757" y="268495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52" name="사다리꼴 451">
            <a:extLst>
              <a:ext uri="{FF2B5EF4-FFF2-40B4-BE49-F238E27FC236}">
                <a16:creationId xmlns:a16="http://schemas.microsoft.com/office/drawing/2014/main" id="{D8B71239-1D5D-5AC7-F77B-367731F5CF54}"/>
              </a:ext>
            </a:extLst>
          </p:cNvPr>
          <p:cNvSpPr/>
          <p:nvPr/>
        </p:nvSpPr>
        <p:spPr>
          <a:xfrm rot="5400000">
            <a:off x="5120420" y="2269032"/>
            <a:ext cx="284257" cy="244430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+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42" name="그룹 541">
            <a:extLst>
              <a:ext uri="{FF2B5EF4-FFF2-40B4-BE49-F238E27FC236}">
                <a16:creationId xmlns:a16="http://schemas.microsoft.com/office/drawing/2014/main" id="{0B7F9863-0FE6-01CA-8650-D5AD6BA81AE9}"/>
              </a:ext>
            </a:extLst>
          </p:cNvPr>
          <p:cNvGrpSpPr/>
          <p:nvPr/>
        </p:nvGrpSpPr>
        <p:grpSpPr>
          <a:xfrm>
            <a:off x="8685781" y="1770590"/>
            <a:ext cx="3549973" cy="1217083"/>
            <a:chOff x="101277" y="1771080"/>
            <a:chExt cx="3549973" cy="1217083"/>
          </a:xfrm>
        </p:grpSpPr>
        <p:sp>
          <p:nvSpPr>
            <p:cNvPr id="543" name="사다리꼴 542">
              <a:extLst>
                <a:ext uri="{FF2B5EF4-FFF2-40B4-BE49-F238E27FC236}">
                  <a16:creationId xmlns:a16="http://schemas.microsoft.com/office/drawing/2014/main" id="{C5B56E8C-8607-BDEF-3FDE-1CD9A6477D76}"/>
                </a:ext>
              </a:extLst>
            </p:cNvPr>
            <p:cNvSpPr/>
            <p:nvPr/>
          </p:nvSpPr>
          <p:spPr>
            <a:xfrm rot="5400000">
              <a:off x="727756" y="1853107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44" name="그룹 543">
              <a:extLst>
                <a:ext uri="{FF2B5EF4-FFF2-40B4-BE49-F238E27FC236}">
                  <a16:creationId xmlns:a16="http://schemas.microsoft.com/office/drawing/2014/main" id="{FD1E4B65-E6E0-CBC1-8A63-E9DB56CE4E20}"/>
                </a:ext>
              </a:extLst>
            </p:cNvPr>
            <p:cNvGrpSpPr/>
            <p:nvPr/>
          </p:nvGrpSpPr>
          <p:grpSpPr>
            <a:xfrm>
              <a:off x="101277" y="1771080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0" name="직사각형 599">
                    <a:extLst>
                      <a:ext uri="{FF2B5EF4-FFF2-40B4-BE49-F238E27FC236}">
                        <a16:creationId xmlns:a16="http://schemas.microsoft.com/office/drawing/2014/main" id="{58B01D3A-80F9-EDEA-0489-346FF31FE14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1" name="직사각형 600">
                    <a:extLst>
                      <a:ext uri="{FF2B5EF4-FFF2-40B4-BE49-F238E27FC236}">
                        <a16:creationId xmlns:a16="http://schemas.microsoft.com/office/drawing/2014/main" id="{EDB2187D-E075-EC75-FBF0-756C44B06B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2" name="직사각형 601">
                    <a:extLst>
                      <a:ext uri="{FF2B5EF4-FFF2-40B4-BE49-F238E27FC236}">
                        <a16:creationId xmlns:a16="http://schemas.microsoft.com/office/drawing/2014/main" id="{0DCD597B-E206-8D8B-3C29-8ECD4DFF011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5" name="그룹 544">
              <a:extLst>
                <a:ext uri="{FF2B5EF4-FFF2-40B4-BE49-F238E27FC236}">
                  <a16:creationId xmlns:a16="http://schemas.microsoft.com/office/drawing/2014/main" id="{58C2F18C-32DE-71A3-F2B9-6FB0824AFCF2}"/>
                </a:ext>
              </a:extLst>
            </p:cNvPr>
            <p:cNvGrpSpPr/>
            <p:nvPr/>
          </p:nvGrpSpPr>
          <p:grpSpPr>
            <a:xfrm>
              <a:off x="577254" y="1892264"/>
              <a:ext cx="602940" cy="153317"/>
              <a:chOff x="577254" y="1892264"/>
              <a:chExt cx="602940" cy="153317"/>
            </a:xfrm>
          </p:grpSpPr>
          <p:sp>
            <p:nvSpPr>
              <p:cNvPr id="598" name="화살표: 오른쪽 597">
                <a:extLst>
                  <a:ext uri="{FF2B5EF4-FFF2-40B4-BE49-F238E27FC236}">
                    <a16:creationId xmlns:a16="http://schemas.microsoft.com/office/drawing/2014/main" id="{8FB25485-7270-865C-EB04-E6058460F4C4}"/>
                  </a:ext>
                </a:extLst>
              </p:cNvPr>
              <p:cNvSpPr/>
              <p:nvPr/>
            </p:nvSpPr>
            <p:spPr>
              <a:xfrm>
                <a:off x="577254" y="1892264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9" name="화살표: 오른쪽 598">
                <a:extLst>
                  <a:ext uri="{FF2B5EF4-FFF2-40B4-BE49-F238E27FC236}">
                    <a16:creationId xmlns:a16="http://schemas.microsoft.com/office/drawing/2014/main" id="{D9F8F41D-D937-36F1-1554-693E9A4C5432}"/>
                  </a:ext>
                </a:extLst>
              </p:cNvPr>
              <p:cNvSpPr/>
              <p:nvPr/>
            </p:nvSpPr>
            <p:spPr>
              <a:xfrm>
                <a:off x="1035495" y="1901347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46" name="그룹 545">
              <a:extLst>
                <a:ext uri="{FF2B5EF4-FFF2-40B4-BE49-F238E27FC236}">
                  <a16:creationId xmlns:a16="http://schemas.microsoft.com/office/drawing/2014/main" id="{55A9B447-022C-360E-C4F0-99CEA4162346}"/>
                </a:ext>
              </a:extLst>
            </p:cNvPr>
            <p:cNvGrpSpPr/>
            <p:nvPr/>
          </p:nvGrpSpPr>
          <p:grpSpPr>
            <a:xfrm>
              <a:off x="1221420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5" name="직사각형 594">
                    <a:extLst>
                      <a:ext uri="{FF2B5EF4-FFF2-40B4-BE49-F238E27FC236}">
                        <a16:creationId xmlns:a16="http://schemas.microsoft.com/office/drawing/2014/main" id="{897BC03B-7F4A-6BCA-3FC3-067D545840A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6" name="직사각형 595">
                    <a:extLst>
                      <a:ext uri="{FF2B5EF4-FFF2-40B4-BE49-F238E27FC236}">
                        <a16:creationId xmlns:a16="http://schemas.microsoft.com/office/drawing/2014/main" id="{FC4F4D2D-2BB0-C263-99A3-A0DC529C882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7" name="직사각형 596">
                    <a:extLst>
                      <a:ext uri="{FF2B5EF4-FFF2-40B4-BE49-F238E27FC236}">
                        <a16:creationId xmlns:a16="http://schemas.microsoft.com/office/drawing/2014/main" id="{A736CAA6-72EA-FF95-1214-102403CC0E8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7" name="그룹 546">
              <a:extLst>
                <a:ext uri="{FF2B5EF4-FFF2-40B4-BE49-F238E27FC236}">
                  <a16:creationId xmlns:a16="http://schemas.microsoft.com/office/drawing/2014/main" id="{16C7CC91-A0B2-32D4-2F75-D21A1111C768}"/>
                </a:ext>
              </a:extLst>
            </p:cNvPr>
            <p:cNvGrpSpPr/>
            <p:nvPr/>
          </p:nvGrpSpPr>
          <p:grpSpPr>
            <a:xfrm>
              <a:off x="2377346" y="1777801"/>
              <a:ext cx="431450" cy="1210362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2" name="직사각형 591">
                    <a:extLst>
                      <a:ext uri="{FF2B5EF4-FFF2-40B4-BE49-F238E27FC236}">
                        <a16:creationId xmlns:a16="http://schemas.microsoft.com/office/drawing/2014/main" id="{519C882D-C011-71C4-2256-054012B2770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3" name="직사각형 592">
                    <a:extLst>
                      <a:ext uri="{FF2B5EF4-FFF2-40B4-BE49-F238E27FC236}">
                        <a16:creationId xmlns:a16="http://schemas.microsoft.com/office/drawing/2014/main" id="{3B324F45-51B2-2197-61C9-A002B2FDA24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b="-163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94" name="직사각형 593">
                    <a:extLst>
                      <a:ext uri="{FF2B5EF4-FFF2-40B4-BE49-F238E27FC236}">
                        <a16:creationId xmlns:a16="http://schemas.microsoft.com/office/drawing/2014/main" id="{43C3D71A-433B-2432-C653-951FD8CC7B7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8" name="곱하기 기호 547">
              <a:extLst>
                <a:ext uri="{FF2B5EF4-FFF2-40B4-BE49-F238E27FC236}">
                  <a16:creationId xmlns:a16="http://schemas.microsoft.com/office/drawing/2014/main" id="{9954098D-DEB0-3127-9BCB-E3D05E39C393}"/>
                </a:ext>
              </a:extLst>
            </p:cNvPr>
            <p:cNvSpPr/>
            <p:nvPr/>
          </p:nvSpPr>
          <p:spPr>
            <a:xfrm>
              <a:off x="2885600" y="2345559"/>
              <a:ext cx="142592" cy="144079"/>
            </a:xfrm>
            <a:prstGeom prst="mathMultiply">
              <a:avLst/>
            </a:prstGeom>
            <a:solidFill>
              <a:srgbClr val="CC99FF"/>
            </a:solidFill>
            <a:ln>
              <a:solidFill>
                <a:srgbClr val="CC99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9" name="직사각형 548">
              <a:extLst>
                <a:ext uri="{FF2B5EF4-FFF2-40B4-BE49-F238E27FC236}">
                  <a16:creationId xmlns:a16="http://schemas.microsoft.com/office/drawing/2014/main" id="{054F0074-7784-9493-E70A-BDE7E4E44137}"/>
                </a:ext>
              </a:extLst>
            </p:cNvPr>
            <p:cNvSpPr/>
            <p:nvPr/>
          </p:nvSpPr>
          <p:spPr>
            <a:xfrm>
              <a:off x="3070347" y="2345910"/>
              <a:ext cx="151659" cy="155755"/>
            </a:xfrm>
            <a:prstGeom prst="rect">
              <a:avLst/>
            </a:prstGeom>
            <a:solidFill>
              <a:srgbClr val="CC99FF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550" name="직선 연결선 549">
              <a:extLst>
                <a:ext uri="{FF2B5EF4-FFF2-40B4-BE49-F238E27FC236}">
                  <a16:creationId xmlns:a16="http://schemas.microsoft.com/office/drawing/2014/main" id="{7B61714F-E85C-7ACD-E6FD-A519893DB57D}"/>
                </a:ext>
              </a:extLst>
            </p:cNvPr>
            <p:cNvCxnSpPr>
              <a:cxnSpLocks/>
            </p:cNvCxnSpPr>
            <p:nvPr/>
          </p:nvCxnSpPr>
          <p:spPr>
            <a:xfrm>
              <a:off x="3119334" y="2345911"/>
              <a:ext cx="0" cy="163156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직선 연결선 550">
              <a:extLst>
                <a:ext uri="{FF2B5EF4-FFF2-40B4-BE49-F238E27FC236}">
                  <a16:creationId xmlns:a16="http://schemas.microsoft.com/office/drawing/2014/main" id="{762E1E52-CAC6-1418-CD1C-7BFD1E152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8192" y="2450632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2" name="TextBox 551">
              <a:extLst>
                <a:ext uri="{FF2B5EF4-FFF2-40B4-BE49-F238E27FC236}">
                  <a16:creationId xmlns:a16="http://schemas.microsoft.com/office/drawing/2014/main" id="{D8ACD1A0-ED44-3A7F-FD80-6925DB187C2F}"/>
                </a:ext>
              </a:extLst>
            </p:cNvPr>
            <p:cNvSpPr txBox="1"/>
            <p:nvPr/>
          </p:nvSpPr>
          <p:spPr>
            <a:xfrm>
              <a:off x="2687853" y="2582217"/>
              <a:ext cx="96339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3x3</a:t>
              </a:r>
              <a:r>
                <a:rPr lang="ko-KR" altLang="en-US" sz="1000" dirty="0"/>
                <a:t> </a:t>
              </a:r>
              <a:r>
                <a:rPr lang="en-US" altLang="ko-KR" sz="1000" dirty="0"/>
                <a:t>MDS</a:t>
              </a:r>
              <a:r>
                <a:rPr lang="ko-KR" altLang="en-US" sz="1000" dirty="0"/>
                <a:t>행렬</a:t>
              </a:r>
              <a:endParaRPr lang="en-US" altLang="ko-KR" sz="1000" dirty="0"/>
            </a:p>
          </p:txBody>
        </p:sp>
        <p:cxnSp>
          <p:nvCxnSpPr>
            <p:cNvPr id="553" name="직선 연결선 552">
              <a:extLst>
                <a:ext uri="{FF2B5EF4-FFF2-40B4-BE49-F238E27FC236}">
                  <a16:creationId xmlns:a16="http://schemas.microsoft.com/office/drawing/2014/main" id="{9B0FBD64-CE62-4CFB-4B66-EB9383B0DF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7804" y="2405936"/>
              <a:ext cx="133746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4" name="그룹 553">
              <a:extLst>
                <a:ext uri="{FF2B5EF4-FFF2-40B4-BE49-F238E27FC236}">
                  <a16:creationId xmlns:a16="http://schemas.microsoft.com/office/drawing/2014/main" id="{8FD0BE71-64A3-239B-B869-390DF0254C20}"/>
                </a:ext>
              </a:extLst>
            </p:cNvPr>
            <p:cNvGrpSpPr/>
            <p:nvPr/>
          </p:nvGrpSpPr>
          <p:grpSpPr>
            <a:xfrm>
              <a:off x="576730" y="2308684"/>
              <a:ext cx="602940" cy="153317"/>
              <a:chOff x="576730" y="2312609"/>
              <a:chExt cx="602940" cy="153317"/>
            </a:xfrm>
          </p:grpSpPr>
          <p:sp>
            <p:nvSpPr>
              <p:cNvPr id="590" name="화살표: 오른쪽 589">
                <a:extLst>
                  <a:ext uri="{FF2B5EF4-FFF2-40B4-BE49-F238E27FC236}">
                    <a16:creationId xmlns:a16="http://schemas.microsoft.com/office/drawing/2014/main" id="{F22CE37D-D979-8EC7-4919-656535EE14BD}"/>
                  </a:ext>
                </a:extLst>
              </p:cNvPr>
              <p:cNvSpPr/>
              <p:nvPr/>
            </p:nvSpPr>
            <p:spPr>
              <a:xfrm>
                <a:off x="576730" y="2312609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1" name="화살표: 오른쪽 590">
                <a:extLst>
                  <a:ext uri="{FF2B5EF4-FFF2-40B4-BE49-F238E27FC236}">
                    <a16:creationId xmlns:a16="http://schemas.microsoft.com/office/drawing/2014/main" id="{81061AC7-2870-A34B-693B-F57C38D78982}"/>
                  </a:ext>
                </a:extLst>
              </p:cNvPr>
              <p:cNvSpPr/>
              <p:nvPr/>
            </p:nvSpPr>
            <p:spPr>
              <a:xfrm>
                <a:off x="1034971" y="2321692"/>
                <a:ext cx="144699" cy="144234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3658A11E-4C50-9728-744E-EC52C19EA2EF}"/>
                </a:ext>
              </a:extLst>
            </p:cNvPr>
            <p:cNvGrpSpPr/>
            <p:nvPr/>
          </p:nvGrpSpPr>
          <p:grpSpPr>
            <a:xfrm>
              <a:off x="570234" y="2665043"/>
              <a:ext cx="602940" cy="284257"/>
              <a:chOff x="570234" y="2665043"/>
              <a:chExt cx="602940" cy="284257"/>
            </a:xfrm>
          </p:grpSpPr>
          <p:grpSp>
            <p:nvGrpSpPr>
              <p:cNvPr id="576" name="그룹 575">
                <a:extLst>
                  <a:ext uri="{FF2B5EF4-FFF2-40B4-BE49-F238E27FC236}">
                    <a16:creationId xmlns:a16="http://schemas.microsoft.com/office/drawing/2014/main" id="{025126ED-D54D-EC3C-855B-E3BDED6ACF42}"/>
                  </a:ext>
                </a:extLst>
              </p:cNvPr>
              <p:cNvGrpSpPr/>
              <p:nvPr/>
            </p:nvGrpSpPr>
            <p:grpSpPr>
              <a:xfrm>
                <a:off x="570234" y="2725104"/>
                <a:ext cx="602940" cy="153317"/>
                <a:chOff x="570234" y="2725104"/>
                <a:chExt cx="602940" cy="153317"/>
              </a:xfrm>
            </p:grpSpPr>
            <p:sp>
              <p:nvSpPr>
                <p:cNvPr id="588" name="화살표: 오른쪽 587">
                  <a:extLst>
                    <a:ext uri="{FF2B5EF4-FFF2-40B4-BE49-F238E27FC236}">
                      <a16:creationId xmlns:a16="http://schemas.microsoft.com/office/drawing/2014/main" id="{FD768B96-9C2E-14E5-BFF5-A9A800CB320B}"/>
                    </a:ext>
                  </a:extLst>
                </p:cNvPr>
                <p:cNvSpPr/>
                <p:nvPr/>
              </p:nvSpPr>
              <p:spPr>
                <a:xfrm>
                  <a:off x="570234" y="2725104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9" name="화살표: 오른쪽 588">
                  <a:extLst>
                    <a:ext uri="{FF2B5EF4-FFF2-40B4-BE49-F238E27FC236}">
                      <a16:creationId xmlns:a16="http://schemas.microsoft.com/office/drawing/2014/main" id="{D48AA2A8-B634-B787-62D0-F352B8BF5898}"/>
                    </a:ext>
                  </a:extLst>
                </p:cNvPr>
                <p:cNvSpPr/>
                <p:nvPr/>
              </p:nvSpPr>
              <p:spPr>
                <a:xfrm>
                  <a:off x="1028475" y="2734187"/>
                  <a:ext cx="144699" cy="144234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578" name="사다리꼴 577">
                <a:extLst>
                  <a:ext uri="{FF2B5EF4-FFF2-40B4-BE49-F238E27FC236}">
                    <a16:creationId xmlns:a16="http://schemas.microsoft.com/office/drawing/2014/main" id="{C9C5D5CF-25C3-0EA3-107B-DA8893D7EAFC}"/>
                  </a:ext>
                </a:extLst>
              </p:cNvPr>
              <p:cNvSpPr/>
              <p:nvPr/>
            </p:nvSpPr>
            <p:spPr>
              <a:xfrm rot="5400000">
                <a:off x="727757" y="2684957"/>
                <a:ext cx="284257" cy="244430"/>
              </a:xfrm>
              <a:prstGeom prst="trapezoid">
                <a:avLst>
                  <a:gd name="adj" fmla="val 22033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+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56" name="사다리꼴 555">
              <a:extLst>
                <a:ext uri="{FF2B5EF4-FFF2-40B4-BE49-F238E27FC236}">
                  <a16:creationId xmlns:a16="http://schemas.microsoft.com/office/drawing/2014/main" id="{BED70FD6-E175-D686-FDEF-F36E44A8198D}"/>
                </a:ext>
              </a:extLst>
            </p:cNvPr>
            <p:cNvSpPr/>
            <p:nvPr/>
          </p:nvSpPr>
          <p:spPr>
            <a:xfrm rot="5400000">
              <a:off x="733880" y="2269032"/>
              <a:ext cx="284257" cy="244430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+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557" name="그룹 556">
              <a:extLst>
                <a:ext uri="{FF2B5EF4-FFF2-40B4-BE49-F238E27FC236}">
                  <a16:creationId xmlns:a16="http://schemas.microsoft.com/office/drawing/2014/main" id="{DBB6FA18-BBCC-716E-8E0F-9B413004A8C0}"/>
                </a:ext>
              </a:extLst>
            </p:cNvPr>
            <p:cNvGrpSpPr/>
            <p:nvPr/>
          </p:nvGrpSpPr>
          <p:grpSpPr>
            <a:xfrm>
              <a:off x="1700401" y="1842612"/>
              <a:ext cx="652839" cy="1121739"/>
              <a:chOff x="1700401" y="1842612"/>
              <a:chExt cx="652839" cy="1121739"/>
            </a:xfrm>
          </p:grpSpPr>
          <p:grpSp>
            <p:nvGrpSpPr>
              <p:cNvPr id="558" name="그룹 557">
                <a:extLst>
                  <a:ext uri="{FF2B5EF4-FFF2-40B4-BE49-F238E27FC236}">
                    <a16:creationId xmlns:a16="http://schemas.microsoft.com/office/drawing/2014/main" id="{98941448-BE9F-160F-108D-CF4FD354377D}"/>
                  </a:ext>
                </a:extLst>
              </p:cNvPr>
              <p:cNvGrpSpPr/>
              <p:nvPr/>
            </p:nvGrpSpPr>
            <p:grpSpPr>
              <a:xfrm>
                <a:off x="1709932" y="1842612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71" name="그룹 570">
                  <a:extLst>
                    <a:ext uri="{FF2B5EF4-FFF2-40B4-BE49-F238E27FC236}">
                      <a16:creationId xmlns:a16="http://schemas.microsoft.com/office/drawing/2014/main" id="{6B71EB73-51B5-4670-0DF2-CCCEE5ACACDE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74" name="직사각형 573">
                    <a:extLst>
                      <a:ext uri="{FF2B5EF4-FFF2-40B4-BE49-F238E27FC236}">
                        <a16:creationId xmlns:a16="http://schemas.microsoft.com/office/drawing/2014/main" id="{DF5FB31B-38A8-1F13-ED85-5468D276AC78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5" name="직사각형 574">
                    <a:extLst>
                      <a:ext uri="{FF2B5EF4-FFF2-40B4-BE49-F238E27FC236}">
                        <a16:creationId xmlns:a16="http://schemas.microsoft.com/office/drawing/2014/main" id="{DB62E380-2C3A-628C-66A5-E510048C217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72" name="화살표: 오른쪽 571">
                  <a:extLst>
                    <a:ext uri="{FF2B5EF4-FFF2-40B4-BE49-F238E27FC236}">
                      <a16:creationId xmlns:a16="http://schemas.microsoft.com/office/drawing/2014/main" id="{DB1241EE-0D1E-477C-0CB6-9C39DA497F0B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3" name="화살표: 오른쪽 572">
                  <a:extLst>
                    <a:ext uri="{FF2B5EF4-FFF2-40B4-BE49-F238E27FC236}">
                      <a16:creationId xmlns:a16="http://schemas.microsoft.com/office/drawing/2014/main" id="{8DF72873-B335-18F9-8797-DC6F496E422F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9" name="그룹 558">
                <a:extLst>
                  <a:ext uri="{FF2B5EF4-FFF2-40B4-BE49-F238E27FC236}">
                    <a16:creationId xmlns:a16="http://schemas.microsoft.com/office/drawing/2014/main" id="{9F62F646-F777-3B1F-B05B-57CDF1D96869}"/>
                  </a:ext>
                </a:extLst>
              </p:cNvPr>
              <p:cNvGrpSpPr/>
              <p:nvPr/>
            </p:nvGrpSpPr>
            <p:grpSpPr>
              <a:xfrm>
                <a:off x="1700401" y="2703780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6" name="그룹 565">
                  <a:extLst>
                    <a:ext uri="{FF2B5EF4-FFF2-40B4-BE49-F238E27FC236}">
                      <a16:creationId xmlns:a16="http://schemas.microsoft.com/office/drawing/2014/main" id="{7CF0BF0D-1418-334E-5DC1-3A63D42A8B07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9" name="직사각형 568">
                    <a:extLst>
                      <a:ext uri="{FF2B5EF4-FFF2-40B4-BE49-F238E27FC236}">
                        <a16:creationId xmlns:a16="http://schemas.microsoft.com/office/drawing/2014/main" id="{DD3E8317-C3B6-8F7F-7C81-7CA151AE8C84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직사각형 569">
                    <a:extLst>
                      <a:ext uri="{FF2B5EF4-FFF2-40B4-BE49-F238E27FC236}">
                        <a16:creationId xmlns:a16="http://schemas.microsoft.com/office/drawing/2014/main" id="{543AA0AC-5C7D-EB5B-52B3-BFF78F012694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7" name="화살표: 오른쪽 566">
                  <a:extLst>
                    <a:ext uri="{FF2B5EF4-FFF2-40B4-BE49-F238E27FC236}">
                      <a16:creationId xmlns:a16="http://schemas.microsoft.com/office/drawing/2014/main" id="{105C56A4-B194-2A90-B479-5B7A2474A4DC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8" name="화살표: 오른쪽 567">
                  <a:extLst>
                    <a:ext uri="{FF2B5EF4-FFF2-40B4-BE49-F238E27FC236}">
                      <a16:creationId xmlns:a16="http://schemas.microsoft.com/office/drawing/2014/main" id="{50C9215A-37FA-A321-3683-BAEBBDE23732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60" name="그룹 559">
                <a:extLst>
                  <a:ext uri="{FF2B5EF4-FFF2-40B4-BE49-F238E27FC236}">
                    <a16:creationId xmlns:a16="http://schemas.microsoft.com/office/drawing/2014/main" id="{2DD91ECD-2499-DF47-46A4-5564AEF82838}"/>
                  </a:ext>
                </a:extLst>
              </p:cNvPr>
              <p:cNvGrpSpPr/>
              <p:nvPr/>
            </p:nvGrpSpPr>
            <p:grpSpPr>
              <a:xfrm>
                <a:off x="1700401" y="2262744"/>
                <a:ext cx="643308" cy="260571"/>
                <a:chOff x="5574298" y="4874698"/>
                <a:chExt cx="1423396" cy="431074"/>
              </a:xfrm>
            </p:grpSpPr>
            <p:grpSp>
              <p:nvGrpSpPr>
                <p:cNvPr id="561" name="그룹 560">
                  <a:extLst>
                    <a:ext uri="{FF2B5EF4-FFF2-40B4-BE49-F238E27FC236}">
                      <a16:creationId xmlns:a16="http://schemas.microsoft.com/office/drawing/2014/main" id="{A3FEC117-3406-0B88-3268-920A37412481}"/>
                    </a:ext>
                  </a:extLst>
                </p:cNvPr>
                <p:cNvGrpSpPr/>
                <p:nvPr/>
              </p:nvGrpSpPr>
              <p:grpSpPr>
                <a:xfrm>
                  <a:off x="6076994" y="4874698"/>
                  <a:ext cx="418013" cy="431074"/>
                  <a:chOff x="5917473" y="4950823"/>
                  <a:chExt cx="418013" cy="431074"/>
                </a:xfrm>
              </p:grpSpPr>
              <p:sp>
                <p:nvSpPr>
                  <p:cNvPr id="564" name="직사각형 563">
                    <a:extLst>
                      <a:ext uri="{FF2B5EF4-FFF2-40B4-BE49-F238E27FC236}">
                        <a16:creationId xmlns:a16="http://schemas.microsoft.com/office/drawing/2014/main" id="{5D866364-9E0E-935F-7F3F-CBB79B5E97FF}"/>
                      </a:ext>
                    </a:extLst>
                  </p:cNvPr>
                  <p:cNvSpPr/>
                  <p:nvPr/>
                </p:nvSpPr>
                <p:spPr>
                  <a:xfrm>
                    <a:off x="5917473" y="4950823"/>
                    <a:ext cx="418013" cy="431074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5" name="직사각형 564">
                    <a:extLst>
                      <a:ext uri="{FF2B5EF4-FFF2-40B4-BE49-F238E27FC236}">
                        <a16:creationId xmlns:a16="http://schemas.microsoft.com/office/drawing/2014/main" id="{9036D619-786F-0F7A-2CFC-84BE5880F5C5}"/>
                      </a:ext>
                    </a:extLst>
                  </p:cNvPr>
                  <p:cNvSpPr/>
                  <p:nvPr/>
                </p:nvSpPr>
                <p:spPr>
                  <a:xfrm>
                    <a:off x="5982788" y="5011656"/>
                    <a:ext cx="295667" cy="307182"/>
                  </a:xfrm>
                  <a:prstGeom prst="rect">
                    <a:avLst/>
                  </a:prstGeom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solidFill>
                      <a:schemeClr val="accent6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dirty="0">
                        <a:solidFill>
                          <a:schemeClr val="tx1"/>
                        </a:solidFill>
                      </a:rPr>
                      <a:t>S</a:t>
                    </a:r>
                    <a:endParaRPr lang="ko-KR" alt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62" name="화살표: 오른쪽 561">
                  <a:extLst>
                    <a:ext uri="{FF2B5EF4-FFF2-40B4-BE49-F238E27FC236}">
                      <a16:creationId xmlns:a16="http://schemas.microsoft.com/office/drawing/2014/main" id="{7ED124B9-7385-1260-EC58-DB699D16F1D2}"/>
                    </a:ext>
                  </a:extLst>
                </p:cNvPr>
                <p:cNvSpPr/>
                <p:nvPr/>
              </p:nvSpPr>
              <p:spPr>
                <a:xfrm>
                  <a:off x="5574298" y="4934941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63" name="화살표: 오른쪽 562">
                  <a:extLst>
                    <a:ext uri="{FF2B5EF4-FFF2-40B4-BE49-F238E27FC236}">
                      <a16:creationId xmlns:a16="http://schemas.microsoft.com/office/drawing/2014/main" id="{61F89850-4B25-9C53-7506-A32AA8C1DD8B}"/>
                    </a:ext>
                  </a:extLst>
                </p:cNvPr>
                <p:cNvSpPr/>
                <p:nvPr/>
              </p:nvSpPr>
              <p:spPr>
                <a:xfrm>
                  <a:off x="6584463" y="4940357"/>
                  <a:ext cx="413231" cy="307182"/>
                </a:xfrm>
                <a:prstGeom prst="rightArrow">
                  <a:avLst/>
                </a:prstGeom>
                <a:solidFill>
                  <a:schemeClr val="tx2">
                    <a:lumMod val="75000"/>
                  </a:schemeClr>
                </a:solidFill>
                <a:ln>
                  <a:solidFill>
                    <a:schemeClr val="tx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cxnSp>
        <p:nvCxnSpPr>
          <p:cNvPr id="605" name="연결선: 꺾임 604">
            <a:extLst>
              <a:ext uri="{FF2B5EF4-FFF2-40B4-BE49-F238E27FC236}">
                <a16:creationId xmlns:a16="http://schemas.microsoft.com/office/drawing/2014/main" id="{D7343182-E542-D068-E53B-5CBE97B1B0BA}"/>
              </a:ext>
            </a:extLst>
          </p:cNvPr>
          <p:cNvCxnSpPr>
            <a:cxnSpLocks/>
            <a:stCxn id="501" idx="3"/>
            <a:endCxn id="606" idx="1"/>
          </p:cNvCxnSpPr>
          <p:nvPr/>
        </p:nvCxnSpPr>
        <p:spPr>
          <a:xfrm>
            <a:off x="5438551" y="4929785"/>
            <a:ext cx="1186084" cy="1085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6E96C69F-9BCB-8DE9-CB24-6BAAC7E9B51B}"/>
                  </a:ext>
                </a:extLst>
              </p:cNvPr>
              <p:cNvSpPr txBox="1"/>
              <p:nvPr/>
            </p:nvSpPr>
            <p:spPr>
              <a:xfrm>
                <a:off x="6624635" y="4761593"/>
                <a:ext cx="54331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06" name="TextBox 605">
                <a:extLst>
                  <a:ext uri="{FF2B5EF4-FFF2-40B4-BE49-F238E27FC236}">
                    <a16:creationId xmlns:a16="http://schemas.microsoft.com/office/drawing/2014/main" id="{6E96C69F-9BCB-8DE9-CB24-6BAAC7E9B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635" y="4761593"/>
                <a:ext cx="5433105" cy="338554"/>
              </a:xfrm>
              <a:prstGeom prst="rect">
                <a:avLst/>
              </a:prstGeom>
              <a:blipFill>
                <a:blip r:embed="rId29"/>
                <a:stretch>
                  <a:fillRect l="-673" t="-7143" r="-1908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1" name="그룹 610">
            <a:extLst>
              <a:ext uri="{FF2B5EF4-FFF2-40B4-BE49-F238E27FC236}">
                <a16:creationId xmlns:a16="http://schemas.microsoft.com/office/drawing/2014/main" id="{54FBF37B-E671-A255-5C6F-0A96E6562BC6}"/>
              </a:ext>
            </a:extLst>
          </p:cNvPr>
          <p:cNvGrpSpPr/>
          <p:nvPr/>
        </p:nvGrpSpPr>
        <p:grpSpPr>
          <a:xfrm>
            <a:off x="3126341" y="4736436"/>
            <a:ext cx="1171882" cy="1354120"/>
            <a:chOff x="4474024" y="4820619"/>
            <a:chExt cx="1171882" cy="1354120"/>
          </a:xfrm>
        </p:grpSpPr>
        <p:sp>
          <p:nvSpPr>
            <p:cNvPr id="612" name="사각형: 둥근 모서리 611">
              <a:extLst>
                <a:ext uri="{FF2B5EF4-FFF2-40B4-BE49-F238E27FC236}">
                  <a16:creationId xmlns:a16="http://schemas.microsoft.com/office/drawing/2014/main" id="{4A1BEC5F-75EE-25B5-AEDB-5A903C069177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613" name="그룹 612">
              <a:extLst>
                <a:ext uri="{FF2B5EF4-FFF2-40B4-BE49-F238E27FC236}">
                  <a16:creationId xmlns:a16="http://schemas.microsoft.com/office/drawing/2014/main" id="{28350D3D-8A39-371D-CAA6-FE32548674EC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618" name="화살표: 오른쪽 617">
                <a:extLst>
                  <a:ext uri="{FF2B5EF4-FFF2-40B4-BE49-F238E27FC236}">
                    <a16:creationId xmlns:a16="http://schemas.microsoft.com/office/drawing/2014/main" id="{E3BCA6F7-6728-1AA0-BC90-F3C507B2B681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9" name="화살표: 오른쪽 618">
                <a:extLst>
                  <a:ext uri="{FF2B5EF4-FFF2-40B4-BE49-F238E27FC236}">
                    <a16:creationId xmlns:a16="http://schemas.microsoft.com/office/drawing/2014/main" id="{90A90B82-13AC-AFB7-0130-7FE5637C8E65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0" name="화살표: 오른쪽 619">
                <a:extLst>
                  <a:ext uri="{FF2B5EF4-FFF2-40B4-BE49-F238E27FC236}">
                    <a16:creationId xmlns:a16="http://schemas.microsoft.com/office/drawing/2014/main" id="{1429ADA4-B7FE-E9F5-79CF-EF62E5807A03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614" name="그룹 613">
              <a:extLst>
                <a:ext uri="{FF2B5EF4-FFF2-40B4-BE49-F238E27FC236}">
                  <a16:creationId xmlns:a16="http://schemas.microsoft.com/office/drawing/2014/main" id="{52913240-36E5-BD7C-CA0E-D1F4A42AFFDA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615" name="화살표: 오른쪽 614">
                <a:extLst>
                  <a:ext uri="{FF2B5EF4-FFF2-40B4-BE49-F238E27FC236}">
                    <a16:creationId xmlns:a16="http://schemas.microsoft.com/office/drawing/2014/main" id="{7CA4A815-CCAA-7762-8F9F-151E3668B0FD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6" name="화살표: 오른쪽 615">
                <a:extLst>
                  <a:ext uri="{FF2B5EF4-FFF2-40B4-BE49-F238E27FC236}">
                    <a16:creationId xmlns:a16="http://schemas.microsoft.com/office/drawing/2014/main" id="{747BBDCA-E270-3062-40BA-D0E3A2402F38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7" name="화살표: 오른쪽 616">
                <a:extLst>
                  <a:ext uri="{FF2B5EF4-FFF2-40B4-BE49-F238E27FC236}">
                    <a16:creationId xmlns:a16="http://schemas.microsoft.com/office/drawing/2014/main" id="{12D45C41-39E4-CE50-F1FB-A9B55FF9E101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9621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1CF52-9A20-ACC7-F6AF-E83851768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4F1CC-993E-C50F-867E-39D672E6F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1 : Zero-Padding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CFC0AA-CA33-224B-665E-F2F392F5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24343F-3D09-4C58-847E-2A421449B88D}"/>
              </a:ext>
            </a:extLst>
          </p:cNvPr>
          <p:cNvSpPr txBox="1"/>
          <p:nvPr/>
        </p:nvSpPr>
        <p:spPr>
          <a:xfrm>
            <a:off x="1006789" y="1526656"/>
            <a:ext cx="105027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Zero-padding</a:t>
            </a:r>
          </a:p>
          <a:p>
            <a:endParaRPr lang="en-US" altLang="ko-KR" b="1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일반적으로 사용하는 방법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254-bit </a:t>
            </a:r>
            <a:r>
              <a:rPr lang="ko-KR" altLang="en-US" sz="1600" dirty="0"/>
              <a:t>결과값 상위에 </a:t>
            </a:r>
            <a:r>
              <a:rPr lang="en-US" altLang="ko-KR" sz="1600" dirty="0"/>
              <a:t>“00” 2-bit </a:t>
            </a:r>
            <a:r>
              <a:rPr lang="ko-KR" altLang="en-US" sz="1600" dirty="0"/>
              <a:t>값을 붙여 </a:t>
            </a:r>
            <a:r>
              <a:rPr lang="en-US" altLang="ko-KR" sz="1600" dirty="0"/>
              <a:t>256-bit</a:t>
            </a:r>
            <a:r>
              <a:rPr lang="ko-KR" altLang="en-US" sz="1600" dirty="0"/>
              <a:t>로 만듦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추가 연산 로직이 거의 없어서 구현이 매우 단순</a:t>
            </a:r>
            <a:r>
              <a:rPr lang="en-US" altLang="ko-KR" sz="1600" dirty="0"/>
              <a:t>, </a:t>
            </a:r>
            <a:r>
              <a:rPr lang="ko-KR" altLang="en-US" sz="1600" dirty="0"/>
              <a:t>하드웨어 오버헤드 최소화</a:t>
            </a:r>
            <a:r>
              <a:rPr lang="en-US" altLang="ko-KR" sz="1600" dirty="0"/>
              <a:t>(wiring</a:t>
            </a:r>
            <a:r>
              <a:rPr lang="ko-KR" altLang="en-US" sz="1600" dirty="0"/>
              <a:t>만</a:t>
            </a:r>
            <a:r>
              <a:rPr lang="en-US" altLang="ko-KR" sz="1600" dirty="0"/>
              <a:t>), </a:t>
            </a:r>
            <a:r>
              <a:rPr lang="ko-KR" altLang="en-US" sz="1600" dirty="0"/>
              <a:t>보안 강도 유지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실제 정보량은 </a:t>
            </a:r>
            <a:r>
              <a:rPr lang="en-US" altLang="ko-KR" sz="1600" dirty="0"/>
              <a:t>254-bit</a:t>
            </a:r>
            <a:r>
              <a:rPr lang="ko-KR" altLang="en-US" sz="1600" dirty="0"/>
              <a:t>이나 </a:t>
            </a:r>
            <a:r>
              <a:rPr lang="en-US" altLang="ko-KR" sz="1600" dirty="0"/>
              <a:t>256-bit </a:t>
            </a:r>
            <a:r>
              <a:rPr lang="ko-KR" altLang="en-US" sz="1600" dirty="0"/>
              <a:t>공간 점유</a:t>
            </a:r>
            <a:r>
              <a:rPr lang="en-US" altLang="ko-KR" sz="1600" dirty="0"/>
              <a:t>(0.8&amp; </a:t>
            </a:r>
            <a:r>
              <a:rPr lang="ko-KR" altLang="en-US" sz="1600" dirty="0"/>
              <a:t>데이터 낭비</a:t>
            </a:r>
            <a:r>
              <a:rPr lang="en-US" altLang="ko-KR" sz="1600" dirty="0"/>
              <a:t>), </a:t>
            </a:r>
            <a:r>
              <a:rPr lang="ko-KR" altLang="en-US" sz="1600" dirty="0"/>
              <a:t>특정 암호학적 프로토콜에서 비정상 데이터로 간주될 위험 존재</a:t>
            </a:r>
            <a:endParaRPr lang="en-US" altLang="ko-KR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DE9E3-7F62-39C6-1FB7-800FC7BD4D58}"/>
              </a:ext>
            </a:extLst>
          </p:cNvPr>
          <p:cNvSpPr txBox="1"/>
          <p:nvPr/>
        </p:nvSpPr>
        <p:spPr>
          <a:xfrm>
            <a:off x="1690621" y="5842433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Poseidon-128(BN254 </a:t>
            </a:r>
            <a:r>
              <a:rPr lang="ko-KR" altLang="en-US" sz="1200" dirty="0"/>
              <a:t>사용</a:t>
            </a:r>
            <a:r>
              <a:rPr lang="en-US" altLang="ko-KR" sz="1200" dirty="0"/>
              <a:t>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D8B53AF-FF08-8E37-2180-558389D5477C}"/>
              </a:ext>
            </a:extLst>
          </p:cNvPr>
          <p:cNvGrpSpPr/>
          <p:nvPr/>
        </p:nvGrpSpPr>
        <p:grpSpPr>
          <a:xfrm>
            <a:off x="396370" y="4236179"/>
            <a:ext cx="2375725" cy="1354121"/>
            <a:chOff x="170552" y="2895376"/>
            <a:chExt cx="2375725" cy="1354121"/>
          </a:xfrm>
        </p:grpSpPr>
        <p:sp>
          <p:nvSpPr>
            <p:cNvPr id="7" name="왼쪽 중괄호 6">
              <a:extLst>
                <a:ext uri="{FF2B5EF4-FFF2-40B4-BE49-F238E27FC236}">
                  <a16:creationId xmlns:a16="http://schemas.microsoft.com/office/drawing/2014/main" id="{B4A1E4D6-4D7B-60EA-12D1-F8A48AB2F7DE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9B2F9C-4B04-D46F-D795-155D7E842E30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9" name="왼쪽 중괄호 8">
              <a:extLst>
                <a:ext uri="{FF2B5EF4-FFF2-40B4-BE49-F238E27FC236}">
                  <a16:creationId xmlns:a16="http://schemas.microsoft.com/office/drawing/2014/main" id="{27C2D1B0-269B-2D08-1EA2-5BDB00AD66B2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5F33DF-F423-041F-2A91-9CFD905FC847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D57FE0B-FC0D-9A60-C239-5EAB387512AA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직사각형 11">
                    <a:extLst>
                      <a:ext uri="{FF2B5EF4-FFF2-40B4-BE49-F238E27FC236}">
                        <a16:creationId xmlns:a16="http://schemas.microsoft.com/office/drawing/2014/main" id="{5876CEB3-BCF5-3A81-23BC-FFBFC2F06AAF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46BEC4A6-74E0-78A5-CCF3-31A6AF20D6C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D9B89BE5-B30A-BC76-6176-5C43EC17C1AB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43A8E851-0858-B866-9BC8-B1E738B08446}"/>
              </a:ext>
            </a:extLst>
          </p:cNvPr>
          <p:cNvGrpSpPr/>
          <p:nvPr/>
        </p:nvGrpSpPr>
        <p:grpSpPr>
          <a:xfrm>
            <a:off x="4042897" y="4236179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7485C556-EB84-D676-2D3D-825604AB4C4E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79371851-8BEB-4B67-7BF5-CABF15A58CAE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CF92C6F5-35DA-AC30-43DA-8B8AD1ACB02D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AFDE2976-6298-3E31-C9BD-1101DCF11CC6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 flipV="1">
            <a:off x="5134275" y="4223600"/>
            <a:ext cx="679739" cy="22274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86B4B3-78AE-0D7C-1946-931D8114A8C7}"/>
                  </a:ext>
                </a:extLst>
              </p:cNvPr>
              <p:cNvSpPr txBox="1"/>
              <p:nvPr/>
            </p:nvSpPr>
            <p:spPr>
              <a:xfrm>
                <a:off x="5814014" y="4054323"/>
                <a:ext cx="543310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286B4B3-78AE-0D7C-1946-931D8114A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014" y="4054323"/>
                <a:ext cx="5433105" cy="338554"/>
              </a:xfrm>
              <a:prstGeom prst="rect">
                <a:avLst/>
              </a:prstGeom>
              <a:blipFill>
                <a:blip r:embed="rId10"/>
                <a:stretch>
                  <a:fillRect l="-673" t="-7143" r="-1908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A63953-0A28-F25E-365F-6B0FF1F899FA}"/>
                  </a:ext>
                </a:extLst>
              </p:cNvPr>
              <p:cNvSpPr txBox="1"/>
              <p:nvPr/>
            </p:nvSpPr>
            <p:spPr>
              <a:xfrm>
                <a:off x="6660284" y="5026767"/>
                <a:ext cx="37405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Output: 00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9A63953-0A28-F25E-365F-6B0FF1F899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84" y="5026767"/>
                <a:ext cx="3740564" cy="338554"/>
              </a:xfrm>
              <a:prstGeom prst="rect">
                <a:avLst/>
              </a:prstGeom>
              <a:blipFill>
                <a:blip r:embed="rId11"/>
                <a:stretch>
                  <a:fillRect l="-979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C745B1B6-734B-40E9-5AD9-FBA6BF0E1402}"/>
              </a:ext>
            </a:extLst>
          </p:cNvPr>
          <p:cNvCxnSpPr>
            <a:cxnSpLocks/>
            <a:stCxn id="27" idx="2"/>
            <a:endCxn id="35" idx="0"/>
          </p:cNvCxnSpPr>
          <p:nvPr/>
        </p:nvCxnSpPr>
        <p:spPr>
          <a:xfrm rot="5400000">
            <a:off x="8213622" y="4709822"/>
            <a:ext cx="633890" cy="1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슬라이드 번호 개체 틀 3">
            <a:extLst>
              <a:ext uri="{FF2B5EF4-FFF2-40B4-BE49-F238E27FC236}">
                <a16:creationId xmlns:a16="http://schemas.microsoft.com/office/drawing/2014/main" id="{509C649E-A0AE-2395-6B42-9FEA2448690D}"/>
              </a:ext>
            </a:extLst>
          </p:cNvPr>
          <p:cNvSpPr txBox="1">
            <a:spLocks/>
          </p:cNvSpPr>
          <p:nvPr/>
        </p:nvSpPr>
        <p:spPr>
          <a:xfrm>
            <a:off x="9415071" y="71595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736E57-F90E-408A-B1D8-FC5493EAAE1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8F3409-396A-9956-3C3B-DEDD3F78E891}"/>
              </a:ext>
            </a:extLst>
          </p:cNvPr>
          <p:cNvSpPr txBox="1"/>
          <p:nvPr/>
        </p:nvSpPr>
        <p:spPr>
          <a:xfrm>
            <a:off x="8530566" y="4562154"/>
            <a:ext cx="1168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+ 00 (2-bit)</a:t>
            </a: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74CA0E6-41DC-5BD3-3945-E6642DFB4703}"/>
              </a:ext>
            </a:extLst>
          </p:cNvPr>
          <p:cNvGrpSpPr/>
          <p:nvPr/>
        </p:nvGrpSpPr>
        <p:grpSpPr>
          <a:xfrm>
            <a:off x="2825675" y="4257527"/>
            <a:ext cx="1171882" cy="1354120"/>
            <a:chOff x="4474024" y="4820619"/>
            <a:chExt cx="1171882" cy="1354120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B832922F-52F4-9F8C-0C2D-2B14995F408D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A85029AB-41F0-FCDA-2369-079D1D11CDED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51" name="화살표: 오른쪽 50">
                <a:extLst>
                  <a:ext uri="{FF2B5EF4-FFF2-40B4-BE49-F238E27FC236}">
                    <a16:creationId xmlns:a16="http://schemas.microsoft.com/office/drawing/2014/main" id="{642EE378-76F0-F9A8-C0E5-0384216C59F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화살표: 오른쪽 51">
                <a:extLst>
                  <a:ext uri="{FF2B5EF4-FFF2-40B4-BE49-F238E27FC236}">
                    <a16:creationId xmlns:a16="http://schemas.microsoft.com/office/drawing/2014/main" id="{2BBE979A-3B78-ED57-05DA-021F816E8694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화살표: 오른쪽 52">
                <a:extLst>
                  <a:ext uri="{FF2B5EF4-FFF2-40B4-BE49-F238E27FC236}">
                    <a16:creationId xmlns:a16="http://schemas.microsoft.com/office/drawing/2014/main" id="{71C35706-D46A-1001-CB37-7C351E7D154C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56E5289D-BB7A-9BA1-3B6A-B2BBAFFDDB45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48" name="화살표: 오른쪽 47">
                <a:extLst>
                  <a:ext uri="{FF2B5EF4-FFF2-40B4-BE49-F238E27FC236}">
                    <a16:creationId xmlns:a16="http://schemas.microsoft.com/office/drawing/2014/main" id="{52ADF254-0307-6DE0-2B7B-BA17D3B2C957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화살표: 오른쪽 48">
                <a:extLst>
                  <a:ext uri="{FF2B5EF4-FFF2-40B4-BE49-F238E27FC236}">
                    <a16:creationId xmlns:a16="http://schemas.microsoft.com/office/drawing/2014/main" id="{EEAA4469-2B76-25A2-9954-DC7955D6420B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화살표: 오른쪽 49">
                <a:extLst>
                  <a:ext uri="{FF2B5EF4-FFF2-40B4-BE49-F238E27FC236}">
                    <a16:creationId xmlns:a16="http://schemas.microsoft.com/office/drawing/2014/main" id="{163E2365-7FC5-88C1-7F30-5583527A8014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0268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C5E6-22BF-BD72-A1D9-A9BE1862D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32935C-E025-106A-8A79-3A83656F9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600" dirty="0"/>
              <a:t>Method 2-1 : Squeezing-based Bit-Slice &amp; </a:t>
            </a:r>
            <a:r>
              <a:rPr lang="en-US" altLang="ko-KR" sz="3600" dirty="0" err="1"/>
              <a:t>Concat</a:t>
            </a:r>
            <a:endParaRPr lang="ko-KR" altLang="en-US" sz="3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32BC0-F81B-000A-938E-C6F46A697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724DDF-0DEF-9B39-756D-82FD3AA968A8}"/>
                  </a:ext>
                </a:extLst>
              </p:cNvPr>
              <p:cNvSpPr txBox="1"/>
              <p:nvPr/>
            </p:nvSpPr>
            <p:spPr>
              <a:xfrm>
                <a:off x="545480" y="983677"/>
                <a:ext cx="11410217" cy="20928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Squeezing-based Bit-Slice &amp; </a:t>
                </a:r>
                <a:r>
                  <a:rPr lang="en-US" altLang="ko-KR" b="1" dirty="0" err="1"/>
                  <a:t>Concat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출력 비트가 부족할 경우 </a:t>
                </a:r>
                <a:r>
                  <a:rPr lang="en-US" altLang="ko-KR" sz="1600" dirty="0"/>
                  <a:t>sponge</a:t>
                </a:r>
                <a:r>
                  <a:rPr lang="ko-KR" altLang="en-US" sz="1600" dirty="0"/>
                  <a:t> 구조를 </a:t>
                </a:r>
                <a:r>
                  <a:rPr lang="ko-KR" altLang="en-US" sz="1600" dirty="0" err="1"/>
                  <a:t>재구동하여</a:t>
                </a:r>
                <a:r>
                  <a:rPr lang="ko-KR" altLang="en-US" sz="1600" dirty="0"/>
                  <a:t> 추가 비트를 확보하는 방법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Poseidon</a:t>
                </a:r>
                <a:r>
                  <a:rPr lang="ko-KR" altLang="en-US" sz="1600" dirty="0"/>
                  <a:t>의 </a:t>
                </a:r>
                <a:r>
                  <a:rPr lang="en-US" altLang="ko-KR" sz="1600" dirty="0"/>
                  <a:t>Sponge </a:t>
                </a:r>
                <a:r>
                  <a:rPr lang="ko-KR" altLang="en-US" sz="1600" dirty="0"/>
                  <a:t>구조에서 한 번 더 순열을 돌려 부족한 비트 추출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추출 비트 수 조절 </a:t>
                </a:r>
                <a:r>
                  <a:rPr lang="en-US" altLang="ko-KR" sz="1600" dirty="0"/>
                  <a:t>O)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첫번째 결과값의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sz="1600" b="1" dirty="0"/>
                  <a:t> ~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2</a:t>
                </a:r>
                <a:r>
                  <a:rPr lang="ko-KR" altLang="en-US" sz="1600" dirty="0"/>
                  <a:t>번째 결과값의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1600" dirty="0"/>
                  <a:t> ~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 err="1"/>
                  <a:t>concat</a:t>
                </a:r>
                <a:r>
                  <a:rPr lang="ko-KR" altLang="en-US" sz="1600" dirty="0"/>
                  <a:t>하여 </a:t>
                </a:r>
                <a:r>
                  <a:rPr lang="en-US" altLang="ko-KR" sz="1600" dirty="0"/>
                  <a:t>256-bit output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단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장점 </a:t>
                </a:r>
                <a:r>
                  <a:rPr lang="en-US" altLang="ko-KR" sz="1600" dirty="0"/>
                  <a:t>: </a:t>
                </a:r>
                <a:r>
                  <a:rPr lang="ko-KR" altLang="en-US" sz="1600" dirty="0"/>
                  <a:t>알고리즘의 무결성 유지하면서 </a:t>
                </a:r>
                <a:r>
                  <a:rPr lang="en-US" altLang="ko-KR" sz="1600" dirty="0"/>
                  <a:t>256-bit </a:t>
                </a:r>
                <a:r>
                  <a:rPr lang="ko-KR" altLang="en-US" sz="1600" dirty="0"/>
                  <a:t>해시 가능</a:t>
                </a:r>
                <a:r>
                  <a:rPr lang="en-US" altLang="ko-KR" sz="1600" dirty="0"/>
                  <a:t>, Poseidon </a:t>
                </a:r>
                <a:r>
                  <a:rPr lang="ko-KR" altLang="en-US" sz="1600" dirty="0" err="1"/>
                  <a:t>아키텍쳐</a:t>
                </a:r>
                <a:r>
                  <a:rPr lang="ko-KR" altLang="en-US" sz="1600" dirty="0"/>
                  <a:t> 변경 없이 제어 로직만 수정하여 구현 가능</a:t>
                </a:r>
                <a:endParaRPr lang="en-US" altLang="ko-KR" sz="1600" dirty="0"/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단점 </a:t>
                </a:r>
                <a:r>
                  <a:rPr lang="en-US" altLang="ko-KR" sz="1600" dirty="0"/>
                  <a:t>: Latency 2</a:t>
                </a:r>
                <a:r>
                  <a:rPr lang="ko-KR" altLang="en-US" sz="1600" dirty="0"/>
                  <a:t>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 </a:t>
                </a:r>
                <a:r>
                  <a:rPr lang="ko-KR" altLang="en-US" sz="1600" dirty="0"/>
                  <a:t>저장을 위한 추가 레지스터 필요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D724DDF-0DEF-9B39-756D-82FD3AA96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480" y="983677"/>
                <a:ext cx="11410217" cy="2092881"/>
              </a:xfrm>
              <a:prstGeom prst="rect">
                <a:avLst/>
              </a:prstGeom>
              <a:blipFill>
                <a:blip r:embed="rId3"/>
                <a:stretch>
                  <a:fillRect l="-427" t="-1453" r="-908" b="-26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48980AA-CC0A-6548-3B7F-5480F052BC32}"/>
              </a:ext>
            </a:extLst>
          </p:cNvPr>
          <p:cNvSpPr txBox="1"/>
          <p:nvPr/>
        </p:nvSpPr>
        <p:spPr>
          <a:xfrm>
            <a:off x="4556887" y="6288359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예시</a:t>
            </a:r>
            <a:endParaRPr lang="en-US" altLang="ko-KR" sz="1200" dirty="0"/>
          </a:p>
        </p:txBody>
      </p: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6311222D-248F-E8C2-7CEE-D82AD25AA9A9}"/>
              </a:ext>
            </a:extLst>
          </p:cNvPr>
          <p:cNvGrpSpPr/>
          <p:nvPr/>
        </p:nvGrpSpPr>
        <p:grpSpPr>
          <a:xfrm>
            <a:off x="2058373" y="4817145"/>
            <a:ext cx="7256167" cy="1357595"/>
            <a:chOff x="2058373" y="4817145"/>
            <a:chExt cx="7256167" cy="135759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AA77B0A-AA34-B998-CB6C-8174F3442B56}"/>
                </a:ext>
              </a:extLst>
            </p:cNvPr>
            <p:cNvGrpSpPr/>
            <p:nvPr/>
          </p:nvGrpSpPr>
          <p:grpSpPr>
            <a:xfrm>
              <a:off x="2058373" y="4820619"/>
              <a:ext cx="2375725" cy="1354121"/>
              <a:chOff x="170552" y="2895376"/>
              <a:chExt cx="2375725" cy="1354121"/>
            </a:xfrm>
          </p:grpSpPr>
          <p:sp>
            <p:nvSpPr>
              <p:cNvPr id="19" name="왼쪽 중괄호 18">
                <a:extLst>
                  <a:ext uri="{FF2B5EF4-FFF2-40B4-BE49-F238E27FC236}">
                    <a16:creationId xmlns:a16="http://schemas.microsoft.com/office/drawing/2014/main" id="{1B75A773-4764-311D-B526-43BE2494F05F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7F30C5B-0720-A84C-4CFA-BF8DC303B2F1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21" name="왼쪽 중괄호 20">
                <a:extLst>
                  <a:ext uri="{FF2B5EF4-FFF2-40B4-BE49-F238E27FC236}">
                    <a16:creationId xmlns:a16="http://schemas.microsoft.com/office/drawing/2014/main" id="{ADFCEB51-4F67-25A6-8722-04F5154DC698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1AD3BB-D10E-5379-C51E-44C5978729F7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B64883EE-D21C-96DC-3378-61FF157F1C6E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84C6AFB5-965B-C44B-51E2-8F85F3771E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직사각형 24">
                      <a:extLst>
                        <a:ext uri="{FF2B5EF4-FFF2-40B4-BE49-F238E27FC236}">
                          <a16:creationId xmlns:a16="http://schemas.microsoft.com/office/drawing/2014/main" id="{132D8AE4-78DF-D3E4-686E-B01582596F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직사각형 25">
                      <a:extLst>
                        <a:ext uri="{FF2B5EF4-FFF2-40B4-BE49-F238E27FC236}">
                          <a16:creationId xmlns:a16="http://schemas.microsoft.com/office/drawing/2014/main" id="{74FC7525-73E2-6C8A-AF83-4B842F0E60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A1F0B20-AAD5-8905-49BB-D43F9742D119}"/>
                </a:ext>
              </a:extLst>
            </p:cNvPr>
            <p:cNvGrpSpPr/>
            <p:nvPr/>
          </p:nvGrpSpPr>
          <p:grpSpPr>
            <a:xfrm>
              <a:off x="5704900" y="4820619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3F75EE8A-5AF9-4F8F-41AE-328A7BF1F6B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직사각형 14">
                    <a:extLst>
                      <a:ext uri="{FF2B5EF4-FFF2-40B4-BE49-F238E27FC236}">
                        <a16:creationId xmlns:a16="http://schemas.microsoft.com/office/drawing/2014/main" id="{3559FD74-C1DD-99CB-5823-445A7E946A00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직사각형 15">
                    <a:extLst>
                      <a:ext uri="{FF2B5EF4-FFF2-40B4-BE49-F238E27FC236}">
                        <a16:creationId xmlns:a16="http://schemas.microsoft.com/office/drawing/2014/main" id="{03C5F7BF-5404-A563-B676-CD54F14A556D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86E45051-7C60-3A17-F88A-4FF44828D03E}"/>
                </a:ext>
              </a:extLst>
            </p:cNvPr>
            <p:cNvSpPr/>
            <p:nvPr/>
          </p:nvSpPr>
          <p:spPr>
            <a:xfrm>
              <a:off x="7410087" y="4817145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F00B2A1-75B0-B3EF-87F9-67B17AA4A1FD}"/>
                </a:ext>
              </a:extLst>
            </p:cNvPr>
            <p:cNvGrpSpPr/>
            <p:nvPr/>
          </p:nvGrpSpPr>
          <p:grpSpPr>
            <a:xfrm>
              <a:off x="8215026" y="4817145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직사각형 31">
                    <a:extLst>
                      <a:ext uri="{FF2B5EF4-FFF2-40B4-BE49-F238E27FC236}">
                        <a16:creationId xmlns:a16="http://schemas.microsoft.com/office/drawing/2014/main" id="{D9A38BCF-63BD-3CA3-9E4E-0206FC481EB3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직사각형 32">
                    <a:extLst>
                      <a:ext uri="{FF2B5EF4-FFF2-40B4-BE49-F238E27FC236}">
                        <a16:creationId xmlns:a16="http://schemas.microsoft.com/office/drawing/2014/main" id="{7E09E31C-4850-5DE2-1BD2-18AF7CE82E9A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직사각형 33">
                    <a:extLst>
                      <a:ext uri="{FF2B5EF4-FFF2-40B4-BE49-F238E27FC236}">
                        <a16:creationId xmlns:a16="http://schemas.microsoft.com/office/drawing/2014/main" id="{4E6F23B0-84E4-A910-81EE-C18E02339359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E0D6D460-2D64-823A-F599-7F2AC86708E5}"/>
                </a:ext>
              </a:extLst>
            </p:cNvPr>
            <p:cNvGrpSpPr/>
            <p:nvPr/>
          </p:nvGrpSpPr>
          <p:grpSpPr>
            <a:xfrm>
              <a:off x="4474024" y="4820619"/>
              <a:ext cx="1171882" cy="1354120"/>
              <a:chOff x="4474024" y="4820619"/>
              <a:chExt cx="1171882" cy="135412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A59181EF-31DD-9F10-E76D-AF8F4E4E2D96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9" name="그룹 38">
                <a:extLst>
                  <a:ext uri="{FF2B5EF4-FFF2-40B4-BE49-F238E27FC236}">
                    <a16:creationId xmlns:a16="http://schemas.microsoft.com/office/drawing/2014/main" id="{E2DEFE05-D4DD-10D3-E45E-95EE5F1C4557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17" name="화살표: 오른쪽 16">
                  <a:extLst>
                    <a:ext uri="{FF2B5EF4-FFF2-40B4-BE49-F238E27FC236}">
                      <a16:creationId xmlns:a16="http://schemas.microsoft.com/office/drawing/2014/main" id="{449B81A0-F31D-EB89-FFE7-C1E54A2CA29A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화살표: 오른쪽 17">
                  <a:extLst>
                    <a:ext uri="{FF2B5EF4-FFF2-40B4-BE49-F238E27FC236}">
                      <a16:creationId xmlns:a16="http://schemas.microsoft.com/office/drawing/2014/main" id="{9F18AFAA-3A82-8668-9383-1E2CB1FF7B9C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8" name="화살표: 오른쪽 37">
                  <a:extLst>
                    <a:ext uri="{FF2B5EF4-FFF2-40B4-BE49-F238E27FC236}">
                      <a16:creationId xmlns:a16="http://schemas.microsoft.com/office/drawing/2014/main" id="{0870FC45-1CCD-7417-706C-A46CE6A6B203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435A0AFC-4850-9253-B09C-061679118E07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41" name="화살표: 오른쪽 40">
                  <a:extLst>
                    <a:ext uri="{FF2B5EF4-FFF2-40B4-BE49-F238E27FC236}">
                      <a16:creationId xmlns:a16="http://schemas.microsoft.com/office/drawing/2014/main" id="{765169EA-1A6B-F2F6-1A19-BEC0DEAB0BF8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화살표: 오른쪽 41">
                  <a:extLst>
                    <a:ext uri="{FF2B5EF4-FFF2-40B4-BE49-F238E27FC236}">
                      <a16:creationId xmlns:a16="http://schemas.microsoft.com/office/drawing/2014/main" id="{AD56D5BB-F558-3807-E815-035C2E6C881D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" name="화살표: 오른쪽 42">
                  <a:extLst>
                    <a:ext uri="{FF2B5EF4-FFF2-40B4-BE49-F238E27FC236}">
                      <a16:creationId xmlns:a16="http://schemas.microsoft.com/office/drawing/2014/main" id="{37DB49FB-BB6D-9233-4264-8B3C98E357AC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3E9F6235-E980-220C-E6FF-A4FC7EB97284}"/>
                </a:ext>
              </a:extLst>
            </p:cNvPr>
            <p:cNvGrpSpPr/>
            <p:nvPr/>
          </p:nvGrpSpPr>
          <p:grpSpPr>
            <a:xfrm>
              <a:off x="6963224" y="4917300"/>
              <a:ext cx="382218" cy="1120218"/>
              <a:chOff x="2844153" y="3567767"/>
              <a:chExt cx="382218" cy="1120218"/>
            </a:xfrm>
          </p:grpSpPr>
          <p:sp>
            <p:nvSpPr>
              <p:cNvPr id="45" name="화살표: 오른쪽 44">
                <a:extLst>
                  <a:ext uri="{FF2B5EF4-FFF2-40B4-BE49-F238E27FC236}">
                    <a16:creationId xmlns:a16="http://schemas.microsoft.com/office/drawing/2014/main" id="{9B89F706-8964-504A-2E5D-C20A3EFC08B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화살표: 오른쪽 45">
                <a:extLst>
                  <a:ext uri="{FF2B5EF4-FFF2-40B4-BE49-F238E27FC236}">
                    <a16:creationId xmlns:a16="http://schemas.microsoft.com/office/drawing/2014/main" id="{55FC0AFA-2C99-77F7-9A1B-AF42AC93E264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화살표: 오른쪽 46">
                <a:extLst>
                  <a:ext uri="{FF2B5EF4-FFF2-40B4-BE49-F238E27FC236}">
                    <a16:creationId xmlns:a16="http://schemas.microsoft.com/office/drawing/2014/main" id="{9A318EE8-1C67-CB11-287B-083210402AC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51552769-BA18-F18F-AB0E-7D4B5D4F2CD3}"/>
                </a:ext>
              </a:extLst>
            </p:cNvPr>
            <p:cNvGrpSpPr/>
            <p:nvPr/>
          </p:nvGrpSpPr>
          <p:grpSpPr>
            <a:xfrm>
              <a:off x="7752888" y="4918558"/>
              <a:ext cx="382218" cy="1120218"/>
              <a:chOff x="2844153" y="3567767"/>
              <a:chExt cx="382218" cy="1120218"/>
            </a:xfrm>
          </p:grpSpPr>
          <p:sp>
            <p:nvSpPr>
              <p:cNvPr id="49" name="화살표: 오른쪽 48">
                <a:extLst>
                  <a:ext uri="{FF2B5EF4-FFF2-40B4-BE49-F238E27FC236}">
                    <a16:creationId xmlns:a16="http://schemas.microsoft.com/office/drawing/2014/main" id="{43428E26-74E2-65C5-18C1-8687C548B8FD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화살표: 오른쪽 49">
                <a:extLst>
                  <a:ext uri="{FF2B5EF4-FFF2-40B4-BE49-F238E27FC236}">
                    <a16:creationId xmlns:a16="http://schemas.microsoft.com/office/drawing/2014/main" id="{2607AC04-461E-B7B0-3E17-90423CDE60FA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화살표: 오른쪽 50">
                <a:extLst>
                  <a:ext uri="{FF2B5EF4-FFF2-40B4-BE49-F238E27FC236}">
                    <a16:creationId xmlns:a16="http://schemas.microsoft.com/office/drawing/2014/main" id="{9F40D869-1AC6-A4FF-A082-3829B0DE01F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0E9BABC7-7998-AB07-D974-44D7D429629D}"/>
              </a:ext>
            </a:extLst>
          </p:cNvPr>
          <p:cNvCxnSpPr>
            <a:cxnSpLocks/>
            <a:stCxn id="32" idx="0"/>
            <a:endCxn id="64" idx="2"/>
          </p:cNvCxnSpPr>
          <p:nvPr/>
        </p:nvCxnSpPr>
        <p:spPr>
          <a:xfrm rot="5400000" flipH="1" flipV="1">
            <a:off x="8920411" y="4244513"/>
            <a:ext cx="412937" cy="73232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A1F1AF50-B4ED-5B6C-134C-CB0B51168575}"/>
              </a:ext>
            </a:extLst>
          </p:cNvPr>
          <p:cNvCxnSpPr>
            <a:cxnSpLocks/>
            <a:stCxn id="14" idx="0"/>
            <a:endCxn id="57" idx="2"/>
          </p:cNvCxnSpPr>
          <p:nvPr/>
        </p:nvCxnSpPr>
        <p:spPr>
          <a:xfrm rot="16200000" flipV="1">
            <a:off x="4430600" y="3000630"/>
            <a:ext cx="433320" cy="3206658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35A0170-E085-8DA6-9D17-8755772C8874}"/>
                  </a:ext>
                </a:extLst>
              </p:cNvPr>
              <p:cNvSpPr txBox="1"/>
              <p:nvPr/>
            </p:nvSpPr>
            <p:spPr>
              <a:xfrm>
                <a:off x="452599" y="4048745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35A0170-E085-8DA6-9D17-8755772C8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99" y="4048745"/>
                <a:ext cx="5182664" cy="338554"/>
              </a:xfrm>
              <a:prstGeom prst="rect">
                <a:avLst/>
              </a:prstGeom>
              <a:blipFill>
                <a:blip r:embed="rId10"/>
                <a:stretch>
                  <a:fillRect l="-588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직사각형 57">
            <a:extLst>
              <a:ext uri="{FF2B5EF4-FFF2-40B4-BE49-F238E27FC236}">
                <a16:creationId xmlns:a16="http://schemas.microsoft.com/office/drawing/2014/main" id="{6EA6F7C5-C254-517A-C24F-578E7F6F5C9A}"/>
              </a:ext>
            </a:extLst>
          </p:cNvPr>
          <p:cNvSpPr/>
          <p:nvPr/>
        </p:nvSpPr>
        <p:spPr>
          <a:xfrm>
            <a:off x="8236225" y="4050533"/>
            <a:ext cx="524489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E4279461-C252-8D81-0314-BCEDB7F1EBA7}"/>
              </a:ext>
            </a:extLst>
          </p:cNvPr>
          <p:cNvCxnSpPr>
            <a:cxnSpLocks/>
            <a:stCxn id="58" idx="0"/>
            <a:endCxn id="78" idx="2"/>
          </p:cNvCxnSpPr>
          <p:nvPr/>
        </p:nvCxnSpPr>
        <p:spPr>
          <a:xfrm rot="16200000" flipV="1">
            <a:off x="6782310" y="2334372"/>
            <a:ext cx="470604" cy="296171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F8D0013-32D2-CCC0-97E5-4BDD5FA6A567}"/>
                  </a:ext>
                </a:extLst>
              </p:cNvPr>
              <p:cNvSpPr txBox="1"/>
              <p:nvPr/>
            </p:nvSpPr>
            <p:spPr>
              <a:xfrm>
                <a:off x="6928347" y="4065654"/>
                <a:ext cx="512939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F8D0013-32D2-CCC0-97E5-4BDD5FA6A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347" y="4065654"/>
                <a:ext cx="5129393" cy="338554"/>
              </a:xfrm>
              <a:prstGeom prst="rect">
                <a:avLst/>
              </a:prstGeom>
              <a:blipFill>
                <a:blip r:embed="rId11"/>
                <a:stretch>
                  <a:fillRect l="-713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EDCD9CA-CBC4-A5A8-1F7C-63CD705D85D8}"/>
                  </a:ext>
                </a:extLst>
              </p:cNvPr>
              <p:cNvSpPr txBox="1"/>
              <p:nvPr/>
            </p:nvSpPr>
            <p:spPr>
              <a:xfrm>
                <a:off x="3590070" y="3241375"/>
                <a:ext cx="38933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EDCD9CA-CBC4-A5A8-1F7C-63CD705D8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070" y="3241375"/>
                <a:ext cx="3893365" cy="338554"/>
              </a:xfrm>
              <a:prstGeom prst="rect">
                <a:avLst/>
              </a:prstGeom>
              <a:blipFill>
                <a:blip r:embed="rId12"/>
                <a:stretch>
                  <a:fillRect l="-939" t="-7273" r="-2660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5A877F54-F5E4-71F4-60C4-23378455A785}"/>
              </a:ext>
            </a:extLst>
          </p:cNvPr>
          <p:cNvCxnSpPr>
            <a:cxnSpLocks/>
            <a:stCxn id="57" idx="0"/>
            <a:endCxn id="78" idx="2"/>
          </p:cNvCxnSpPr>
          <p:nvPr/>
        </p:nvCxnSpPr>
        <p:spPr>
          <a:xfrm rot="5400000" flipH="1" flipV="1">
            <a:off x="4055934" y="2567926"/>
            <a:ext cx="468816" cy="2492822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940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21173-3D79-7E78-482A-5423D527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B2371-8F41-616B-88CE-0166867E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2-2 : Bit-Slice&amp;Concatenation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1C9359-2E49-3EA4-C788-2A7394F0A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3A861C-B5F3-D7F6-B4F6-E27417A85813}"/>
              </a:ext>
            </a:extLst>
          </p:cNvPr>
          <p:cNvSpPr txBox="1"/>
          <p:nvPr/>
        </p:nvSpPr>
        <p:spPr>
          <a:xfrm>
            <a:off x="1671953" y="5106562"/>
            <a:ext cx="22591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예시</a:t>
            </a:r>
            <a:endParaRPr lang="en-US" altLang="ko-KR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9DDBBD-0545-F38E-8171-2F082E7514D0}"/>
                  </a:ext>
                </a:extLst>
              </p:cNvPr>
              <p:cNvSpPr txBox="1"/>
              <p:nvPr/>
            </p:nvSpPr>
            <p:spPr>
              <a:xfrm>
                <a:off x="728949" y="1568679"/>
                <a:ext cx="10084193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/>
                  <a:t>Bit-Slice&amp;Concatenation</a:t>
                </a:r>
                <a:endParaRPr lang="en-US" altLang="ko-KR" dirty="0"/>
              </a:p>
              <a:p>
                <a:pPr marL="285750" indent="-285750">
                  <a:buFontTx/>
                  <a:buChar char="-"/>
                </a:pPr>
                <a:r>
                  <a:rPr lang="en-US" altLang="ko-KR" sz="1600" dirty="0"/>
                  <a:t>S0</a:t>
                </a:r>
                <a:r>
                  <a:rPr lang="ko-KR" altLang="en-US" sz="160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altLang="ko-KR" sz="1600" b="1" dirty="0"/>
                  <a:t> ~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와 </a:t>
                </a:r>
                <a:r>
                  <a:rPr lang="en-US" altLang="ko-KR" sz="1600" dirty="0"/>
                  <a:t>S1</a:t>
                </a:r>
                <a:r>
                  <a:rPr lang="ko-KR" altLang="en-US" sz="160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1600" dirty="0"/>
                  <a:t> ~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ko-KR" sz="16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dirty="0"/>
                  <a:t>-bit</a:t>
                </a:r>
                <a:r>
                  <a:rPr lang="ko-KR" altLang="en-US" sz="1600" dirty="0"/>
                  <a:t>를 </a:t>
                </a:r>
                <a:r>
                  <a:rPr lang="en-US" altLang="ko-KR" sz="1600" dirty="0" err="1"/>
                  <a:t>concat</a:t>
                </a:r>
                <a:r>
                  <a:rPr lang="ko-KR" altLang="en-US" sz="1600" dirty="0"/>
                  <a:t>하여 </a:t>
                </a:r>
                <a:r>
                  <a:rPr lang="en-US" altLang="ko-KR" sz="1600" dirty="0"/>
                  <a:t>256-bit output </a:t>
                </a:r>
                <a:r>
                  <a:rPr lang="ko-KR" altLang="en-US" sz="1600" dirty="0"/>
                  <a:t>사용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단</a:t>
                </a:r>
                <a:r>
                  <a:rPr lang="en-US" altLang="ko-KR" sz="16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𝟐𝟓𝟔</m:t>
                    </m:r>
                  </m:oMath>
                </a14:m>
                <a:r>
                  <a:rPr lang="en-US" altLang="ko-KR" sz="1600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ko-KR" altLang="en-US" sz="1600" dirty="0"/>
                  <a:t>예시 </a:t>
                </a:r>
                <a:r>
                  <a:rPr lang="en-US" altLang="ko-KR" sz="1600" dirty="0"/>
                  <a:t>:</a:t>
                </a:r>
                <a:r>
                  <a:rPr lang="ko-KR" altLang="en-US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𝟏𝟐𝟖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sz="1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1" i="1" smtClean="0">
                        <a:latin typeface="Cambria Math" panose="02040503050406030204" pitchFamily="18" charset="0"/>
                      </a:rPr>
                      <m:t>𝟏𝟐𝟖</m:t>
                    </m:r>
                  </m:oMath>
                </a14:m>
                <a:endParaRPr lang="en-US" altLang="ko-KR" sz="1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E9DDBBD-0545-F38E-8171-2F082E751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49" y="1568679"/>
                <a:ext cx="10084193" cy="861774"/>
              </a:xfrm>
              <a:prstGeom prst="rect">
                <a:avLst/>
              </a:prstGeom>
              <a:blipFill>
                <a:blip r:embed="rId3"/>
                <a:stretch>
                  <a:fillRect l="-544" t="-3521" b="-77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그룹 23">
            <a:extLst>
              <a:ext uri="{FF2B5EF4-FFF2-40B4-BE49-F238E27FC236}">
                <a16:creationId xmlns:a16="http://schemas.microsoft.com/office/drawing/2014/main" id="{DA922A13-1672-56DB-D0BA-36A5692A754B}"/>
              </a:ext>
            </a:extLst>
          </p:cNvPr>
          <p:cNvGrpSpPr/>
          <p:nvPr/>
        </p:nvGrpSpPr>
        <p:grpSpPr>
          <a:xfrm>
            <a:off x="428502" y="3469828"/>
            <a:ext cx="2375725" cy="1354121"/>
            <a:chOff x="170552" y="2895376"/>
            <a:chExt cx="2375725" cy="1354121"/>
          </a:xfrm>
        </p:grpSpPr>
        <p:sp>
          <p:nvSpPr>
            <p:cNvPr id="7" name="왼쪽 중괄호 6">
              <a:extLst>
                <a:ext uri="{FF2B5EF4-FFF2-40B4-BE49-F238E27FC236}">
                  <a16:creationId xmlns:a16="http://schemas.microsoft.com/office/drawing/2014/main" id="{D4040C03-24A8-26FA-FE98-A88AB4F7323A}"/>
                </a:ext>
              </a:extLst>
            </p:cNvPr>
            <p:cNvSpPr/>
            <p:nvPr/>
          </p:nvSpPr>
          <p:spPr>
            <a:xfrm>
              <a:off x="1185704" y="2895376"/>
              <a:ext cx="136525" cy="862961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3E99C6D-B0F5-933F-C89A-DD05E9E3418A}"/>
                </a:ext>
              </a:extLst>
            </p:cNvPr>
            <p:cNvSpPr txBox="1"/>
            <p:nvPr/>
          </p:nvSpPr>
          <p:spPr>
            <a:xfrm>
              <a:off x="264424" y="3199236"/>
              <a:ext cx="9668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r(bit-rate)</a:t>
              </a:r>
            </a:p>
          </p:txBody>
        </p:sp>
        <p:sp>
          <p:nvSpPr>
            <p:cNvPr id="9" name="왼쪽 중괄호 8">
              <a:extLst>
                <a:ext uri="{FF2B5EF4-FFF2-40B4-BE49-F238E27FC236}">
                  <a16:creationId xmlns:a16="http://schemas.microsoft.com/office/drawing/2014/main" id="{0FB450A8-4202-F0B3-7194-262F923B8CFB}"/>
                </a:ext>
              </a:extLst>
            </p:cNvPr>
            <p:cNvSpPr/>
            <p:nvPr/>
          </p:nvSpPr>
          <p:spPr>
            <a:xfrm>
              <a:off x="1192054" y="3855241"/>
              <a:ext cx="136525" cy="394255"/>
            </a:xfrm>
            <a:prstGeom prst="leftBrace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88722E5-B1CD-E144-6CD9-FC6FDA240DE9}"/>
                </a:ext>
              </a:extLst>
            </p:cNvPr>
            <p:cNvSpPr txBox="1"/>
            <p:nvPr/>
          </p:nvSpPr>
          <p:spPr>
            <a:xfrm>
              <a:off x="170552" y="3878963"/>
              <a:ext cx="12102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/>
                <a:t>c(capacity)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9795F711-6143-E4AD-A386-F5394E106070}"/>
                </a:ext>
              </a:extLst>
            </p:cNvPr>
            <p:cNvGrpSpPr/>
            <p:nvPr/>
          </p:nvGrpSpPr>
          <p:grpSpPr>
            <a:xfrm>
              <a:off x="1446763" y="2895376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BE35E8E0-D9C0-7545-FECA-C3D05F51463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9" name="직사각형 68">
                    <a:extLst>
                      <a:ext uri="{FF2B5EF4-FFF2-40B4-BE49-F238E27FC236}">
                        <a16:creationId xmlns:a16="http://schemas.microsoft.com/office/drawing/2014/main" id="{CB69FA86-366E-F670-C9D4-BB915BD1379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7F833AAF-4439-4830-F4CF-63CF659B28FB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0" name="직사각형 69">
                    <a:extLst>
                      <a:ext uri="{FF2B5EF4-FFF2-40B4-BE49-F238E27FC236}">
                        <a16:creationId xmlns:a16="http://schemas.microsoft.com/office/drawing/2014/main" id="{97062073-CB79-F92A-5692-2B3610C8E5C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41494C52-4FA9-3ACF-D841-51F9301FE9B3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직사각형 79">
                    <a:extLst>
                      <a:ext uri="{FF2B5EF4-FFF2-40B4-BE49-F238E27FC236}">
                        <a16:creationId xmlns:a16="http://schemas.microsoft.com/office/drawing/2014/main" id="{28FC0063-32EB-F540-35B9-1C528D4F3C1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FFFC1E3-F61B-B897-5B07-F00438C55787}"/>
              </a:ext>
            </a:extLst>
          </p:cNvPr>
          <p:cNvGrpSpPr/>
          <p:nvPr/>
        </p:nvGrpSpPr>
        <p:grpSpPr>
          <a:xfrm>
            <a:off x="4075029" y="3469828"/>
            <a:ext cx="1099514" cy="1354121"/>
            <a:chOff x="1446763" y="2895376"/>
            <a:chExt cx="1099514" cy="13541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309BDB64-9B92-52B9-C8C5-B0F3376B9DDD}"/>
                    </a:ext>
                  </a:extLst>
                </p:cNvPr>
                <p:cNvSpPr/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E76FCAC3-BACC-6B1C-70AF-C3DC21FCED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6763" y="2895376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F8E90E69-7CBE-501F-07CD-015E9742A1CC}"/>
                    </a:ext>
                  </a:extLst>
                </p:cNvPr>
                <p:cNvSpPr/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직사각형 21">
                  <a:extLst>
                    <a:ext uri="{FF2B5EF4-FFF2-40B4-BE49-F238E27FC236}">
                      <a16:creationId xmlns:a16="http://schemas.microsoft.com/office/drawing/2014/main" id="{B9382DB8-8EE8-18CF-6D87-B0FEF66BD1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8119" y="3360688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177B871-AEC9-72B3-08A9-4FBF2821E42C}"/>
                    </a:ext>
                  </a:extLst>
                </p:cNvPr>
                <p:cNvSpPr/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F4C0908-0A63-0F93-9B8C-8FC4C0CD6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4899" y="3829160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C933A00-D5ED-C709-F382-B90C60323D96}"/>
              </a:ext>
            </a:extLst>
          </p:cNvPr>
          <p:cNvCxnSpPr>
            <a:stCxn id="21" idx="3"/>
          </p:cNvCxnSpPr>
          <p:nvPr/>
        </p:nvCxnSpPr>
        <p:spPr>
          <a:xfrm flipV="1">
            <a:off x="5166407" y="3065420"/>
            <a:ext cx="1404207" cy="614577"/>
          </a:xfrm>
          <a:prstGeom prst="bentConnector3">
            <a:avLst>
              <a:gd name="adj1" fmla="val 6628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B3C76D7-CDFB-5685-7ACD-6EC85B0D9732}"/>
                  </a:ext>
                </a:extLst>
              </p:cNvPr>
              <p:cNvSpPr txBox="1"/>
              <p:nvPr/>
            </p:nvSpPr>
            <p:spPr>
              <a:xfrm>
                <a:off x="6541017" y="2924766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기존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B3C76D7-CDFB-5685-7ACD-6EC85B0D9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017" y="2924766"/>
                <a:ext cx="5608423" cy="338554"/>
              </a:xfrm>
              <a:prstGeom prst="rect">
                <a:avLst/>
              </a:prstGeom>
              <a:blipFill>
                <a:blip r:embed="rId10"/>
                <a:stretch>
                  <a:fillRect l="-543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B08366E8-CF2A-A9F6-6EF9-87340DC9775D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5166407" y="3679997"/>
            <a:ext cx="1420082" cy="343850"/>
          </a:xfrm>
          <a:prstGeom prst="bentConnector3">
            <a:avLst>
              <a:gd name="adj1" fmla="val 66098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3DC4ADFC-9A96-581E-AF21-73267E11CDE3}"/>
              </a:ext>
            </a:extLst>
          </p:cNvPr>
          <p:cNvCxnSpPr>
            <a:cxnSpLocks/>
            <a:stCxn id="22" idx="3"/>
            <a:endCxn id="54" idx="1"/>
          </p:cNvCxnSpPr>
          <p:nvPr/>
        </p:nvCxnSpPr>
        <p:spPr>
          <a:xfrm>
            <a:off x="5167763" y="4145309"/>
            <a:ext cx="1425506" cy="521572"/>
          </a:xfrm>
          <a:prstGeom prst="bentConnector3">
            <a:avLst>
              <a:gd name="adj1" fmla="val 6069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26E4183-8BEF-382B-4CB2-0D8C7DEF2204}"/>
                  </a:ext>
                </a:extLst>
              </p:cNvPr>
              <p:cNvSpPr txBox="1"/>
              <p:nvPr/>
            </p:nvSpPr>
            <p:spPr>
              <a:xfrm>
                <a:off x="6586489" y="3854570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26E4183-8BEF-382B-4CB2-0D8C7DEF2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6489" y="3854570"/>
                <a:ext cx="5608423" cy="338554"/>
              </a:xfrm>
              <a:prstGeom prst="rect">
                <a:avLst/>
              </a:prstGeom>
              <a:blipFill>
                <a:blip r:embed="rId11"/>
                <a:stretch>
                  <a:fillRect l="-543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202DF28-E4E6-6052-6C97-38EB7EF9B1AA}"/>
                  </a:ext>
                </a:extLst>
              </p:cNvPr>
              <p:cNvSpPr txBox="1"/>
              <p:nvPr/>
            </p:nvSpPr>
            <p:spPr>
              <a:xfrm>
                <a:off x="6593269" y="4497604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202DF28-E4E6-6052-6C97-38EB7EF9B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269" y="4497604"/>
                <a:ext cx="5608423" cy="338554"/>
              </a:xfrm>
              <a:prstGeom prst="rect">
                <a:avLst/>
              </a:prstGeom>
              <a:blipFill>
                <a:blip r:embed="rId12"/>
                <a:stretch>
                  <a:fillRect l="-65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54951C77-3A97-0F5A-85DF-5CFC05DEE4AF}"/>
              </a:ext>
            </a:extLst>
          </p:cNvPr>
          <p:cNvSpPr/>
          <p:nvPr/>
        </p:nvSpPr>
        <p:spPr>
          <a:xfrm>
            <a:off x="7897160" y="3867905"/>
            <a:ext cx="12990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2" name="직사각형 451">
            <a:extLst>
              <a:ext uri="{FF2B5EF4-FFF2-40B4-BE49-F238E27FC236}">
                <a16:creationId xmlns:a16="http://schemas.microsoft.com/office/drawing/2014/main" id="{BE8F16C5-29F1-5317-A780-680652AD1502}"/>
              </a:ext>
            </a:extLst>
          </p:cNvPr>
          <p:cNvSpPr/>
          <p:nvPr/>
        </p:nvSpPr>
        <p:spPr>
          <a:xfrm>
            <a:off x="7897160" y="4513711"/>
            <a:ext cx="1238651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ADAB8979-18D3-3F7B-2234-BEA60C7A930C}"/>
                  </a:ext>
                </a:extLst>
              </p:cNvPr>
              <p:cNvSpPr txBox="1"/>
              <p:nvPr/>
            </p:nvSpPr>
            <p:spPr>
              <a:xfrm>
                <a:off x="6593269" y="5515015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ADAB8979-18D3-3F7B-2234-BEA60C7A9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3269" y="5515015"/>
                <a:ext cx="5608423" cy="338554"/>
              </a:xfrm>
              <a:prstGeom prst="rect">
                <a:avLst/>
              </a:prstGeom>
              <a:blipFill>
                <a:blip r:embed="rId13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7" name="연결선: 꺾임 466">
            <a:extLst>
              <a:ext uri="{FF2B5EF4-FFF2-40B4-BE49-F238E27FC236}">
                <a16:creationId xmlns:a16="http://schemas.microsoft.com/office/drawing/2014/main" id="{B3EBF9B3-FFCE-C4A5-FD53-D368C1C5FF34}"/>
              </a:ext>
            </a:extLst>
          </p:cNvPr>
          <p:cNvCxnSpPr>
            <a:cxnSpLocks/>
            <a:stCxn id="450" idx="2"/>
          </p:cNvCxnSpPr>
          <p:nvPr/>
        </p:nvCxnSpPr>
        <p:spPr>
          <a:xfrm rot="5400000">
            <a:off x="7491284" y="3298917"/>
            <a:ext cx="147880" cy="1962964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연결선: 꺾임 467">
            <a:extLst>
              <a:ext uri="{FF2B5EF4-FFF2-40B4-BE49-F238E27FC236}">
                <a16:creationId xmlns:a16="http://schemas.microsoft.com/office/drawing/2014/main" id="{C15B29EF-F371-83D6-EB8D-79AD2E760974}"/>
              </a:ext>
            </a:extLst>
          </p:cNvPr>
          <p:cNvCxnSpPr>
            <a:cxnSpLocks/>
          </p:cNvCxnSpPr>
          <p:nvPr/>
        </p:nvCxnSpPr>
        <p:spPr>
          <a:xfrm rot="10800000">
            <a:off x="6603642" y="4349789"/>
            <a:ext cx="1492186" cy="1050463"/>
          </a:xfrm>
          <a:prstGeom prst="bentConnector3">
            <a:avLst>
              <a:gd name="adj1" fmla="val 99789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1DBFF4F7-7482-2E57-4913-A920826877F6}"/>
              </a:ext>
            </a:extLst>
          </p:cNvPr>
          <p:cNvCxnSpPr>
            <a:cxnSpLocks/>
          </p:cNvCxnSpPr>
          <p:nvPr/>
        </p:nvCxnSpPr>
        <p:spPr>
          <a:xfrm>
            <a:off x="8093502" y="5401842"/>
            <a:ext cx="682198" cy="259411"/>
          </a:xfrm>
          <a:prstGeom prst="bentConnector3">
            <a:avLst>
              <a:gd name="adj1" fmla="val 9933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E2D3D3CA-F250-697E-9E54-B6A849D80EC0}"/>
              </a:ext>
            </a:extLst>
          </p:cNvPr>
          <p:cNvCxnSpPr>
            <a:cxnSpLocks/>
            <a:stCxn id="452" idx="2"/>
          </p:cNvCxnSpPr>
          <p:nvPr/>
        </p:nvCxnSpPr>
        <p:spPr>
          <a:xfrm rot="16200000" flipH="1">
            <a:off x="8692699" y="4676052"/>
            <a:ext cx="327343" cy="679768"/>
          </a:xfrm>
          <a:prstGeom prst="bentConnector2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C9FC9894-FF3F-8609-6927-D9EFE1BA0E73}"/>
              </a:ext>
            </a:extLst>
          </p:cNvPr>
          <p:cNvCxnSpPr>
            <a:cxnSpLocks/>
          </p:cNvCxnSpPr>
          <p:nvPr/>
        </p:nvCxnSpPr>
        <p:spPr>
          <a:xfrm>
            <a:off x="9040561" y="5181322"/>
            <a:ext cx="671850" cy="380555"/>
          </a:xfrm>
          <a:prstGeom prst="bentConnector3">
            <a:avLst>
              <a:gd name="adj1" fmla="val 100093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95CF19-9143-7885-B1B4-FCD5B8B70927}"/>
              </a:ext>
            </a:extLst>
          </p:cNvPr>
          <p:cNvGrpSpPr/>
          <p:nvPr/>
        </p:nvGrpSpPr>
        <p:grpSpPr>
          <a:xfrm>
            <a:off x="2847678" y="3469828"/>
            <a:ext cx="1171882" cy="1354120"/>
            <a:chOff x="4474024" y="4820619"/>
            <a:chExt cx="1171882" cy="135412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65B1B0C8-CC10-0C43-5FF5-CF500E809AE3}"/>
                </a:ext>
              </a:extLst>
            </p:cNvPr>
            <p:cNvSpPr/>
            <p:nvPr/>
          </p:nvSpPr>
          <p:spPr>
            <a:xfrm>
              <a:off x="4899961" y="4820619"/>
              <a:ext cx="282388" cy="135412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</a:rPr>
                <a:t>P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3C8CB4E-05D3-97BB-5138-4B6989099F2E}"/>
                </a:ext>
              </a:extLst>
            </p:cNvPr>
            <p:cNvGrpSpPr/>
            <p:nvPr/>
          </p:nvGrpSpPr>
          <p:grpSpPr>
            <a:xfrm>
              <a:off x="4474024" y="4918558"/>
              <a:ext cx="382218" cy="1120218"/>
              <a:chOff x="2844153" y="3567767"/>
              <a:chExt cx="382218" cy="1120218"/>
            </a:xfrm>
          </p:grpSpPr>
          <p:sp>
            <p:nvSpPr>
              <p:cNvPr id="31" name="화살표: 오른쪽 30">
                <a:extLst>
                  <a:ext uri="{FF2B5EF4-FFF2-40B4-BE49-F238E27FC236}">
                    <a16:creationId xmlns:a16="http://schemas.microsoft.com/office/drawing/2014/main" id="{AEC3437B-4883-861C-9511-34E26F59A2A9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FF3AEFCD-935D-E090-BDD7-C495E970F401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376336BA-79EA-5B45-B8EB-C310D2B3CC60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4212E873-F206-14AE-DE54-A66268D06EB3}"/>
                </a:ext>
              </a:extLst>
            </p:cNvPr>
            <p:cNvGrpSpPr/>
            <p:nvPr/>
          </p:nvGrpSpPr>
          <p:grpSpPr>
            <a:xfrm>
              <a:off x="5263688" y="4919816"/>
              <a:ext cx="382218" cy="1120218"/>
              <a:chOff x="2844153" y="3567767"/>
              <a:chExt cx="382218" cy="1120218"/>
            </a:xfrm>
          </p:grpSpPr>
          <p:sp>
            <p:nvSpPr>
              <p:cNvPr id="15" name="화살표: 오른쪽 14">
                <a:extLst>
                  <a:ext uri="{FF2B5EF4-FFF2-40B4-BE49-F238E27FC236}">
                    <a16:creationId xmlns:a16="http://schemas.microsoft.com/office/drawing/2014/main" id="{4227F56A-D661-589F-3D85-AC9CD6B37840}"/>
                  </a:ext>
                </a:extLst>
              </p:cNvPr>
              <p:cNvSpPr/>
              <p:nvPr/>
            </p:nvSpPr>
            <p:spPr>
              <a:xfrm>
                <a:off x="2844153" y="3567767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화살표: 오른쪽 18">
                <a:extLst>
                  <a:ext uri="{FF2B5EF4-FFF2-40B4-BE49-F238E27FC236}">
                    <a16:creationId xmlns:a16="http://schemas.microsoft.com/office/drawing/2014/main" id="{F70CEB47-B0D6-800E-3EAD-C58EF8109049}"/>
                  </a:ext>
                </a:extLst>
              </p:cNvPr>
              <p:cNvSpPr/>
              <p:nvPr/>
            </p:nvSpPr>
            <p:spPr>
              <a:xfrm>
                <a:off x="2845714" y="4526620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화살표: 오른쪽 29">
                <a:extLst>
                  <a:ext uri="{FF2B5EF4-FFF2-40B4-BE49-F238E27FC236}">
                    <a16:creationId xmlns:a16="http://schemas.microsoft.com/office/drawing/2014/main" id="{DCAFA1AC-153D-1708-5CBF-B96A3A9B4D6F}"/>
                  </a:ext>
                </a:extLst>
              </p:cNvPr>
              <p:cNvSpPr/>
              <p:nvPr/>
            </p:nvSpPr>
            <p:spPr>
              <a:xfrm>
                <a:off x="2849853" y="4047193"/>
                <a:ext cx="376518" cy="161365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9784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BE0DE-D20A-1BB0-E782-0447551A6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DAF25-3E37-7DA4-6BA8-E91D632FB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Method 3 : Dual Poseidon </a:t>
            </a:r>
            <a:r>
              <a:rPr lang="en-US" altLang="ko-KR" dirty="0" err="1"/>
              <a:t>Concat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2A606-4C34-2A54-5847-9F838910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4ABDD-B519-E34A-AFC3-23D82D52EB71}"/>
              </a:ext>
            </a:extLst>
          </p:cNvPr>
          <p:cNvSpPr txBox="1"/>
          <p:nvPr/>
        </p:nvSpPr>
        <p:spPr>
          <a:xfrm>
            <a:off x="728949" y="1086079"/>
            <a:ext cx="1122631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Dual Poseidon </a:t>
            </a:r>
            <a:r>
              <a:rPr lang="en-US" altLang="ko-KR" b="1" dirty="0" err="1"/>
              <a:t>Concat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두 개의 독립적인 </a:t>
            </a:r>
            <a:r>
              <a:rPr lang="en-US" altLang="ko-KR" sz="1600" dirty="0"/>
              <a:t>Poseidon-128 </a:t>
            </a:r>
            <a:r>
              <a:rPr lang="ko-KR" altLang="en-US" sz="1600" dirty="0"/>
              <a:t>모듈을 사용</a:t>
            </a:r>
            <a:r>
              <a:rPr lang="en-US" altLang="ko-KR" sz="1600" dirty="0"/>
              <a:t>(</a:t>
            </a:r>
            <a:r>
              <a:rPr lang="ko-KR" altLang="en-US" sz="1600" dirty="0"/>
              <a:t>혹은 하나의 모듈을 다른 도메인으로 </a:t>
            </a:r>
            <a:r>
              <a:rPr lang="en-US" altLang="ko-KR" sz="1600" dirty="0"/>
              <a:t>2</a:t>
            </a:r>
            <a:r>
              <a:rPr lang="ko-KR" altLang="en-US" sz="1600" dirty="0"/>
              <a:t>번 구동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각 연산 결과에서 </a:t>
            </a:r>
            <a:r>
              <a:rPr lang="en-US" altLang="ko-KR" sz="1600" dirty="0"/>
              <a:t>128-bit</a:t>
            </a:r>
            <a:r>
              <a:rPr lang="ko-KR" altLang="en-US" sz="1600" dirty="0"/>
              <a:t>씩 추출하여 </a:t>
            </a:r>
            <a:r>
              <a:rPr lang="en-US" altLang="ko-KR" sz="1600" dirty="0" err="1"/>
              <a:t>Concat</a:t>
            </a:r>
            <a:r>
              <a:rPr lang="en-US" altLang="ko-KR" sz="1600" dirty="0"/>
              <a:t> </a:t>
            </a:r>
            <a:r>
              <a:rPr lang="ko-KR" altLang="en-US" sz="1600" dirty="0"/>
              <a:t>후 최종 </a:t>
            </a:r>
            <a:r>
              <a:rPr lang="en-US" altLang="ko-KR" sz="1600" dirty="0"/>
              <a:t>256-bit output </a:t>
            </a:r>
            <a:r>
              <a:rPr lang="ko-KR" altLang="en-US" sz="1600" dirty="0"/>
              <a:t>출력 생성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두개의 독립된 해시 경로를 가지므로 </a:t>
            </a:r>
            <a:r>
              <a:rPr lang="en-US" altLang="ko-KR" sz="1600" dirty="0"/>
              <a:t>128-bit</a:t>
            </a:r>
            <a:r>
              <a:rPr lang="ko-KR" altLang="en-US" sz="1600" dirty="0"/>
              <a:t>보다 더 높은 충돌 저항성</a:t>
            </a:r>
            <a:r>
              <a:rPr lang="en-US" altLang="ko-KR" sz="1600" dirty="0"/>
              <a:t>, </a:t>
            </a:r>
            <a:r>
              <a:rPr lang="ko-KR" altLang="en-US" sz="1600" dirty="0"/>
              <a:t>기존 </a:t>
            </a:r>
            <a:r>
              <a:rPr lang="en-US" altLang="ko-KR" sz="1600" dirty="0"/>
              <a:t>Poseidon-128 </a:t>
            </a:r>
            <a:r>
              <a:rPr lang="ko-KR" altLang="en-US" sz="1600" dirty="0"/>
              <a:t>수정 없이 사용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단점 </a:t>
            </a:r>
            <a:r>
              <a:rPr lang="en-US" altLang="ko-KR" sz="1600" dirty="0"/>
              <a:t>: </a:t>
            </a:r>
            <a:r>
              <a:rPr lang="ko-KR" altLang="en-US" sz="1600" dirty="0"/>
              <a:t>병렬 구현 시 </a:t>
            </a:r>
            <a:r>
              <a:rPr lang="en-US" altLang="ko-KR" sz="1600" dirty="0"/>
              <a:t>Gate Count</a:t>
            </a:r>
            <a:r>
              <a:rPr lang="ko-KR" altLang="en-US" sz="1600" dirty="0"/>
              <a:t>의 증가</a:t>
            </a:r>
            <a:r>
              <a:rPr lang="en-US" altLang="ko-KR" sz="1600" dirty="0"/>
              <a:t>, Power </a:t>
            </a:r>
            <a:r>
              <a:rPr lang="ko-KR" altLang="en-US" sz="1600" dirty="0"/>
              <a:t>소모 부담</a:t>
            </a:r>
            <a:r>
              <a:rPr lang="en-US" altLang="ko-KR" sz="1600" dirty="0"/>
              <a:t>, R1CS </a:t>
            </a:r>
            <a:r>
              <a:rPr lang="ko-KR" altLang="en-US" sz="1600" dirty="0"/>
              <a:t>제약 조건이 </a:t>
            </a:r>
            <a:r>
              <a:rPr lang="en-US" altLang="ko-KR" sz="1600" dirty="0"/>
              <a:t>2</a:t>
            </a:r>
            <a:r>
              <a:rPr lang="ko-KR" altLang="en-US" sz="1600" dirty="0"/>
              <a:t>배로 증가</a:t>
            </a:r>
            <a:endParaRPr lang="en-US" altLang="ko-KR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274393-DB5F-0987-99E9-0FDEF2C6CC96}"/>
                  </a:ext>
                </a:extLst>
              </p:cNvPr>
              <p:cNvSpPr txBox="1"/>
              <p:nvPr/>
            </p:nvSpPr>
            <p:spPr>
              <a:xfrm>
                <a:off x="6572274" y="3443164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7274393-DB5F-0987-99E9-0FDEF2C6C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2274" y="3443164"/>
                <a:ext cx="5608423" cy="338554"/>
              </a:xfrm>
              <a:prstGeom prst="rect">
                <a:avLst/>
              </a:prstGeom>
              <a:blipFill>
                <a:blip r:embed="rId3"/>
                <a:stretch>
                  <a:fillRect l="-543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C1042A4-4CD9-A8EA-6B9C-5C34B16820A6}"/>
                  </a:ext>
                </a:extLst>
              </p:cNvPr>
              <p:cNvSpPr txBox="1"/>
              <p:nvPr/>
            </p:nvSpPr>
            <p:spPr>
              <a:xfrm>
                <a:off x="6503863" y="5241032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1(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253</m:t>
                        </m:r>
                      </m:sub>
                    </m:sSub>
                  </m:oMath>
                </a14:m>
                <a:r>
                  <a:rPr lang="en-US" altLang="ko-KR" sz="1600" dirty="0"/>
                  <a:t>(254-bit)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C1042A4-4CD9-A8EA-6B9C-5C34B1682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863" y="5241032"/>
                <a:ext cx="5608423" cy="338554"/>
              </a:xfrm>
              <a:prstGeom prst="rect">
                <a:avLst/>
              </a:prstGeom>
              <a:blipFill>
                <a:blip r:embed="rId4"/>
                <a:stretch>
                  <a:fillRect l="-652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0" name="직사각형 449">
            <a:extLst>
              <a:ext uri="{FF2B5EF4-FFF2-40B4-BE49-F238E27FC236}">
                <a16:creationId xmlns:a16="http://schemas.microsoft.com/office/drawing/2014/main" id="{52D435F1-00C1-B7FB-0131-DC2DDAAFDA59}"/>
              </a:ext>
            </a:extLst>
          </p:cNvPr>
          <p:cNvSpPr/>
          <p:nvPr/>
        </p:nvSpPr>
        <p:spPr>
          <a:xfrm>
            <a:off x="6531448" y="3459091"/>
            <a:ext cx="1299092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3A854BF5-25B9-B721-13CB-051476075C9E}"/>
                  </a:ext>
                </a:extLst>
              </p:cNvPr>
              <p:cNvSpPr txBox="1"/>
              <p:nvPr/>
            </p:nvSpPr>
            <p:spPr>
              <a:xfrm>
                <a:off x="6503862" y="5967535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3A854BF5-25B9-B721-13CB-051476075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3862" y="5967535"/>
                <a:ext cx="5608423" cy="338554"/>
              </a:xfrm>
              <a:prstGeom prst="rect">
                <a:avLst/>
              </a:prstGeom>
              <a:blipFill>
                <a:blip r:embed="rId5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2" name="연결선: 꺾임 491">
            <a:extLst>
              <a:ext uri="{FF2B5EF4-FFF2-40B4-BE49-F238E27FC236}">
                <a16:creationId xmlns:a16="http://schemas.microsoft.com/office/drawing/2014/main" id="{BF97508F-EDDF-ED0C-BAC0-F51AD35A98BB}"/>
              </a:ext>
            </a:extLst>
          </p:cNvPr>
          <p:cNvCxnSpPr>
            <a:cxnSpLocks/>
            <a:stCxn id="43" idx="3"/>
            <a:endCxn id="54" idx="1"/>
          </p:cNvCxnSpPr>
          <p:nvPr/>
        </p:nvCxnSpPr>
        <p:spPr>
          <a:xfrm flipV="1">
            <a:off x="5001516" y="5410309"/>
            <a:ext cx="1502347" cy="288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F4B877-DFB0-C303-79B7-B2D2BD83CBA2}"/>
              </a:ext>
            </a:extLst>
          </p:cNvPr>
          <p:cNvGrpSpPr/>
          <p:nvPr/>
        </p:nvGrpSpPr>
        <p:grpSpPr>
          <a:xfrm>
            <a:off x="271747" y="3401424"/>
            <a:ext cx="4746041" cy="1354121"/>
            <a:chOff x="428502" y="3469828"/>
            <a:chExt cx="4746041" cy="1354121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9E0A0B2-7AFA-96B2-E221-7BE295E7D3D0}"/>
                </a:ext>
              </a:extLst>
            </p:cNvPr>
            <p:cNvGrpSpPr/>
            <p:nvPr/>
          </p:nvGrpSpPr>
          <p:grpSpPr>
            <a:xfrm>
              <a:off x="428502" y="3469828"/>
              <a:ext cx="2375725" cy="1354121"/>
              <a:chOff x="170552" y="2895376"/>
              <a:chExt cx="2375725" cy="1354121"/>
            </a:xfrm>
          </p:grpSpPr>
          <p:sp>
            <p:nvSpPr>
              <p:cNvPr id="7" name="왼쪽 중괄호 6">
                <a:extLst>
                  <a:ext uri="{FF2B5EF4-FFF2-40B4-BE49-F238E27FC236}">
                    <a16:creationId xmlns:a16="http://schemas.microsoft.com/office/drawing/2014/main" id="{8C7639BC-EDB8-171E-37A8-9491B5EF66CD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E6B60CA-7A86-78B2-972D-C36E5DDDFFFE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9" name="왼쪽 중괄호 8">
                <a:extLst>
                  <a:ext uri="{FF2B5EF4-FFF2-40B4-BE49-F238E27FC236}">
                    <a16:creationId xmlns:a16="http://schemas.microsoft.com/office/drawing/2014/main" id="{12BD2FF4-7D58-D0A1-5AE5-7A3FB63AFDB6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7D940B-9E08-AC4D-8182-73AAE82D0AFC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FDA28946-0FB4-3AD0-1386-35B23AD8F6DC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6CE6E8B7-0237-D633-043A-206F2D66C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B8EBE9B4-E939-0B2C-7BCA-D9DE8521EA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F96BBFBB-1951-F2F3-F84B-18BBF7E532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08311BF-4BFE-92D0-AEAB-33BB4C8B35F7}"/>
                </a:ext>
              </a:extLst>
            </p:cNvPr>
            <p:cNvGrpSpPr/>
            <p:nvPr/>
          </p:nvGrpSpPr>
          <p:grpSpPr>
            <a:xfrm>
              <a:off x="4075029" y="3469828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D9CE8383-CCBE-AA64-52D3-12D6B13CD4D3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CE227F5E-FD51-0E37-8A26-F1255E1F5EE8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370599AF-0C84-58D5-751E-103306EE860A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BD94B20-7F4B-2BA3-B067-15E37DB6BE68}"/>
                </a:ext>
              </a:extLst>
            </p:cNvPr>
            <p:cNvGrpSpPr/>
            <p:nvPr/>
          </p:nvGrpSpPr>
          <p:grpSpPr>
            <a:xfrm>
              <a:off x="2847678" y="3469828"/>
              <a:ext cx="1171882" cy="1354120"/>
              <a:chOff x="4474024" y="4820619"/>
              <a:chExt cx="1171882" cy="1354120"/>
            </a:xfrm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58A0C22B-3A2B-873C-A9D7-44F008305078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E90C4F43-8CD2-3C1C-0234-D8DA06B73930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1" name="화살표: 오른쪽 30">
                  <a:extLst>
                    <a:ext uri="{FF2B5EF4-FFF2-40B4-BE49-F238E27FC236}">
                      <a16:creationId xmlns:a16="http://schemas.microsoft.com/office/drawing/2014/main" id="{3D906DD0-42E5-F702-B3BA-CDFFECEC4603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화살표: 오른쪽 31">
                  <a:extLst>
                    <a:ext uri="{FF2B5EF4-FFF2-40B4-BE49-F238E27FC236}">
                      <a16:creationId xmlns:a16="http://schemas.microsoft.com/office/drawing/2014/main" id="{4A5BA5A6-BE50-4E4E-CDF2-8009A94C11F0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화살표: 오른쪽 32">
                  <a:extLst>
                    <a:ext uri="{FF2B5EF4-FFF2-40B4-BE49-F238E27FC236}">
                      <a16:creationId xmlns:a16="http://schemas.microsoft.com/office/drawing/2014/main" id="{8C845851-2148-111C-95BB-44223F79AFB4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2E18E5AE-3B1C-1E93-E435-0EB157014F82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15" name="화살표: 오른쪽 14">
                  <a:extLst>
                    <a:ext uri="{FF2B5EF4-FFF2-40B4-BE49-F238E27FC236}">
                      <a16:creationId xmlns:a16="http://schemas.microsoft.com/office/drawing/2014/main" id="{7614904E-EACB-13BC-41DD-95A4A932BEEE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" name="화살표: 오른쪽 18">
                  <a:extLst>
                    <a:ext uri="{FF2B5EF4-FFF2-40B4-BE49-F238E27FC236}">
                      <a16:creationId xmlns:a16="http://schemas.microsoft.com/office/drawing/2014/main" id="{95D4801F-6C4A-AEEF-F629-E1DE4FC90299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0" name="화살표: 오른쪽 29">
                  <a:extLst>
                    <a:ext uri="{FF2B5EF4-FFF2-40B4-BE49-F238E27FC236}">
                      <a16:creationId xmlns:a16="http://schemas.microsoft.com/office/drawing/2014/main" id="{1A64637A-46D1-FA9E-965E-D9195A04F94D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8A8FFEE-5998-2754-7F77-01617E45071E}"/>
              </a:ext>
            </a:extLst>
          </p:cNvPr>
          <p:cNvGrpSpPr/>
          <p:nvPr/>
        </p:nvGrpSpPr>
        <p:grpSpPr>
          <a:xfrm>
            <a:off x="263611" y="5203028"/>
            <a:ext cx="4746041" cy="1354121"/>
            <a:chOff x="428502" y="3469828"/>
            <a:chExt cx="4746041" cy="135412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3EACA132-73B5-FE5C-64BE-0D18909B351B}"/>
                </a:ext>
              </a:extLst>
            </p:cNvPr>
            <p:cNvGrpSpPr/>
            <p:nvPr/>
          </p:nvGrpSpPr>
          <p:grpSpPr>
            <a:xfrm>
              <a:off x="428502" y="3469828"/>
              <a:ext cx="2375725" cy="1354121"/>
              <a:chOff x="170552" y="2895376"/>
              <a:chExt cx="2375725" cy="1354121"/>
            </a:xfrm>
          </p:grpSpPr>
          <p:sp>
            <p:nvSpPr>
              <p:cNvPr id="47" name="왼쪽 중괄호 46">
                <a:extLst>
                  <a:ext uri="{FF2B5EF4-FFF2-40B4-BE49-F238E27FC236}">
                    <a16:creationId xmlns:a16="http://schemas.microsoft.com/office/drawing/2014/main" id="{68736078-CA09-9F6F-0D34-33C17E8F6DB0}"/>
                  </a:ext>
                </a:extLst>
              </p:cNvPr>
              <p:cNvSpPr/>
              <p:nvPr/>
            </p:nvSpPr>
            <p:spPr>
              <a:xfrm>
                <a:off x="1185704" y="2895376"/>
                <a:ext cx="136525" cy="862961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22EAB42-08C7-67FC-5F65-943E34C59882}"/>
                  </a:ext>
                </a:extLst>
              </p:cNvPr>
              <p:cNvSpPr txBox="1"/>
              <p:nvPr/>
            </p:nvSpPr>
            <p:spPr>
              <a:xfrm>
                <a:off x="264424" y="3199236"/>
                <a:ext cx="9668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r(bit-rate)</a:t>
                </a:r>
              </a:p>
            </p:txBody>
          </p:sp>
          <p:sp>
            <p:nvSpPr>
              <p:cNvPr id="49" name="왼쪽 중괄호 48">
                <a:extLst>
                  <a:ext uri="{FF2B5EF4-FFF2-40B4-BE49-F238E27FC236}">
                    <a16:creationId xmlns:a16="http://schemas.microsoft.com/office/drawing/2014/main" id="{F26157AD-734D-E256-9E05-845182F78AFF}"/>
                  </a:ext>
                </a:extLst>
              </p:cNvPr>
              <p:cNvSpPr/>
              <p:nvPr/>
            </p:nvSpPr>
            <p:spPr>
              <a:xfrm>
                <a:off x="1192054" y="3855241"/>
                <a:ext cx="136525" cy="394255"/>
              </a:xfrm>
              <a:prstGeom prst="leftBrace">
                <a:avLst/>
              </a:prstGeom>
              <a:ln w="381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E633314-B63C-40DB-6C8D-CD5BF5EB4A9A}"/>
                  </a:ext>
                </a:extLst>
              </p:cNvPr>
              <p:cNvSpPr txBox="1"/>
              <p:nvPr/>
            </p:nvSpPr>
            <p:spPr>
              <a:xfrm>
                <a:off x="170552" y="3878963"/>
                <a:ext cx="121027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/>
                  <a:t>c(capacity)</a:t>
                </a: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8CBCEA78-0B04-923D-6146-A29AE10BFCE6}"/>
                  </a:ext>
                </a:extLst>
              </p:cNvPr>
              <p:cNvGrpSpPr/>
              <p:nvPr/>
            </p:nvGrpSpPr>
            <p:grpSpPr>
              <a:xfrm>
                <a:off x="1446763" y="2895376"/>
                <a:ext cx="1099514" cy="1354121"/>
                <a:chOff x="1446763" y="2895376"/>
                <a:chExt cx="1099514" cy="13541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2" name="직사각형 51">
                      <a:extLst>
                        <a:ext uri="{FF2B5EF4-FFF2-40B4-BE49-F238E27FC236}">
                          <a16:creationId xmlns:a16="http://schemas.microsoft.com/office/drawing/2014/main" id="{C2B9FCFF-412C-D377-D5A9-449BBDE0D7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CB69FA86-366E-F670-C9D4-BB915BD1379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6763" y="2895376"/>
                      <a:ext cx="1091378" cy="4203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E7BD11C2-4F9A-63F1-FFA7-9DEA61EB3C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solidFill>
                      <a:srgbClr val="2E75B6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97062073-CB79-F92A-5692-2B3610C8E5CD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48119" y="3360688"/>
                      <a:ext cx="1091378" cy="4203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6D36C269-FE88-643D-8733-773EDEE7AB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solidFill>
                      <a:srgbClr val="F4B183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e>
                              <m:sub>
                                <m: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oMath>
                        </m:oMathPara>
                      </a14:m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0" name="직사각형 79">
                      <a:extLst>
                        <a:ext uri="{FF2B5EF4-FFF2-40B4-BE49-F238E27FC236}">
                          <a16:creationId xmlns:a16="http://schemas.microsoft.com/office/drawing/2014/main" id="{28FC0063-32EB-F540-35B9-1C528D4F3C1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54899" y="3829160"/>
                      <a:ext cx="1091378" cy="420337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>
                      <a:noFill/>
                    </a:ln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84A14EB-F246-B009-5A8D-7C89CB1B81C6}"/>
                </a:ext>
              </a:extLst>
            </p:cNvPr>
            <p:cNvGrpSpPr/>
            <p:nvPr/>
          </p:nvGrpSpPr>
          <p:grpSpPr>
            <a:xfrm>
              <a:off x="4075029" y="3469828"/>
              <a:ext cx="1099514" cy="1354121"/>
              <a:chOff x="1446763" y="2895376"/>
              <a:chExt cx="1099514" cy="135412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직사각형 42">
                    <a:extLst>
                      <a:ext uri="{FF2B5EF4-FFF2-40B4-BE49-F238E27FC236}">
                        <a16:creationId xmlns:a16="http://schemas.microsoft.com/office/drawing/2014/main" id="{D7B792E9-63B2-1F72-3893-BD5B99BAABC0}"/>
                      </a:ext>
                    </a:extLst>
                  </p:cNvPr>
                  <p:cNvSpPr/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직사각형 20">
                    <a:extLst>
                      <a:ext uri="{FF2B5EF4-FFF2-40B4-BE49-F238E27FC236}">
                        <a16:creationId xmlns:a16="http://schemas.microsoft.com/office/drawing/2014/main" id="{E76FCAC3-BACC-6B1C-70AF-C3DC21FCEDB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6763" y="2895376"/>
                    <a:ext cx="1091378" cy="42033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직사각형 44">
                    <a:extLst>
                      <a:ext uri="{FF2B5EF4-FFF2-40B4-BE49-F238E27FC236}">
                        <a16:creationId xmlns:a16="http://schemas.microsoft.com/office/drawing/2014/main" id="{E1094B47-4492-C808-2F11-024EAF7D0C59}"/>
                      </a:ext>
                    </a:extLst>
                  </p:cNvPr>
                  <p:cNvSpPr/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solidFill>
                    <a:srgbClr val="2E75B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직사각형 21">
                    <a:extLst>
                      <a:ext uri="{FF2B5EF4-FFF2-40B4-BE49-F238E27FC236}">
                        <a16:creationId xmlns:a16="http://schemas.microsoft.com/office/drawing/2014/main" id="{B9382DB8-8EE8-18CF-6D87-B0FEF66BD1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48119" y="3360688"/>
                    <a:ext cx="1091378" cy="42033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직사각형 45">
                    <a:extLst>
                      <a:ext uri="{FF2B5EF4-FFF2-40B4-BE49-F238E27FC236}">
                        <a16:creationId xmlns:a16="http://schemas.microsoft.com/office/drawing/2014/main" id="{5262996C-F38A-34FB-0E41-0E981F6FE143}"/>
                      </a:ext>
                    </a:extLst>
                  </p:cNvPr>
                  <p:cNvSpPr/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solidFill>
                    <a:srgbClr val="F4B18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altLang="ko-KR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직사각형 22">
                    <a:extLst>
                      <a:ext uri="{FF2B5EF4-FFF2-40B4-BE49-F238E27FC236}">
                        <a16:creationId xmlns:a16="http://schemas.microsoft.com/office/drawing/2014/main" id="{2F4C0908-0A63-0F93-9B8C-8FC4C0CD603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4899" y="3829160"/>
                    <a:ext cx="1091378" cy="42033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76674505-19EC-D762-419C-4C4EA695FB8C}"/>
                </a:ext>
              </a:extLst>
            </p:cNvPr>
            <p:cNvGrpSpPr/>
            <p:nvPr/>
          </p:nvGrpSpPr>
          <p:grpSpPr>
            <a:xfrm>
              <a:off x="2847678" y="3469828"/>
              <a:ext cx="1171882" cy="1354120"/>
              <a:chOff x="4474024" y="4820619"/>
              <a:chExt cx="1171882" cy="1354120"/>
            </a:xfrm>
          </p:grpSpPr>
          <p:sp>
            <p:nvSpPr>
              <p:cNvPr id="27" name="사각형: 둥근 모서리 26">
                <a:extLst>
                  <a:ext uri="{FF2B5EF4-FFF2-40B4-BE49-F238E27FC236}">
                    <a16:creationId xmlns:a16="http://schemas.microsoft.com/office/drawing/2014/main" id="{218D7931-383D-F912-1848-8D651DA5CF63}"/>
                  </a:ext>
                </a:extLst>
              </p:cNvPr>
              <p:cNvSpPr/>
              <p:nvPr/>
            </p:nvSpPr>
            <p:spPr>
              <a:xfrm>
                <a:off x="4899961" y="4820619"/>
                <a:ext cx="282388" cy="135412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b="1" dirty="0">
                    <a:solidFill>
                      <a:schemeClr val="tx1"/>
                    </a:solidFill>
                  </a:rPr>
                  <a:t>P</a:t>
                </a:r>
                <a:endParaRPr lang="ko-KR" altLang="en-US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9D20B273-5109-536B-1CD8-259A3EE1BE65}"/>
                  </a:ext>
                </a:extLst>
              </p:cNvPr>
              <p:cNvGrpSpPr/>
              <p:nvPr/>
            </p:nvGrpSpPr>
            <p:grpSpPr>
              <a:xfrm>
                <a:off x="4474024" y="4918558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9" name="화살표: 오른쪽 38">
                  <a:extLst>
                    <a:ext uri="{FF2B5EF4-FFF2-40B4-BE49-F238E27FC236}">
                      <a16:creationId xmlns:a16="http://schemas.microsoft.com/office/drawing/2014/main" id="{1E988589-E1F7-DE15-D82D-F9EC58221BBE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1" name="화살표: 오른쪽 40">
                  <a:extLst>
                    <a:ext uri="{FF2B5EF4-FFF2-40B4-BE49-F238E27FC236}">
                      <a16:creationId xmlns:a16="http://schemas.microsoft.com/office/drawing/2014/main" id="{AFACEA1C-27CC-0E41-34C1-5A7A31FAF7FB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화살표: 오른쪽 41">
                  <a:extLst>
                    <a:ext uri="{FF2B5EF4-FFF2-40B4-BE49-F238E27FC236}">
                      <a16:creationId xmlns:a16="http://schemas.microsoft.com/office/drawing/2014/main" id="{BE0262D2-B5B6-F08B-6C81-94F913FF8CBB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0CE7CB04-EF23-D4A0-7AE1-BD3B1D0776E7}"/>
                  </a:ext>
                </a:extLst>
              </p:cNvPr>
              <p:cNvGrpSpPr/>
              <p:nvPr/>
            </p:nvGrpSpPr>
            <p:grpSpPr>
              <a:xfrm>
                <a:off x="5263688" y="4919816"/>
                <a:ext cx="382218" cy="1120218"/>
                <a:chOff x="2844153" y="3567767"/>
                <a:chExt cx="382218" cy="1120218"/>
              </a:xfrm>
            </p:grpSpPr>
            <p:sp>
              <p:nvSpPr>
                <p:cNvPr id="34" name="화살표: 오른쪽 33">
                  <a:extLst>
                    <a:ext uri="{FF2B5EF4-FFF2-40B4-BE49-F238E27FC236}">
                      <a16:creationId xmlns:a16="http://schemas.microsoft.com/office/drawing/2014/main" id="{5D477A5F-6A29-C941-D4E0-4388F37CD2D3}"/>
                    </a:ext>
                  </a:extLst>
                </p:cNvPr>
                <p:cNvSpPr/>
                <p:nvPr/>
              </p:nvSpPr>
              <p:spPr>
                <a:xfrm>
                  <a:off x="2844153" y="3567767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6" name="화살표: 오른쪽 35">
                  <a:extLst>
                    <a:ext uri="{FF2B5EF4-FFF2-40B4-BE49-F238E27FC236}">
                      <a16:creationId xmlns:a16="http://schemas.microsoft.com/office/drawing/2014/main" id="{49A26945-A2DC-A202-F9A9-8B9A852F2C07}"/>
                    </a:ext>
                  </a:extLst>
                </p:cNvPr>
                <p:cNvSpPr/>
                <p:nvPr/>
              </p:nvSpPr>
              <p:spPr>
                <a:xfrm>
                  <a:off x="2845714" y="4526620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7" name="화살표: 오른쪽 36">
                  <a:extLst>
                    <a:ext uri="{FF2B5EF4-FFF2-40B4-BE49-F238E27FC236}">
                      <a16:creationId xmlns:a16="http://schemas.microsoft.com/office/drawing/2014/main" id="{DEE480F5-FDD5-255F-9E5B-0FB8014B9D3A}"/>
                    </a:ext>
                  </a:extLst>
                </p:cNvPr>
                <p:cNvSpPr/>
                <p:nvPr/>
              </p:nvSpPr>
              <p:spPr>
                <a:xfrm>
                  <a:off x="2849853" y="4047193"/>
                  <a:ext cx="376518" cy="161365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D93E389D-2814-5945-E2B0-53544304226E}"/>
              </a:ext>
            </a:extLst>
          </p:cNvPr>
          <p:cNvSpPr txBox="1"/>
          <p:nvPr/>
        </p:nvSpPr>
        <p:spPr>
          <a:xfrm>
            <a:off x="1556094" y="2913883"/>
            <a:ext cx="1091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</a:p>
        </p:txBody>
      </p: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89BE9561-5802-F988-E272-F4F0F0FAB91E}"/>
              </a:ext>
            </a:extLst>
          </p:cNvPr>
          <p:cNvCxnSpPr>
            <a:cxnSpLocks/>
            <a:stCxn id="69" idx="0"/>
            <a:endCxn id="57" idx="2"/>
          </p:cNvCxnSpPr>
          <p:nvPr/>
        </p:nvCxnSpPr>
        <p:spPr>
          <a:xfrm rot="5400000" flipH="1" flipV="1">
            <a:off x="1992444" y="3292085"/>
            <a:ext cx="210542" cy="8136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97D082F9-5887-148B-5D83-4F9188EDB461}"/>
              </a:ext>
            </a:extLst>
          </p:cNvPr>
          <p:cNvCxnSpPr>
            <a:cxnSpLocks/>
            <a:stCxn id="21" idx="3"/>
            <a:endCxn id="53" idx="1"/>
          </p:cNvCxnSpPr>
          <p:nvPr/>
        </p:nvCxnSpPr>
        <p:spPr>
          <a:xfrm>
            <a:off x="5009652" y="3611593"/>
            <a:ext cx="1562622" cy="848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연결선: 꺾임 452">
            <a:extLst>
              <a:ext uri="{FF2B5EF4-FFF2-40B4-BE49-F238E27FC236}">
                <a16:creationId xmlns:a16="http://schemas.microsoft.com/office/drawing/2014/main" id="{F9444812-C050-B5D5-CF55-B3AB93395CAE}"/>
              </a:ext>
            </a:extLst>
          </p:cNvPr>
          <p:cNvCxnSpPr>
            <a:cxnSpLocks/>
            <a:stCxn id="450" idx="2"/>
            <a:endCxn id="52" idx="0"/>
          </p:cNvCxnSpPr>
          <p:nvPr/>
        </p:nvCxnSpPr>
        <p:spPr>
          <a:xfrm rot="5400000">
            <a:off x="3930562" y="1952595"/>
            <a:ext cx="1405383" cy="5095483"/>
          </a:xfrm>
          <a:prstGeom prst="bentConnector3">
            <a:avLst>
              <a:gd name="adj1" fmla="val 8321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9" name="TextBox 458">
            <a:extLst>
              <a:ext uri="{FF2B5EF4-FFF2-40B4-BE49-F238E27FC236}">
                <a16:creationId xmlns:a16="http://schemas.microsoft.com/office/drawing/2014/main" id="{08A55EC2-216B-25D7-8687-8185E8AA06D4}"/>
              </a:ext>
            </a:extLst>
          </p:cNvPr>
          <p:cNvSpPr txBox="1"/>
          <p:nvPr/>
        </p:nvSpPr>
        <p:spPr>
          <a:xfrm>
            <a:off x="5053043" y="4692788"/>
            <a:ext cx="1091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</a:p>
        </p:txBody>
      </p:sp>
      <p:cxnSp>
        <p:nvCxnSpPr>
          <p:cNvPr id="465" name="직선 연결선 464">
            <a:extLst>
              <a:ext uri="{FF2B5EF4-FFF2-40B4-BE49-F238E27FC236}">
                <a16:creationId xmlns:a16="http://schemas.microsoft.com/office/drawing/2014/main" id="{382033F7-9175-4C70-8617-55A867559BDB}"/>
              </a:ext>
            </a:extLst>
          </p:cNvPr>
          <p:cNvCxnSpPr/>
          <p:nvPr/>
        </p:nvCxnSpPr>
        <p:spPr>
          <a:xfrm>
            <a:off x="7943850" y="3813854"/>
            <a:ext cx="116205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직선 연결선 465">
            <a:extLst>
              <a:ext uri="{FF2B5EF4-FFF2-40B4-BE49-F238E27FC236}">
                <a16:creationId xmlns:a16="http://schemas.microsoft.com/office/drawing/2014/main" id="{2BEDAC05-EBD0-468B-812B-23AF305A2C23}"/>
              </a:ext>
            </a:extLst>
          </p:cNvPr>
          <p:cNvCxnSpPr/>
          <p:nvPr/>
        </p:nvCxnSpPr>
        <p:spPr>
          <a:xfrm>
            <a:off x="7830540" y="5623365"/>
            <a:ext cx="116205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연결선: 꺾임 468">
            <a:extLst>
              <a:ext uri="{FF2B5EF4-FFF2-40B4-BE49-F238E27FC236}">
                <a16:creationId xmlns:a16="http://schemas.microsoft.com/office/drawing/2014/main" id="{151B2484-C41B-B458-0839-CDD992B2561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540873" y="4805762"/>
            <a:ext cx="2244228" cy="276225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연결선: 꺾임 471">
            <a:extLst>
              <a:ext uri="{FF2B5EF4-FFF2-40B4-BE49-F238E27FC236}">
                <a16:creationId xmlns:a16="http://schemas.microsoft.com/office/drawing/2014/main" id="{27FE178A-791D-480C-BF08-76CB08501ED3}"/>
              </a:ext>
            </a:extLst>
          </p:cNvPr>
          <p:cNvCxnSpPr>
            <a:cxnSpLocks/>
          </p:cNvCxnSpPr>
          <p:nvPr/>
        </p:nvCxnSpPr>
        <p:spPr>
          <a:xfrm>
            <a:off x="8457393" y="5634509"/>
            <a:ext cx="1277157" cy="376806"/>
          </a:xfrm>
          <a:prstGeom prst="bentConnector3">
            <a:avLst>
              <a:gd name="adj1" fmla="val 9996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494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D6302-F8F0-BFD4-1789-0BB630FE9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1BAE6-2C92-F2AD-1F90-8CE5DA8F9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DE2315-F64B-58E6-4BD6-E2692D28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7440C-ED4B-CC2D-66CF-8450F403B55E}"/>
              </a:ext>
            </a:extLst>
          </p:cNvPr>
          <p:cNvSpPr txBox="1"/>
          <p:nvPr/>
        </p:nvSpPr>
        <p:spPr>
          <a:xfrm>
            <a:off x="1271637" y="1632041"/>
            <a:ext cx="866484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Goldilocks Poseidon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Goldilocks(</a:t>
            </a:r>
            <a:r>
              <a:rPr lang="ko-KR" altLang="en-US" sz="1600" dirty="0"/>
              <a:t>약 </a:t>
            </a:r>
            <a:r>
              <a:rPr lang="en-US" altLang="ko-KR" sz="1600" dirty="0"/>
              <a:t>64-bit)</a:t>
            </a:r>
            <a:r>
              <a:rPr lang="ko-KR" altLang="en-US" sz="1600" dirty="0"/>
              <a:t>를 사용하여 </a:t>
            </a:r>
            <a:r>
              <a:rPr lang="en-US" altLang="ko-KR" sz="1600" dirty="0"/>
              <a:t>Poseidon</a:t>
            </a:r>
            <a:r>
              <a:rPr lang="ko-KR" altLang="en-US" sz="1600" dirty="0"/>
              <a:t>을 구성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64-bit Field</a:t>
            </a:r>
            <a:r>
              <a:rPr lang="ko-KR" altLang="en-US" sz="1600" dirty="0"/>
              <a:t> </a:t>
            </a:r>
            <a:r>
              <a:rPr lang="en-US" altLang="ko-KR" sz="1600" dirty="0"/>
              <a:t>4</a:t>
            </a:r>
            <a:r>
              <a:rPr lang="ko-KR" altLang="en-US" sz="1600" dirty="0"/>
              <a:t>개를 한 번에 출력하여 </a:t>
            </a:r>
            <a:r>
              <a:rPr lang="en-US" altLang="ko-KR" sz="1600" dirty="0"/>
              <a:t>Native 256-bit </a:t>
            </a:r>
            <a:r>
              <a:rPr lang="ko-KR" altLang="en-US" sz="1600" dirty="0"/>
              <a:t>생성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장점 </a:t>
            </a:r>
            <a:r>
              <a:rPr lang="en-US" altLang="ko-KR" sz="1600" dirty="0"/>
              <a:t>: </a:t>
            </a:r>
            <a:r>
              <a:rPr lang="ko-KR" altLang="en-US" sz="1600" dirty="0"/>
              <a:t>인터페이스 호환을 위한 오버헤드가 필요 없음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단점 </a:t>
            </a:r>
            <a:r>
              <a:rPr lang="en-US" altLang="ko-KR" sz="1600" dirty="0"/>
              <a:t>: R1CS </a:t>
            </a:r>
            <a:r>
              <a:rPr lang="ko-KR" altLang="en-US" sz="1600" dirty="0"/>
              <a:t>제약 조건 수 증가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IoT </a:t>
            </a:r>
            <a:r>
              <a:rPr lang="ko-KR" altLang="en-US" sz="1600" dirty="0"/>
              <a:t>환경에서의 면적 효율 달성 가능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40015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FF8B-DD93-2761-45A0-EFB1073EC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48EB8-A77D-FA0A-285E-7DF2BA948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BB1923-3B7A-2412-3C8D-40BAB4D3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69B34-1B94-3388-6F7D-63BF74574770}"/>
              </a:ext>
            </a:extLst>
          </p:cNvPr>
          <p:cNvSpPr txBox="1"/>
          <p:nvPr/>
        </p:nvSpPr>
        <p:spPr>
          <a:xfrm>
            <a:off x="1271637" y="1632041"/>
            <a:ext cx="8664843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Goldilocks Poseidon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Rate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state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Capacity : 64-bit</a:t>
            </a:r>
            <a:r>
              <a:rPr lang="ko-KR" altLang="en-US" sz="1600" dirty="0"/>
              <a:t> 크기의 </a:t>
            </a:r>
            <a:r>
              <a:rPr lang="en-US" altLang="ko-KR" sz="1600" dirty="0"/>
              <a:t>state 4</a:t>
            </a:r>
            <a:r>
              <a:rPr lang="ko-KR" altLang="en-US" sz="1600" dirty="0"/>
              <a:t>개</a:t>
            </a:r>
            <a:r>
              <a:rPr lang="en-US" altLang="ko-KR" sz="1600" dirty="0"/>
              <a:t>(</a:t>
            </a:r>
            <a:r>
              <a:rPr lang="ko-KR" altLang="en-US" sz="1600" dirty="0"/>
              <a:t>총 </a:t>
            </a:r>
            <a:r>
              <a:rPr lang="en-US" altLang="ko-KR" sz="1600" dirty="0"/>
              <a:t>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Round </a:t>
            </a:r>
            <a:r>
              <a:rPr lang="ko-KR" altLang="en-US" sz="1600" dirty="0"/>
              <a:t>함수 구성 변경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ADD Round Constants : 64-bit Adder </a:t>
            </a:r>
            <a:r>
              <a:rPr lang="ko-KR" altLang="en-US" sz="1600" dirty="0"/>
              <a:t>사용하여 덧셈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S-box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 </a:t>
            </a:r>
            <a:r>
              <a:rPr lang="en-US" altLang="ko-KR" sz="1600" dirty="0"/>
              <a:t>Multiplier</a:t>
            </a:r>
            <a:r>
              <a:rPr lang="ko-KR" altLang="en-US" sz="1600" dirty="0"/>
              <a:t> 하나로 전체 곱셈 수행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Partial</a:t>
            </a:r>
            <a:r>
              <a:rPr lang="ko-KR" altLang="en-US" sz="1600" dirty="0"/>
              <a:t> </a:t>
            </a:r>
            <a:r>
              <a:rPr lang="en-US" altLang="ko-KR" sz="1600" dirty="0"/>
              <a:t>Round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마지막 </a:t>
            </a:r>
            <a:r>
              <a:rPr lang="en-US" altLang="ko-KR" sz="1600" dirty="0"/>
              <a:t>state(s7)</a:t>
            </a:r>
            <a:r>
              <a:rPr lang="ko-KR" altLang="en-US" sz="1600" dirty="0"/>
              <a:t>에만 </a:t>
            </a:r>
            <a:r>
              <a:rPr lang="en-US" altLang="ko-KR" sz="1600" dirty="0"/>
              <a:t>S-box </a:t>
            </a:r>
            <a:r>
              <a:rPr lang="ko-KR" altLang="en-US" sz="1600" dirty="0"/>
              <a:t>연산 적용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en-US" altLang="ko-KR" sz="1600" dirty="0"/>
              <a:t>Full Round : </a:t>
            </a:r>
            <a:r>
              <a:rPr lang="ko-KR" altLang="en-US" sz="1600" dirty="0"/>
              <a:t>전체 </a:t>
            </a:r>
            <a:r>
              <a:rPr lang="en-US" altLang="ko-KR" sz="1600" dirty="0"/>
              <a:t>Field</a:t>
            </a:r>
            <a:r>
              <a:rPr lang="ko-KR" altLang="en-US" sz="1600" dirty="0"/>
              <a:t>에 </a:t>
            </a:r>
            <a:r>
              <a:rPr lang="en-US" altLang="ko-KR" sz="1600" dirty="0"/>
              <a:t>64-bit S-box </a:t>
            </a:r>
            <a:r>
              <a:rPr lang="ko-KR" altLang="en-US" sz="1600" dirty="0"/>
              <a:t>적용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Mix Layer : 8x8 </a:t>
            </a:r>
            <a:r>
              <a:rPr lang="ko-KR" altLang="en-US" sz="1600" dirty="0"/>
              <a:t>행렬 연산</a:t>
            </a:r>
            <a:endParaRPr lang="en-US" altLang="ko-KR" sz="1600" dirty="0"/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순환 행렬 사용 가능성 고려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Full Round : 8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Partial Round : 22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추가 방법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Round </a:t>
            </a:r>
            <a:r>
              <a:rPr lang="ko-KR" altLang="en-US" sz="1600" dirty="0"/>
              <a:t>내부의 연산을 </a:t>
            </a:r>
            <a:r>
              <a:rPr lang="en-US" altLang="ko-KR" sz="1600" dirty="0"/>
              <a:t>serial </a:t>
            </a:r>
            <a:r>
              <a:rPr lang="ko-KR" altLang="en-US" sz="1600" dirty="0"/>
              <a:t>하게 진행 가능 </a:t>
            </a:r>
            <a:r>
              <a:rPr lang="en-US" altLang="ko-KR" sz="1600" dirty="0"/>
              <a:t>(Resource-Folding </a:t>
            </a:r>
            <a:r>
              <a:rPr lang="ko-KR" altLang="en-US" sz="1600" dirty="0"/>
              <a:t>전략</a:t>
            </a:r>
            <a:r>
              <a:rPr lang="en-US" altLang="ko-KR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회로나 연산 블록을 </a:t>
            </a:r>
            <a:r>
              <a:rPr lang="en-US" altLang="ko-KR" sz="1600" dirty="0"/>
              <a:t>2</a:t>
            </a:r>
            <a:r>
              <a:rPr lang="ko-KR" altLang="en-US" sz="1600" dirty="0"/>
              <a:t>개</a:t>
            </a:r>
            <a:r>
              <a:rPr lang="en-US" altLang="ko-KR" sz="1600" dirty="0"/>
              <a:t>/4</a:t>
            </a:r>
            <a:r>
              <a:rPr lang="ko-KR" altLang="en-US" sz="1600" dirty="0"/>
              <a:t>개를 만들어 병렬 처리 고려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600" dirty="0"/>
              <a:t>Round </a:t>
            </a:r>
            <a:r>
              <a:rPr lang="ko-KR" altLang="en-US" sz="1600" dirty="0"/>
              <a:t>상수 처리</a:t>
            </a:r>
            <a:r>
              <a:rPr lang="en-US" altLang="ko-KR" sz="1600" dirty="0"/>
              <a:t>(Grain</a:t>
            </a:r>
            <a:r>
              <a:rPr lang="ko-KR" altLang="en-US" sz="1600" dirty="0"/>
              <a:t> </a:t>
            </a:r>
            <a:r>
              <a:rPr lang="en-US" altLang="ko-KR" sz="1600" dirty="0"/>
              <a:t>LFSR </a:t>
            </a:r>
            <a:r>
              <a:rPr lang="ko-KR" altLang="en-US" sz="1600" dirty="0"/>
              <a:t>기반 </a:t>
            </a:r>
            <a:r>
              <a:rPr lang="en-US" altLang="ko-KR" sz="1600" dirty="0"/>
              <a:t>pre-fetching)</a:t>
            </a:r>
          </a:p>
        </p:txBody>
      </p:sp>
    </p:spTree>
    <p:extLst>
      <p:ext uri="{BB962C8B-B14F-4D97-AF65-F5344CB8AC3E}">
        <p14:creationId xmlns:p14="http://schemas.microsoft.com/office/powerpoint/2010/main" val="997205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71C0A-68C0-EC7D-5C0E-D75B37647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B12960-03EC-93A8-CD80-DD7E6436E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FA410E-2C22-2468-C69C-86DD62D4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D162DF9B-B397-4D9B-7BD8-3B0D091955E7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1FB3FB-D0CB-87E5-B243-77217228F474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1290E5A1-141B-791F-18AB-F97EB3AA2EBE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9907A7-2884-D8D6-FFAE-0CCD27D4FC73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02D32A6-B041-12AB-B399-B16F259CC900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D9C1D495-970A-C99A-6F80-156F9C562B03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60B67D5-4D67-1F85-B98A-6D3F67FE5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F9E8A835-3606-CB05-6F8B-893F0E5C334F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08D16C3-A0F6-9223-97D4-F1247A3661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8518EEDA-79F1-9FE7-2666-A9590FC52C7D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884FEA3-EB58-FE40-3E57-66382F3891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EDF5B325-0D46-2F9F-8B9E-5DEFD5E7570F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125F1FF5-572F-35F1-E7EC-87524653BC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E03252B-5682-41D9-63F6-762D2D965EC7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397D126-6CC1-A387-5ABD-6BDEF5FC3A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05CD9792-27B8-B22B-BF48-0D605C7A8805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E80A32AE-70CB-61F6-57F7-04C20074D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A1A250C7-8AB8-C9AA-8563-DAD43447155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CE622BAB-660C-70F8-60E9-9AFA5F619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197E751D-F58E-7E79-A7F4-95F46EA5727A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08823A3C-F7E7-180C-144E-89C71ADBCE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A07FD77-A8AE-5120-1619-A308F4764503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9B3FCC73-9C38-D431-2325-E8B6FF167A78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22813079-BADA-D545-3564-8C9F7418E3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1CA3D2F7-CF4E-9C88-02FF-EDDF14D9C8E4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5E989805-9E51-E7C3-F88E-D8F34CB39A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DC955A69-714B-CE23-12F9-3410485A4B67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3D26883-CBE8-2BCC-593E-35312F47C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F9BCE30B-3A01-0C6F-C4B9-BAA12086F243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55C3DF0D-FFE0-A9DA-8069-705181BE5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6240F2D3-7E14-04F8-1A08-B3A6BD35226C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884A3B1-3ACE-629D-5D59-7B75B4E7E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D51A517A-13F0-A3D0-2072-F9B8FCC39FF1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A4CFBE4-21F1-5E6B-07EC-3E2C91F46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174EE89A-84E4-3104-161B-698CC6EE0D99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6730222-6501-2ED6-5DD3-809500DF6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14BFF09-A169-28BE-17F3-FFAF92F43C9F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CEAEEEB-E2CF-A9BA-1A1E-B846BADA9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1ED80560-7CB1-2C34-4A33-51091F437023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F85CE0E8-46AF-CE14-2BDA-B3250BCBC0F5}"/>
              </a:ext>
            </a:extLst>
          </p:cNvPr>
          <p:cNvGrpSpPr/>
          <p:nvPr/>
        </p:nvGrpSpPr>
        <p:grpSpPr>
          <a:xfrm>
            <a:off x="2568859" y="4924678"/>
            <a:ext cx="1423401" cy="312600"/>
            <a:chOff x="2568859" y="4924678"/>
            <a:chExt cx="1423401" cy="312600"/>
          </a:xfrm>
        </p:grpSpPr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A4FBFAD6-2D82-48CC-5272-E1FC4F7C85F4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7F13D02A-3BA5-497B-74B1-7D8ED521AFB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F347289-3D63-2FC0-7BB9-09CE970945E7}"/>
              </a:ext>
            </a:extLst>
          </p:cNvPr>
          <p:cNvGrpSpPr/>
          <p:nvPr/>
        </p:nvGrpSpPr>
        <p:grpSpPr>
          <a:xfrm>
            <a:off x="2568859" y="1657651"/>
            <a:ext cx="1423401" cy="312600"/>
            <a:chOff x="2568859" y="4924678"/>
            <a:chExt cx="1423401" cy="312600"/>
          </a:xfrm>
        </p:grpSpPr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1CD99BBD-0768-69AB-0CD8-6030DB8618B6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633FF34B-1F44-7E5B-1106-95B0851E383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2C1AA42-35DB-5B3C-7497-D8CA92AE1C79}"/>
              </a:ext>
            </a:extLst>
          </p:cNvPr>
          <p:cNvGrpSpPr/>
          <p:nvPr/>
        </p:nvGrpSpPr>
        <p:grpSpPr>
          <a:xfrm>
            <a:off x="2568859" y="4457959"/>
            <a:ext cx="1423401" cy="312600"/>
            <a:chOff x="2568859" y="4924678"/>
            <a:chExt cx="1423401" cy="312600"/>
          </a:xfrm>
        </p:grpSpPr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CED36A7E-28C4-6C88-C35E-A06D53F6293D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2DC0470D-1DF5-5AA4-8F99-B5262AE63846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B672A4F-288D-7454-94F6-E0135044E072}"/>
              </a:ext>
            </a:extLst>
          </p:cNvPr>
          <p:cNvGrpSpPr/>
          <p:nvPr/>
        </p:nvGrpSpPr>
        <p:grpSpPr>
          <a:xfrm>
            <a:off x="2568859" y="3991241"/>
            <a:ext cx="1423401" cy="312600"/>
            <a:chOff x="2568859" y="4924678"/>
            <a:chExt cx="1423401" cy="312600"/>
          </a:xfrm>
        </p:grpSpPr>
        <p:sp>
          <p:nvSpPr>
            <p:cNvPr id="38" name="화살표: 오른쪽 37">
              <a:extLst>
                <a:ext uri="{FF2B5EF4-FFF2-40B4-BE49-F238E27FC236}">
                  <a16:creationId xmlns:a16="http://schemas.microsoft.com/office/drawing/2014/main" id="{BD056E2E-C81F-5FEA-FB96-858C024576A1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267AF655-25DB-F2F0-A068-A8A180B09DD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C3D9B4F-19F6-D2F6-E924-515A3DA83DEB}"/>
              </a:ext>
            </a:extLst>
          </p:cNvPr>
          <p:cNvGrpSpPr/>
          <p:nvPr/>
        </p:nvGrpSpPr>
        <p:grpSpPr>
          <a:xfrm>
            <a:off x="2568859" y="3524523"/>
            <a:ext cx="1423401" cy="312600"/>
            <a:chOff x="2568859" y="4924678"/>
            <a:chExt cx="1423401" cy="312600"/>
          </a:xfrm>
        </p:grpSpPr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6E711F72-20B3-576D-59CD-DC314A2FA898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702C0CD3-0BB1-779F-2B10-8AD789F19617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A52A10FF-871E-505B-A82F-F8EB31FB0BBC}"/>
              </a:ext>
            </a:extLst>
          </p:cNvPr>
          <p:cNvGrpSpPr/>
          <p:nvPr/>
        </p:nvGrpSpPr>
        <p:grpSpPr>
          <a:xfrm>
            <a:off x="2568859" y="3057805"/>
            <a:ext cx="1423401" cy="312600"/>
            <a:chOff x="2568859" y="4924678"/>
            <a:chExt cx="1423401" cy="312600"/>
          </a:xfrm>
        </p:grpSpPr>
        <p:sp>
          <p:nvSpPr>
            <p:cNvPr id="46" name="화살표: 오른쪽 45">
              <a:extLst>
                <a:ext uri="{FF2B5EF4-FFF2-40B4-BE49-F238E27FC236}">
                  <a16:creationId xmlns:a16="http://schemas.microsoft.com/office/drawing/2014/main" id="{ABF36B9D-43B3-77FC-E170-CCDDAFB56003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화살표: 오른쪽 46">
              <a:extLst>
                <a:ext uri="{FF2B5EF4-FFF2-40B4-BE49-F238E27FC236}">
                  <a16:creationId xmlns:a16="http://schemas.microsoft.com/office/drawing/2014/main" id="{8379E6FF-C098-762E-8369-43043C9C1E9D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60BD98-D01B-54A6-E8F0-48845CDFA5C6}"/>
              </a:ext>
            </a:extLst>
          </p:cNvPr>
          <p:cNvGrpSpPr/>
          <p:nvPr/>
        </p:nvGrpSpPr>
        <p:grpSpPr>
          <a:xfrm>
            <a:off x="2568859" y="2591087"/>
            <a:ext cx="1423401" cy="312600"/>
            <a:chOff x="2568859" y="4924678"/>
            <a:chExt cx="1423401" cy="312600"/>
          </a:xfrm>
        </p:grpSpPr>
        <p:sp>
          <p:nvSpPr>
            <p:cNvPr id="49" name="화살표: 오른쪽 48">
              <a:extLst>
                <a:ext uri="{FF2B5EF4-FFF2-40B4-BE49-F238E27FC236}">
                  <a16:creationId xmlns:a16="http://schemas.microsoft.com/office/drawing/2014/main" id="{CC36D802-5EDA-435A-A9EB-80F32796E5EC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화살표: 오른쪽 49">
              <a:extLst>
                <a:ext uri="{FF2B5EF4-FFF2-40B4-BE49-F238E27FC236}">
                  <a16:creationId xmlns:a16="http://schemas.microsoft.com/office/drawing/2014/main" id="{F39E0257-2407-5BE1-92D9-66F12FC59437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3339D79-F643-536B-8F89-F0504A6AA7F4}"/>
              </a:ext>
            </a:extLst>
          </p:cNvPr>
          <p:cNvGrpSpPr/>
          <p:nvPr/>
        </p:nvGrpSpPr>
        <p:grpSpPr>
          <a:xfrm>
            <a:off x="2568859" y="2124369"/>
            <a:ext cx="1423401" cy="312600"/>
            <a:chOff x="2568859" y="4924678"/>
            <a:chExt cx="1423401" cy="312600"/>
          </a:xfrm>
        </p:grpSpPr>
        <p:sp>
          <p:nvSpPr>
            <p:cNvPr id="52" name="화살표: 오른쪽 51">
              <a:extLst>
                <a:ext uri="{FF2B5EF4-FFF2-40B4-BE49-F238E27FC236}">
                  <a16:creationId xmlns:a16="http://schemas.microsoft.com/office/drawing/2014/main" id="{D9D5FD1E-EC7A-1C3D-84DD-A35C1B07F910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화살표: 오른쪽 52">
              <a:extLst>
                <a:ext uri="{FF2B5EF4-FFF2-40B4-BE49-F238E27FC236}">
                  <a16:creationId xmlns:a16="http://schemas.microsoft.com/office/drawing/2014/main" id="{85052838-CCA4-00E2-69CD-156DA50C699C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6A14E3E0-B39F-DCCD-0B78-343ED7EE5C0E}"/>
              </a:ext>
            </a:extLst>
          </p:cNvPr>
          <p:cNvSpPr/>
          <p:nvPr/>
        </p:nvSpPr>
        <p:spPr>
          <a:xfrm>
            <a:off x="3125819" y="1652254"/>
            <a:ext cx="297999" cy="3639231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B8465CB-5AC6-38F4-8A8B-A0CF87A3C9E9}"/>
                  </a:ext>
                </a:extLst>
              </p:cNvPr>
              <p:cNvSpPr txBox="1"/>
              <p:nvPr/>
            </p:nvSpPr>
            <p:spPr>
              <a:xfrm>
                <a:off x="6284968" y="1654859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63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B8465CB-5AC6-38F4-8A8B-A0CF87A3C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1654859"/>
                <a:ext cx="5182664" cy="338554"/>
              </a:xfrm>
              <a:prstGeom prst="rect">
                <a:avLst/>
              </a:prstGeom>
              <a:blipFill>
                <a:blip r:embed="rId19"/>
                <a:stretch>
                  <a:fillRect l="-706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3DEA649A-F3FB-F71F-EE1C-25629E31E0FE}"/>
              </a:ext>
            </a:extLst>
          </p:cNvPr>
          <p:cNvCxnSpPr>
            <a:cxnSpLocks/>
            <a:stCxn id="83" idx="3"/>
            <a:endCxn id="56" idx="1"/>
          </p:cNvCxnSpPr>
          <p:nvPr/>
        </p:nvCxnSpPr>
        <p:spPr>
          <a:xfrm flipV="1">
            <a:off x="5138825" y="1824136"/>
            <a:ext cx="1146143" cy="1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1FF015-9E2F-E017-989E-C829D3F1C197}"/>
                  </a:ext>
                </a:extLst>
              </p:cNvPr>
              <p:cNvSpPr txBox="1"/>
              <p:nvPr/>
            </p:nvSpPr>
            <p:spPr>
              <a:xfrm>
                <a:off x="6284968" y="2121178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64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65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66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127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21FF015-9E2F-E017-989E-C829D3F1C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2121178"/>
                <a:ext cx="5182664" cy="338554"/>
              </a:xfrm>
              <a:prstGeom prst="rect">
                <a:avLst/>
              </a:prstGeom>
              <a:blipFill>
                <a:blip r:embed="rId20"/>
                <a:stretch>
                  <a:fillRect l="-706" t="-5455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AADE45A5-5919-4DC8-8B8A-7060C8E09CEC}"/>
              </a:ext>
            </a:extLst>
          </p:cNvPr>
          <p:cNvCxnSpPr>
            <a:cxnSpLocks/>
            <a:stCxn id="84" idx="3"/>
            <a:endCxn id="62" idx="1"/>
          </p:cNvCxnSpPr>
          <p:nvPr/>
        </p:nvCxnSpPr>
        <p:spPr>
          <a:xfrm>
            <a:off x="5140181" y="2289449"/>
            <a:ext cx="1144787" cy="100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52879AC6-1749-D49E-223D-20DD24DD96E0}"/>
                  </a:ext>
                </a:extLst>
              </p:cNvPr>
              <p:cNvSpPr txBox="1"/>
              <p:nvPr/>
            </p:nvSpPr>
            <p:spPr>
              <a:xfrm>
                <a:off x="6291748" y="2584705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128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129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130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191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52879AC6-1749-D49E-223D-20DD24DD96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1748" y="2584705"/>
                <a:ext cx="5182664" cy="338554"/>
              </a:xfrm>
              <a:prstGeom prst="rect">
                <a:avLst/>
              </a:prstGeom>
              <a:blipFill>
                <a:blip r:embed="rId21"/>
                <a:stretch>
                  <a:fillRect l="-588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9" name="연결선: 꺾임 448">
            <a:extLst>
              <a:ext uri="{FF2B5EF4-FFF2-40B4-BE49-F238E27FC236}">
                <a16:creationId xmlns:a16="http://schemas.microsoft.com/office/drawing/2014/main" id="{E4D6F5EB-8D71-66AE-40C9-B93AD6E65A6D}"/>
              </a:ext>
            </a:extLst>
          </p:cNvPr>
          <p:cNvCxnSpPr>
            <a:cxnSpLocks/>
            <a:stCxn id="85" idx="3"/>
            <a:endCxn id="448" idx="1"/>
          </p:cNvCxnSpPr>
          <p:nvPr/>
        </p:nvCxnSpPr>
        <p:spPr>
          <a:xfrm flipV="1">
            <a:off x="5141537" y="2753982"/>
            <a:ext cx="1150211" cy="779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D8C79844-47CB-1FAF-53A9-9A0636449D7F}"/>
                  </a:ext>
                </a:extLst>
              </p:cNvPr>
              <p:cNvSpPr txBox="1"/>
              <p:nvPr/>
            </p:nvSpPr>
            <p:spPr>
              <a:xfrm>
                <a:off x="6284968" y="3054812"/>
                <a:ext cx="518266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Output 0(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192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193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194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(64-bit)</a:t>
                </a:r>
              </a:p>
            </p:txBody>
          </p:sp>
        </mc:Choice>
        <mc:Fallback xmlns="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D8C79844-47CB-1FAF-53A9-9A0636449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4968" y="3054812"/>
                <a:ext cx="5182664" cy="338554"/>
              </a:xfrm>
              <a:prstGeom prst="rect">
                <a:avLst/>
              </a:prstGeom>
              <a:blipFill>
                <a:blip r:embed="rId22"/>
                <a:stretch>
                  <a:fillRect l="-706" t="-535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1" name="연결선: 꺾임 450">
            <a:extLst>
              <a:ext uri="{FF2B5EF4-FFF2-40B4-BE49-F238E27FC236}">
                <a16:creationId xmlns:a16="http://schemas.microsoft.com/office/drawing/2014/main" id="{FA728F1C-7D38-F41C-3DBB-E1C40776B198}"/>
              </a:ext>
            </a:extLst>
          </p:cNvPr>
          <p:cNvCxnSpPr>
            <a:cxnSpLocks/>
            <a:stCxn id="86" idx="3"/>
            <a:endCxn id="450" idx="1"/>
          </p:cNvCxnSpPr>
          <p:nvPr/>
        </p:nvCxnSpPr>
        <p:spPr>
          <a:xfrm>
            <a:off x="5142893" y="3220073"/>
            <a:ext cx="1142075" cy="4016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1CC9D227-9FAA-4545-BB0F-7932BFE53835}"/>
                  </a:ext>
                </a:extLst>
              </p:cNvPr>
              <p:cNvSpPr txBox="1"/>
              <p:nvPr/>
            </p:nvSpPr>
            <p:spPr>
              <a:xfrm>
                <a:off x="6181270" y="3631018"/>
                <a:ext cx="560842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dirty="0"/>
                  <a:t>최종 </a:t>
                </a:r>
                <a:r>
                  <a:rPr lang="en-US" altLang="ko-KR" sz="1600" dirty="0"/>
                  <a:t>Output(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ko-KR" sz="1600" dirty="0"/>
                  <a:t>)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255</m:t>
                        </m:r>
                      </m:sub>
                    </m:sSub>
                    <m:r>
                      <a:rPr lang="en-US" altLang="ko-KR" sz="16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dirty="0"/>
                  <a:t>(256-bit)</a:t>
                </a:r>
              </a:p>
            </p:txBody>
          </p:sp>
        </mc:Choice>
        <mc:Fallback xmlns=""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1CC9D227-9FAA-4545-BB0F-7932BFE53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1270" y="3631018"/>
                <a:ext cx="5608423" cy="338554"/>
              </a:xfrm>
              <a:prstGeom prst="rect">
                <a:avLst/>
              </a:prstGeom>
              <a:blipFill>
                <a:blip r:embed="rId23"/>
                <a:stretch>
                  <a:fillRect l="-652" t="-7273" b="-2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9" name="직선 연결선 458">
            <a:extLst>
              <a:ext uri="{FF2B5EF4-FFF2-40B4-BE49-F238E27FC236}">
                <a16:creationId xmlns:a16="http://schemas.microsoft.com/office/drawing/2014/main" id="{A6A0E6CE-513B-C852-00A8-DB2E0C8230E6}"/>
              </a:ext>
            </a:extLst>
          </p:cNvPr>
          <p:cNvCxnSpPr>
            <a:cxnSpLocks/>
          </p:cNvCxnSpPr>
          <p:nvPr/>
        </p:nvCxnSpPr>
        <p:spPr>
          <a:xfrm>
            <a:off x="6284968" y="3563814"/>
            <a:ext cx="550472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603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ADB26-D7EA-8AC0-1D0E-02BD511F3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CF6D3-2A31-E41F-937A-D411C914E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 – Partial</a:t>
            </a:r>
            <a:r>
              <a:rPr lang="ko-KR" altLang="en-US" dirty="0"/>
              <a:t> </a:t>
            </a:r>
            <a:r>
              <a:rPr lang="en-US" altLang="ko-KR" dirty="0"/>
              <a:t>Round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874881-9CD7-1126-126D-369994E7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4CFE5FFE-0BE2-D92E-8830-085CB610E2A5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CC29E-4FB0-A9AF-F0D3-99A13EF9F3D6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E70BCD3A-66DE-346B-6497-BD2422C0C608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825BBC-CF0D-711F-9570-DA979ADA5A94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00920D-B7CA-7AD9-58E4-47794C794F16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Partial Round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7FF96D6-F3EF-4AB4-7650-11EF13B5F305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943115C9-D6A9-3F77-100C-3CF74917A15C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60B67D5-4D67-1F85-B98A-6D3F67FE5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4B695B40-22E5-FA34-F59D-052759D36577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08D16C3-A0F6-9223-97D4-F1247A3661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A063167A-09C8-B194-8570-02B45C3DB58C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884FEA3-EB58-FE40-3E57-66382F3891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F927FBF6-BFBC-85F5-7AC9-BCF2653564B0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125F1FF5-572F-35F1-E7EC-87524653BC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964421AE-E9C2-3C96-170C-159378DABFB1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397D126-6CC1-A387-5ABD-6BDEF5FC3A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8CB1F390-48AB-1D70-9F8F-58666D85265A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E80A32AE-70CB-61F6-57F7-04C20074D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5CEE9E1D-F460-B501-6AA5-B0AC544D0D4D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CE622BAB-660C-70F8-60E9-9AFA5F619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6743D2C0-F2C4-7819-CF45-E4540EA76AFB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08823A3C-F7E7-180C-144E-89C71ADBCE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7D369CD6-68EC-9E87-EA9F-7015CA45840F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896853F0-47CF-3949-6440-E77CFB8EB90A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22813079-BADA-D545-3564-8C9F7418E3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9A7D37DD-C99C-1F21-0CD8-9C93E84063A0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5E989805-9E51-E7C3-F88E-D8F34CB39A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B694F7D-B558-14FF-AD32-0B10DE00933E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3D26883-CBE8-2BCC-593E-35312F47C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65C21A9F-6361-BD76-36A1-E8868337C239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55C3DF0D-FFE0-A9DA-8069-705181BE5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B44FC98-4DF5-4567-DD17-D1C8952A2689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884A3B1-3ACE-629D-5D59-7B75B4E7E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83B631F-9CB2-1487-6F99-C3B06E7A8407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A4CFBE4-21F1-5E6B-07EC-3E2C91F46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E61EA0C2-2461-64CA-5A64-353D55DBA814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6730222-6501-2ED6-5DD3-809500DF6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50B76839-7993-2CEB-F043-B34E41D7DED6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CEAEEEB-E2CF-A9BA-1A1E-B846BADA9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8A61CE9-858A-C281-8862-88D3E36424A2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AAB80ED8-C42B-1458-8AE3-55A673DF5B99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46FC000-8ECC-7A3F-D79A-6B3A7D143E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9B31C405-37EC-287B-3424-2D8EE2AF2DE7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7AB431D9-90B6-3D8A-5971-2354B880F4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DA0E1E26-73B8-4938-E288-345AA39FE1F2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787D3CCF-825B-76EF-50BF-F9A60319A9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D456CDD0-2C9E-DEB3-FE64-6F277B0B52BE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780DC818-3861-3F7A-AB9A-FCB8ED56FA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94014385-7BF5-A4DC-1E0F-3FD1D717664C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2DCE4C40-578C-FB94-68AF-C441FB0C94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A2815A53-79D8-56E3-4E5B-BEDC45B11150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5C122248-6EE8-AA11-0E81-B637251A5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9CFCB687-3DCB-4326-7B14-AD5E319240B7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EBFD5AE6-4E3B-7A8B-3ACF-EFF3619BCC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19159735-D6D9-A76C-C54C-D283AB62EDB6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DAE495C0-3116-8BF2-9036-6E51992305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87EBA36C-B12B-6EE5-6D2D-84E707C361D4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A345FBD1-4F46-6DB6-EE9A-B4F807C22BBA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46146A40-FF6E-62C0-3AFA-315D6F07C0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EF816282-F848-6115-5C34-EBA57A6BF33F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B6D793B0-58B9-F3CD-C209-8CBBDEC926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DBFCD5DE-887D-AE73-297B-4A6960FF4187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0F54D128-2D72-C8D8-F133-12FBA088F2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0840F035-FD6C-B093-9F8C-C52C8B8F7D78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A2503A63-1FFF-DD0E-4489-D309D52C63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3C216B07-31BA-BA5C-A751-52B1A7F1FD05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1DB4F983-A58B-7693-3B47-F0B500F02D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0ACE5D66-A5A4-63DE-CC99-77B0255A0E41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9BF739DB-3E1E-578F-E305-6C6044574A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AD1AFCA8-761F-2C93-8647-6BFA4A8C27E3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CC017F49-2CAA-90B9-FF8E-55536AEE26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9EACC448-9D62-99E3-1A45-4644E0E3A213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B62F2AC4-F80B-AFB6-0281-B1FF1CF915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15CA60A8-1E33-4274-6588-66213072D8B8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324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F20608B0-CDF2-D31C-5D74-CB687B030719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34DD4535-5F52-2C4F-7995-7DFD75C660FE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11B1229D-80D0-A6D3-3F17-96F89D6CD8D8}"/>
              </a:ext>
            </a:extLst>
          </p:cNvPr>
          <p:cNvGrpSpPr/>
          <p:nvPr/>
        </p:nvGrpSpPr>
        <p:grpSpPr>
          <a:xfrm>
            <a:off x="5400798" y="4874701"/>
            <a:ext cx="1423401" cy="431074"/>
            <a:chOff x="5574293" y="4874701"/>
            <a:chExt cx="1423401" cy="431074"/>
          </a:xfrm>
        </p:grpSpPr>
        <p:grpSp>
          <p:nvGrpSpPr>
            <p:cNvPr id="484" name="그룹 483">
              <a:extLst>
                <a:ext uri="{FF2B5EF4-FFF2-40B4-BE49-F238E27FC236}">
                  <a16:creationId xmlns:a16="http://schemas.microsoft.com/office/drawing/2014/main" id="{9D8B4D3C-41A9-7483-7625-F8B73A3EA22B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9DB66762-94A2-A83F-8D9C-EA8172FD9523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48375B34-A839-B8E1-02DC-C60E08BC3C2A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85" name="화살표: 오른쪽 484">
              <a:extLst>
                <a:ext uri="{FF2B5EF4-FFF2-40B4-BE49-F238E27FC236}">
                  <a16:creationId xmlns:a16="http://schemas.microsoft.com/office/drawing/2014/main" id="{F4CEF2A6-7E87-116C-A6B0-2D1B76E6BA0C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6" name="화살표: 오른쪽 485">
              <a:extLst>
                <a:ext uri="{FF2B5EF4-FFF2-40B4-BE49-F238E27FC236}">
                  <a16:creationId xmlns:a16="http://schemas.microsoft.com/office/drawing/2014/main" id="{846F2A7A-7442-6CDB-873E-ED18FD8CD11C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7" name="화살표: 오른쪽 476">
            <a:extLst>
              <a:ext uri="{FF2B5EF4-FFF2-40B4-BE49-F238E27FC236}">
                <a16:creationId xmlns:a16="http://schemas.microsoft.com/office/drawing/2014/main" id="{DDE97F95-6863-DE5F-245A-502D70592452}"/>
              </a:ext>
            </a:extLst>
          </p:cNvPr>
          <p:cNvSpPr/>
          <p:nvPr/>
        </p:nvSpPr>
        <p:spPr>
          <a:xfrm>
            <a:off x="5403187" y="4473939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8" name="화살표: 오른쪽 477">
            <a:extLst>
              <a:ext uri="{FF2B5EF4-FFF2-40B4-BE49-F238E27FC236}">
                <a16:creationId xmlns:a16="http://schemas.microsoft.com/office/drawing/2014/main" id="{4F2CAC8E-4721-0EBA-E5E3-1A234184CBDD}"/>
              </a:ext>
            </a:extLst>
          </p:cNvPr>
          <p:cNvSpPr/>
          <p:nvPr/>
        </p:nvSpPr>
        <p:spPr>
          <a:xfrm>
            <a:off x="5400797" y="4009399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9" name="화살표: 오른쪽 478">
            <a:extLst>
              <a:ext uri="{FF2B5EF4-FFF2-40B4-BE49-F238E27FC236}">
                <a16:creationId xmlns:a16="http://schemas.microsoft.com/office/drawing/2014/main" id="{D1576B53-40A8-BF78-43BE-F109A70C431E}"/>
              </a:ext>
            </a:extLst>
          </p:cNvPr>
          <p:cNvSpPr/>
          <p:nvPr/>
        </p:nvSpPr>
        <p:spPr>
          <a:xfrm>
            <a:off x="5400797" y="3544861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0" name="화살표: 오른쪽 479">
            <a:extLst>
              <a:ext uri="{FF2B5EF4-FFF2-40B4-BE49-F238E27FC236}">
                <a16:creationId xmlns:a16="http://schemas.microsoft.com/office/drawing/2014/main" id="{33EF1179-5E3B-43B6-8069-F85F1970978B}"/>
              </a:ext>
            </a:extLst>
          </p:cNvPr>
          <p:cNvSpPr/>
          <p:nvPr/>
        </p:nvSpPr>
        <p:spPr>
          <a:xfrm>
            <a:off x="5400797" y="3080323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1" name="화살표: 오른쪽 480">
            <a:extLst>
              <a:ext uri="{FF2B5EF4-FFF2-40B4-BE49-F238E27FC236}">
                <a16:creationId xmlns:a16="http://schemas.microsoft.com/office/drawing/2014/main" id="{A0149B7E-DC37-4B3E-8F60-C4D422089A83}"/>
              </a:ext>
            </a:extLst>
          </p:cNvPr>
          <p:cNvSpPr/>
          <p:nvPr/>
        </p:nvSpPr>
        <p:spPr>
          <a:xfrm>
            <a:off x="5400797" y="2615784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2" name="화살표: 오른쪽 481">
            <a:extLst>
              <a:ext uri="{FF2B5EF4-FFF2-40B4-BE49-F238E27FC236}">
                <a16:creationId xmlns:a16="http://schemas.microsoft.com/office/drawing/2014/main" id="{19D64B3C-4589-2D7F-0529-E9AE01B7F2F5}"/>
              </a:ext>
            </a:extLst>
          </p:cNvPr>
          <p:cNvSpPr/>
          <p:nvPr/>
        </p:nvSpPr>
        <p:spPr>
          <a:xfrm>
            <a:off x="5400797" y="1686708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3" name="화살표: 오른쪽 482">
            <a:extLst>
              <a:ext uri="{FF2B5EF4-FFF2-40B4-BE49-F238E27FC236}">
                <a16:creationId xmlns:a16="http://schemas.microsoft.com/office/drawing/2014/main" id="{E1D1B6C6-3194-498F-3234-955A639A25FE}"/>
              </a:ext>
            </a:extLst>
          </p:cNvPr>
          <p:cNvSpPr/>
          <p:nvPr/>
        </p:nvSpPr>
        <p:spPr>
          <a:xfrm>
            <a:off x="5400797" y="2151246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14DB97F-8719-B802-D23A-96F17A9C439D}"/>
              </a:ext>
            </a:extLst>
          </p:cNvPr>
          <p:cNvGrpSpPr/>
          <p:nvPr/>
        </p:nvGrpSpPr>
        <p:grpSpPr>
          <a:xfrm>
            <a:off x="8346076" y="3248643"/>
            <a:ext cx="1896842" cy="742209"/>
            <a:chOff x="8346076" y="3248643"/>
            <a:chExt cx="1896842" cy="742209"/>
          </a:xfrm>
        </p:grpSpPr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F0B760F4-B372-2F2B-E519-95857377CDDE}"/>
                </a:ext>
              </a:extLst>
            </p:cNvPr>
            <p:cNvGrpSpPr/>
            <p:nvPr/>
          </p:nvGrpSpPr>
          <p:grpSpPr>
            <a:xfrm>
              <a:off x="8869815" y="3248643"/>
              <a:ext cx="781799" cy="384658"/>
              <a:chOff x="8870910" y="4919718"/>
              <a:chExt cx="781799" cy="384658"/>
            </a:xfrm>
          </p:grpSpPr>
          <p:sp>
            <p:nvSpPr>
              <p:cNvPr id="382" name="곱하기 기호 381">
                <a:extLst>
                  <a:ext uri="{FF2B5EF4-FFF2-40B4-BE49-F238E27FC236}">
                    <a16:creationId xmlns:a16="http://schemas.microsoft.com/office/drawing/2014/main" id="{8910C7BF-D6C0-A1E9-BB0D-0D56872598F4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83" name="그룹 382">
                <a:extLst>
                  <a:ext uri="{FF2B5EF4-FFF2-40B4-BE49-F238E27FC236}">
                    <a16:creationId xmlns:a16="http://schemas.microsoft.com/office/drawing/2014/main" id="{C1165A06-09DC-35AF-8732-5FEE919E66A8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76D91F42-4D1A-0C21-C03C-FA64C2E2DCFE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50BE2580-E7AA-5343-EA30-A9931E5D41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직선 연결선 393">
                  <a:extLst>
                    <a:ext uri="{FF2B5EF4-FFF2-40B4-BE49-F238E27FC236}">
                      <a16:creationId xmlns:a16="http://schemas.microsoft.com/office/drawing/2014/main" id="{9C7889E0-19EC-0F25-D7CA-4A7BA85218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직선 연결선 394">
                  <a:extLst>
                    <a:ext uri="{FF2B5EF4-FFF2-40B4-BE49-F238E27FC236}">
                      <a16:creationId xmlns:a16="http://schemas.microsoft.com/office/drawing/2014/main" id="{4B5949E2-05F6-2EB5-0152-D3B2CF7458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62C5B659-D7A4-C9DA-34FC-EC6F7F1DA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직선 연결선 396">
                  <a:extLst>
                    <a:ext uri="{FF2B5EF4-FFF2-40B4-BE49-F238E27FC236}">
                      <a16:creationId xmlns:a16="http://schemas.microsoft.com/office/drawing/2014/main" id="{D5F489FA-5A3D-4A44-6411-37C6EF2C5D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7093582B-BADF-B99C-B779-697C523C5D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직선 연결선 398">
                  <a:extLst>
                    <a:ext uri="{FF2B5EF4-FFF2-40B4-BE49-F238E27FC236}">
                      <a16:creationId xmlns:a16="http://schemas.microsoft.com/office/drawing/2014/main" id="{1FF1AFDF-5B62-3791-59CB-1434DDB846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그룹 383">
                <a:extLst>
                  <a:ext uri="{FF2B5EF4-FFF2-40B4-BE49-F238E27FC236}">
                    <a16:creationId xmlns:a16="http://schemas.microsoft.com/office/drawing/2014/main" id="{8EA46648-A186-F23F-E7FE-ABF2FC88B161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85" name="직선 연결선 384">
                  <a:extLst>
                    <a:ext uri="{FF2B5EF4-FFF2-40B4-BE49-F238E27FC236}">
                      <a16:creationId xmlns:a16="http://schemas.microsoft.com/office/drawing/2014/main" id="{0874B474-6D7B-300E-237F-0C1481F1D5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직선 연결선 385">
                  <a:extLst>
                    <a:ext uri="{FF2B5EF4-FFF2-40B4-BE49-F238E27FC236}">
                      <a16:creationId xmlns:a16="http://schemas.microsoft.com/office/drawing/2014/main" id="{3D95E704-C9E5-C409-9716-1A687844A7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직선 연결선 386">
                  <a:extLst>
                    <a:ext uri="{FF2B5EF4-FFF2-40B4-BE49-F238E27FC236}">
                      <a16:creationId xmlns:a16="http://schemas.microsoft.com/office/drawing/2014/main" id="{6CB97164-C7D7-E233-3D14-CE637EA080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직선 연결선 387">
                  <a:extLst>
                    <a:ext uri="{FF2B5EF4-FFF2-40B4-BE49-F238E27FC236}">
                      <a16:creationId xmlns:a16="http://schemas.microsoft.com/office/drawing/2014/main" id="{4A78E13E-C7DB-D40E-EAFB-B2C406FAD1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직선 연결선 388">
                  <a:extLst>
                    <a:ext uri="{FF2B5EF4-FFF2-40B4-BE49-F238E27FC236}">
                      <a16:creationId xmlns:a16="http://schemas.microsoft.com/office/drawing/2014/main" id="{57344912-A77F-6B9E-1E3A-8F3BDE1CC8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직선 연결선 389">
                  <a:extLst>
                    <a:ext uri="{FF2B5EF4-FFF2-40B4-BE49-F238E27FC236}">
                      <a16:creationId xmlns:a16="http://schemas.microsoft.com/office/drawing/2014/main" id="{7E374DCE-73B2-D3C9-6904-649281B26F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FD444236-1765-E089-72BE-601FFB629F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A2E6EFE-8BCB-3B35-3C05-E6DC90167617}"/>
                </a:ext>
              </a:extLst>
            </p:cNvPr>
            <p:cNvSpPr txBox="1"/>
            <p:nvPr/>
          </p:nvSpPr>
          <p:spPr>
            <a:xfrm>
              <a:off x="8766740" y="3729242"/>
              <a:ext cx="1153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8x8</a:t>
              </a:r>
              <a:r>
                <a:rPr lang="ko-KR" altLang="en-US" sz="1100" dirty="0"/>
                <a:t> </a:t>
              </a:r>
              <a:r>
                <a:rPr lang="en-US" altLang="ko-KR" sz="1100" dirty="0"/>
                <a:t>MDS</a:t>
              </a:r>
              <a:r>
                <a:rPr lang="ko-KR" altLang="en-US" sz="1100" dirty="0"/>
                <a:t>행렬</a:t>
              </a:r>
              <a:endParaRPr lang="en-US" altLang="ko-KR" sz="1100" dirty="0"/>
            </a:p>
          </p:txBody>
        </p:sp>
        <p:sp>
          <p:nvSpPr>
            <p:cNvPr id="6" name="화살표: 오른쪽 5">
              <a:extLst>
                <a:ext uri="{FF2B5EF4-FFF2-40B4-BE49-F238E27FC236}">
                  <a16:creationId xmlns:a16="http://schemas.microsoft.com/office/drawing/2014/main" id="{A8A2794F-FF17-F49E-7A38-1607ED8DA1EE}"/>
                </a:ext>
              </a:extLst>
            </p:cNvPr>
            <p:cNvSpPr/>
            <p:nvPr/>
          </p:nvSpPr>
          <p:spPr>
            <a:xfrm>
              <a:off x="8346076" y="329466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481B3F67-0D82-1D0F-6E45-FEC8E3F1F0F8}"/>
                </a:ext>
              </a:extLst>
            </p:cNvPr>
            <p:cNvSpPr/>
            <p:nvPr/>
          </p:nvSpPr>
          <p:spPr>
            <a:xfrm>
              <a:off x="9829687" y="329829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553C391-F46B-529C-B329-09920199B983}"/>
              </a:ext>
            </a:extLst>
          </p:cNvPr>
          <p:cNvGrpSpPr/>
          <p:nvPr/>
        </p:nvGrpSpPr>
        <p:grpSpPr>
          <a:xfrm>
            <a:off x="3131170" y="1660937"/>
            <a:ext cx="292649" cy="3576913"/>
            <a:chOff x="3131170" y="1660937"/>
            <a:chExt cx="292649" cy="3576913"/>
          </a:xfrm>
        </p:grpSpPr>
        <p:sp>
          <p:nvSpPr>
            <p:cNvPr id="255" name="사다리꼴 254">
              <a:extLst>
                <a:ext uri="{FF2B5EF4-FFF2-40B4-BE49-F238E27FC236}">
                  <a16:creationId xmlns:a16="http://schemas.microsoft.com/office/drawing/2014/main" id="{8889F965-F12C-D3E4-9F9A-74354D019D8B}"/>
                </a:ext>
              </a:extLst>
            </p:cNvPr>
            <p:cNvSpPr/>
            <p:nvPr/>
          </p:nvSpPr>
          <p:spPr>
            <a:xfrm rot="5400000">
              <a:off x="3118485" y="1673622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사다리꼴 15">
              <a:extLst>
                <a:ext uri="{FF2B5EF4-FFF2-40B4-BE49-F238E27FC236}">
                  <a16:creationId xmlns:a16="http://schemas.microsoft.com/office/drawing/2014/main" id="{CB0707BA-8435-B356-5F75-7C63F73F7C0D}"/>
                </a:ext>
              </a:extLst>
            </p:cNvPr>
            <p:cNvSpPr/>
            <p:nvPr/>
          </p:nvSpPr>
          <p:spPr>
            <a:xfrm rot="5400000">
              <a:off x="3118485" y="3070290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사다리꼴 16">
              <a:extLst>
                <a:ext uri="{FF2B5EF4-FFF2-40B4-BE49-F238E27FC236}">
                  <a16:creationId xmlns:a16="http://schemas.microsoft.com/office/drawing/2014/main" id="{34F86F06-E988-D08F-3734-EB0099C35EFD}"/>
                </a:ext>
              </a:extLst>
            </p:cNvPr>
            <p:cNvSpPr/>
            <p:nvPr/>
          </p:nvSpPr>
          <p:spPr>
            <a:xfrm rot="5400000">
              <a:off x="3118485" y="2139178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" name="사다리꼴 18">
              <a:extLst>
                <a:ext uri="{FF2B5EF4-FFF2-40B4-BE49-F238E27FC236}">
                  <a16:creationId xmlns:a16="http://schemas.microsoft.com/office/drawing/2014/main" id="{C46685CD-670F-D751-39EA-81325F0A630C}"/>
                </a:ext>
              </a:extLst>
            </p:cNvPr>
            <p:cNvSpPr/>
            <p:nvPr/>
          </p:nvSpPr>
          <p:spPr>
            <a:xfrm rot="5400000">
              <a:off x="3118485" y="3535846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0" name="사다리꼴 19">
              <a:extLst>
                <a:ext uri="{FF2B5EF4-FFF2-40B4-BE49-F238E27FC236}">
                  <a16:creationId xmlns:a16="http://schemas.microsoft.com/office/drawing/2014/main" id="{81479D16-6BBF-83C1-0ACB-9656F1B8988A}"/>
                </a:ext>
              </a:extLst>
            </p:cNvPr>
            <p:cNvSpPr/>
            <p:nvPr/>
          </p:nvSpPr>
          <p:spPr>
            <a:xfrm rot="5400000">
              <a:off x="3118485" y="2604734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2" name="사다리꼴 21">
              <a:extLst>
                <a:ext uri="{FF2B5EF4-FFF2-40B4-BE49-F238E27FC236}">
                  <a16:creationId xmlns:a16="http://schemas.microsoft.com/office/drawing/2014/main" id="{75B63C90-3E8E-6B2A-9A2A-D2B2D0E016F9}"/>
                </a:ext>
              </a:extLst>
            </p:cNvPr>
            <p:cNvSpPr/>
            <p:nvPr/>
          </p:nvSpPr>
          <p:spPr>
            <a:xfrm rot="5400000">
              <a:off x="3118485" y="4001402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3" name="사다리꼴 22">
              <a:extLst>
                <a:ext uri="{FF2B5EF4-FFF2-40B4-BE49-F238E27FC236}">
                  <a16:creationId xmlns:a16="http://schemas.microsoft.com/office/drawing/2014/main" id="{9188F5DE-4B0F-5070-C376-5405435A27B6}"/>
                </a:ext>
              </a:extLst>
            </p:cNvPr>
            <p:cNvSpPr/>
            <p:nvPr/>
          </p:nvSpPr>
          <p:spPr>
            <a:xfrm rot="5400000">
              <a:off x="3118485" y="4932516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24" name="사다리꼴 23">
              <a:extLst>
                <a:ext uri="{FF2B5EF4-FFF2-40B4-BE49-F238E27FC236}">
                  <a16:creationId xmlns:a16="http://schemas.microsoft.com/office/drawing/2014/main" id="{D9981150-694D-EA55-41E8-2AEEA42932BE}"/>
                </a:ext>
              </a:extLst>
            </p:cNvPr>
            <p:cNvSpPr/>
            <p:nvPr/>
          </p:nvSpPr>
          <p:spPr>
            <a:xfrm rot="5400000">
              <a:off x="3118485" y="4466958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536D393-9AB7-87C1-7E1D-9B9C5A51290B}"/>
              </a:ext>
            </a:extLst>
          </p:cNvPr>
          <p:cNvGrpSpPr/>
          <p:nvPr/>
        </p:nvGrpSpPr>
        <p:grpSpPr>
          <a:xfrm>
            <a:off x="2568859" y="4924678"/>
            <a:ext cx="1423401" cy="312600"/>
            <a:chOff x="2568859" y="4924678"/>
            <a:chExt cx="1423401" cy="312600"/>
          </a:xfrm>
        </p:grpSpPr>
        <p:sp>
          <p:nvSpPr>
            <p:cNvPr id="25" name="화살표: 오른쪽 24">
              <a:extLst>
                <a:ext uri="{FF2B5EF4-FFF2-40B4-BE49-F238E27FC236}">
                  <a16:creationId xmlns:a16="http://schemas.microsoft.com/office/drawing/2014/main" id="{96741AD1-F5DF-89AE-F9EE-F118BE4F2FF6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6" name="화살표: 오른쪽 25">
              <a:extLst>
                <a:ext uri="{FF2B5EF4-FFF2-40B4-BE49-F238E27FC236}">
                  <a16:creationId xmlns:a16="http://schemas.microsoft.com/office/drawing/2014/main" id="{C56E26A2-E074-5F9F-7ADF-E582B11987C6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2EFF8B8E-BDCD-EF98-ABCE-35EC984C345F}"/>
              </a:ext>
            </a:extLst>
          </p:cNvPr>
          <p:cNvGrpSpPr/>
          <p:nvPr/>
        </p:nvGrpSpPr>
        <p:grpSpPr>
          <a:xfrm>
            <a:off x="2568859" y="1657651"/>
            <a:ext cx="1423401" cy="312600"/>
            <a:chOff x="2568859" y="4924678"/>
            <a:chExt cx="1423401" cy="312600"/>
          </a:xfrm>
        </p:grpSpPr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651DF0D5-4685-63FA-8D4A-D15477B84845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A337E1AB-BAB6-2A48-2A53-B3C24AA7FC02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5111BD2E-0C40-6DFB-B8E4-5474CB16D544}"/>
              </a:ext>
            </a:extLst>
          </p:cNvPr>
          <p:cNvGrpSpPr/>
          <p:nvPr/>
        </p:nvGrpSpPr>
        <p:grpSpPr>
          <a:xfrm>
            <a:off x="2568859" y="4457959"/>
            <a:ext cx="1423401" cy="312600"/>
            <a:chOff x="2568859" y="4924678"/>
            <a:chExt cx="1423401" cy="312600"/>
          </a:xfrm>
        </p:grpSpPr>
        <p:sp>
          <p:nvSpPr>
            <p:cNvPr id="34" name="화살표: 오른쪽 33">
              <a:extLst>
                <a:ext uri="{FF2B5EF4-FFF2-40B4-BE49-F238E27FC236}">
                  <a16:creationId xmlns:a16="http://schemas.microsoft.com/office/drawing/2014/main" id="{16C5D90E-924D-DEA5-1302-5B9FBEB15CCB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5" name="화살표: 오른쪽 34">
              <a:extLst>
                <a:ext uri="{FF2B5EF4-FFF2-40B4-BE49-F238E27FC236}">
                  <a16:creationId xmlns:a16="http://schemas.microsoft.com/office/drawing/2014/main" id="{4DC1CE10-677F-9F87-267D-95839B907354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FD32D1B-9659-87F5-3BCB-5263883247E4}"/>
              </a:ext>
            </a:extLst>
          </p:cNvPr>
          <p:cNvGrpSpPr/>
          <p:nvPr/>
        </p:nvGrpSpPr>
        <p:grpSpPr>
          <a:xfrm>
            <a:off x="2568859" y="3991241"/>
            <a:ext cx="1423401" cy="312600"/>
            <a:chOff x="2568859" y="4924678"/>
            <a:chExt cx="1423401" cy="312600"/>
          </a:xfrm>
        </p:grpSpPr>
        <p:sp>
          <p:nvSpPr>
            <p:cNvPr id="38" name="화살표: 오른쪽 37">
              <a:extLst>
                <a:ext uri="{FF2B5EF4-FFF2-40B4-BE49-F238E27FC236}">
                  <a16:creationId xmlns:a16="http://schemas.microsoft.com/office/drawing/2014/main" id="{AF286CA3-D07C-46D2-5780-F7046D1B1320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8622B965-0E3C-B38A-0CFD-63B958CA6E3E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A0E1B65-E670-2E67-3070-3497614182C3}"/>
              </a:ext>
            </a:extLst>
          </p:cNvPr>
          <p:cNvGrpSpPr/>
          <p:nvPr/>
        </p:nvGrpSpPr>
        <p:grpSpPr>
          <a:xfrm>
            <a:off x="2568859" y="3524523"/>
            <a:ext cx="1423401" cy="312600"/>
            <a:chOff x="2568859" y="4924678"/>
            <a:chExt cx="1423401" cy="312600"/>
          </a:xfrm>
        </p:grpSpPr>
        <p:sp>
          <p:nvSpPr>
            <p:cNvPr id="43" name="화살표: 오른쪽 42">
              <a:extLst>
                <a:ext uri="{FF2B5EF4-FFF2-40B4-BE49-F238E27FC236}">
                  <a16:creationId xmlns:a16="http://schemas.microsoft.com/office/drawing/2014/main" id="{6BDA1D51-F623-9F79-61FB-1FAED22EF15E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4" name="화살표: 오른쪽 43">
              <a:extLst>
                <a:ext uri="{FF2B5EF4-FFF2-40B4-BE49-F238E27FC236}">
                  <a16:creationId xmlns:a16="http://schemas.microsoft.com/office/drawing/2014/main" id="{744E3219-A457-B5FD-B187-EBED0C6836D8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2643360-F3D9-1662-FBAE-B108B4693790}"/>
              </a:ext>
            </a:extLst>
          </p:cNvPr>
          <p:cNvGrpSpPr/>
          <p:nvPr/>
        </p:nvGrpSpPr>
        <p:grpSpPr>
          <a:xfrm>
            <a:off x="2568859" y="3057805"/>
            <a:ext cx="1423401" cy="312600"/>
            <a:chOff x="2568859" y="4924678"/>
            <a:chExt cx="1423401" cy="312600"/>
          </a:xfrm>
        </p:grpSpPr>
        <p:sp>
          <p:nvSpPr>
            <p:cNvPr id="46" name="화살표: 오른쪽 45">
              <a:extLst>
                <a:ext uri="{FF2B5EF4-FFF2-40B4-BE49-F238E27FC236}">
                  <a16:creationId xmlns:a16="http://schemas.microsoft.com/office/drawing/2014/main" id="{6FDE53C3-E187-EC8D-5118-3296ACCE0AA6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화살표: 오른쪽 46">
              <a:extLst>
                <a:ext uri="{FF2B5EF4-FFF2-40B4-BE49-F238E27FC236}">
                  <a16:creationId xmlns:a16="http://schemas.microsoft.com/office/drawing/2014/main" id="{FFBDCF42-623F-9E9E-3F31-73CB7773590F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9D7CF26-50AE-759D-63AD-B82C4ADA0E7D}"/>
              </a:ext>
            </a:extLst>
          </p:cNvPr>
          <p:cNvGrpSpPr/>
          <p:nvPr/>
        </p:nvGrpSpPr>
        <p:grpSpPr>
          <a:xfrm>
            <a:off x="2568859" y="2591087"/>
            <a:ext cx="1423401" cy="312600"/>
            <a:chOff x="2568859" y="4924678"/>
            <a:chExt cx="1423401" cy="312600"/>
          </a:xfrm>
        </p:grpSpPr>
        <p:sp>
          <p:nvSpPr>
            <p:cNvPr id="49" name="화살표: 오른쪽 48">
              <a:extLst>
                <a:ext uri="{FF2B5EF4-FFF2-40B4-BE49-F238E27FC236}">
                  <a16:creationId xmlns:a16="http://schemas.microsoft.com/office/drawing/2014/main" id="{58A8E082-97C2-EE42-669B-25052DE63BF3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화살표: 오른쪽 49">
              <a:extLst>
                <a:ext uri="{FF2B5EF4-FFF2-40B4-BE49-F238E27FC236}">
                  <a16:creationId xmlns:a16="http://schemas.microsoft.com/office/drawing/2014/main" id="{991A53B2-4D15-F598-1278-965EFC853C3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61354D7-331F-6DBF-D4F6-71399FDF82A4}"/>
              </a:ext>
            </a:extLst>
          </p:cNvPr>
          <p:cNvGrpSpPr/>
          <p:nvPr/>
        </p:nvGrpSpPr>
        <p:grpSpPr>
          <a:xfrm>
            <a:off x="2568859" y="2124369"/>
            <a:ext cx="1423401" cy="312600"/>
            <a:chOff x="2568859" y="4924678"/>
            <a:chExt cx="1423401" cy="312600"/>
          </a:xfrm>
        </p:grpSpPr>
        <p:sp>
          <p:nvSpPr>
            <p:cNvPr id="52" name="화살표: 오른쪽 51">
              <a:extLst>
                <a:ext uri="{FF2B5EF4-FFF2-40B4-BE49-F238E27FC236}">
                  <a16:creationId xmlns:a16="http://schemas.microsoft.com/office/drawing/2014/main" id="{BE3390DC-CE2E-D45B-7BEB-E0745F230978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화살표: 오른쪽 52">
              <a:extLst>
                <a:ext uri="{FF2B5EF4-FFF2-40B4-BE49-F238E27FC236}">
                  <a16:creationId xmlns:a16="http://schemas.microsoft.com/office/drawing/2014/main" id="{BD49AE60-33E7-1588-F7DD-7FCB8C7153E7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65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6E05E-0B45-4A44-8AD4-7AAF0BAB0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DEC2C-0780-4E4C-019B-7600D3960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858F56-7642-7D6A-8177-D18B84FD6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8F80D6A2-0EC8-0B46-EEC6-00D98106FAFF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09D99B-3273-FC5C-177C-ED328795F999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939F7C51-2BA6-170E-3DCD-827E31DDDF01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3A5690-92C6-99FC-1CE4-DDEBAD24E904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B0F74-3D03-0908-290E-72922A8CE05A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514E04D-DAC4-B989-66EB-9A0F3C02EF0D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05E6F4C4-76D2-B4B2-7E37-2D801E97C92E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3E35EFB6-FD18-921E-45D2-82C4F4ECC7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922A8E5F-84AE-2863-8013-758B1B742070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0F1D2915-28C6-5E41-00E3-7F88D88E70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15143E40-35F7-8921-487E-B084C1558646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45BDA78C-8939-6C33-FB55-42E53D93F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9B00794B-61AC-6231-C811-1B9EDBB23371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B0284059-25E4-328B-6DA7-7B547AF311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D2940B89-7D95-D500-3DFC-047A4B050D4A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391D66C-2FAC-EADB-67CD-AA9BA750FA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469A8EF0-30D6-6623-A075-02EC9EDE4DCE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7BF6C8BB-1D16-1F2D-B89C-642822C039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0C08D7AE-9618-2A8E-6107-47331640922F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3E60FC93-EA8E-45AC-03EF-6900D085EB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E2E4B923-2686-F3DB-9A70-759F3387DF5B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B32FC778-1767-C483-6FDE-DA22163FA9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BF9D61E-A6B6-D3C1-CACD-7BAFDE847969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FC3AFAB0-6185-F5A6-3139-FF9D2A4D2024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AC086200-9704-D156-4185-2466402FAB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CE00738A-AC24-E88C-6CB3-9AEFD5CFBF3A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896A9896-D145-5CDD-1C0D-556F42BEA3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919117E1-6C60-ACCB-5A72-9E910F149796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D4A2CBEB-8974-D88A-D7B3-08EB8FABD9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94F3C179-EDAA-D728-3FCC-4D602A7F1FC1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04C15FF5-47C8-3D84-7CE6-7ACDE640A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47E1C42A-558B-7C39-09E4-F797E312E3D5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BDA7EB10-5956-01F9-F922-9835FB09C7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CAE8B817-3B33-A821-B5D8-994C7B356A92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E6EC0EDE-DEC4-ED31-68EE-0A2B51B31F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A5CC532B-CBA8-20A2-F474-3C64C64B69A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C11D480D-FBA8-895F-5EA7-F0BC96147C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72ECEDA6-1621-C8A9-39DE-DB42CF0A986E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7870EA8A-7847-86FD-1B2D-FB05C74B5A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60F38CB6-AD07-EA7C-08C7-53D9B5E2A1AD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14EFAB93-C54E-1F8B-C48E-1B9C1B794C83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9BDB7FAD-4FA6-51A2-ED3F-638FA1D4B4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EE95D613-63CC-A644-B736-B1E7D3087C0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6BBE2A9E-B95D-7B38-1F0F-6DBF2BA43D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98FF4D70-1D2A-E6C5-9BF7-1D223B8A8FA9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C334B57F-AEA0-88BB-8106-116810EDAA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A00F64A-404E-C1D0-0FF4-E808AA3E42CE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A8E745D-E154-6748-3470-243A3093F7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0C3035E2-A9B6-01D3-5D93-DBA5566BD381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C1D89349-8F19-8DF6-4D9E-99438A6887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ECA7960C-1B98-3B85-4D4B-D4D95C00425D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BA13DA34-F434-B341-5C06-75DF0A7BE5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0EE1CF83-F685-7FA7-07F1-932988741F25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96FB1050-277E-9A9B-870F-1CD33CE504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6D529C5C-0530-DADE-82E5-5569D14F585B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20771312-64D7-4797-EAAA-2CF956A80B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F94BFEFE-EDDC-05EB-7F13-FC7C912D7310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EFEA114D-97F3-D75F-4046-218CBCE330D3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5775ED2A-20BB-4883-2447-F2265025D8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62D7DFF6-ADBB-2CFD-ADE9-8B15398F3316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07DE1F03-9CD6-0336-73EC-893BFE1FDC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476DD0A7-E795-1426-D057-F6319A2B6305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A69694DA-15D7-F4C6-5808-00F32BAB4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98E6DA3B-4C20-3A2E-B1AE-5E16B4923CA5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225BEBE7-1283-36E1-1A5D-A03CD6E62B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74146D10-9981-C865-50CE-677CFC3D8193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FF22CF4D-F1DB-56E5-1B2A-7C7429B05C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368BA0E4-0A79-0B35-930A-8FE2FDEC869D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FBF35F7E-7530-A4EB-71B8-F39AE4DDD5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31122105-0C7B-78FA-D2D2-3D76C2E7319A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6E953678-F397-6D40-A2FD-5B6C20BA1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96E15539-C97B-CB24-6B7F-B2CB249CD036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733CECD1-E46B-0535-D265-D0DAAC83B4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379D1E49-045D-3D54-5F32-EF4FC47BA2FF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36289E7-B296-B610-9ACD-D982069FE1F1}"/>
              </a:ext>
            </a:extLst>
          </p:cNvPr>
          <p:cNvGrpSpPr/>
          <p:nvPr/>
        </p:nvGrpSpPr>
        <p:grpSpPr>
          <a:xfrm>
            <a:off x="8346076" y="3248643"/>
            <a:ext cx="1896842" cy="742209"/>
            <a:chOff x="8346076" y="3248643"/>
            <a:chExt cx="1896842" cy="74220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9E11C8B3-D7F1-918C-B99F-632D9FDD4E55}"/>
                </a:ext>
              </a:extLst>
            </p:cNvPr>
            <p:cNvGrpSpPr/>
            <p:nvPr/>
          </p:nvGrpSpPr>
          <p:grpSpPr>
            <a:xfrm>
              <a:off x="8869815" y="3248643"/>
              <a:ext cx="781799" cy="384658"/>
              <a:chOff x="8870910" y="4919718"/>
              <a:chExt cx="781799" cy="384658"/>
            </a:xfrm>
          </p:grpSpPr>
          <p:sp>
            <p:nvSpPr>
              <p:cNvPr id="21" name="곱하기 기호 20">
                <a:extLst>
                  <a:ext uri="{FF2B5EF4-FFF2-40B4-BE49-F238E27FC236}">
                    <a16:creationId xmlns:a16="http://schemas.microsoft.com/office/drawing/2014/main" id="{7D8318BE-1497-26CC-0322-D5E2C38EBD49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C414B6FA-E596-4400-53E3-4FE2E345DFF3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BE2A09DD-5D03-F68D-ECD4-B496E0E223EB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6785F601-5C9B-F6CE-9994-E0C6CE8D99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A3418389-E6A8-DC7A-79DA-8A25F1E2C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34D6D864-6BA3-B410-4F4F-135809C99E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36032142-6E69-7CB5-E753-34B44A1081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4ACF47AC-6F23-4B1F-EFED-F15BEBA3C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683A350D-E156-DD15-0B0B-1305D36C2B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1D9328E3-EE9F-D939-A719-2C68E3DF54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BEE409B8-1420-8702-EB65-A3A459FB9FF9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A2A616B2-28B3-57FF-79FD-2E424DAAA0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D1117801-D6DF-158F-6D39-019F26B179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38B35C0C-C0C4-6E87-C475-26237B6492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09BC4081-2CA6-5479-DB9C-43BCB63E36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FAC947F5-28B9-DA66-631C-0B16D590F8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9D836EBD-CDFF-02BB-9822-FF4E99497E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B10A47F1-34E0-0C2B-83B8-C7B8A17EAA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098C5F-9ECF-33A0-6475-42DBBCD6FCB1}"/>
                </a:ext>
              </a:extLst>
            </p:cNvPr>
            <p:cNvSpPr txBox="1"/>
            <p:nvPr/>
          </p:nvSpPr>
          <p:spPr>
            <a:xfrm>
              <a:off x="8766740" y="3729242"/>
              <a:ext cx="1153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8x8</a:t>
              </a:r>
              <a:r>
                <a:rPr lang="ko-KR" altLang="en-US" sz="1100" dirty="0"/>
                <a:t> </a:t>
              </a:r>
              <a:r>
                <a:rPr lang="en-US" altLang="ko-KR" sz="1100" dirty="0"/>
                <a:t>MDS</a:t>
              </a:r>
              <a:r>
                <a:rPr lang="ko-KR" altLang="en-US" sz="1100" dirty="0"/>
                <a:t>행렬</a:t>
              </a:r>
              <a:endParaRPr lang="en-US" altLang="ko-KR" sz="1100" dirty="0"/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FD46CC1D-0693-A27F-D50A-A1E4FA687C35}"/>
                </a:ext>
              </a:extLst>
            </p:cNvPr>
            <p:cNvSpPr/>
            <p:nvPr/>
          </p:nvSpPr>
          <p:spPr>
            <a:xfrm>
              <a:off x="8346076" y="329466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EA2FF55F-055A-5ED0-1B8A-B79C6DF170AD}"/>
                </a:ext>
              </a:extLst>
            </p:cNvPr>
            <p:cNvSpPr/>
            <p:nvPr/>
          </p:nvSpPr>
          <p:spPr>
            <a:xfrm>
              <a:off x="9829687" y="329829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EA3919BC-6E5E-60A0-6C83-A1D8FC214987}"/>
              </a:ext>
            </a:extLst>
          </p:cNvPr>
          <p:cNvCxnSpPr>
            <a:cxnSpLocks/>
            <a:stCxn id="44" idx="2"/>
            <a:endCxn id="59" idx="1"/>
          </p:cNvCxnSpPr>
          <p:nvPr/>
        </p:nvCxnSpPr>
        <p:spPr>
          <a:xfrm flipH="1">
            <a:off x="3277494" y="1368925"/>
            <a:ext cx="474" cy="324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ECB1EAA-A4E4-FCA8-149F-788345FD0AA3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F0B2431-AC82-6BD5-990C-FA65279B377C}"/>
              </a:ext>
            </a:extLst>
          </p:cNvPr>
          <p:cNvGrpSpPr/>
          <p:nvPr/>
        </p:nvGrpSpPr>
        <p:grpSpPr>
          <a:xfrm>
            <a:off x="5400798" y="4874701"/>
            <a:ext cx="1423401" cy="431074"/>
            <a:chOff x="5574293" y="4874701"/>
            <a:chExt cx="1423401" cy="431074"/>
          </a:xfrm>
        </p:grpSpPr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DEC0835A-238A-0D8B-49C8-6B472242042F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C00DD036-6711-1F8E-AC3C-136A9C7F4717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AFF72E9A-F744-AAC0-D7A7-E8A3583FD86D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7" name="화살표: 오른쪽 46">
              <a:extLst>
                <a:ext uri="{FF2B5EF4-FFF2-40B4-BE49-F238E27FC236}">
                  <a16:creationId xmlns:a16="http://schemas.microsoft.com/office/drawing/2014/main" id="{0A893325-1EB2-D88A-F056-17DAB555D085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" name="화살표: 오른쪽 47">
              <a:extLst>
                <a:ext uri="{FF2B5EF4-FFF2-40B4-BE49-F238E27FC236}">
                  <a16:creationId xmlns:a16="http://schemas.microsoft.com/office/drawing/2014/main" id="{D91192D8-5667-32F4-F1FB-8ED1988FE417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223C18B0-8314-50F3-DC71-EEFAD7B5A888}"/>
              </a:ext>
            </a:extLst>
          </p:cNvPr>
          <p:cNvGrpSpPr/>
          <p:nvPr/>
        </p:nvGrpSpPr>
        <p:grpSpPr>
          <a:xfrm>
            <a:off x="3131170" y="1660937"/>
            <a:ext cx="292649" cy="3576913"/>
            <a:chOff x="3131170" y="1660937"/>
            <a:chExt cx="292649" cy="3576913"/>
          </a:xfrm>
        </p:grpSpPr>
        <p:sp>
          <p:nvSpPr>
            <p:cNvPr id="59" name="사다리꼴 58">
              <a:extLst>
                <a:ext uri="{FF2B5EF4-FFF2-40B4-BE49-F238E27FC236}">
                  <a16:creationId xmlns:a16="http://schemas.microsoft.com/office/drawing/2014/main" id="{7FCBD574-B69C-49C2-4FFE-33B76A976220}"/>
                </a:ext>
              </a:extLst>
            </p:cNvPr>
            <p:cNvSpPr/>
            <p:nvPr/>
          </p:nvSpPr>
          <p:spPr>
            <a:xfrm rot="5400000">
              <a:off x="3118485" y="1673622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0" name="사다리꼴 59">
              <a:extLst>
                <a:ext uri="{FF2B5EF4-FFF2-40B4-BE49-F238E27FC236}">
                  <a16:creationId xmlns:a16="http://schemas.microsoft.com/office/drawing/2014/main" id="{5A7D7F81-F3F2-1568-2DEA-9C96F0F8DF2E}"/>
                </a:ext>
              </a:extLst>
            </p:cNvPr>
            <p:cNvSpPr/>
            <p:nvPr/>
          </p:nvSpPr>
          <p:spPr>
            <a:xfrm rot="5400000">
              <a:off x="3118485" y="3070290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1" name="사다리꼴 60">
              <a:extLst>
                <a:ext uri="{FF2B5EF4-FFF2-40B4-BE49-F238E27FC236}">
                  <a16:creationId xmlns:a16="http://schemas.microsoft.com/office/drawing/2014/main" id="{78BC381B-7195-0BAB-2E15-780DB90D4292}"/>
                </a:ext>
              </a:extLst>
            </p:cNvPr>
            <p:cNvSpPr/>
            <p:nvPr/>
          </p:nvSpPr>
          <p:spPr>
            <a:xfrm rot="5400000">
              <a:off x="3118485" y="2139178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2" name="사다리꼴 61">
              <a:extLst>
                <a:ext uri="{FF2B5EF4-FFF2-40B4-BE49-F238E27FC236}">
                  <a16:creationId xmlns:a16="http://schemas.microsoft.com/office/drawing/2014/main" id="{C5B19CE7-91C1-5D66-6CB1-ED29E5C4D4ED}"/>
                </a:ext>
              </a:extLst>
            </p:cNvPr>
            <p:cNvSpPr/>
            <p:nvPr/>
          </p:nvSpPr>
          <p:spPr>
            <a:xfrm rot="5400000">
              <a:off x="3118485" y="3535846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63" name="사다리꼴 62">
              <a:extLst>
                <a:ext uri="{FF2B5EF4-FFF2-40B4-BE49-F238E27FC236}">
                  <a16:creationId xmlns:a16="http://schemas.microsoft.com/office/drawing/2014/main" id="{AF63D0AB-C718-D526-47C6-2C5B932C522B}"/>
                </a:ext>
              </a:extLst>
            </p:cNvPr>
            <p:cNvSpPr/>
            <p:nvPr/>
          </p:nvSpPr>
          <p:spPr>
            <a:xfrm rot="5400000">
              <a:off x="3118485" y="2604734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48" name="사다리꼴 447">
              <a:extLst>
                <a:ext uri="{FF2B5EF4-FFF2-40B4-BE49-F238E27FC236}">
                  <a16:creationId xmlns:a16="http://schemas.microsoft.com/office/drawing/2014/main" id="{1805668B-1928-125A-60EA-B582FEBF1DD5}"/>
                </a:ext>
              </a:extLst>
            </p:cNvPr>
            <p:cNvSpPr/>
            <p:nvPr/>
          </p:nvSpPr>
          <p:spPr>
            <a:xfrm rot="5400000">
              <a:off x="3118485" y="4001402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49" name="사다리꼴 448">
              <a:extLst>
                <a:ext uri="{FF2B5EF4-FFF2-40B4-BE49-F238E27FC236}">
                  <a16:creationId xmlns:a16="http://schemas.microsoft.com/office/drawing/2014/main" id="{B8A5AA28-4768-697E-7CF2-650ABE38F43F}"/>
                </a:ext>
              </a:extLst>
            </p:cNvPr>
            <p:cNvSpPr/>
            <p:nvPr/>
          </p:nvSpPr>
          <p:spPr>
            <a:xfrm rot="5400000">
              <a:off x="3118485" y="4932516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450" name="사다리꼴 449">
              <a:extLst>
                <a:ext uri="{FF2B5EF4-FFF2-40B4-BE49-F238E27FC236}">
                  <a16:creationId xmlns:a16="http://schemas.microsoft.com/office/drawing/2014/main" id="{BC104C75-98B7-BACC-8F9B-69049B313AAF}"/>
                </a:ext>
              </a:extLst>
            </p:cNvPr>
            <p:cNvSpPr/>
            <p:nvPr/>
          </p:nvSpPr>
          <p:spPr>
            <a:xfrm rot="5400000">
              <a:off x="3118485" y="4466958"/>
              <a:ext cx="318019" cy="292649"/>
            </a:xfrm>
            <a:prstGeom prst="trapezoid">
              <a:avLst>
                <a:gd name="adj" fmla="val 22033"/>
              </a:avLst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+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451" name="그룹 450">
            <a:extLst>
              <a:ext uri="{FF2B5EF4-FFF2-40B4-BE49-F238E27FC236}">
                <a16:creationId xmlns:a16="http://schemas.microsoft.com/office/drawing/2014/main" id="{BE67FA9F-CEF2-3361-7E12-AB59A8286C79}"/>
              </a:ext>
            </a:extLst>
          </p:cNvPr>
          <p:cNvGrpSpPr/>
          <p:nvPr/>
        </p:nvGrpSpPr>
        <p:grpSpPr>
          <a:xfrm>
            <a:off x="2568859" y="4924678"/>
            <a:ext cx="1423401" cy="312600"/>
            <a:chOff x="2568859" y="4924678"/>
            <a:chExt cx="1423401" cy="312600"/>
          </a:xfrm>
        </p:grpSpPr>
        <p:sp>
          <p:nvSpPr>
            <p:cNvPr id="452" name="화살표: 오른쪽 451">
              <a:extLst>
                <a:ext uri="{FF2B5EF4-FFF2-40B4-BE49-F238E27FC236}">
                  <a16:creationId xmlns:a16="http://schemas.microsoft.com/office/drawing/2014/main" id="{4E2C02A9-03B8-46C1-3D1F-DA482BB51674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3" name="화살표: 오른쪽 452">
              <a:extLst>
                <a:ext uri="{FF2B5EF4-FFF2-40B4-BE49-F238E27FC236}">
                  <a16:creationId xmlns:a16="http://schemas.microsoft.com/office/drawing/2014/main" id="{50F52509-18F4-9E5D-3AF4-8B0611BBDCD5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54" name="그룹 453">
            <a:extLst>
              <a:ext uri="{FF2B5EF4-FFF2-40B4-BE49-F238E27FC236}">
                <a16:creationId xmlns:a16="http://schemas.microsoft.com/office/drawing/2014/main" id="{36B474B0-278C-4A2D-5EBF-BEFD85AFD014}"/>
              </a:ext>
            </a:extLst>
          </p:cNvPr>
          <p:cNvGrpSpPr/>
          <p:nvPr/>
        </p:nvGrpSpPr>
        <p:grpSpPr>
          <a:xfrm>
            <a:off x="2568859" y="1657651"/>
            <a:ext cx="1423401" cy="312600"/>
            <a:chOff x="2568859" y="4924678"/>
            <a:chExt cx="1423401" cy="312600"/>
          </a:xfrm>
        </p:grpSpPr>
        <p:sp>
          <p:nvSpPr>
            <p:cNvPr id="455" name="화살표: 오른쪽 454">
              <a:extLst>
                <a:ext uri="{FF2B5EF4-FFF2-40B4-BE49-F238E27FC236}">
                  <a16:creationId xmlns:a16="http://schemas.microsoft.com/office/drawing/2014/main" id="{83386764-DB8B-6740-CEC9-3A4CA9256AD5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56" name="화살표: 오른쪽 455">
              <a:extLst>
                <a:ext uri="{FF2B5EF4-FFF2-40B4-BE49-F238E27FC236}">
                  <a16:creationId xmlns:a16="http://schemas.microsoft.com/office/drawing/2014/main" id="{76C478D8-3C91-8E3F-957B-2F87293BC292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5" name="그룹 474">
            <a:extLst>
              <a:ext uri="{FF2B5EF4-FFF2-40B4-BE49-F238E27FC236}">
                <a16:creationId xmlns:a16="http://schemas.microsoft.com/office/drawing/2014/main" id="{D7C62183-4413-3749-421C-648D4A95A196}"/>
              </a:ext>
            </a:extLst>
          </p:cNvPr>
          <p:cNvGrpSpPr/>
          <p:nvPr/>
        </p:nvGrpSpPr>
        <p:grpSpPr>
          <a:xfrm>
            <a:off x="2568859" y="4457959"/>
            <a:ext cx="1423401" cy="312600"/>
            <a:chOff x="2568859" y="4924678"/>
            <a:chExt cx="1423401" cy="312600"/>
          </a:xfrm>
        </p:grpSpPr>
        <p:sp>
          <p:nvSpPr>
            <p:cNvPr id="476" name="화살표: 오른쪽 475">
              <a:extLst>
                <a:ext uri="{FF2B5EF4-FFF2-40B4-BE49-F238E27FC236}">
                  <a16:creationId xmlns:a16="http://schemas.microsoft.com/office/drawing/2014/main" id="{177317E1-045C-1D46-27D3-61E290240EC9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7" name="화살표: 오른쪽 476">
              <a:extLst>
                <a:ext uri="{FF2B5EF4-FFF2-40B4-BE49-F238E27FC236}">
                  <a16:creationId xmlns:a16="http://schemas.microsoft.com/office/drawing/2014/main" id="{527655CD-B020-4FBE-D63A-02961FABB1A4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78" name="그룹 477">
            <a:extLst>
              <a:ext uri="{FF2B5EF4-FFF2-40B4-BE49-F238E27FC236}">
                <a16:creationId xmlns:a16="http://schemas.microsoft.com/office/drawing/2014/main" id="{F2D5AD24-A0B9-918F-484E-A6FA82BF773A}"/>
              </a:ext>
            </a:extLst>
          </p:cNvPr>
          <p:cNvGrpSpPr/>
          <p:nvPr/>
        </p:nvGrpSpPr>
        <p:grpSpPr>
          <a:xfrm>
            <a:off x="2568859" y="3991241"/>
            <a:ext cx="1423401" cy="312600"/>
            <a:chOff x="2568859" y="4924678"/>
            <a:chExt cx="1423401" cy="312600"/>
          </a:xfrm>
        </p:grpSpPr>
        <p:sp>
          <p:nvSpPr>
            <p:cNvPr id="479" name="화살표: 오른쪽 478">
              <a:extLst>
                <a:ext uri="{FF2B5EF4-FFF2-40B4-BE49-F238E27FC236}">
                  <a16:creationId xmlns:a16="http://schemas.microsoft.com/office/drawing/2014/main" id="{8A48D0C6-76E7-8384-F026-CECA1AB4C0B5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0" name="화살표: 오른쪽 479">
              <a:extLst>
                <a:ext uri="{FF2B5EF4-FFF2-40B4-BE49-F238E27FC236}">
                  <a16:creationId xmlns:a16="http://schemas.microsoft.com/office/drawing/2014/main" id="{BE096322-CF91-9193-5E37-CD570D8DE9A1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1" name="그룹 480">
            <a:extLst>
              <a:ext uri="{FF2B5EF4-FFF2-40B4-BE49-F238E27FC236}">
                <a16:creationId xmlns:a16="http://schemas.microsoft.com/office/drawing/2014/main" id="{FC80A69A-AA4B-03AF-CD27-0B48B3D32DB7}"/>
              </a:ext>
            </a:extLst>
          </p:cNvPr>
          <p:cNvGrpSpPr/>
          <p:nvPr/>
        </p:nvGrpSpPr>
        <p:grpSpPr>
          <a:xfrm>
            <a:off x="2568859" y="3524523"/>
            <a:ext cx="1423401" cy="312600"/>
            <a:chOff x="2568859" y="4924678"/>
            <a:chExt cx="1423401" cy="312600"/>
          </a:xfrm>
        </p:grpSpPr>
        <p:sp>
          <p:nvSpPr>
            <p:cNvPr id="482" name="화살표: 오른쪽 481">
              <a:extLst>
                <a:ext uri="{FF2B5EF4-FFF2-40B4-BE49-F238E27FC236}">
                  <a16:creationId xmlns:a16="http://schemas.microsoft.com/office/drawing/2014/main" id="{E78B4C69-C4E3-8C62-E792-9C6BEF5790BD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3" name="화살표: 오른쪽 482">
              <a:extLst>
                <a:ext uri="{FF2B5EF4-FFF2-40B4-BE49-F238E27FC236}">
                  <a16:creationId xmlns:a16="http://schemas.microsoft.com/office/drawing/2014/main" id="{7D741D1F-8D59-B168-A948-5B0A32B2505E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427EB4F7-6ABE-F9A8-7438-3F4FFBD72E43}"/>
              </a:ext>
            </a:extLst>
          </p:cNvPr>
          <p:cNvGrpSpPr/>
          <p:nvPr/>
        </p:nvGrpSpPr>
        <p:grpSpPr>
          <a:xfrm>
            <a:off x="2568859" y="3057805"/>
            <a:ext cx="1423401" cy="312600"/>
            <a:chOff x="2568859" y="4924678"/>
            <a:chExt cx="1423401" cy="312600"/>
          </a:xfrm>
        </p:grpSpPr>
        <p:sp>
          <p:nvSpPr>
            <p:cNvPr id="485" name="화살표: 오른쪽 484">
              <a:extLst>
                <a:ext uri="{FF2B5EF4-FFF2-40B4-BE49-F238E27FC236}">
                  <a16:creationId xmlns:a16="http://schemas.microsoft.com/office/drawing/2014/main" id="{5AE5DBD8-956A-4EA6-385B-3EEA4EEAA784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6" name="화살표: 오른쪽 485">
              <a:extLst>
                <a:ext uri="{FF2B5EF4-FFF2-40B4-BE49-F238E27FC236}">
                  <a16:creationId xmlns:a16="http://schemas.microsoft.com/office/drawing/2014/main" id="{A7DFFA02-8082-47F8-DEE5-6263F9A5F163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7" name="그룹 486">
            <a:extLst>
              <a:ext uri="{FF2B5EF4-FFF2-40B4-BE49-F238E27FC236}">
                <a16:creationId xmlns:a16="http://schemas.microsoft.com/office/drawing/2014/main" id="{6379B116-D929-44AA-A9EF-3C6FCD05C6D3}"/>
              </a:ext>
            </a:extLst>
          </p:cNvPr>
          <p:cNvGrpSpPr/>
          <p:nvPr/>
        </p:nvGrpSpPr>
        <p:grpSpPr>
          <a:xfrm>
            <a:off x="2568859" y="2591087"/>
            <a:ext cx="1423401" cy="312600"/>
            <a:chOff x="2568859" y="4924678"/>
            <a:chExt cx="1423401" cy="312600"/>
          </a:xfrm>
        </p:grpSpPr>
        <p:sp>
          <p:nvSpPr>
            <p:cNvPr id="488" name="화살표: 오른쪽 487">
              <a:extLst>
                <a:ext uri="{FF2B5EF4-FFF2-40B4-BE49-F238E27FC236}">
                  <a16:creationId xmlns:a16="http://schemas.microsoft.com/office/drawing/2014/main" id="{12D91ED1-9095-6998-B437-3F1187C93CB0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9" name="화살표: 오른쪽 488">
              <a:extLst>
                <a:ext uri="{FF2B5EF4-FFF2-40B4-BE49-F238E27FC236}">
                  <a16:creationId xmlns:a16="http://schemas.microsoft.com/office/drawing/2014/main" id="{B5BEE5E3-17DE-E86F-4435-FB01E8F857EE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0" name="그룹 489">
            <a:extLst>
              <a:ext uri="{FF2B5EF4-FFF2-40B4-BE49-F238E27FC236}">
                <a16:creationId xmlns:a16="http://schemas.microsoft.com/office/drawing/2014/main" id="{725D6AC0-D784-6DAB-6D45-70341DD71CDE}"/>
              </a:ext>
            </a:extLst>
          </p:cNvPr>
          <p:cNvGrpSpPr/>
          <p:nvPr/>
        </p:nvGrpSpPr>
        <p:grpSpPr>
          <a:xfrm>
            <a:off x="2568859" y="2124369"/>
            <a:ext cx="1423401" cy="312600"/>
            <a:chOff x="2568859" y="4924678"/>
            <a:chExt cx="1423401" cy="312600"/>
          </a:xfrm>
        </p:grpSpPr>
        <p:sp>
          <p:nvSpPr>
            <p:cNvPr id="491" name="화살표: 오른쪽 490">
              <a:extLst>
                <a:ext uri="{FF2B5EF4-FFF2-40B4-BE49-F238E27FC236}">
                  <a16:creationId xmlns:a16="http://schemas.microsoft.com/office/drawing/2014/main" id="{7E447BBA-16A6-032B-26F0-87A878A2B38C}"/>
                </a:ext>
              </a:extLst>
            </p:cNvPr>
            <p:cNvSpPr/>
            <p:nvPr/>
          </p:nvSpPr>
          <p:spPr>
            <a:xfrm>
              <a:off x="2568859" y="492467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92" name="화살표: 오른쪽 491">
              <a:extLst>
                <a:ext uri="{FF2B5EF4-FFF2-40B4-BE49-F238E27FC236}">
                  <a16:creationId xmlns:a16="http://schemas.microsoft.com/office/drawing/2014/main" id="{6ED3608B-B5CD-8AFF-7B8B-F7F6E7603E98}"/>
                </a:ext>
              </a:extLst>
            </p:cNvPr>
            <p:cNvSpPr/>
            <p:nvPr/>
          </p:nvSpPr>
          <p:spPr>
            <a:xfrm>
              <a:off x="3579029" y="4930096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9" name="그룹 498">
            <a:extLst>
              <a:ext uri="{FF2B5EF4-FFF2-40B4-BE49-F238E27FC236}">
                <a16:creationId xmlns:a16="http://schemas.microsoft.com/office/drawing/2014/main" id="{418428B6-A17A-BD6F-3E3B-C55184263AF1}"/>
              </a:ext>
            </a:extLst>
          </p:cNvPr>
          <p:cNvGrpSpPr/>
          <p:nvPr/>
        </p:nvGrpSpPr>
        <p:grpSpPr>
          <a:xfrm>
            <a:off x="5400798" y="1610461"/>
            <a:ext cx="1423401" cy="431074"/>
            <a:chOff x="5574293" y="4874701"/>
            <a:chExt cx="1423401" cy="431074"/>
          </a:xfrm>
        </p:grpSpPr>
        <p:grpSp>
          <p:nvGrpSpPr>
            <p:cNvPr id="500" name="그룹 499">
              <a:extLst>
                <a:ext uri="{FF2B5EF4-FFF2-40B4-BE49-F238E27FC236}">
                  <a16:creationId xmlns:a16="http://schemas.microsoft.com/office/drawing/2014/main" id="{41D994DB-7694-8BDB-2A11-B3A59F045DCC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503" name="직사각형 502">
                <a:extLst>
                  <a:ext uri="{FF2B5EF4-FFF2-40B4-BE49-F238E27FC236}">
                    <a16:creationId xmlns:a16="http://schemas.microsoft.com/office/drawing/2014/main" id="{95DC60A1-DF41-CA20-C7AE-5539467CE660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4" name="직사각형 503">
                <a:extLst>
                  <a:ext uri="{FF2B5EF4-FFF2-40B4-BE49-F238E27FC236}">
                    <a16:creationId xmlns:a16="http://schemas.microsoft.com/office/drawing/2014/main" id="{D6028BFB-6BD3-B727-9043-7E47237E6D48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01" name="화살표: 오른쪽 500">
              <a:extLst>
                <a:ext uri="{FF2B5EF4-FFF2-40B4-BE49-F238E27FC236}">
                  <a16:creationId xmlns:a16="http://schemas.microsoft.com/office/drawing/2014/main" id="{1CDAE1C2-D8DB-12E5-2A8C-4F90F8952247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2" name="화살표: 오른쪽 501">
              <a:extLst>
                <a:ext uri="{FF2B5EF4-FFF2-40B4-BE49-F238E27FC236}">
                  <a16:creationId xmlns:a16="http://schemas.microsoft.com/office/drawing/2014/main" id="{C9255DF0-1645-A9A6-F0B4-397FEA6E69ED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5" name="그룹 504">
            <a:extLst>
              <a:ext uri="{FF2B5EF4-FFF2-40B4-BE49-F238E27FC236}">
                <a16:creationId xmlns:a16="http://schemas.microsoft.com/office/drawing/2014/main" id="{AA658190-081A-3F18-B677-2D0C9FBC5B34}"/>
              </a:ext>
            </a:extLst>
          </p:cNvPr>
          <p:cNvGrpSpPr/>
          <p:nvPr/>
        </p:nvGrpSpPr>
        <p:grpSpPr>
          <a:xfrm>
            <a:off x="5400798" y="4408381"/>
            <a:ext cx="1423401" cy="431074"/>
            <a:chOff x="5574293" y="4874701"/>
            <a:chExt cx="1423401" cy="431074"/>
          </a:xfrm>
        </p:grpSpPr>
        <p:grpSp>
          <p:nvGrpSpPr>
            <p:cNvPr id="506" name="그룹 505">
              <a:extLst>
                <a:ext uri="{FF2B5EF4-FFF2-40B4-BE49-F238E27FC236}">
                  <a16:creationId xmlns:a16="http://schemas.microsoft.com/office/drawing/2014/main" id="{BA2631E8-4CA8-4C58-CCDC-1E5C261EC830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509" name="직사각형 508">
                <a:extLst>
                  <a:ext uri="{FF2B5EF4-FFF2-40B4-BE49-F238E27FC236}">
                    <a16:creationId xmlns:a16="http://schemas.microsoft.com/office/drawing/2014/main" id="{4ABB2719-DD20-664D-E844-CD99C74AA0B8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0" name="직사각형 509">
                <a:extLst>
                  <a:ext uri="{FF2B5EF4-FFF2-40B4-BE49-F238E27FC236}">
                    <a16:creationId xmlns:a16="http://schemas.microsoft.com/office/drawing/2014/main" id="{388F53E0-2780-4B38-2411-E9CAFB593548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507" name="화살표: 오른쪽 506">
              <a:extLst>
                <a:ext uri="{FF2B5EF4-FFF2-40B4-BE49-F238E27FC236}">
                  <a16:creationId xmlns:a16="http://schemas.microsoft.com/office/drawing/2014/main" id="{043F4B94-9918-A6D3-C5B5-4714BD9E487D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8" name="화살표: 오른쪽 507">
              <a:extLst>
                <a:ext uri="{FF2B5EF4-FFF2-40B4-BE49-F238E27FC236}">
                  <a16:creationId xmlns:a16="http://schemas.microsoft.com/office/drawing/2014/main" id="{614ECB03-AF60-F751-2B3A-FECFD8805EDB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11" name="그룹 510">
            <a:extLst>
              <a:ext uri="{FF2B5EF4-FFF2-40B4-BE49-F238E27FC236}">
                <a16:creationId xmlns:a16="http://schemas.microsoft.com/office/drawing/2014/main" id="{D6A545B7-FCEA-14BA-4E05-908C9335C699}"/>
              </a:ext>
            </a:extLst>
          </p:cNvPr>
          <p:cNvGrpSpPr/>
          <p:nvPr/>
        </p:nvGrpSpPr>
        <p:grpSpPr>
          <a:xfrm>
            <a:off x="5400798" y="3475741"/>
            <a:ext cx="1423401" cy="431074"/>
            <a:chOff x="5574293" y="4874701"/>
            <a:chExt cx="1423401" cy="431074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6AC10EBA-DC5F-E87B-3C1F-14FAE50A6F1B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941BE984-CE76-DE22-781D-3412F870D9F6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8B91CCD2-8FA6-58C4-D0DF-F57188044026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66" name="화살표: 오른쪽 65">
              <a:extLst>
                <a:ext uri="{FF2B5EF4-FFF2-40B4-BE49-F238E27FC236}">
                  <a16:creationId xmlns:a16="http://schemas.microsoft.com/office/drawing/2014/main" id="{F732A83A-0343-E5B6-ADD5-5701C7B531E3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41389BFE-A14F-6A46-873D-2DCED94DEE40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10CC5234-F0CE-BD36-BDF3-9EA764454209}"/>
              </a:ext>
            </a:extLst>
          </p:cNvPr>
          <p:cNvGrpSpPr/>
          <p:nvPr/>
        </p:nvGrpSpPr>
        <p:grpSpPr>
          <a:xfrm>
            <a:off x="5400798" y="3942061"/>
            <a:ext cx="1423401" cy="431074"/>
            <a:chOff x="5574293" y="4874701"/>
            <a:chExt cx="1423401" cy="431074"/>
          </a:xfrm>
        </p:grpSpPr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174359AB-6F09-D749-5B15-BA88B78E755F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DA4CE1A1-F68F-BB33-AE89-236ED003507A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734A1BD7-279A-ECC6-AB7A-E45A877C6CC3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00" name="화살표: 오른쪽 99">
              <a:extLst>
                <a:ext uri="{FF2B5EF4-FFF2-40B4-BE49-F238E27FC236}">
                  <a16:creationId xmlns:a16="http://schemas.microsoft.com/office/drawing/2014/main" id="{BF38C543-22CE-B26E-AC0F-DBBD6BBB0B8C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2" name="화살표: 오른쪽 101">
              <a:extLst>
                <a:ext uri="{FF2B5EF4-FFF2-40B4-BE49-F238E27FC236}">
                  <a16:creationId xmlns:a16="http://schemas.microsoft.com/office/drawing/2014/main" id="{D8FD2FAD-068B-B51C-F2A8-DF256DAC2511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D1E7A02E-E9F3-AEDE-F5F6-6689CB234C9D}"/>
              </a:ext>
            </a:extLst>
          </p:cNvPr>
          <p:cNvGrpSpPr/>
          <p:nvPr/>
        </p:nvGrpSpPr>
        <p:grpSpPr>
          <a:xfrm>
            <a:off x="5400798" y="3009421"/>
            <a:ext cx="1423401" cy="431074"/>
            <a:chOff x="5574293" y="4874701"/>
            <a:chExt cx="1423401" cy="431074"/>
          </a:xfrm>
        </p:grpSpPr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BBC68C7E-78F9-8EA6-F26E-51DEFA529784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75892E2B-415F-F41E-C81F-8EC4A466AAF4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BC56B408-0733-CCD2-D852-3281AABFA5F1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18" name="화살표: 오른쪽 117">
              <a:extLst>
                <a:ext uri="{FF2B5EF4-FFF2-40B4-BE49-F238E27FC236}">
                  <a16:creationId xmlns:a16="http://schemas.microsoft.com/office/drawing/2014/main" id="{94CB1AC6-C0C3-5F65-9DD1-F69B6483F74E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0" name="화살표: 오른쪽 119">
              <a:extLst>
                <a:ext uri="{FF2B5EF4-FFF2-40B4-BE49-F238E27FC236}">
                  <a16:creationId xmlns:a16="http://schemas.microsoft.com/office/drawing/2014/main" id="{7987CC48-941A-9C52-CA33-D6D2DBF2F1E7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3B54C20C-6E85-9E16-80C7-10254303E520}"/>
              </a:ext>
            </a:extLst>
          </p:cNvPr>
          <p:cNvGrpSpPr/>
          <p:nvPr/>
        </p:nvGrpSpPr>
        <p:grpSpPr>
          <a:xfrm>
            <a:off x="5400798" y="2543101"/>
            <a:ext cx="1423401" cy="431074"/>
            <a:chOff x="5574293" y="4874701"/>
            <a:chExt cx="1423401" cy="431074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17359871-54E5-AF58-A999-6540A6A8C57C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C667CD86-BAF4-7F0C-6147-11153154AD11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BECDDE7A-112C-62FC-662D-6692B87294CD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25" name="화살표: 오른쪽 124">
              <a:extLst>
                <a:ext uri="{FF2B5EF4-FFF2-40B4-BE49-F238E27FC236}">
                  <a16:creationId xmlns:a16="http://schemas.microsoft.com/office/drawing/2014/main" id="{76237A18-C957-C2D4-AA08-AD301DD05EEF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6" name="화살표: 오른쪽 125">
              <a:extLst>
                <a:ext uri="{FF2B5EF4-FFF2-40B4-BE49-F238E27FC236}">
                  <a16:creationId xmlns:a16="http://schemas.microsoft.com/office/drawing/2014/main" id="{13BE8BC1-0960-185A-38AF-8D9F7F55DA1D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08B1B3A-1AAD-7945-70DD-62CEBC59F24A}"/>
              </a:ext>
            </a:extLst>
          </p:cNvPr>
          <p:cNvGrpSpPr/>
          <p:nvPr/>
        </p:nvGrpSpPr>
        <p:grpSpPr>
          <a:xfrm>
            <a:off x="5400798" y="2076781"/>
            <a:ext cx="1423401" cy="431074"/>
            <a:chOff x="5574293" y="4874701"/>
            <a:chExt cx="1423401" cy="431074"/>
          </a:xfrm>
        </p:grpSpPr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269A42F9-4F78-2C00-5C28-4120AE458617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7F49DB14-1F30-6060-E538-E20166A6E4BF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4" name="직사각형 133">
                <a:extLst>
                  <a:ext uri="{FF2B5EF4-FFF2-40B4-BE49-F238E27FC236}">
                    <a16:creationId xmlns:a16="http://schemas.microsoft.com/office/drawing/2014/main" id="{E652652B-C215-0ADC-2D4E-E61F4641A3A4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131" name="화살표: 오른쪽 130">
              <a:extLst>
                <a:ext uri="{FF2B5EF4-FFF2-40B4-BE49-F238E27FC236}">
                  <a16:creationId xmlns:a16="http://schemas.microsoft.com/office/drawing/2014/main" id="{524224BE-FE64-80AA-F2D6-2C0AB9266FA8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2" name="화살표: 오른쪽 131">
              <a:extLst>
                <a:ext uri="{FF2B5EF4-FFF2-40B4-BE49-F238E27FC236}">
                  <a16:creationId xmlns:a16="http://schemas.microsoft.com/office/drawing/2014/main" id="{C06ACFA1-C37C-C222-5CBD-4696FF8C9535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9744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6F69-8FDA-B29A-B8F8-569482AD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292FF-490D-BB46-24D6-D9FA76408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 – serial</a:t>
            </a:r>
            <a:r>
              <a:rPr lang="ko-KR" altLang="en-US" dirty="0"/>
              <a:t>한 내부 연산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BA57D2-330F-3A25-85D8-30D33D69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B1D2B106-220B-FCDC-344C-28B9D7BF4D5A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93EF2-C275-589F-1B84-EF5DB41DE6B1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A96356DD-DEDE-83EE-DDC4-3203D2718EE4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4C4222-87F1-F1C0-430A-9D1C8A6A88E8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3698E4-8FB5-FD2B-7A00-E1ADB4EFDD29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Partial Round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A18437A-8100-20B1-4AF0-4C5B395B3A57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60B67D5-4D67-1F85-B98A-6D3F67FE5615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560B67D5-4D67-1F85-B98A-6D3F67FE56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08D16C3-A0F6-9223-97D4-F1247A366119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08D16C3-A0F6-9223-97D4-F1247A3661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884FEA3-EB58-FE40-3E57-66382F38910F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5884FEA3-EB58-FE40-3E57-66382F3891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125F1FF5-572F-35F1-E7EC-87524653BC6C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125F1FF5-572F-35F1-E7EC-87524653BC6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397D126-6CC1-A387-5ABD-6BDEF5FC3A23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397D126-6CC1-A387-5ABD-6BDEF5FC3A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E80A32AE-70CB-61F6-57F7-04C20074D207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E80A32AE-70CB-61F6-57F7-04C20074D20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CE622BAB-660C-70F8-60E9-9AFA5F619EF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CE622BAB-660C-70F8-60E9-9AFA5F619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08823A3C-F7E7-180C-144E-89C71ADBCED8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08823A3C-F7E7-180C-144E-89C71ADBCE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7445209-278F-4257-7F6B-C61CCE30E6E0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22813079-BADA-D545-3564-8C9F7418E36A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22813079-BADA-D545-3564-8C9F7418E36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5E989805-9E51-E7C3-F88E-D8F34CB39A47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5E989805-9E51-E7C3-F88E-D8F34CB39A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3D26883-CBE8-2BCC-593E-35312F47C139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43D26883-CBE8-2BCC-593E-35312F47C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55C3DF0D-FFE0-A9DA-8069-705181BE54E9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55C3DF0D-FFE0-A9DA-8069-705181BE54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884A3B1-3ACE-629D-5D59-7B75B4E7E9ED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1884A3B1-3ACE-629D-5D59-7B75B4E7E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A4CFBE4-21F1-5E6B-07EC-3E2C91F46FF1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7A4CFBE4-21F1-5E6B-07EC-3E2C91F46F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6730222-6501-2ED6-5DD3-809500DF6C78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86730222-6501-2ED6-5DD3-809500DF6C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CEAEEEB-E2CF-A9BA-1A1E-B846BADA9BC0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ECEAEEEB-E2CF-A9BA-1A1E-B846BADA9BC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B907B19-6267-1AC1-D574-E38C53D0B792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46FC000-8ECC-7A3F-D79A-6B3A7D143EBC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E46FC000-8ECC-7A3F-D79A-6B3A7D143EB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7AB431D9-90B6-3D8A-5971-2354B880F47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7AB431D9-90B6-3D8A-5971-2354B880F4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787D3CCF-825B-76EF-50BF-F9A60319A929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787D3CCF-825B-76EF-50BF-F9A60319A9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780DC818-3861-3F7A-AB9A-FCB8ED56FAD8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780DC818-3861-3F7A-AB9A-FCB8ED56FA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2DCE4C40-578C-FB94-68AF-C441FB0C94F6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2DCE4C40-578C-FB94-68AF-C441FB0C94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5C122248-6EE8-AA11-0E81-B637251A5340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5C122248-6EE8-AA11-0E81-B637251A53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EBFD5AE6-4E3B-7A8B-3ACF-EFF3619BCCF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EBFD5AE6-4E3B-7A8B-3ACF-EFF3619BCC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DAE495C0-3116-8BF2-9036-6E519923059A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DAE495C0-3116-8BF2-9036-6E51992305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217F5C9E-B217-B4BF-B349-F96B9E855A41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46146A40-FF6E-62C0-3AFA-315D6F07C069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46146A40-FF6E-62C0-3AFA-315D6F07C0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B6D793B0-58B9-F3CD-C209-8CBBDEC926F4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B6D793B0-58B9-F3CD-C209-8CBBDEC926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0F54D128-2D72-C8D8-F133-12FBA088F2AD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0F54D128-2D72-C8D8-F133-12FBA088F2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A2503A63-1FFF-DD0E-4489-D309D52C634B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A2503A63-1FFF-DD0E-4489-D309D52C634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1DB4F983-A58B-7693-3B47-F0B500F02D18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1DB4F983-A58B-7693-3B47-F0B500F02D1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9BF739DB-3E1E-578F-E305-6C6044574A10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9BF739DB-3E1E-578F-E305-6C6044574A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CC017F49-2CAA-90B9-FF8E-55536AEE26CE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CC017F49-2CAA-90B9-FF8E-55536AEE26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B62F2AC4-F80B-AFB6-0281-B1FF1CF91578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B62F2AC4-F80B-AFB6-0281-B1FF1CF9157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31CAD38A-4008-0326-A0A8-CEC064BE8B22}"/>
              </a:ext>
            </a:extLst>
          </p:cNvPr>
          <p:cNvSpPr/>
          <p:nvPr/>
        </p:nvSpPr>
        <p:spPr>
          <a:xfrm rot="5400000">
            <a:off x="3118485" y="332054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5D23B04D-509E-0B4D-2CBC-1C2BB2191B63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971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EFAFF978-83D1-3D74-0EE6-799146B92116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52764339-16E8-E841-C710-9A24DCC2764B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16387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1DD531CB-0909-CADC-366D-8C4E2EA2B109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11734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A6A3BBE-139C-D4E5-7C00-994D4360227E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>
            <a:off x="2502824" y="2758712"/>
            <a:ext cx="628346" cy="70815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4B420B80-B85E-8E51-E4CA-F638CF5522E0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>
            <a:off x="2504180" y="3224024"/>
            <a:ext cx="626990" cy="24284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02198691-2440-3F30-CF2A-2A58D433248E}"/>
              </a:ext>
            </a:extLst>
          </p:cNvPr>
          <p:cNvCxnSpPr>
            <a:cxnSpLocks/>
            <a:stCxn id="80" idx="3"/>
            <a:endCxn id="255" idx="2"/>
          </p:cNvCxnSpPr>
          <p:nvPr/>
        </p:nvCxnSpPr>
        <p:spPr>
          <a:xfrm flipV="1">
            <a:off x="2508248" y="3466865"/>
            <a:ext cx="622922" cy="2224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B858656D-F68E-02E3-ED16-9F872CBCCCBB}"/>
              </a:ext>
            </a:extLst>
          </p:cNvPr>
          <p:cNvCxnSpPr>
            <a:cxnSpLocks/>
            <a:stCxn id="79" idx="3"/>
            <a:endCxn id="255" idx="2"/>
          </p:cNvCxnSpPr>
          <p:nvPr/>
        </p:nvCxnSpPr>
        <p:spPr>
          <a:xfrm flipV="1">
            <a:off x="2509607" y="3466865"/>
            <a:ext cx="621563" cy="68778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7C516CB6-8532-59EB-842A-516D44D71A0D}"/>
              </a:ext>
            </a:extLst>
          </p:cNvPr>
          <p:cNvCxnSpPr>
            <a:cxnSpLocks/>
            <a:stCxn id="78" idx="3"/>
            <a:endCxn id="255" idx="2"/>
          </p:cNvCxnSpPr>
          <p:nvPr/>
        </p:nvCxnSpPr>
        <p:spPr>
          <a:xfrm flipV="1">
            <a:off x="2505536" y="3466865"/>
            <a:ext cx="625634" cy="11530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E0784D56-9E15-DD14-CA25-A778C4471FB3}"/>
              </a:ext>
            </a:extLst>
          </p:cNvPr>
          <p:cNvCxnSpPr>
            <a:cxnSpLocks/>
            <a:stCxn id="77" idx="3"/>
            <a:endCxn id="255" idx="2"/>
          </p:cNvCxnSpPr>
          <p:nvPr/>
        </p:nvCxnSpPr>
        <p:spPr>
          <a:xfrm flipV="1">
            <a:off x="2506892" y="3466865"/>
            <a:ext cx="624278" cy="161840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0E679154-3D56-37DE-14E3-0C947DF23350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825EBFC-40FE-B2BA-2ABE-A15B91DB7FAF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FCB384DD-8E94-0656-28CB-95D6CCC4D105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36CF1AE8-75D8-B001-3DFF-3FCC848447C4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4710EF5-3462-E440-B019-D1F4696012CB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6EB3B369-A802-3A4D-B411-506A4A56B978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D42FD75-8244-B1C1-487E-BBAC1A8F5523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9C7C9C46-973F-B456-E46E-9B4884094069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B1581D8-CA3F-8F85-C26A-91B70F5F6523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01808DC3-EBBB-8258-1B93-8EF602CC6582}"/>
              </a:ext>
            </a:extLst>
          </p:cNvPr>
          <p:cNvGrpSpPr/>
          <p:nvPr/>
        </p:nvGrpSpPr>
        <p:grpSpPr>
          <a:xfrm>
            <a:off x="3423819" y="1563628"/>
            <a:ext cx="633123" cy="3534451"/>
            <a:chOff x="3423819" y="1563628"/>
            <a:chExt cx="633123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1263FAED-9146-8038-7465-051BC772774A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DC05B9AF-2D25-A0C2-BEAA-49FDD07B457A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C05DFB60-98AE-B9DE-408A-E660842E9522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1970ED7B-277C-8352-B8F7-464B25404513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6437DE3E-6413-62A7-7B5F-46363E37E0F7}"/>
                </a:ext>
              </a:extLst>
            </p:cNvPr>
            <p:cNvCxnSpPr>
              <a:cxnSpLocks/>
              <a:stCxn id="255" idx="0"/>
              <a:endCxn id="89" idx="1"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8FF43DE2-CBFB-1FBD-E21A-9A0EE238AE3D}"/>
                </a:ext>
              </a:extLst>
            </p:cNvPr>
            <p:cNvCxnSpPr>
              <a:cxnSpLocks/>
              <a:stCxn id="255" idx="0"/>
              <a:endCxn id="88" idx="1"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718AE655-6B82-F7EA-40AD-25B990586DAF}"/>
                </a:ext>
              </a:extLst>
            </p:cNvPr>
            <p:cNvCxnSpPr>
              <a:cxnSpLocks/>
              <a:stCxn id="255" idx="0"/>
              <a:endCxn id="87" idx="1"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6BFF2211-C857-5330-F833-0987020A5324}"/>
                </a:ext>
              </a:extLst>
            </p:cNvPr>
            <p:cNvCxnSpPr>
              <a:cxnSpLocks/>
              <a:stCxn id="255" idx="0"/>
              <a:endCxn id="90" idx="1"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59D84EA-2CBC-392F-9413-BF4E5B360F19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350F180-DA89-EA62-E75C-F84CD6C12581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D80DC16B-2516-E771-6A44-53A8B6CDFF54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6E1A7F5-1B1C-7349-683B-C03386D64D7F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E7CD0B21-DF49-0F03-C775-16661EE2A701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317D525B-A843-D81B-6B79-E840929BE719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E3577D2-64D7-4DA4-28F1-1237898D165A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AB1A7798-B9F1-25C5-5982-0FA58E379E9B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F276EA5F-F6A6-AA92-91C1-4F44EC84F033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476" name="그룹 475">
            <a:extLst>
              <a:ext uri="{FF2B5EF4-FFF2-40B4-BE49-F238E27FC236}">
                <a16:creationId xmlns:a16="http://schemas.microsoft.com/office/drawing/2014/main" id="{D208FFC6-04E9-8FEB-6A0F-83691E3036D8}"/>
              </a:ext>
            </a:extLst>
          </p:cNvPr>
          <p:cNvGrpSpPr/>
          <p:nvPr/>
        </p:nvGrpSpPr>
        <p:grpSpPr>
          <a:xfrm>
            <a:off x="5400798" y="4874701"/>
            <a:ext cx="1423401" cy="431074"/>
            <a:chOff x="5574293" y="4874701"/>
            <a:chExt cx="1423401" cy="431074"/>
          </a:xfrm>
        </p:grpSpPr>
        <p:grpSp>
          <p:nvGrpSpPr>
            <p:cNvPr id="484" name="그룹 483">
              <a:extLst>
                <a:ext uri="{FF2B5EF4-FFF2-40B4-BE49-F238E27FC236}">
                  <a16:creationId xmlns:a16="http://schemas.microsoft.com/office/drawing/2014/main" id="{15539390-BA2D-E9ED-3FC0-4D7A8C5032AA}"/>
                </a:ext>
              </a:extLst>
            </p:cNvPr>
            <p:cNvGrpSpPr/>
            <p:nvPr/>
          </p:nvGrpSpPr>
          <p:grpSpPr>
            <a:xfrm>
              <a:off x="6076987" y="4874701"/>
              <a:ext cx="418013" cy="431074"/>
              <a:chOff x="5917473" y="4950823"/>
              <a:chExt cx="418013" cy="431074"/>
            </a:xfrm>
          </p:grpSpPr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241BE05E-03F3-5228-CF97-CFAD6DC0CCD4}"/>
                  </a:ext>
                </a:extLst>
              </p:cNvPr>
              <p:cNvSpPr/>
              <p:nvPr/>
            </p:nvSpPr>
            <p:spPr>
              <a:xfrm>
                <a:off x="5917473" y="4950823"/>
                <a:ext cx="418013" cy="43107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5ACB8D11-A3CC-0F36-BFC4-E2BB99F68EE9}"/>
                  </a:ext>
                </a:extLst>
              </p:cNvPr>
              <p:cNvSpPr/>
              <p:nvPr/>
            </p:nvSpPr>
            <p:spPr>
              <a:xfrm>
                <a:off x="5982788" y="5011656"/>
                <a:ext cx="295667" cy="30718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</a:t>
                </a:r>
                <a:endParaRPr lang="ko-KR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p:grpSp>
        <p:sp>
          <p:nvSpPr>
            <p:cNvPr id="485" name="화살표: 오른쪽 484">
              <a:extLst>
                <a:ext uri="{FF2B5EF4-FFF2-40B4-BE49-F238E27FC236}">
                  <a16:creationId xmlns:a16="http://schemas.microsoft.com/office/drawing/2014/main" id="{CBA38895-8FB0-3195-C7C0-FA7FC6CDD380}"/>
                </a:ext>
              </a:extLst>
            </p:cNvPr>
            <p:cNvSpPr/>
            <p:nvPr/>
          </p:nvSpPr>
          <p:spPr>
            <a:xfrm>
              <a:off x="5574293" y="4934939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6" name="화살표: 오른쪽 485">
              <a:extLst>
                <a:ext uri="{FF2B5EF4-FFF2-40B4-BE49-F238E27FC236}">
                  <a16:creationId xmlns:a16="http://schemas.microsoft.com/office/drawing/2014/main" id="{5A837111-0D3E-AFC2-E106-68092643689A}"/>
                </a:ext>
              </a:extLst>
            </p:cNvPr>
            <p:cNvSpPr/>
            <p:nvPr/>
          </p:nvSpPr>
          <p:spPr>
            <a:xfrm>
              <a:off x="6584463" y="494035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77" name="화살표: 오른쪽 476">
            <a:extLst>
              <a:ext uri="{FF2B5EF4-FFF2-40B4-BE49-F238E27FC236}">
                <a16:creationId xmlns:a16="http://schemas.microsoft.com/office/drawing/2014/main" id="{D0B6C8FA-DDC5-2786-5767-37F456A29071}"/>
              </a:ext>
            </a:extLst>
          </p:cNvPr>
          <p:cNvSpPr/>
          <p:nvPr/>
        </p:nvSpPr>
        <p:spPr>
          <a:xfrm>
            <a:off x="5403187" y="4473939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8" name="화살표: 오른쪽 477">
            <a:extLst>
              <a:ext uri="{FF2B5EF4-FFF2-40B4-BE49-F238E27FC236}">
                <a16:creationId xmlns:a16="http://schemas.microsoft.com/office/drawing/2014/main" id="{B6ED91B3-E08E-3113-C22D-2CE2AF1E121F}"/>
              </a:ext>
            </a:extLst>
          </p:cNvPr>
          <p:cNvSpPr/>
          <p:nvPr/>
        </p:nvSpPr>
        <p:spPr>
          <a:xfrm>
            <a:off x="5400797" y="4009399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9" name="화살표: 오른쪽 478">
            <a:extLst>
              <a:ext uri="{FF2B5EF4-FFF2-40B4-BE49-F238E27FC236}">
                <a16:creationId xmlns:a16="http://schemas.microsoft.com/office/drawing/2014/main" id="{D02B58B6-2F45-28ED-B7BF-33F27E0365CC}"/>
              </a:ext>
            </a:extLst>
          </p:cNvPr>
          <p:cNvSpPr/>
          <p:nvPr/>
        </p:nvSpPr>
        <p:spPr>
          <a:xfrm>
            <a:off x="5400797" y="3544861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0" name="화살표: 오른쪽 479">
            <a:extLst>
              <a:ext uri="{FF2B5EF4-FFF2-40B4-BE49-F238E27FC236}">
                <a16:creationId xmlns:a16="http://schemas.microsoft.com/office/drawing/2014/main" id="{EF8452F8-E654-FD00-65FC-6C2CCB30BDAB}"/>
              </a:ext>
            </a:extLst>
          </p:cNvPr>
          <p:cNvSpPr/>
          <p:nvPr/>
        </p:nvSpPr>
        <p:spPr>
          <a:xfrm>
            <a:off x="5400797" y="3080323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1" name="화살표: 오른쪽 480">
            <a:extLst>
              <a:ext uri="{FF2B5EF4-FFF2-40B4-BE49-F238E27FC236}">
                <a16:creationId xmlns:a16="http://schemas.microsoft.com/office/drawing/2014/main" id="{2339932F-A41E-7782-944F-572E10F97B44}"/>
              </a:ext>
            </a:extLst>
          </p:cNvPr>
          <p:cNvSpPr/>
          <p:nvPr/>
        </p:nvSpPr>
        <p:spPr>
          <a:xfrm>
            <a:off x="5400797" y="2615784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2" name="화살표: 오른쪽 481">
            <a:extLst>
              <a:ext uri="{FF2B5EF4-FFF2-40B4-BE49-F238E27FC236}">
                <a16:creationId xmlns:a16="http://schemas.microsoft.com/office/drawing/2014/main" id="{55F152D5-0A26-A3FD-CDED-D66BFFC5F991}"/>
              </a:ext>
            </a:extLst>
          </p:cNvPr>
          <p:cNvSpPr/>
          <p:nvPr/>
        </p:nvSpPr>
        <p:spPr>
          <a:xfrm>
            <a:off x="5400797" y="1686708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3" name="화살표: 오른쪽 482">
            <a:extLst>
              <a:ext uri="{FF2B5EF4-FFF2-40B4-BE49-F238E27FC236}">
                <a16:creationId xmlns:a16="http://schemas.microsoft.com/office/drawing/2014/main" id="{DC9BB7EA-F0BE-B4B9-5D56-DF39A4775ABB}"/>
              </a:ext>
            </a:extLst>
          </p:cNvPr>
          <p:cNvSpPr/>
          <p:nvPr/>
        </p:nvSpPr>
        <p:spPr>
          <a:xfrm>
            <a:off x="5400797" y="2151246"/>
            <a:ext cx="1421012" cy="307182"/>
          </a:xfrm>
          <a:prstGeom prst="rightArrow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304DCE6-620C-2602-DFC5-FA78CBAE28B9}"/>
              </a:ext>
            </a:extLst>
          </p:cNvPr>
          <p:cNvGrpSpPr/>
          <p:nvPr/>
        </p:nvGrpSpPr>
        <p:grpSpPr>
          <a:xfrm>
            <a:off x="8346076" y="3248643"/>
            <a:ext cx="1896842" cy="742209"/>
            <a:chOff x="8346076" y="3248643"/>
            <a:chExt cx="1896842" cy="742209"/>
          </a:xfrm>
        </p:grpSpPr>
        <p:grpSp>
          <p:nvGrpSpPr>
            <p:cNvPr id="381" name="그룹 380">
              <a:extLst>
                <a:ext uri="{FF2B5EF4-FFF2-40B4-BE49-F238E27FC236}">
                  <a16:creationId xmlns:a16="http://schemas.microsoft.com/office/drawing/2014/main" id="{E2696A04-C18C-722D-1021-80B8CA04BE64}"/>
                </a:ext>
              </a:extLst>
            </p:cNvPr>
            <p:cNvGrpSpPr/>
            <p:nvPr/>
          </p:nvGrpSpPr>
          <p:grpSpPr>
            <a:xfrm>
              <a:off x="8869815" y="3248643"/>
              <a:ext cx="781799" cy="384658"/>
              <a:chOff x="8870910" y="4919718"/>
              <a:chExt cx="781799" cy="384658"/>
            </a:xfrm>
          </p:grpSpPr>
          <p:sp>
            <p:nvSpPr>
              <p:cNvPr id="382" name="곱하기 기호 381">
                <a:extLst>
                  <a:ext uri="{FF2B5EF4-FFF2-40B4-BE49-F238E27FC236}">
                    <a16:creationId xmlns:a16="http://schemas.microsoft.com/office/drawing/2014/main" id="{AA13B37B-AA8B-8E4F-0A2A-D029F2D112E7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83" name="그룹 382">
                <a:extLst>
                  <a:ext uri="{FF2B5EF4-FFF2-40B4-BE49-F238E27FC236}">
                    <a16:creationId xmlns:a16="http://schemas.microsoft.com/office/drawing/2014/main" id="{17EE43D0-FE3D-8C99-F4BF-05348C5A7BEE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92" name="직사각형 391">
                  <a:extLst>
                    <a:ext uri="{FF2B5EF4-FFF2-40B4-BE49-F238E27FC236}">
                      <a16:creationId xmlns:a16="http://schemas.microsoft.com/office/drawing/2014/main" id="{641FF888-77B0-A868-A101-B46158ACD822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93" name="직선 연결선 392">
                  <a:extLst>
                    <a:ext uri="{FF2B5EF4-FFF2-40B4-BE49-F238E27FC236}">
                      <a16:creationId xmlns:a16="http://schemas.microsoft.com/office/drawing/2014/main" id="{841E8E03-5D3B-68E7-AC0E-3950916BA9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직선 연결선 393">
                  <a:extLst>
                    <a:ext uri="{FF2B5EF4-FFF2-40B4-BE49-F238E27FC236}">
                      <a16:creationId xmlns:a16="http://schemas.microsoft.com/office/drawing/2014/main" id="{0C6B28F2-B24D-49F0-FBD0-D78E4CDDA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직선 연결선 394">
                  <a:extLst>
                    <a:ext uri="{FF2B5EF4-FFF2-40B4-BE49-F238E27FC236}">
                      <a16:creationId xmlns:a16="http://schemas.microsoft.com/office/drawing/2014/main" id="{7A79DBBC-7451-B417-B36A-A0D68BAF0A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직선 연결선 395">
                  <a:extLst>
                    <a:ext uri="{FF2B5EF4-FFF2-40B4-BE49-F238E27FC236}">
                      <a16:creationId xmlns:a16="http://schemas.microsoft.com/office/drawing/2014/main" id="{3692B541-5E5B-AAC3-F5A7-8158BA2A17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직선 연결선 396">
                  <a:extLst>
                    <a:ext uri="{FF2B5EF4-FFF2-40B4-BE49-F238E27FC236}">
                      <a16:creationId xmlns:a16="http://schemas.microsoft.com/office/drawing/2014/main" id="{FCC933CC-DC7F-74FA-B085-9B531B35C8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직선 연결선 397">
                  <a:extLst>
                    <a:ext uri="{FF2B5EF4-FFF2-40B4-BE49-F238E27FC236}">
                      <a16:creationId xmlns:a16="http://schemas.microsoft.com/office/drawing/2014/main" id="{9828F516-BB64-9F1C-CED3-C415B4E789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직선 연결선 398">
                  <a:extLst>
                    <a:ext uri="{FF2B5EF4-FFF2-40B4-BE49-F238E27FC236}">
                      <a16:creationId xmlns:a16="http://schemas.microsoft.com/office/drawing/2014/main" id="{6878C04E-3B45-68D9-E41F-5BC9440521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4" name="그룹 383">
                <a:extLst>
                  <a:ext uri="{FF2B5EF4-FFF2-40B4-BE49-F238E27FC236}">
                    <a16:creationId xmlns:a16="http://schemas.microsoft.com/office/drawing/2014/main" id="{9974428B-FBFB-CA5D-65E1-2392E628354B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385" name="직선 연결선 384">
                  <a:extLst>
                    <a:ext uri="{FF2B5EF4-FFF2-40B4-BE49-F238E27FC236}">
                      <a16:creationId xmlns:a16="http://schemas.microsoft.com/office/drawing/2014/main" id="{ACA3B627-EFF5-EC1C-6C8D-CFA807CCA0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직선 연결선 385">
                  <a:extLst>
                    <a:ext uri="{FF2B5EF4-FFF2-40B4-BE49-F238E27FC236}">
                      <a16:creationId xmlns:a16="http://schemas.microsoft.com/office/drawing/2014/main" id="{BF2C2F8C-DE5C-2BF8-AEAB-C59CA5BB52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직선 연결선 386">
                  <a:extLst>
                    <a:ext uri="{FF2B5EF4-FFF2-40B4-BE49-F238E27FC236}">
                      <a16:creationId xmlns:a16="http://schemas.microsoft.com/office/drawing/2014/main" id="{B9909AE1-9657-C85A-3BCD-6466BF2D85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직선 연결선 387">
                  <a:extLst>
                    <a:ext uri="{FF2B5EF4-FFF2-40B4-BE49-F238E27FC236}">
                      <a16:creationId xmlns:a16="http://schemas.microsoft.com/office/drawing/2014/main" id="{FB1A278A-EFAD-D84E-C66F-C0BAD9AC97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직선 연결선 388">
                  <a:extLst>
                    <a:ext uri="{FF2B5EF4-FFF2-40B4-BE49-F238E27FC236}">
                      <a16:creationId xmlns:a16="http://schemas.microsoft.com/office/drawing/2014/main" id="{5FDB1915-1587-E515-62B1-B8E44B534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직선 연결선 389">
                  <a:extLst>
                    <a:ext uri="{FF2B5EF4-FFF2-40B4-BE49-F238E27FC236}">
                      <a16:creationId xmlns:a16="http://schemas.microsoft.com/office/drawing/2014/main" id="{132BC4A1-AB29-1732-732A-4D6C54C56B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직선 연결선 390">
                  <a:extLst>
                    <a:ext uri="{FF2B5EF4-FFF2-40B4-BE49-F238E27FC236}">
                      <a16:creationId xmlns:a16="http://schemas.microsoft.com/office/drawing/2014/main" id="{F4714EF7-42C1-B155-42A1-3704C66D5F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CBF27A-8910-1E8F-0C96-ED8FF673A732}"/>
                </a:ext>
              </a:extLst>
            </p:cNvPr>
            <p:cNvSpPr txBox="1"/>
            <p:nvPr/>
          </p:nvSpPr>
          <p:spPr>
            <a:xfrm>
              <a:off x="8766740" y="3729242"/>
              <a:ext cx="1153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8x8</a:t>
              </a:r>
              <a:r>
                <a:rPr lang="ko-KR" altLang="en-US" sz="1100" dirty="0"/>
                <a:t> </a:t>
              </a:r>
              <a:r>
                <a:rPr lang="en-US" altLang="ko-KR" sz="1100" dirty="0"/>
                <a:t>MDS</a:t>
              </a:r>
              <a:r>
                <a:rPr lang="ko-KR" altLang="en-US" sz="1100" dirty="0"/>
                <a:t>행렬</a:t>
              </a:r>
              <a:endParaRPr lang="en-US" altLang="ko-KR" sz="1100" dirty="0"/>
            </a:p>
          </p:txBody>
        </p:sp>
        <p:sp>
          <p:nvSpPr>
            <p:cNvPr id="6" name="화살표: 오른쪽 5">
              <a:extLst>
                <a:ext uri="{FF2B5EF4-FFF2-40B4-BE49-F238E27FC236}">
                  <a16:creationId xmlns:a16="http://schemas.microsoft.com/office/drawing/2014/main" id="{E5352BD2-B2C0-21CC-A83E-0BC0DB8B3287}"/>
                </a:ext>
              </a:extLst>
            </p:cNvPr>
            <p:cNvSpPr/>
            <p:nvPr/>
          </p:nvSpPr>
          <p:spPr>
            <a:xfrm>
              <a:off x="8346076" y="329466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1D0DEB00-761F-34C3-6048-D71100015020}"/>
                </a:ext>
              </a:extLst>
            </p:cNvPr>
            <p:cNvSpPr/>
            <p:nvPr/>
          </p:nvSpPr>
          <p:spPr>
            <a:xfrm>
              <a:off x="9829687" y="329829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4439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98EBC-9FE3-80BA-7DD9-A30CCBDA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C87E6-67B5-5CD8-03FD-7163D872D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 – serial</a:t>
            </a:r>
            <a:r>
              <a:rPr lang="ko-KR" altLang="en-US" dirty="0"/>
              <a:t>한 내부 연산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D23045-C6B0-2E91-1CA1-DF47C2695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818EAC65-4257-BC24-EDD8-AAAA7755B1F6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E8FB6-968F-F94C-0342-BFF58E8C4138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6A83ACA1-988B-B634-7878-37F30DA2FC19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DA714C-DB54-2A76-6CCC-F25EAE72A51F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7DF96A-F65A-3557-C1FA-95768448E18A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ACA7FD9B-37DA-F545-55E6-53CC05B5DB54}"/>
              </a:ext>
            </a:extLst>
          </p:cNvPr>
          <p:cNvGrpSpPr/>
          <p:nvPr/>
        </p:nvGrpSpPr>
        <p:grpSpPr>
          <a:xfrm>
            <a:off x="5886993" y="3222037"/>
            <a:ext cx="418013" cy="431074"/>
            <a:chOff x="5917473" y="4950823"/>
            <a:chExt cx="418013" cy="43107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41F1BB8-C84C-869F-52A8-41A0FA6C1D56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C2269AD5-F719-A493-A575-AE8238409C2E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D3C4B9B-CDD5-5050-93EE-CB9815C340C7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3E35EFB6-FD18-921E-45D2-82C4F4ECC71F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3E35EFB6-FD18-921E-45D2-82C4F4ECC71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0F1D2915-28C6-5E41-00E3-7F88D88E70BB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0F1D2915-28C6-5E41-00E3-7F88D88E70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45BDA78C-8939-6C33-FB55-42E53D93F771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45BDA78C-8939-6C33-FB55-42E53D93F77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B0284059-25E4-328B-6DA7-7B547AF3119C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B0284059-25E4-328B-6DA7-7B547AF311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391D66C-2FAC-EADB-67CD-AA9BA750FABD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A391D66C-2FAC-EADB-67CD-AA9BA750FA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7BF6C8BB-1D16-1F2D-B89C-642822C03962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7BF6C8BB-1D16-1F2D-B89C-642822C0396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3E60FC93-EA8E-45AC-03EF-6900D085EB61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3E60FC93-EA8E-45AC-03EF-6900D085EB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B32FC778-1767-C483-6FDE-DA22163FA9DC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B32FC778-1767-C483-6FDE-DA22163FA9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5FF6A120-75CF-EDF0-222C-6A1C1D586702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AC086200-9704-D156-4185-2466402FAB5B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AC086200-9704-D156-4185-2466402FAB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896A9896-D145-5CDD-1C0D-556F42BEA349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896A9896-D145-5CDD-1C0D-556F42BEA3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D4A2CBEB-8974-D88A-D7B3-08EB8FABD925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D4A2CBEB-8974-D88A-D7B3-08EB8FABD9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04C15FF5-47C8-3D84-7CE6-7ACDE640A573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04C15FF5-47C8-3D84-7CE6-7ACDE640A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BDA7EB10-5956-01F9-F922-9835FB09C767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BDA7EB10-5956-01F9-F922-9835FB09C76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E6EC0EDE-DEC4-ED31-68EE-0A2B51B31FB8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E6EC0EDE-DEC4-ED31-68EE-0A2B51B31F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C11D480D-FBA8-895F-5EA7-F0BC96147C97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C11D480D-FBA8-895F-5EA7-F0BC96147C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7870EA8A-7847-86FD-1B2D-FB05C74B5A9D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7870EA8A-7847-86FD-1B2D-FB05C74B5A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56F2775-C386-651D-CCB3-550834E770A9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9BDB7FAD-4FA6-51A2-ED3F-638FA1D4B49D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9BDB7FAD-4FA6-51A2-ED3F-638FA1D4B49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6BBE2A9E-B95D-7B38-1F0F-6DBF2BA43D5F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6BBE2A9E-B95D-7B38-1F0F-6DBF2BA43D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C334B57F-AEA0-88BB-8106-116810EDAAFA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C334B57F-AEA0-88BB-8106-116810EDAA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A8E745D-E154-6748-3470-243A3093F78F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CA8E745D-E154-6748-3470-243A3093F78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C1D89349-8F19-8DF6-4D9E-99438A688756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C1D89349-8F19-8DF6-4D9E-99438A68875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BA13DA34-F434-B341-5C06-75DF0A7BE546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BA13DA34-F434-B341-5C06-75DF0A7BE54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96FB1050-277E-9A9B-870F-1CD33CE5040B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96FB1050-277E-9A9B-870F-1CD33CE504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20771312-64D7-4797-EAAA-2CF956A80BBB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20771312-64D7-4797-EAAA-2CF956A80BB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ADE7354-2395-C741-2B99-A133DF96480F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5775ED2A-20BB-4883-2447-F2265025D810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5775ED2A-20BB-4883-2447-F2265025D81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07DE1F03-9CD6-0336-73EC-893BFE1FDC00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07DE1F03-9CD6-0336-73EC-893BFE1FDC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A69694DA-15D7-F4C6-5808-00F32BAB4034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A69694DA-15D7-F4C6-5808-00F32BAB40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225BEBE7-1283-36E1-1A5D-A03CD6E62B0A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225BEBE7-1283-36E1-1A5D-A03CD6E62B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FF22CF4D-F1DB-56E5-1B2A-7C7429B05C42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FF22CF4D-F1DB-56E5-1B2A-7C7429B05C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FBF35F7E-7530-A4EB-71B8-F39AE4DDD54D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FBF35F7E-7530-A4EB-71B8-F39AE4DDD5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6E953678-F397-6D40-A2FD-5B6C20BA1997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6E953678-F397-6D40-A2FD-5B6C20BA19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733CECD1-E46B-0535-D265-D0DAAC83B40D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733CECD1-E46B-0535-D265-D0DAAC83B40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DBF6DE4B-E0E6-734D-ABA1-F19D667F7E21}"/>
              </a:ext>
            </a:extLst>
          </p:cNvPr>
          <p:cNvSpPr/>
          <p:nvPr/>
        </p:nvSpPr>
        <p:spPr>
          <a:xfrm rot="5400000">
            <a:off x="3118485" y="332054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44DD461F-C91A-7D5A-6F4F-883B84E0C18D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9711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A03FE7E6-F311-BC91-67DF-8BAAF9D13AF7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9A51CA9B-3761-3656-F532-755706542232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163877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F7A5E15D-F252-003E-1DC4-7C8E00D2F432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11734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C5B38D7-6E87-427B-51D3-72199CCA6A7F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>
            <a:off x="2502824" y="2758712"/>
            <a:ext cx="628346" cy="70815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5404A334-F8C9-5E26-CB3A-3AFD6D04163D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>
            <a:off x="2504180" y="3224024"/>
            <a:ext cx="626990" cy="24284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70972B59-8FF1-E8CA-2CF2-F6EF949A58FB}"/>
              </a:ext>
            </a:extLst>
          </p:cNvPr>
          <p:cNvCxnSpPr>
            <a:cxnSpLocks/>
            <a:stCxn id="80" idx="3"/>
            <a:endCxn id="255" idx="2"/>
          </p:cNvCxnSpPr>
          <p:nvPr/>
        </p:nvCxnSpPr>
        <p:spPr>
          <a:xfrm flipV="1">
            <a:off x="2508248" y="3466865"/>
            <a:ext cx="622922" cy="222471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3A8C3E09-59E7-33C8-9C87-917C25300588}"/>
              </a:ext>
            </a:extLst>
          </p:cNvPr>
          <p:cNvCxnSpPr>
            <a:cxnSpLocks/>
            <a:stCxn id="79" idx="3"/>
            <a:endCxn id="255" idx="2"/>
          </p:cNvCxnSpPr>
          <p:nvPr/>
        </p:nvCxnSpPr>
        <p:spPr>
          <a:xfrm flipV="1">
            <a:off x="2509607" y="3466865"/>
            <a:ext cx="621563" cy="687783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192C517-2BBA-5094-1263-ACDFE1230C55}"/>
              </a:ext>
            </a:extLst>
          </p:cNvPr>
          <p:cNvCxnSpPr>
            <a:cxnSpLocks/>
            <a:stCxn id="78" idx="3"/>
            <a:endCxn id="255" idx="2"/>
          </p:cNvCxnSpPr>
          <p:nvPr/>
        </p:nvCxnSpPr>
        <p:spPr>
          <a:xfrm flipV="1">
            <a:off x="2505536" y="3466865"/>
            <a:ext cx="625634" cy="115309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53F55184-72DB-4F18-C1E0-52D56DB8F666}"/>
              </a:ext>
            </a:extLst>
          </p:cNvPr>
          <p:cNvCxnSpPr>
            <a:cxnSpLocks/>
            <a:stCxn id="77" idx="3"/>
            <a:endCxn id="255" idx="2"/>
          </p:cNvCxnSpPr>
          <p:nvPr/>
        </p:nvCxnSpPr>
        <p:spPr>
          <a:xfrm flipV="1">
            <a:off x="2506892" y="3466865"/>
            <a:ext cx="624278" cy="1618404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3B33FB89-BC23-C9D1-308F-C9481CCA878D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3B9BCE6E-D039-9280-2C13-B56C8D375E9A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70049C10-7EF7-C04D-55B5-2114AAEE6020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1C9F129F-7E99-3751-35EF-53C0612FFEDE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A60DCEB1-2F60-E6B5-CBB6-0EF25FEAAF95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5A6DA0E9-8B3B-1EF5-3003-7CC063271B37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74E7650-C1C7-A285-B2F5-44362D5ADE93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524A80C-FD67-1195-EACC-839DD660F25F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7BCDF548-8CB0-6DDC-EBC4-7B2043CC2B07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5BB4BAA2-FCB1-E1CD-4B6D-22AB889D27D0}"/>
              </a:ext>
            </a:extLst>
          </p:cNvPr>
          <p:cNvGrpSpPr/>
          <p:nvPr/>
        </p:nvGrpSpPr>
        <p:grpSpPr>
          <a:xfrm>
            <a:off x="3423819" y="1563628"/>
            <a:ext cx="633123" cy="3534451"/>
            <a:chOff x="3423819" y="1563628"/>
            <a:chExt cx="633123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FCE30990-D660-334D-CE6C-510EBEDABC06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57FA0C60-7F61-A4C3-72BF-F36537FF1E89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74C0C7B3-9470-8287-AECE-A9462E89A19F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9C27BD6B-B72C-1582-3C2E-ACFD48E615BD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0C37CAC0-FB4D-BFF8-B820-01F5613401A5}"/>
                </a:ext>
              </a:extLst>
            </p:cNvPr>
            <p:cNvCxnSpPr>
              <a:cxnSpLocks/>
              <a:stCxn id="255" idx="0"/>
              <a:endCxn id="89" idx="1"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D7F4918B-8A07-E3A5-1ECC-53CE2BE553C6}"/>
                </a:ext>
              </a:extLst>
            </p:cNvPr>
            <p:cNvCxnSpPr>
              <a:cxnSpLocks/>
              <a:stCxn id="255" idx="0"/>
              <a:endCxn id="88" idx="1"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5FE92FA3-5C12-7CA4-042C-29AA9305394F}"/>
                </a:ext>
              </a:extLst>
            </p:cNvPr>
            <p:cNvCxnSpPr>
              <a:cxnSpLocks/>
              <a:stCxn id="255" idx="0"/>
              <a:endCxn id="87" idx="1"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8AF7618B-4F13-23F8-004D-BEB01B3ADD68}"/>
                </a:ext>
              </a:extLst>
            </p:cNvPr>
            <p:cNvCxnSpPr>
              <a:cxnSpLocks/>
              <a:stCxn id="255" idx="0"/>
              <a:endCxn id="90" idx="1"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3748CD1C-DBD5-6830-A24F-53350759B8B2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58849956-D04B-7AE9-999D-98BAD7F03ADD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9EA3573C-1034-ACB3-171F-B78775B7EACA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6EC7D7D0-A4A3-80EE-7673-68D86216E0ED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8CB9BE09-46C2-ADAB-3545-48C01BAF83A4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A735E957-90BC-0EE6-FE4E-567FC545948A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94482A7F-148A-971E-757D-34D83047E5E9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CBC289F5-B9FF-3322-9AB7-35EB07D3C637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39BD4D0C-32CE-E936-FEFB-4C98592FF595}"/>
              </a:ext>
            </a:extLst>
          </p:cNvPr>
          <p:cNvGrpSpPr/>
          <p:nvPr/>
        </p:nvGrpSpPr>
        <p:grpSpPr>
          <a:xfrm>
            <a:off x="5106019" y="1562111"/>
            <a:ext cx="764722" cy="3534451"/>
            <a:chOff x="5106019" y="1562111"/>
            <a:chExt cx="660567" cy="3534451"/>
          </a:xfrm>
        </p:grpSpPr>
        <p:cxnSp>
          <p:nvCxnSpPr>
            <p:cNvPr id="208" name="연결선: 꺾임 207">
              <a:extLst>
                <a:ext uri="{FF2B5EF4-FFF2-40B4-BE49-F238E27FC236}">
                  <a16:creationId xmlns:a16="http://schemas.microsoft.com/office/drawing/2014/main" id="{888E1C90-CDF9-8392-3F26-49ED8C930D35}"/>
                </a:ext>
              </a:extLst>
            </p:cNvPr>
            <p:cNvCxnSpPr>
              <a:cxnSpLocks/>
            </p:cNvCxnSpPr>
            <p:nvPr/>
          </p:nvCxnSpPr>
          <p:spPr>
            <a:xfrm>
              <a:off x="5130765" y="1826899"/>
              <a:ext cx="631058" cy="1638777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연결선: 꺾임 208">
              <a:extLst>
                <a:ext uri="{FF2B5EF4-FFF2-40B4-BE49-F238E27FC236}">
                  <a16:creationId xmlns:a16="http://schemas.microsoft.com/office/drawing/2014/main" id="{ABC78187-E48B-8DFB-7348-6BBCF05F56FD}"/>
                </a:ext>
              </a:extLst>
            </p:cNvPr>
            <p:cNvCxnSpPr>
              <a:cxnSpLocks/>
            </p:cNvCxnSpPr>
            <p:nvPr/>
          </p:nvCxnSpPr>
          <p:spPr>
            <a:xfrm>
              <a:off x="5132121" y="2292211"/>
              <a:ext cx="629702" cy="117346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연결선: 꺾임 209">
              <a:extLst>
                <a:ext uri="{FF2B5EF4-FFF2-40B4-BE49-F238E27FC236}">
                  <a16:creationId xmlns:a16="http://schemas.microsoft.com/office/drawing/2014/main" id="{D95A0587-0197-00CA-AA5B-FDC043DE2106}"/>
                </a:ext>
              </a:extLst>
            </p:cNvPr>
            <p:cNvCxnSpPr>
              <a:cxnSpLocks/>
            </p:cNvCxnSpPr>
            <p:nvPr/>
          </p:nvCxnSpPr>
          <p:spPr>
            <a:xfrm>
              <a:off x="5133477" y="2757523"/>
              <a:ext cx="628346" cy="70815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연결선: 꺾임 210">
              <a:extLst>
                <a:ext uri="{FF2B5EF4-FFF2-40B4-BE49-F238E27FC236}">
                  <a16:creationId xmlns:a16="http://schemas.microsoft.com/office/drawing/2014/main" id="{9B8AB53A-D5C4-1FE1-108D-065C11E44486}"/>
                </a:ext>
              </a:extLst>
            </p:cNvPr>
            <p:cNvCxnSpPr>
              <a:cxnSpLocks/>
            </p:cNvCxnSpPr>
            <p:nvPr/>
          </p:nvCxnSpPr>
          <p:spPr>
            <a:xfrm>
              <a:off x="5134833" y="3222835"/>
              <a:ext cx="626990" cy="24284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연결선: 꺾임 211">
              <a:extLst>
                <a:ext uri="{FF2B5EF4-FFF2-40B4-BE49-F238E27FC236}">
                  <a16:creationId xmlns:a16="http://schemas.microsoft.com/office/drawing/2014/main" id="{28E920C9-022E-A68C-8E5C-956DCC822E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8901" y="3465676"/>
              <a:ext cx="622922" cy="222471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연결선: 꺾임 212">
              <a:extLst>
                <a:ext uri="{FF2B5EF4-FFF2-40B4-BE49-F238E27FC236}">
                  <a16:creationId xmlns:a16="http://schemas.microsoft.com/office/drawing/2014/main" id="{B64A52F2-1213-8A93-0CFB-020AC85CB2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0260" y="3465676"/>
              <a:ext cx="621563" cy="687783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연결선: 꺾임 213">
              <a:extLst>
                <a:ext uri="{FF2B5EF4-FFF2-40B4-BE49-F238E27FC236}">
                  <a16:creationId xmlns:a16="http://schemas.microsoft.com/office/drawing/2014/main" id="{5D81E9CC-AFB8-D5A5-5E3F-954DC91CCB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6189" y="3465676"/>
              <a:ext cx="625634" cy="11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연결선: 꺾임 214">
              <a:extLst>
                <a:ext uri="{FF2B5EF4-FFF2-40B4-BE49-F238E27FC236}">
                  <a16:creationId xmlns:a16="http://schemas.microsoft.com/office/drawing/2014/main" id="{C337DF22-81D1-0356-9417-828D00326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2308" y="3465676"/>
              <a:ext cx="624278" cy="16184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4CE248F7-34B1-39C9-07B4-55C3FFF76159}"/>
                </a:ext>
              </a:extLst>
            </p:cNvPr>
            <p:cNvGrpSpPr/>
            <p:nvPr/>
          </p:nvGrpSpPr>
          <p:grpSpPr>
            <a:xfrm>
              <a:off x="5106019" y="1562111"/>
              <a:ext cx="349251" cy="3534451"/>
              <a:chOff x="2468332" y="1563300"/>
              <a:chExt cx="349251" cy="3534451"/>
            </a:xfrm>
          </p:grpSpPr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9A1D7E89-EF82-C9D3-0286-A12356547547}"/>
                  </a:ext>
                </a:extLst>
              </p:cNvPr>
              <p:cNvSpPr txBox="1"/>
              <p:nvPr/>
            </p:nvSpPr>
            <p:spPr>
              <a:xfrm>
                <a:off x="2468332" y="15633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(0)</a:t>
                </a:r>
                <a:endParaRPr lang="ko-KR" altLang="en-US" sz="1200" dirty="0"/>
              </a:p>
            </p:txBody>
          </p:sp>
          <p:sp>
            <p:nvSpPr>
              <p:cNvPr id="218" name="TextBox 217">
                <a:extLst>
                  <a:ext uri="{FF2B5EF4-FFF2-40B4-BE49-F238E27FC236}">
                    <a16:creationId xmlns:a16="http://schemas.microsoft.com/office/drawing/2014/main" id="{24708F3B-7996-A6B9-1818-AADD3D5CEFCB}"/>
                  </a:ext>
                </a:extLst>
              </p:cNvPr>
              <p:cNvSpPr txBox="1"/>
              <p:nvPr/>
            </p:nvSpPr>
            <p:spPr>
              <a:xfrm>
                <a:off x="2468332" y="20286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(1)</a:t>
                </a:r>
                <a:endParaRPr lang="ko-KR" altLang="en-US" sz="1200" dirty="0"/>
              </a:p>
            </p:txBody>
          </p: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C3AFB3E-0F2F-DD1F-594C-50981C13F41E}"/>
                  </a:ext>
                </a:extLst>
              </p:cNvPr>
              <p:cNvSpPr txBox="1"/>
              <p:nvPr/>
            </p:nvSpPr>
            <p:spPr>
              <a:xfrm>
                <a:off x="2468332" y="24940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(2)</a:t>
                </a:r>
                <a:endParaRPr lang="ko-KR" altLang="en-US" sz="1200" dirty="0"/>
              </a:p>
            </p:txBody>
          </p:sp>
          <p:sp>
            <p:nvSpPr>
              <p:cNvPr id="220" name="TextBox 219">
                <a:extLst>
                  <a:ext uri="{FF2B5EF4-FFF2-40B4-BE49-F238E27FC236}">
                    <a16:creationId xmlns:a16="http://schemas.microsoft.com/office/drawing/2014/main" id="{82CD4B0F-B708-E12D-D97C-C7BD134E9A14}"/>
                  </a:ext>
                </a:extLst>
              </p:cNvPr>
              <p:cNvSpPr txBox="1"/>
              <p:nvPr/>
            </p:nvSpPr>
            <p:spPr>
              <a:xfrm>
                <a:off x="2468332" y="29593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(3)</a:t>
                </a:r>
                <a:endParaRPr lang="ko-KR" altLang="en-US" sz="1200" dirty="0"/>
              </a:p>
            </p:txBody>
          </p:sp>
          <p:sp>
            <p:nvSpPr>
              <p:cNvPr id="221" name="TextBox 220">
                <a:extLst>
                  <a:ext uri="{FF2B5EF4-FFF2-40B4-BE49-F238E27FC236}">
                    <a16:creationId xmlns:a16="http://schemas.microsoft.com/office/drawing/2014/main" id="{890C113A-65B6-CF42-864B-DFE1A4C7D3AD}"/>
                  </a:ext>
                </a:extLst>
              </p:cNvPr>
              <p:cNvSpPr txBox="1"/>
              <p:nvPr/>
            </p:nvSpPr>
            <p:spPr>
              <a:xfrm>
                <a:off x="2468332" y="34247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(4)</a:t>
                </a:r>
                <a:endParaRPr lang="ko-KR" altLang="en-US" sz="1200" dirty="0"/>
              </a:p>
            </p:txBody>
          </p:sp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DEFBD41B-D4FE-0120-27C7-BCE6EC6DCFEF}"/>
                  </a:ext>
                </a:extLst>
              </p:cNvPr>
              <p:cNvSpPr txBox="1"/>
              <p:nvPr/>
            </p:nvSpPr>
            <p:spPr>
              <a:xfrm>
                <a:off x="2468332" y="389005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(5)</a:t>
                </a:r>
                <a:endParaRPr lang="ko-KR" altLang="en-US" sz="1200" dirty="0"/>
              </a:p>
            </p:txBody>
          </p:sp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2307E310-01CF-36D1-D2C6-09B9E0673DCD}"/>
                  </a:ext>
                </a:extLst>
              </p:cNvPr>
              <p:cNvSpPr txBox="1"/>
              <p:nvPr/>
            </p:nvSpPr>
            <p:spPr>
              <a:xfrm>
                <a:off x="2468332" y="4355400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(6)</a:t>
                </a:r>
                <a:endParaRPr lang="ko-KR" altLang="en-US" sz="1200" dirty="0"/>
              </a:p>
            </p:txBody>
          </p:sp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9473E2EB-DA11-EC2E-7714-2E42AD9A27C9}"/>
                  </a:ext>
                </a:extLst>
              </p:cNvPr>
              <p:cNvSpPr txBox="1"/>
              <p:nvPr/>
            </p:nvSpPr>
            <p:spPr>
              <a:xfrm>
                <a:off x="2468332" y="4820752"/>
                <a:ext cx="3492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(7)</a:t>
                </a:r>
                <a:endParaRPr lang="ko-KR" altLang="en-US" sz="1200" dirty="0"/>
              </a:p>
            </p:txBody>
          </p:sp>
        </p:grpSp>
      </p:grpSp>
      <p:grpSp>
        <p:nvGrpSpPr>
          <p:cNvPr id="457" name="그룹 456">
            <a:extLst>
              <a:ext uri="{FF2B5EF4-FFF2-40B4-BE49-F238E27FC236}">
                <a16:creationId xmlns:a16="http://schemas.microsoft.com/office/drawing/2014/main" id="{AB8FC014-5F68-88DA-18B7-7B728D1BC7DD}"/>
              </a:ext>
            </a:extLst>
          </p:cNvPr>
          <p:cNvGrpSpPr/>
          <p:nvPr/>
        </p:nvGrpSpPr>
        <p:grpSpPr>
          <a:xfrm>
            <a:off x="6318326" y="1567476"/>
            <a:ext cx="762565" cy="3534451"/>
            <a:chOff x="3423819" y="1563628"/>
            <a:chExt cx="633123" cy="3534451"/>
          </a:xfrm>
        </p:grpSpPr>
        <p:cxnSp>
          <p:nvCxnSpPr>
            <p:cNvPr id="458" name="연결선: 꺾임 457">
              <a:extLst>
                <a:ext uri="{FF2B5EF4-FFF2-40B4-BE49-F238E27FC236}">
                  <a16:creationId xmlns:a16="http://schemas.microsoft.com/office/drawing/2014/main" id="{8AFABF8B-35E9-4EE5-5558-3E88C574B6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1824137"/>
              <a:ext cx="623628" cy="164272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연결선: 꺾임 458">
              <a:extLst>
                <a:ext uri="{FF2B5EF4-FFF2-40B4-BE49-F238E27FC236}">
                  <a16:creationId xmlns:a16="http://schemas.microsoft.com/office/drawing/2014/main" id="{8012AA22-3143-ED1E-0306-D9BD83D20E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289449"/>
              <a:ext cx="624984" cy="117741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연결선: 꺾임 459">
              <a:extLst>
                <a:ext uri="{FF2B5EF4-FFF2-40B4-BE49-F238E27FC236}">
                  <a16:creationId xmlns:a16="http://schemas.microsoft.com/office/drawing/2014/main" id="{4C905329-33C1-AD57-19FF-4FA71C1163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754761"/>
              <a:ext cx="626340" cy="71210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연결선: 꺾임 460">
              <a:extLst>
                <a:ext uri="{FF2B5EF4-FFF2-40B4-BE49-F238E27FC236}">
                  <a16:creationId xmlns:a16="http://schemas.microsoft.com/office/drawing/2014/main" id="{3DF13A4C-7D60-7987-F8C4-B03CA3F54D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3220073"/>
              <a:ext cx="627696" cy="24679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연결선: 꺾임 461">
              <a:extLst>
                <a:ext uri="{FF2B5EF4-FFF2-40B4-BE49-F238E27FC236}">
                  <a16:creationId xmlns:a16="http://schemas.microsoft.com/office/drawing/2014/main" id="{C51A4063-C700-FBF3-400A-D6D1F568FB58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3123" cy="68383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연결선: 꺾임 462">
              <a:extLst>
                <a:ext uri="{FF2B5EF4-FFF2-40B4-BE49-F238E27FC236}">
                  <a16:creationId xmlns:a16="http://schemas.microsoft.com/office/drawing/2014/main" id="{BE428DE0-7949-4C19-EF41-33CC3596499A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29052" cy="114914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연결선: 꺾임 463">
              <a:extLst>
                <a:ext uri="{FF2B5EF4-FFF2-40B4-BE49-F238E27FC236}">
                  <a16:creationId xmlns:a16="http://schemas.microsoft.com/office/drawing/2014/main" id="{5392B67C-822E-F63C-7CA6-4E27340CAD51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0408" cy="161445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연결선: 꺾임 464">
              <a:extLst>
                <a:ext uri="{FF2B5EF4-FFF2-40B4-BE49-F238E27FC236}">
                  <a16:creationId xmlns:a16="http://schemas.microsoft.com/office/drawing/2014/main" id="{D83084E6-1007-D1AA-4FBA-36A57714F4D1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3466865"/>
              <a:ext cx="631764" cy="21852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E7E384D-F77F-A333-184C-093B37AF3733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CF10348-DFAB-548D-63F5-095C7061E4C6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68" name="TextBox 467">
              <a:extLst>
                <a:ext uri="{FF2B5EF4-FFF2-40B4-BE49-F238E27FC236}">
                  <a16:creationId xmlns:a16="http://schemas.microsoft.com/office/drawing/2014/main" id="{D9F3007C-5A13-05E8-A2F9-2B0B99C5DCF2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69" name="TextBox 468">
              <a:extLst>
                <a:ext uri="{FF2B5EF4-FFF2-40B4-BE49-F238E27FC236}">
                  <a16:creationId xmlns:a16="http://schemas.microsoft.com/office/drawing/2014/main" id="{3C0280BC-EC49-37C4-F01E-8179C586E655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71E5ED11-2799-49CC-8F98-E51F1CDE906C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71" name="TextBox 470">
              <a:extLst>
                <a:ext uri="{FF2B5EF4-FFF2-40B4-BE49-F238E27FC236}">
                  <a16:creationId xmlns:a16="http://schemas.microsoft.com/office/drawing/2014/main" id="{E69EA17E-93AF-C6B8-9109-A669F5AACD7D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72" name="TextBox 471">
              <a:extLst>
                <a:ext uri="{FF2B5EF4-FFF2-40B4-BE49-F238E27FC236}">
                  <a16:creationId xmlns:a16="http://schemas.microsoft.com/office/drawing/2014/main" id="{B51502DE-98F9-DF99-F021-AB3A508DAD42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844F987E-A4E0-A585-0479-2C7893E63C38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84FFA5A7-8D36-77EE-0C5B-477900E6C0F0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D929E6B-FF93-979A-C673-6CB6BD88A52E}"/>
              </a:ext>
            </a:extLst>
          </p:cNvPr>
          <p:cNvGrpSpPr/>
          <p:nvPr/>
        </p:nvGrpSpPr>
        <p:grpSpPr>
          <a:xfrm>
            <a:off x="8346076" y="3248643"/>
            <a:ext cx="1896842" cy="742209"/>
            <a:chOff x="8346076" y="3248643"/>
            <a:chExt cx="1896842" cy="742209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CCC4DFD3-F1A9-F5F1-FAD7-FFC5B68E4050}"/>
                </a:ext>
              </a:extLst>
            </p:cNvPr>
            <p:cNvGrpSpPr/>
            <p:nvPr/>
          </p:nvGrpSpPr>
          <p:grpSpPr>
            <a:xfrm>
              <a:off x="8869815" y="3248643"/>
              <a:ext cx="781799" cy="384658"/>
              <a:chOff x="8870910" y="4919718"/>
              <a:chExt cx="781799" cy="384658"/>
            </a:xfrm>
          </p:grpSpPr>
          <p:sp>
            <p:nvSpPr>
              <p:cNvPr id="21" name="곱하기 기호 20">
                <a:extLst>
                  <a:ext uri="{FF2B5EF4-FFF2-40B4-BE49-F238E27FC236}">
                    <a16:creationId xmlns:a16="http://schemas.microsoft.com/office/drawing/2014/main" id="{60DE3C35-A4D9-221C-4EDB-E0EDA78DBB33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8C26DC11-44BD-C279-84A4-B499E5D59B23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CDE84481-CC2A-7E8B-8C99-588EFA03C869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ADB16BEF-BDA5-3919-A8F7-9BAD1433AC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DB9398E9-F035-5A19-3C43-9F811751CF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362AB6DC-133C-45F0-FEB8-A0BA8849C6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CFD2BB7B-4CED-6D39-622E-1562360EB0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DE3C27CB-F468-8091-2BE1-D16A983C3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직선 연결선 40">
                  <a:extLst>
                    <a:ext uri="{FF2B5EF4-FFF2-40B4-BE49-F238E27FC236}">
                      <a16:creationId xmlns:a16="http://schemas.microsoft.com/office/drawing/2014/main" id="{917B5F63-0842-A3C6-3072-5B7F66A660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9AF5E6B4-AF3A-68AB-AE64-651311CD5A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377C541F-03A9-20D8-6D41-487A6248099E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E558AF9E-9D4F-30FA-3BDC-FC88945E34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B56BA7D1-E33E-23FB-26AC-47DD2EC4B5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직선 연결선 25">
                  <a:extLst>
                    <a:ext uri="{FF2B5EF4-FFF2-40B4-BE49-F238E27FC236}">
                      <a16:creationId xmlns:a16="http://schemas.microsoft.com/office/drawing/2014/main" id="{DD57E1FA-058A-B702-7F78-CF1D9942D3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직선 연결선 26">
                  <a:extLst>
                    <a:ext uri="{FF2B5EF4-FFF2-40B4-BE49-F238E27FC236}">
                      <a16:creationId xmlns:a16="http://schemas.microsoft.com/office/drawing/2014/main" id="{35B4C53B-34BD-2886-3C12-B494DBF835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직선 연결선 27">
                  <a:extLst>
                    <a:ext uri="{FF2B5EF4-FFF2-40B4-BE49-F238E27FC236}">
                      <a16:creationId xmlns:a16="http://schemas.microsoft.com/office/drawing/2014/main" id="{5ECE0D4E-2083-0161-DE6B-9DB53F0A8E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AF21D870-3C58-463A-CCCF-A3E49A3B44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9C550CA0-C2CD-3093-9F02-DD46474A3D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7843BC-640F-664D-BE24-B57834511B9A}"/>
                </a:ext>
              </a:extLst>
            </p:cNvPr>
            <p:cNvSpPr txBox="1"/>
            <p:nvPr/>
          </p:nvSpPr>
          <p:spPr>
            <a:xfrm>
              <a:off x="8766740" y="3729242"/>
              <a:ext cx="1153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8x8</a:t>
              </a:r>
              <a:r>
                <a:rPr lang="ko-KR" altLang="en-US" sz="1100" dirty="0"/>
                <a:t> </a:t>
              </a:r>
              <a:r>
                <a:rPr lang="en-US" altLang="ko-KR" sz="1100" dirty="0"/>
                <a:t>MDS</a:t>
              </a:r>
              <a:r>
                <a:rPr lang="ko-KR" altLang="en-US" sz="1100" dirty="0"/>
                <a:t>행렬</a:t>
              </a:r>
              <a:endParaRPr lang="en-US" altLang="ko-KR" sz="1100" dirty="0"/>
            </a:p>
          </p:txBody>
        </p:sp>
        <p:sp>
          <p:nvSpPr>
            <p:cNvPr id="16" name="화살표: 오른쪽 15">
              <a:extLst>
                <a:ext uri="{FF2B5EF4-FFF2-40B4-BE49-F238E27FC236}">
                  <a16:creationId xmlns:a16="http://schemas.microsoft.com/office/drawing/2014/main" id="{2E4B3B89-D55C-911F-C4D5-748A19095DF8}"/>
                </a:ext>
              </a:extLst>
            </p:cNvPr>
            <p:cNvSpPr/>
            <p:nvPr/>
          </p:nvSpPr>
          <p:spPr>
            <a:xfrm>
              <a:off x="8346076" y="329466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C2894C33-EBF5-FE26-3373-E0B6CEC7EE86}"/>
                </a:ext>
              </a:extLst>
            </p:cNvPr>
            <p:cNvSpPr/>
            <p:nvPr/>
          </p:nvSpPr>
          <p:spPr>
            <a:xfrm>
              <a:off x="9829687" y="329829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26562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D783B-12F3-27D0-7B5E-6E67E4959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D8FBC-609F-1F6E-2B86-BA2EC922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Goldilocks Poseidon(Hybrid Pipelining)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95DAEA-2337-008A-8AA1-7EEDC9341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032B8498-D86C-DD11-2C44-8B5D1B133B97}"/>
              </a:ext>
            </a:extLst>
          </p:cNvPr>
          <p:cNvSpPr/>
          <p:nvPr/>
        </p:nvSpPr>
        <p:spPr>
          <a:xfrm>
            <a:off x="1147675" y="1686708"/>
            <a:ext cx="136525" cy="1734700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78F55C-BC5A-781E-3C1F-FFEC70E757A0}"/>
              </a:ext>
            </a:extLst>
          </p:cNvPr>
          <p:cNvSpPr txBox="1"/>
          <p:nvPr/>
        </p:nvSpPr>
        <p:spPr>
          <a:xfrm>
            <a:off x="187206" y="2378978"/>
            <a:ext cx="9668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r(bit-rate)</a:t>
            </a:r>
          </a:p>
        </p:txBody>
      </p:sp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E1F0D6DD-037D-8270-C527-AC2759BA5575}"/>
              </a:ext>
            </a:extLst>
          </p:cNvPr>
          <p:cNvSpPr/>
          <p:nvPr/>
        </p:nvSpPr>
        <p:spPr>
          <a:xfrm>
            <a:off x="1154025" y="3570564"/>
            <a:ext cx="136525" cy="1678494"/>
          </a:xfrm>
          <a:prstGeom prst="leftBrac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9A7F0-255B-CACD-7B11-7CE27B508025}"/>
              </a:ext>
            </a:extLst>
          </p:cNvPr>
          <p:cNvSpPr txBox="1"/>
          <p:nvPr/>
        </p:nvSpPr>
        <p:spPr>
          <a:xfrm>
            <a:off x="80270" y="4247430"/>
            <a:ext cx="12102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c(capacity)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D23E30-A62F-F512-8E8B-02C1761C7066}"/>
              </a:ext>
            </a:extLst>
          </p:cNvPr>
          <p:cNvSpPr txBox="1"/>
          <p:nvPr/>
        </p:nvSpPr>
        <p:spPr>
          <a:xfrm>
            <a:off x="4428670" y="5541708"/>
            <a:ext cx="3505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Poseidon Solution – Full Round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DFA43D3-0CA1-8EE9-3ED0-662E7EDBA5B2}"/>
              </a:ext>
            </a:extLst>
          </p:cNvPr>
          <p:cNvGrpSpPr/>
          <p:nvPr/>
        </p:nvGrpSpPr>
        <p:grpSpPr>
          <a:xfrm>
            <a:off x="5772693" y="2287721"/>
            <a:ext cx="418013" cy="431074"/>
            <a:chOff x="5917473" y="4950823"/>
            <a:chExt cx="418013" cy="431074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A86FAAC-2BF1-81D7-3008-3A4134A92EE5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A544F22-0B92-02C1-3CAE-335F7719081F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D4EDEC8-1B09-1907-7CAC-62A1FF037EB4}"/>
              </a:ext>
            </a:extLst>
          </p:cNvPr>
          <p:cNvGrpSpPr/>
          <p:nvPr/>
        </p:nvGrpSpPr>
        <p:grpSpPr>
          <a:xfrm>
            <a:off x="1408734" y="1617919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B7C39FFD-9781-9B75-9903-EAC4D6A4D0D1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B7C39FFD-9781-9B75-9903-EAC4D6A4D0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20B5D870-03D5-63FD-F0BB-FCAD2979477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20B5D870-03D5-63FD-F0BB-FCAD297947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B61F4EDE-0C05-8BF8-D5A6-742BFC8E1597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4" name="직사각형 73">
                  <a:extLst>
                    <a:ext uri="{FF2B5EF4-FFF2-40B4-BE49-F238E27FC236}">
                      <a16:creationId xmlns:a16="http://schemas.microsoft.com/office/drawing/2014/main" id="{B61F4EDE-0C05-8BF8-D5A6-742BFC8E159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3D1EFC03-EF04-EF47-C2B1-245406A14585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3D1EFC03-EF04-EF47-C2B1-245406A145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D1FC5ED5-93D2-31C8-715A-16A78AD58DD9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D1FC5ED5-93D2-31C8-715A-16A78AD58D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666FB770-7BBF-4B27-407B-6403CA37A5CF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666FB770-7BBF-4B27-407B-6403CA37A5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67E063B6-2514-7834-5A4D-85EC520B89C3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67E063B6-2514-7834-5A4D-85EC520B89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68E65653-6E5D-4DC2-E526-568CE7AD8336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68E65653-6E5D-4DC2-E526-568CE7AD83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CA2E9E16-8388-FFD7-CBFA-33D63B61E47A}"/>
              </a:ext>
            </a:extLst>
          </p:cNvPr>
          <p:cNvGrpSpPr/>
          <p:nvPr/>
        </p:nvGrpSpPr>
        <p:grpSpPr>
          <a:xfrm>
            <a:off x="4047447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4D67A040-5773-8274-B1D9-FC8BB6BFC2FE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3" name="직사각형 82">
                  <a:extLst>
                    <a:ext uri="{FF2B5EF4-FFF2-40B4-BE49-F238E27FC236}">
                      <a16:creationId xmlns:a16="http://schemas.microsoft.com/office/drawing/2014/main" id="{4D67A040-5773-8274-B1D9-FC8BB6BFC2F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1C457E1A-1DFA-6EE0-839B-DC43662F949B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4" name="직사각형 83">
                  <a:extLst>
                    <a:ext uri="{FF2B5EF4-FFF2-40B4-BE49-F238E27FC236}">
                      <a16:creationId xmlns:a16="http://schemas.microsoft.com/office/drawing/2014/main" id="{1C457E1A-1DFA-6EE0-839B-DC43662F94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61F8E6A6-6409-335C-8A19-CA9093976931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직사각형 84">
                  <a:extLst>
                    <a:ext uri="{FF2B5EF4-FFF2-40B4-BE49-F238E27FC236}">
                      <a16:creationId xmlns:a16="http://schemas.microsoft.com/office/drawing/2014/main" id="{61F8E6A6-6409-335C-8A19-CA909397693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8354603A-03B3-41F6-0163-015ECEF93347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8354603A-03B3-41F6-0163-015ECEF933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C790D2FC-0E21-89C4-E738-FAE551F77233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C790D2FC-0E21-89C4-E738-FAE551F7723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F887B1C7-9389-BC85-B98D-38622A3833F2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F887B1C7-9389-BC85-B98D-38622A3833F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48DC90D8-8ED5-ACE0-F5FF-6ED71F54D2D2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48DC90D8-8ED5-ACE0-F5FF-6ED71F54D2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354B8F42-29C0-4FB4-1A58-ABE5B48DEC32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0" name="직사각형 89">
                  <a:extLst>
                    <a:ext uri="{FF2B5EF4-FFF2-40B4-BE49-F238E27FC236}">
                      <a16:creationId xmlns:a16="http://schemas.microsoft.com/office/drawing/2014/main" id="{354B8F42-29C0-4FB4-1A58-ABE5B48DEC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57A7F460-9E49-A23A-3222-3D35620481C1}"/>
              </a:ext>
            </a:extLst>
          </p:cNvPr>
          <p:cNvGrpSpPr/>
          <p:nvPr/>
        </p:nvGrpSpPr>
        <p:grpSpPr>
          <a:xfrm>
            <a:off x="7076676" y="161330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3C2EAB4A-9A53-930C-0B3F-5DE612D69EE5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3C2EAB4A-9A53-930C-0B3F-5DE612D69E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70D26B0-9E61-62CC-27BF-BABCD6D5855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70D26B0-9E61-62CC-27BF-BABCD6D585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8357CE5F-7AD5-474D-AEFD-DACF80DCA179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8357CE5F-7AD5-474D-AEFD-DACF80DCA1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B622DAA4-9296-694C-462A-D405AB2A7C40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5" name="직사각형 94">
                  <a:extLst>
                    <a:ext uri="{FF2B5EF4-FFF2-40B4-BE49-F238E27FC236}">
                      <a16:creationId xmlns:a16="http://schemas.microsoft.com/office/drawing/2014/main" id="{B622DAA4-9296-694C-462A-D405AB2A7C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135A02AF-1AEE-8135-4846-067013263184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6" name="직사각형 95">
                  <a:extLst>
                    <a:ext uri="{FF2B5EF4-FFF2-40B4-BE49-F238E27FC236}">
                      <a16:creationId xmlns:a16="http://schemas.microsoft.com/office/drawing/2014/main" id="{135A02AF-1AEE-8135-4846-0670132631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D66F2CB6-4A2C-D378-EF29-7DA3ADFBCDAB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7" name="직사각형 96">
                  <a:extLst>
                    <a:ext uri="{FF2B5EF4-FFF2-40B4-BE49-F238E27FC236}">
                      <a16:creationId xmlns:a16="http://schemas.microsoft.com/office/drawing/2014/main" id="{D66F2CB6-4A2C-D378-EF29-7DA3ADFBCD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34E4F5F6-0653-D4A9-6AB0-8295B9BC3547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8" name="직사각형 97">
                  <a:extLst>
                    <a:ext uri="{FF2B5EF4-FFF2-40B4-BE49-F238E27FC236}">
                      <a16:creationId xmlns:a16="http://schemas.microsoft.com/office/drawing/2014/main" id="{34E4F5F6-0653-D4A9-6AB0-8295B9BC354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94FBABAC-5E0B-EF19-0B9C-71C5B6DB8D4E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94FBABAC-5E0B-EF19-0B9C-71C5B6DB8D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AAAAA3B-B73E-6B5B-4979-505883395E48}"/>
              </a:ext>
            </a:extLst>
          </p:cNvPr>
          <p:cNvGrpSpPr/>
          <p:nvPr/>
        </p:nvGrpSpPr>
        <p:grpSpPr>
          <a:xfrm>
            <a:off x="10394553" y="1613968"/>
            <a:ext cx="1100873" cy="3677518"/>
            <a:chOff x="1726234" y="1617919"/>
            <a:chExt cx="1100873" cy="36775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EAD277EE-D25F-A791-C41E-A543B6AD9085}"/>
                    </a:ext>
                  </a:extLst>
                </p:cNvPr>
                <p:cNvSpPr/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직사각형 109">
                  <a:extLst>
                    <a:ext uri="{FF2B5EF4-FFF2-40B4-BE49-F238E27FC236}">
                      <a16:creationId xmlns:a16="http://schemas.microsoft.com/office/drawing/2014/main" id="{EAD277EE-D25F-A791-C41E-A543B6AD90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6234" y="1617919"/>
                  <a:ext cx="1091378" cy="420337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4B0B7A8D-44C5-B86D-80DF-62F3BD7C00D2}"/>
                    </a:ext>
                  </a:extLst>
                </p:cNvPr>
                <p:cNvSpPr/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직사각형 110">
                  <a:extLst>
                    <a:ext uri="{FF2B5EF4-FFF2-40B4-BE49-F238E27FC236}">
                      <a16:creationId xmlns:a16="http://schemas.microsoft.com/office/drawing/2014/main" id="{4B0B7A8D-44C5-B86D-80DF-62F3BD7C00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7590" y="2083231"/>
                  <a:ext cx="1091378" cy="420337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74450EF2-E281-67BD-FBCC-33D79A851C91}"/>
                    </a:ext>
                  </a:extLst>
                </p:cNvPr>
                <p:cNvSpPr/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74450EF2-E281-67BD-FBCC-33D79A851C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28946" y="2548543"/>
                  <a:ext cx="1091378" cy="420337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64F7C753-0AE0-02BB-D5A1-264C82E82894}"/>
                    </a:ext>
                  </a:extLst>
                </p:cNvPr>
                <p:cNvSpPr/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solidFill>
                  <a:srgbClr val="2E75B6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3" name="직사각형 112">
                  <a:extLst>
                    <a:ext uri="{FF2B5EF4-FFF2-40B4-BE49-F238E27FC236}">
                      <a16:creationId xmlns:a16="http://schemas.microsoft.com/office/drawing/2014/main" id="{64F7C753-0AE0-02BB-D5A1-264C82E828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0302" y="3013855"/>
                  <a:ext cx="1091378" cy="420337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A53FAAAE-39B3-4457-D857-536354B335AD}"/>
                    </a:ext>
                  </a:extLst>
                </p:cNvPr>
                <p:cNvSpPr/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4" name="직사각형 113">
                  <a:extLst>
                    <a:ext uri="{FF2B5EF4-FFF2-40B4-BE49-F238E27FC236}">
                      <a16:creationId xmlns:a16="http://schemas.microsoft.com/office/drawing/2014/main" id="{A53FAAAE-39B3-4457-D857-536354B335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3014" y="4875100"/>
                  <a:ext cx="1091378" cy="420337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5D0DB49A-223B-C869-8B62-9360C9BEB5B4}"/>
                    </a:ext>
                  </a:extLst>
                </p:cNvPr>
                <p:cNvSpPr/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𝟔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5D0DB49A-223B-C869-8B62-9360C9BEB5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1658" y="4409791"/>
                  <a:ext cx="1091378" cy="420337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AFA0F872-6D2E-1A08-2D72-CBEE8BD7DC86}"/>
                    </a:ext>
                  </a:extLst>
                </p:cNvPr>
                <p:cNvSpPr/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𝟓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AFA0F872-6D2E-1A08-2D72-CBEE8BD7DC8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5729" y="3944479"/>
                  <a:ext cx="1091378" cy="420337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CCED0555-1247-7351-B454-D864961112E1}"/>
                    </a:ext>
                  </a:extLst>
                </p:cNvPr>
                <p:cNvSpPr/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solidFill>
                  <a:srgbClr val="F4B18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en-US" altLang="ko-KR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𝟒</m:t>
                            </m:r>
                          </m:sub>
                        </m:sSub>
                      </m:oMath>
                    </m:oMathPara>
                  </a14:m>
                  <a:endParaRPr lang="ko-KR" altLang="en-US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CCED0555-1247-7351-B454-D864961112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34370" y="3479167"/>
                  <a:ext cx="1091378" cy="420337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5" name="사다리꼴 254">
            <a:extLst>
              <a:ext uri="{FF2B5EF4-FFF2-40B4-BE49-F238E27FC236}">
                <a16:creationId xmlns:a16="http://schemas.microsoft.com/office/drawing/2014/main" id="{E378447C-1488-7CA6-459F-4D0A04DDC1BE}"/>
              </a:ext>
            </a:extLst>
          </p:cNvPr>
          <p:cNvSpPr/>
          <p:nvPr/>
        </p:nvSpPr>
        <p:spPr>
          <a:xfrm rot="5400000">
            <a:off x="3118485" y="2352800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266" name="직선 화살표 연결선 265">
            <a:extLst>
              <a:ext uri="{FF2B5EF4-FFF2-40B4-BE49-F238E27FC236}">
                <a16:creationId xmlns:a16="http://schemas.microsoft.com/office/drawing/2014/main" id="{A5E472FE-BB4D-C350-D2D6-89AC2393BDDD}"/>
              </a:ext>
            </a:extLst>
          </p:cNvPr>
          <p:cNvCxnSpPr>
            <a:cxnSpLocks/>
            <a:stCxn id="268" idx="2"/>
            <a:endCxn id="255" idx="1"/>
          </p:cNvCxnSpPr>
          <p:nvPr/>
        </p:nvCxnSpPr>
        <p:spPr>
          <a:xfrm flipH="1">
            <a:off x="3277494" y="1368925"/>
            <a:ext cx="474" cy="10034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C153487E-0E2D-A1FE-A82D-8CF2CEE0634E}"/>
              </a:ext>
            </a:extLst>
          </p:cNvPr>
          <p:cNvSpPr txBox="1"/>
          <p:nvPr/>
        </p:nvSpPr>
        <p:spPr>
          <a:xfrm>
            <a:off x="2626414" y="1091926"/>
            <a:ext cx="13031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Constant matrix</a:t>
            </a:r>
            <a:endParaRPr lang="ko-KR" altLang="en-US" sz="1200" dirty="0"/>
          </a:p>
        </p:txBody>
      </p: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FED8CB97-214C-DD5E-80F9-6F8A9E6CA7A8}"/>
              </a:ext>
            </a:extLst>
          </p:cNvPr>
          <p:cNvCxnSpPr>
            <a:cxnSpLocks/>
            <a:stCxn id="69" idx="3"/>
            <a:endCxn id="255" idx="2"/>
          </p:cNvCxnSpPr>
          <p:nvPr/>
        </p:nvCxnSpPr>
        <p:spPr>
          <a:xfrm>
            <a:off x="2500112" y="1828088"/>
            <a:ext cx="631058" cy="6710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B2DEB1D9-17AE-B624-D217-DF8B64A70722}"/>
              </a:ext>
            </a:extLst>
          </p:cNvPr>
          <p:cNvCxnSpPr>
            <a:cxnSpLocks/>
            <a:stCxn id="70" idx="3"/>
            <a:endCxn id="255" idx="2"/>
          </p:cNvCxnSpPr>
          <p:nvPr/>
        </p:nvCxnSpPr>
        <p:spPr>
          <a:xfrm>
            <a:off x="2501468" y="2293400"/>
            <a:ext cx="629702" cy="2057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6B7BD871-8FB7-B4B5-48F5-3AED2CF87C09}"/>
              </a:ext>
            </a:extLst>
          </p:cNvPr>
          <p:cNvCxnSpPr>
            <a:cxnSpLocks/>
            <a:stCxn id="74" idx="3"/>
            <a:endCxn id="255" idx="2"/>
          </p:cNvCxnSpPr>
          <p:nvPr/>
        </p:nvCxnSpPr>
        <p:spPr>
          <a:xfrm flipV="1">
            <a:off x="2502824" y="2499125"/>
            <a:ext cx="628346" cy="2595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777764AD-315D-E3F8-E49E-42AA0ECAC3F8}"/>
              </a:ext>
            </a:extLst>
          </p:cNvPr>
          <p:cNvCxnSpPr>
            <a:cxnSpLocks/>
            <a:stCxn id="76" idx="3"/>
            <a:endCxn id="255" idx="2"/>
          </p:cNvCxnSpPr>
          <p:nvPr/>
        </p:nvCxnSpPr>
        <p:spPr>
          <a:xfrm flipV="1">
            <a:off x="2504180" y="2499125"/>
            <a:ext cx="626990" cy="7248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A86CE98D-5BB3-B088-49E0-4C3EC5CB8291}"/>
              </a:ext>
            </a:extLst>
          </p:cNvPr>
          <p:cNvCxnSpPr>
            <a:cxnSpLocks/>
            <a:stCxn id="80" idx="3"/>
            <a:endCxn id="3" idx="2"/>
          </p:cNvCxnSpPr>
          <p:nvPr/>
        </p:nvCxnSpPr>
        <p:spPr>
          <a:xfrm>
            <a:off x="2508248" y="3689336"/>
            <a:ext cx="622921" cy="5491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98BD630D-B527-011E-DAC0-46569277F646}"/>
              </a:ext>
            </a:extLst>
          </p:cNvPr>
          <p:cNvCxnSpPr>
            <a:cxnSpLocks/>
            <a:stCxn id="79" idx="3"/>
            <a:endCxn id="3" idx="2"/>
          </p:cNvCxnSpPr>
          <p:nvPr/>
        </p:nvCxnSpPr>
        <p:spPr>
          <a:xfrm>
            <a:off x="2509607" y="4154648"/>
            <a:ext cx="621562" cy="838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838CCCF4-03D1-D4D5-57E8-90DC69961865}"/>
              </a:ext>
            </a:extLst>
          </p:cNvPr>
          <p:cNvCxnSpPr>
            <a:cxnSpLocks/>
            <a:stCxn id="78" idx="3"/>
            <a:endCxn id="3" idx="2"/>
          </p:cNvCxnSpPr>
          <p:nvPr/>
        </p:nvCxnSpPr>
        <p:spPr>
          <a:xfrm flipV="1">
            <a:off x="2505536" y="4238480"/>
            <a:ext cx="625633" cy="381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6695E271-C91A-0514-1289-E14DF35BF198}"/>
              </a:ext>
            </a:extLst>
          </p:cNvPr>
          <p:cNvCxnSpPr>
            <a:cxnSpLocks/>
            <a:stCxn id="77" idx="3"/>
            <a:endCxn id="3" idx="2"/>
          </p:cNvCxnSpPr>
          <p:nvPr/>
        </p:nvCxnSpPr>
        <p:spPr>
          <a:xfrm flipV="1">
            <a:off x="2506892" y="4238480"/>
            <a:ext cx="624277" cy="8467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E1E3642A-BEEF-1C33-03CE-D910A9D5FF7F}"/>
              </a:ext>
            </a:extLst>
          </p:cNvPr>
          <p:cNvGrpSpPr/>
          <p:nvPr/>
        </p:nvGrpSpPr>
        <p:grpSpPr>
          <a:xfrm>
            <a:off x="2468332" y="1563300"/>
            <a:ext cx="349251" cy="3534451"/>
            <a:chOff x="2468332" y="1563300"/>
            <a:chExt cx="349251" cy="3534451"/>
          </a:xfrm>
        </p:grpSpPr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D8185B7-7725-5BD3-893F-072C40365208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822B40B-8F2E-9ECF-5104-96D40EB4A3D5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741CA48-2D84-E9A8-EF5F-D67B312D0424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F0C0D42-305C-05DE-CC1B-18D375EC32BD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0CA93AF8-F4EE-A129-5F2E-E8EB8DE51407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53599061-2648-4A8D-61F4-51F821B5EF7C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25F4CFC4-EFD9-2ECD-3736-8656136ED659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8020DE3E-D0C8-D423-A3E8-99AD3D234E76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284" name="그룹 283">
            <a:extLst>
              <a:ext uri="{FF2B5EF4-FFF2-40B4-BE49-F238E27FC236}">
                <a16:creationId xmlns:a16="http://schemas.microsoft.com/office/drawing/2014/main" id="{AAE76CCB-9CAB-9ED1-69B6-DA0F59838513}"/>
              </a:ext>
            </a:extLst>
          </p:cNvPr>
          <p:cNvGrpSpPr/>
          <p:nvPr/>
        </p:nvGrpSpPr>
        <p:grpSpPr>
          <a:xfrm>
            <a:off x="3423818" y="1563628"/>
            <a:ext cx="633124" cy="3534451"/>
            <a:chOff x="3423818" y="1563628"/>
            <a:chExt cx="633124" cy="3534451"/>
          </a:xfrm>
        </p:grpSpPr>
        <p:cxnSp>
          <p:nvCxnSpPr>
            <p:cNvPr id="65" name="연결선: 꺾임 64">
              <a:extLst>
                <a:ext uri="{FF2B5EF4-FFF2-40B4-BE49-F238E27FC236}">
                  <a16:creationId xmlns:a16="http://schemas.microsoft.com/office/drawing/2014/main" id="{F8A9BA7C-21AE-8DAB-8E8E-75BF7CFEC479}"/>
                </a:ext>
              </a:extLst>
            </p:cNvPr>
            <p:cNvCxnSpPr>
              <a:cxnSpLocks/>
              <a:stCxn id="255" idx="0"/>
              <a:endCxn id="83" idx="1"/>
            </p:cNvCxnSpPr>
            <p:nvPr/>
          </p:nvCxnSpPr>
          <p:spPr>
            <a:xfrm flipV="1">
              <a:off x="3423819" y="1824137"/>
              <a:ext cx="623628" cy="6749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연결선: 꺾임 70">
              <a:extLst>
                <a:ext uri="{FF2B5EF4-FFF2-40B4-BE49-F238E27FC236}">
                  <a16:creationId xmlns:a16="http://schemas.microsoft.com/office/drawing/2014/main" id="{9838D0C9-E835-9F86-A9F0-27B85C767794}"/>
                </a:ext>
              </a:extLst>
            </p:cNvPr>
            <p:cNvCxnSpPr>
              <a:cxnSpLocks/>
              <a:stCxn id="255" idx="0"/>
              <a:endCxn id="84" idx="1"/>
            </p:cNvCxnSpPr>
            <p:nvPr/>
          </p:nvCxnSpPr>
          <p:spPr>
            <a:xfrm flipV="1">
              <a:off x="3423819" y="2289449"/>
              <a:ext cx="624984" cy="2096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연결선: 꺾임 100">
              <a:extLst>
                <a:ext uri="{FF2B5EF4-FFF2-40B4-BE49-F238E27FC236}">
                  <a16:creationId xmlns:a16="http://schemas.microsoft.com/office/drawing/2014/main" id="{60A39ACA-C02A-2E8D-0B77-09EE093F9D0A}"/>
                </a:ext>
              </a:extLst>
            </p:cNvPr>
            <p:cNvCxnSpPr>
              <a:cxnSpLocks/>
              <a:stCxn id="255" idx="0"/>
              <a:endCxn id="85" idx="1"/>
            </p:cNvCxnSpPr>
            <p:nvPr/>
          </p:nvCxnSpPr>
          <p:spPr>
            <a:xfrm>
              <a:off x="3423819" y="2499125"/>
              <a:ext cx="626340" cy="25563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연결선: 꺾임 103">
              <a:extLst>
                <a:ext uri="{FF2B5EF4-FFF2-40B4-BE49-F238E27FC236}">
                  <a16:creationId xmlns:a16="http://schemas.microsoft.com/office/drawing/2014/main" id="{C139A8F5-BDFE-7135-B50E-E676A5952573}"/>
                </a:ext>
              </a:extLst>
            </p:cNvPr>
            <p:cNvCxnSpPr>
              <a:cxnSpLocks/>
              <a:stCxn id="255" idx="0"/>
              <a:endCxn id="86" idx="1"/>
            </p:cNvCxnSpPr>
            <p:nvPr/>
          </p:nvCxnSpPr>
          <p:spPr>
            <a:xfrm>
              <a:off x="3423819" y="2499125"/>
              <a:ext cx="627696" cy="7209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연결선: 꺾임 106">
              <a:extLst>
                <a:ext uri="{FF2B5EF4-FFF2-40B4-BE49-F238E27FC236}">
                  <a16:creationId xmlns:a16="http://schemas.microsoft.com/office/drawing/2014/main" id="{68709048-65FD-A267-F790-724D71E5C1CD}"/>
                </a:ext>
              </a:extLst>
            </p:cNvPr>
            <p:cNvCxnSpPr>
              <a:cxnSpLocks/>
              <a:stCxn id="3" idx="0"/>
              <a:endCxn id="89" idx="1"/>
            </p:cNvCxnSpPr>
            <p:nvPr/>
          </p:nvCxnSpPr>
          <p:spPr>
            <a:xfrm flipV="1">
              <a:off x="3423818" y="4150697"/>
              <a:ext cx="633124" cy="8778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연결선: 꺾임 118">
              <a:extLst>
                <a:ext uri="{FF2B5EF4-FFF2-40B4-BE49-F238E27FC236}">
                  <a16:creationId xmlns:a16="http://schemas.microsoft.com/office/drawing/2014/main" id="{1AF64CE3-6A58-55D6-404A-64D87AFAE43A}"/>
                </a:ext>
              </a:extLst>
            </p:cNvPr>
            <p:cNvCxnSpPr>
              <a:cxnSpLocks/>
              <a:stCxn id="3" idx="0"/>
              <a:endCxn id="88" idx="1"/>
            </p:cNvCxnSpPr>
            <p:nvPr/>
          </p:nvCxnSpPr>
          <p:spPr>
            <a:xfrm>
              <a:off x="3423818" y="4238480"/>
              <a:ext cx="629053" cy="37752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연결선: 꺾임 138">
              <a:extLst>
                <a:ext uri="{FF2B5EF4-FFF2-40B4-BE49-F238E27FC236}">
                  <a16:creationId xmlns:a16="http://schemas.microsoft.com/office/drawing/2014/main" id="{ABC8B8F8-4679-66F8-2164-78E411100245}"/>
                </a:ext>
              </a:extLst>
            </p:cNvPr>
            <p:cNvCxnSpPr>
              <a:cxnSpLocks/>
              <a:stCxn id="3" idx="0"/>
              <a:endCxn id="87" idx="1"/>
            </p:cNvCxnSpPr>
            <p:nvPr/>
          </p:nvCxnSpPr>
          <p:spPr>
            <a:xfrm>
              <a:off x="3423818" y="4238480"/>
              <a:ext cx="630409" cy="8428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연결선: 꺾임 141">
              <a:extLst>
                <a:ext uri="{FF2B5EF4-FFF2-40B4-BE49-F238E27FC236}">
                  <a16:creationId xmlns:a16="http://schemas.microsoft.com/office/drawing/2014/main" id="{6DAEFA09-1B3E-E0D6-904A-1ECFBA3C1224}"/>
                </a:ext>
              </a:extLst>
            </p:cNvPr>
            <p:cNvCxnSpPr>
              <a:cxnSpLocks/>
              <a:stCxn id="3" idx="0"/>
              <a:endCxn id="90" idx="1"/>
            </p:cNvCxnSpPr>
            <p:nvPr/>
          </p:nvCxnSpPr>
          <p:spPr>
            <a:xfrm flipV="1">
              <a:off x="3423818" y="3685385"/>
              <a:ext cx="631765" cy="5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928D9B5D-BF73-F67C-489C-2D6E158A9511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03A54B3F-B3F1-9C7D-7D69-839B76F6F9E5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7C4640C-1B4D-0506-50B0-6FA2BCCAB97F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7A4E28F-4C37-ACAB-4A01-BFECA3730854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0D71160-F774-D8DA-4051-5427D2B8DD8C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44570B46-0593-5F85-B943-DB4951B79083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C61EAE15-6195-4140-89C1-0A52A38178F2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519CF1B2-C2C4-C5A2-4181-2B4611A495FF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sp>
        <p:nvSpPr>
          <p:cNvPr id="474" name="TextBox 473">
            <a:extLst>
              <a:ext uri="{FF2B5EF4-FFF2-40B4-BE49-F238E27FC236}">
                <a16:creationId xmlns:a16="http://schemas.microsoft.com/office/drawing/2014/main" id="{5DB36BED-4ED5-522D-948F-421FD017FBE1}"/>
              </a:ext>
            </a:extLst>
          </p:cNvPr>
          <p:cNvSpPr txBox="1"/>
          <p:nvPr/>
        </p:nvSpPr>
        <p:spPr>
          <a:xfrm>
            <a:off x="995734" y="5989868"/>
            <a:ext cx="2428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*(0) ~ (7) : </a:t>
            </a:r>
            <a:r>
              <a:rPr lang="ko-KR" altLang="en-US" sz="1200" dirty="0"/>
              <a:t>연산 진행 순서</a:t>
            </a:r>
            <a:r>
              <a:rPr lang="en-US" altLang="ko-KR" sz="1200" dirty="0"/>
              <a:t>(serial) </a:t>
            </a:r>
            <a:endParaRPr lang="ko-KR" altLang="en-US" sz="1200" dirty="0"/>
          </a:p>
        </p:txBody>
      </p:sp>
      <p:sp>
        <p:nvSpPr>
          <p:cNvPr id="3" name="사다리꼴 2">
            <a:extLst>
              <a:ext uri="{FF2B5EF4-FFF2-40B4-BE49-F238E27FC236}">
                <a16:creationId xmlns:a16="http://schemas.microsoft.com/office/drawing/2014/main" id="{0702D1DE-2426-6484-3539-3758294F90F2}"/>
              </a:ext>
            </a:extLst>
          </p:cNvPr>
          <p:cNvSpPr/>
          <p:nvPr/>
        </p:nvSpPr>
        <p:spPr>
          <a:xfrm rot="5400000">
            <a:off x="3118484" y="4092155"/>
            <a:ext cx="318019" cy="292649"/>
          </a:xfrm>
          <a:prstGeom prst="trapezoid">
            <a:avLst>
              <a:gd name="adj" fmla="val 22033"/>
            </a:avLst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endParaRPr lang="ko-KR" alt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51B5ECB-4443-89BD-362C-B4D1905BADCF}"/>
              </a:ext>
            </a:extLst>
          </p:cNvPr>
          <p:cNvGrpSpPr/>
          <p:nvPr/>
        </p:nvGrpSpPr>
        <p:grpSpPr>
          <a:xfrm>
            <a:off x="6184900" y="1557168"/>
            <a:ext cx="897182" cy="3534451"/>
            <a:chOff x="3423818" y="1563628"/>
            <a:chExt cx="633124" cy="3534451"/>
          </a:xfrm>
        </p:grpSpPr>
        <p:cxnSp>
          <p:nvCxnSpPr>
            <p:cNvPr id="26" name="연결선: 꺾임 25">
              <a:extLst>
                <a:ext uri="{FF2B5EF4-FFF2-40B4-BE49-F238E27FC236}">
                  <a16:creationId xmlns:a16="http://schemas.microsoft.com/office/drawing/2014/main" id="{7CCA1464-8AB3-CF03-63AD-356411ADCF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1824137"/>
              <a:ext cx="623628" cy="67498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연결선: 꺾임 26">
              <a:extLst>
                <a:ext uri="{FF2B5EF4-FFF2-40B4-BE49-F238E27FC236}">
                  <a16:creationId xmlns:a16="http://schemas.microsoft.com/office/drawing/2014/main" id="{8D8990B2-E784-6E93-510F-B2971F5E6C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9" y="2289449"/>
              <a:ext cx="624984" cy="20967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연결선: 꺾임 27">
              <a:extLst>
                <a:ext uri="{FF2B5EF4-FFF2-40B4-BE49-F238E27FC236}">
                  <a16:creationId xmlns:a16="http://schemas.microsoft.com/office/drawing/2014/main" id="{A58038C9-06DB-74FD-A354-43B0AADA5056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6340" cy="25563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3DEB3CD7-970C-BF6A-C095-4B8BA170786A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9" y="2499125"/>
              <a:ext cx="627696" cy="72094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8C510E4A-9A97-1763-EE0F-696D50C2E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4150697"/>
              <a:ext cx="633124" cy="87783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연결선: 꺾임 31">
              <a:extLst>
                <a:ext uri="{FF2B5EF4-FFF2-40B4-BE49-F238E27FC236}">
                  <a16:creationId xmlns:a16="http://schemas.microsoft.com/office/drawing/2014/main" id="{2027C005-709C-740E-9B3D-1BC9E2F94F76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29053" cy="37752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3AFE2A36-F39E-80B3-6361-E3EB346DBA0C}"/>
                </a:ext>
              </a:extLst>
            </p:cNvPr>
            <p:cNvCxnSpPr>
              <a:cxnSpLocks/>
            </p:cNvCxnSpPr>
            <p:nvPr/>
          </p:nvCxnSpPr>
          <p:spPr>
            <a:xfrm>
              <a:off x="3423818" y="4238480"/>
              <a:ext cx="630409" cy="84283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연결선: 꺾임 34">
              <a:extLst>
                <a:ext uri="{FF2B5EF4-FFF2-40B4-BE49-F238E27FC236}">
                  <a16:creationId xmlns:a16="http://schemas.microsoft.com/office/drawing/2014/main" id="{6D92E3B9-A563-2712-DCCD-087EDE727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3818" y="3685385"/>
              <a:ext cx="631765" cy="553095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D8C3CC3-8394-A34E-5B19-2E5B9A455D0B}"/>
                </a:ext>
              </a:extLst>
            </p:cNvPr>
            <p:cNvSpPr txBox="1"/>
            <p:nvPr/>
          </p:nvSpPr>
          <p:spPr>
            <a:xfrm>
              <a:off x="3705569" y="15636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F284BEA-C879-FD6C-E5C4-68868258F0DA}"/>
                </a:ext>
              </a:extLst>
            </p:cNvPr>
            <p:cNvSpPr txBox="1"/>
            <p:nvPr/>
          </p:nvSpPr>
          <p:spPr>
            <a:xfrm>
              <a:off x="3705569" y="20289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4838F21-93C3-85A8-D33B-2E78EFEC5B52}"/>
                </a:ext>
              </a:extLst>
            </p:cNvPr>
            <p:cNvSpPr txBox="1"/>
            <p:nvPr/>
          </p:nvSpPr>
          <p:spPr>
            <a:xfrm>
              <a:off x="3705569" y="24943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45E066-F335-A2C7-9FFE-0B61F6745770}"/>
                </a:ext>
              </a:extLst>
            </p:cNvPr>
            <p:cNvSpPr txBox="1"/>
            <p:nvPr/>
          </p:nvSpPr>
          <p:spPr>
            <a:xfrm>
              <a:off x="3705569" y="29596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DCC0FB0-4574-40E8-D28E-F15BB12354ED}"/>
                </a:ext>
              </a:extLst>
            </p:cNvPr>
            <p:cNvSpPr txBox="1"/>
            <p:nvPr/>
          </p:nvSpPr>
          <p:spPr>
            <a:xfrm>
              <a:off x="3705569" y="34250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E3082BB-91BE-905E-ACE8-5D4EA3435BC1}"/>
                </a:ext>
              </a:extLst>
            </p:cNvPr>
            <p:cNvSpPr txBox="1"/>
            <p:nvPr/>
          </p:nvSpPr>
          <p:spPr>
            <a:xfrm>
              <a:off x="3705569" y="389037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8FA7F2-EC91-62F1-D484-CCEAF37FB83B}"/>
                </a:ext>
              </a:extLst>
            </p:cNvPr>
            <p:cNvSpPr txBox="1"/>
            <p:nvPr/>
          </p:nvSpPr>
          <p:spPr>
            <a:xfrm>
              <a:off x="3705569" y="4355728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58D2140-5E97-F83B-E8FF-522909D1CE13}"/>
                </a:ext>
              </a:extLst>
            </p:cNvPr>
            <p:cNvSpPr txBox="1"/>
            <p:nvPr/>
          </p:nvSpPr>
          <p:spPr>
            <a:xfrm>
              <a:off x="3705569" y="482108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1275BFF-C358-4856-D59E-75F3DBB49507}"/>
              </a:ext>
            </a:extLst>
          </p:cNvPr>
          <p:cNvGrpSpPr/>
          <p:nvPr/>
        </p:nvGrpSpPr>
        <p:grpSpPr>
          <a:xfrm>
            <a:off x="5766343" y="4031893"/>
            <a:ext cx="418013" cy="431074"/>
            <a:chOff x="5917473" y="4950823"/>
            <a:chExt cx="418013" cy="431074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77FA9CD-D380-AEB6-2899-9709ACDB20BD}"/>
                </a:ext>
              </a:extLst>
            </p:cNvPr>
            <p:cNvSpPr/>
            <p:nvPr/>
          </p:nvSpPr>
          <p:spPr>
            <a:xfrm>
              <a:off x="5917473" y="4950823"/>
              <a:ext cx="418013" cy="43107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48AE16E9-ADA2-3B9D-895A-65C017261F05}"/>
                </a:ext>
              </a:extLst>
            </p:cNvPr>
            <p:cNvSpPr/>
            <p:nvPr/>
          </p:nvSpPr>
          <p:spPr>
            <a:xfrm>
              <a:off x="5982788" y="5011656"/>
              <a:ext cx="295667" cy="30718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</a:t>
              </a:r>
              <a:endParaRPr lang="ko-KR" altLang="en-US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48058421-CC5E-676D-C324-A9DCA6045618}"/>
              </a:ext>
            </a:extLst>
          </p:cNvPr>
          <p:cNvCxnSpPr>
            <a:cxnSpLocks/>
          </p:cNvCxnSpPr>
          <p:nvPr/>
        </p:nvCxnSpPr>
        <p:spPr>
          <a:xfrm>
            <a:off x="5135361" y="1831811"/>
            <a:ext cx="631058" cy="67103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4AA356E8-A7B3-22BA-74B7-BE12BA397A25}"/>
              </a:ext>
            </a:extLst>
          </p:cNvPr>
          <p:cNvCxnSpPr>
            <a:cxnSpLocks/>
          </p:cNvCxnSpPr>
          <p:nvPr/>
        </p:nvCxnSpPr>
        <p:spPr>
          <a:xfrm>
            <a:off x="5136717" y="2297123"/>
            <a:ext cx="629702" cy="20572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2BE5C6E1-13CF-F91F-1D8A-8AE3B75FE663}"/>
              </a:ext>
            </a:extLst>
          </p:cNvPr>
          <p:cNvCxnSpPr>
            <a:cxnSpLocks/>
          </p:cNvCxnSpPr>
          <p:nvPr/>
        </p:nvCxnSpPr>
        <p:spPr>
          <a:xfrm flipV="1">
            <a:off x="5138073" y="2502848"/>
            <a:ext cx="628346" cy="259587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788D9B47-30F8-E314-C444-4C4F800145DD}"/>
              </a:ext>
            </a:extLst>
          </p:cNvPr>
          <p:cNvCxnSpPr>
            <a:cxnSpLocks/>
          </p:cNvCxnSpPr>
          <p:nvPr/>
        </p:nvCxnSpPr>
        <p:spPr>
          <a:xfrm flipV="1">
            <a:off x="5139429" y="2502848"/>
            <a:ext cx="626990" cy="724899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2165404B-83E0-5A0A-CA40-B50188966CCF}"/>
              </a:ext>
            </a:extLst>
          </p:cNvPr>
          <p:cNvCxnSpPr>
            <a:cxnSpLocks/>
          </p:cNvCxnSpPr>
          <p:nvPr/>
        </p:nvCxnSpPr>
        <p:spPr>
          <a:xfrm>
            <a:off x="5143497" y="3693059"/>
            <a:ext cx="622921" cy="549144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1D968050-831F-A05B-ABB3-B50F5BBC9BC3}"/>
              </a:ext>
            </a:extLst>
          </p:cNvPr>
          <p:cNvCxnSpPr>
            <a:cxnSpLocks/>
          </p:cNvCxnSpPr>
          <p:nvPr/>
        </p:nvCxnSpPr>
        <p:spPr>
          <a:xfrm>
            <a:off x="5144856" y="4158371"/>
            <a:ext cx="621562" cy="83832"/>
          </a:xfrm>
          <a:prstGeom prst="bentConnector3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연결선: 꺾임 447">
            <a:extLst>
              <a:ext uri="{FF2B5EF4-FFF2-40B4-BE49-F238E27FC236}">
                <a16:creationId xmlns:a16="http://schemas.microsoft.com/office/drawing/2014/main" id="{01964E48-139C-EA3D-924D-0BF400010A35}"/>
              </a:ext>
            </a:extLst>
          </p:cNvPr>
          <p:cNvCxnSpPr>
            <a:cxnSpLocks/>
          </p:cNvCxnSpPr>
          <p:nvPr/>
        </p:nvCxnSpPr>
        <p:spPr>
          <a:xfrm flipV="1">
            <a:off x="5140785" y="4242203"/>
            <a:ext cx="625633" cy="38148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연결선: 꺾임 448">
            <a:extLst>
              <a:ext uri="{FF2B5EF4-FFF2-40B4-BE49-F238E27FC236}">
                <a16:creationId xmlns:a16="http://schemas.microsoft.com/office/drawing/2014/main" id="{5C701BAC-2CBC-7731-CE1F-EC6033205D3E}"/>
              </a:ext>
            </a:extLst>
          </p:cNvPr>
          <p:cNvCxnSpPr>
            <a:cxnSpLocks/>
          </p:cNvCxnSpPr>
          <p:nvPr/>
        </p:nvCxnSpPr>
        <p:spPr>
          <a:xfrm flipV="1">
            <a:off x="5142141" y="4242203"/>
            <a:ext cx="624277" cy="84678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0" name="그룹 449">
            <a:extLst>
              <a:ext uri="{FF2B5EF4-FFF2-40B4-BE49-F238E27FC236}">
                <a16:creationId xmlns:a16="http://schemas.microsoft.com/office/drawing/2014/main" id="{0E2DCE15-CDCD-CA46-EFC8-9E2FE5F0D630}"/>
              </a:ext>
            </a:extLst>
          </p:cNvPr>
          <p:cNvGrpSpPr/>
          <p:nvPr/>
        </p:nvGrpSpPr>
        <p:grpSpPr>
          <a:xfrm>
            <a:off x="5103581" y="1567023"/>
            <a:ext cx="349251" cy="3534451"/>
            <a:chOff x="2468332" y="1563300"/>
            <a:chExt cx="349251" cy="3534451"/>
          </a:xfrm>
        </p:grpSpPr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90E05483-3A9D-D709-D2F7-2B751A7B53E0}"/>
                </a:ext>
              </a:extLst>
            </p:cNvPr>
            <p:cNvSpPr txBox="1"/>
            <p:nvPr/>
          </p:nvSpPr>
          <p:spPr>
            <a:xfrm>
              <a:off x="2468332" y="15633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(0)</a:t>
              </a:r>
              <a:endParaRPr lang="ko-KR" altLang="en-US" sz="1200" dirty="0"/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F7093B7D-39FA-2B89-B6BE-D36D22C2FFA9}"/>
                </a:ext>
              </a:extLst>
            </p:cNvPr>
            <p:cNvSpPr txBox="1"/>
            <p:nvPr/>
          </p:nvSpPr>
          <p:spPr>
            <a:xfrm>
              <a:off x="2468332" y="20286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(1)</a:t>
              </a:r>
              <a:endParaRPr lang="ko-KR" altLang="en-US" sz="1200" dirty="0"/>
            </a:p>
          </p:txBody>
        </p:sp>
        <p:sp>
          <p:nvSpPr>
            <p:cNvPr id="453" name="TextBox 452">
              <a:extLst>
                <a:ext uri="{FF2B5EF4-FFF2-40B4-BE49-F238E27FC236}">
                  <a16:creationId xmlns:a16="http://schemas.microsoft.com/office/drawing/2014/main" id="{344BEA35-E01B-1BDB-0F8C-D07478E68A60}"/>
                </a:ext>
              </a:extLst>
            </p:cNvPr>
            <p:cNvSpPr txBox="1"/>
            <p:nvPr/>
          </p:nvSpPr>
          <p:spPr>
            <a:xfrm>
              <a:off x="2468332" y="24940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(2)</a:t>
              </a:r>
              <a:endParaRPr lang="ko-KR" altLang="en-US" sz="1200" dirty="0"/>
            </a:p>
          </p:txBody>
        </p:sp>
        <p:sp>
          <p:nvSpPr>
            <p:cNvPr id="454" name="TextBox 453">
              <a:extLst>
                <a:ext uri="{FF2B5EF4-FFF2-40B4-BE49-F238E27FC236}">
                  <a16:creationId xmlns:a16="http://schemas.microsoft.com/office/drawing/2014/main" id="{6D972E41-312D-C47D-1D56-FBF49689AEAF}"/>
                </a:ext>
              </a:extLst>
            </p:cNvPr>
            <p:cNvSpPr txBox="1"/>
            <p:nvPr/>
          </p:nvSpPr>
          <p:spPr>
            <a:xfrm>
              <a:off x="2468332" y="29593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(3)</a:t>
              </a:r>
              <a:endParaRPr lang="ko-KR" altLang="en-US" sz="1200" dirty="0"/>
            </a:p>
          </p:txBody>
        </p:sp>
        <p:sp>
          <p:nvSpPr>
            <p:cNvPr id="455" name="TextBox 454">
              <a:extLst>
                <a:ext uri="{FF2B5EF4-FFF2-40B4-BE49-F238E27FC236}">
                  <a16:creationId xmlns:a16="http://schemas.microsoft.com/office/drawing/2014/main" id="{81318F1D-C323-F485-3202-F405F4DF2002}"/>
                </a:ext>
              </a:extLst>
            </p:cNvPr>
            <p:cNvSpPr txBox="1"/>
            <p:nvPr/>
          </p:nvSpPr>
          <p:spPr>
            <a:xfrm>
              <a:off x="2468332" y="34247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(4)</a:t>
              </a:r>
              <a:endParaRPr lang="ko-KR" altLang="en-US" sz="1200" dirty="0"/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0AE84E2F-2ADA-DE25-F821-7A0230660E84}"/>
                </a:ext>
              </a:extLst>
            </p:cNvPr>
            <p:cNvSpPr txBox="1"/>
            <p:nvPr/>
          </p:nvSpPr>
          <p:spPr>
            <a:xfrm>
              <a:off x="2468332" y="389005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(5)</a:t>
              </a:r>
              <a:endParaRPr lang="ko-KR" altLang="en-US" sz="1200" dirty="0"/>
            </a:p>
          </p:txBody>
        </p:sp>
        <p:sp>
          <p:nvSpPr>
            <p:cNvPr id="475" name="TextBox 474">
              <a:extLst>
                <a:ext uri="{FF2B5EF4-FFF2-40B4-BE49-F238E27FC236}">
                  <a16:creationId xmlns:a16="http://schemas.microsoft.com/office/drawing/2014/main" id="{1D43CB50-503B-C118-8C75-84E2A2B0D7FF}"/>
                </a:ext>
              </a:extLst>
            </p:cNvPr>
            <p:cNvSpPr txBox="1"/>
            <p:nvPr/>
          </p:nvSpPr>
          <p:spPr>
            <a:xfrm>
              <a:off x="2468332" y="4355400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(6)</a:t>
              </a:r>
              <a:endParaRPr lang="ko-KR" altLang="en-US" sz="1200" dirty="0"/>
            </a:p>
          </p:txBody>
        </p:sp>
        <p:sp>
          <p:nvSpPr>
            <p:cNvPr id="476" name="TextBox 475">
              <a:extLst>
                <a:ext uri="{FF2B5EF4-FFF2-40B4-BE49-F238E27FC236}">
                  <a16:creationId xmlns:a16="http://schemas.microsoft.com/office/drawing/2014/main" id="{A0815E60-66B7-1E0B-315E-07020A424D1C}"/>
                </a:ext>
              </a:extLst>
            </p:cNvPr>
            <p:cNvSpPr txBox="1"/>
            <p:nvPr/>
          </p:nvSpPr>
          <p:spPr>
            <a:xfrm>
              <a:off x="2468332" y="4820752"/>
              <a:ext cx="3492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(7)</a:t>
              </a:r>
              <a:endParaRPr lang="ko-KR" altLang="en-US" sz="1200" dirty="0"/>
            </a:p>
          </p:txBody>
        </p:sp>
      </p:grpSp>
      <p:grpSp>
        <p:nvGrpSpPr>
          <p:cNvPr id="461" name="그룹 460">
            <a:extLst>
              <a:ext uri="{FF2B5EF4-FFF2-40B4-BE49-F238E27FC236}">
                <a16:creationId xmlns:a16="http://schemas.microsoft.com/office/drawing/2014/main" id="{FE232F04-E020-E171-80B5-DDE9D2E0CED9}"/>
              </a:ext>
            </a:extLst>
          </p:cNvPr>
          <p:cNvGrpSpPr/>
          <p:nvPr/>
        </p:nvGrpSpPr>
        <p:grpSpPr>
          <a:xfrm>
            <a:off x="8346076" y="3248643"/>
            <a:ext cx="1896842" cy="742209"/>
            <a:chOff x="8346076" y="3248643"/>
            <a:chExt cx="1896842" cy="742209"/>
          </a:xfrm>
        </p:grpSpPr>
        <p:grpSp>
          <p:nvGrpSpPr>
            <p:cNvPr id="462" name="그룹 461">
              <a:extLst>
                <a:ext uri="{FF2B5EF4-FFF2-40B4-BE49-F238E27FC236}">
                  <a16:creationId xmlns:a16="http://schemas.microsoft.com/office/drawing/2014/main" id="{F4C4DFE4-737D-06E9-068B-CC25DB2973BB}"/>
                </a:ext>
              </a:extLst>
            </p:cNvPr>
            <p:cNvGrpSpPr/>
            <p:nvPr/>
          </p:nvGrpSpPr>
          <p:grpSpPr>
            <a:xfrm>
              <a:off x="8869815" y="3248643"/>
              <a:ext cx="781799" cy="384658"/>
              <a:chOff x="8870910" y="4919718"/>
              <a:chExt cx="781799" cy="384658"/>
            </a:xfrm>
          </p:grpSpPr>
          <p:sp>
            <p:nvSpPr>
              <p:cNvPr id="466" name="곱하기 기호 465">
                <a:extLst>
                  <a:ext uri="{FF2B5EF4-FFF2-40B4-BE49-F238E27FC236}">
                    <a16:creationId xmlns:a16="http://schemas.microsoft.com/office/drawing/2014/main" id="{7B0F5F6F-FA61-EA91-A6E7-3E2B2383AB44}"/>
                  </a:ext>
                </a:extLst>
              </p:cNvPr>
              <p:cNvSpPr/>
              <p:nvPr/>
            </p:nvSpPr>
            <p:spPr>
              <a:xfrm>
                <a:off x="8870910" y="4927781"/>
                <a:ext cx="363038" cy="363532"/>
              </a:xfrm>
              <a:prstGeom prst="mathMultiply">
                <a:avLst/>
              </a:prstGeom>
              <a:solidFill>
                <a:srgbClr val="CC99FF"/>
              </a:solidFill>
              <a:ln>
                <a:solidFill>
                  <a:srgbClr val="CC99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67" name="그룹 466">
                <a:extLst>
                  <a:ext uri="{FF2B5EF4-FFF2-40B4-BE49-F238E27FC236}">
                    <a16:creationId xmlns:a16="http://schemas.microsoft.com/office/drawing/2014/main" id="{1BD9F0F7-DE25-12EB-067E-B240EE5CDF0F}"/>
                  </a:ext>
                </a:extLst>
              </p:cNvPr>
              <p:cNvGrpSpPr/>
              <p:nvPr/>
            </p:nvGrpSpPr>
            <p:grpSpPr>
              <a:xfrm>
                <a:off x="9247011" y="4920478"/>
                <a:ext cx="405698" cy="383898"/>
                <a:chOff x="9039123" y="4919991"/>
                <a:chExt cx="405698" cy="383898"/>
              </a:xfrm>
            </p:grpSpPr>
            <p:sp>
              <p:nvSpPr>
                <p:cNvPr id="479" name="직사각형 478">
                  <a:extLst>
                    <a:ext uri="{FF2B5EF4-FFF2-40B4-BE49-F238E27FC236}">
                      <a16:creationId xmlns:a16="http://schemas.microsoft.com/office/drawing/2014/main" id="{3CFE367B-E132-2CD4-87D7-69B68B2AB21C}"/>
                    </a:ext>
                  </a:extLst>
                </p:cNvPr>
                <p:cNvSpPr/>
                <p:nvPr/>
              </p:nvSpPr>
              <p:spPr>
                <a:xfrm>
                  <a:off x="9039123" y="4924100"/>
                  <a:ext cx="405698" cy="379789"/>
                </a:xfrm>
                <a:prstGeom prst="rect">
                  <a:avLst/>
                </a:prstGeom>
                <a:solidFill>
                  <a:srgbClr val="CC99FF"/>
                </a:solidFill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480" name="직선 연결선 479">
                  <a:extLst>
                    <a:ext uri="{FF2B5EF4-FFF2-40B4-BE49-F238E27FC236}">
                      <a16:creationId xmlns:a16="http://schemas.microsoft.com/office/drawing/2014/main" id="{2244B7F9-4B41-4FD4-82FC-7599A84433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78312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직선 연결선 480">
                  <a:extLst>
                    <a:ext uri="{FF2B5EF4-FFF2-40B4-BE49-F238E27FC236}">
                      <a16:creationId xmlns:a16="http://schemas.microsoft.com/office/drawing/2014/main" id="{B2D40103-01DE-9C9D-1472-20C2998172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05981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직선 연결선 481">
                  <a:extLst>
                    <a:ext uri="{FF2B5EF4-FFF2-40B4-BE49-F238E27FC236}">
                      <a16:creationId xmlns:a16="http://schemas.microsoft.com/office/drawing/2014/main" id="{43443108-7144-093E-1DCC-76BCE01B04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923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직선 연결선 482">
                  <a:extLst>
                    <a:ext uri="{FF2B5EF4-FFF2-40B4-BE49-F238E27FC236}">
                      <a16:creationId xmlns:a16="http://schemas.microsoft.com/office/drawing/2014/main" id="{FD877C38-B54A-66D3-8C81-DDF25192E7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51367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직선 연결선 483">
                  <a:extLst>
                    <a:ext uri="{FF2B5EF4-FFF2-40B4-BE49-F238E27FC236}">
                      <a16:creationId xmlns:a16="http://schemas.microsoft.com/office/drawing/2014/main" id="{76C889A2-523E-68CB-B66D-D2327C8B85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6756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직선 연결선 484">
                  <a:extLst>
                    <a:ext uri="{FF2B5EF4-FFF2-40B4-BE49-F238E27FC236}">
                      <a16:creationId xmlns:a16="http://schemas.microsoft.com/office/drawing/2014/main" id="{D2EFDFAD-0E3E-665A-92CB-C782DED9A6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87534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직선 연결선 485">
                  <a:extLst>
                    <a:ext uri="{FF2B5EF4-FFF2-40B4-BE49-F238E27FC236}">
                      <a16:creationId xmlns:a16="http://schemas.microsoft.com/office/drawing/2014/main" id="{C25958E7-0824-9BD7-CF40-FF52A145D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42145" y="4919991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8" name="그룹 467">
                <a:extLst>
                  <a:ext uri="{FF2B5EF4-FFF2-40B4-BE49-F238E27FC236}">
                    <a16:creationId xmlns:a16="http://schemas.microsoft.com/office/drawing/2014/main" id="{27641BAA-ED8D-493C-54AC-B0CFC01AC690}"/>
                  </a:ext>
                </a:extLst>
              </p:cNvPr>
              <p:cNvGrpSpPr/>
              <p:nvPr/>
            </p:nvGrpSpPr>
            <p:grpSpPr>
              <a:xfrm rot="5400000">
                <a:off x="9262368" y="4909169"/>
                <a:ext cx="379789" cy="400887"/>
                <a:chOff x="9067427" y="5696733"/>
                <a:chExt cx="327669" cy="379789"/>
              </a:xfrm>
            </p:grpSpPr>
            <p:cxnSp>
              <p:nvCxnSpPr>
                <p:cNvPr id="469" name="직선 연결선 468">
                  <a:extLst>
                    <a:ext uri="{FF2B5EF4-FFF2-40B4-BE49-F238E27FC236}">
                      <a16:creationId xmlns:a16="http://schemas.microsoft.com/office/drawing/2014/main" id="{98959378-CB68-504A-2303-A8EB468F4B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67427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직선 연결선 469">
                  <a:extLst>
                    <a:ext uri="{FF2B5EF4-FFF2-40B4-BE49-F238E27FC236}">
                      <a16:creationId xmlns:a16="http://schemas.microsoft.com/office/drawing/2014/main" id="{FF69BF35-AF43-59F2-4CD2-98FD9A5774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95096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직선 연결선 470">
                  <a:extLst>
                    <a:ext uri="{FF2B5EF4-FFF2-40B4-BE49-F238E27FC236}">
                      <a16:creationId xmlns:a16="http://schemas.microsoft.com/office/drawing/2014/main" id="{E0D89B8A-AD67-8122-C9E6-743BB97054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22038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직선 연결선 471">
                  <a:extLst>
                    <a:ext uri="{FF2B5EF4-FFF2-40B4-BE49-F238E27FC236}">
                      <a16:creationId xmlns:a16="http://schemas.microsoft.com/office/drawing/2014/main" id="{10639D32-5AC2-483A-91A7-C38AECEB71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340482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직선 연결선 472">
                  <a:extLst>
                    <a:ext uri="{FF2B5EF4-FFF2-40B4-BE49-F238E27FC236}">
                      <a16:creationId xmlns:a16="http://schemas.microsoft.com/office/drawing/2014/main" id="{DFA8A43B-DD9B-7327-1B60-056C4DD54A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9135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직선 연결선 476">
                  <a:extLst>
                    <a:ext uri="{FF2B5EF4-FFF2-40B4-BE49-F238E27FC236}">
                      <a16:creationId xmlns:a16="http://schemas.microsoft.com/office/drawing/2014/main" id="{EC1D0080-41B4-34BD-90F7-11CF0E04AF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76649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직선 연결선 477">
                  <a:extLst>
                    <a:ext uri="{FF2B5EF4-FFF2-40B4-BE49-F238E27FC236}">
                      <a16:creationId xmlns:a16="http://schemas.microsoft.com/office/drawing/2014/main" id="{F903DC1C-E6C9-F076-D5F9-858EC51EC4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231260" y="5696733"/>
                  <a:ext cx="0" cy="379789"/>
                </a:xfrm>
                <a:prstGeom prst="line">
                  <a:avLst/>
                </a:prstGeom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63" name="TextBox 462">
              <a:extLst>
                <a:ext uri="{FF2B5EF4-FFF2-40B4-BE49-F238E27FC236}">
                  <a16:creationId xmlns:a16="http://schemas.microsoft.com/office/drawing/2014/main" id="{9EBAE9A1-60C3-BB75-DC97-181169C9EABB}"/>
                </a:ext>
              </a:extLst>
            </p:cNvPr>
            <p:cNvSpPr txBox="1"/>
            <p:nvPr/>
          </p:nvSpPr>
          <p:spPr>
            <a:xfrm>
              <a:off x="8766740" y="3729242"/>
              <a:ext cx="11534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/>
                <a:t>8x8</a:t>
              </a:r>
              <a:r>
                <a:rPr lang="ko-KR" altLang="en-US" sz="1100" dirty="0"/>
                <a:t> </a:t>
              </a:r>
              <a:r>
                <a:rPr lang="en-US" altLang="ko-KR" sz="1100" dirty="0"/>
                <a:t>MDS</a:t>
              </a:r>
              <a:r>
                <a:rPr lang="ko-KR" altLang="en-US" sz="1100" dirty="0"/>
                <a:t>행렬</a:t>
              </a:r>
              <a:endParaRPr lang="en-US" altLang="ko-KR" sz="1100" dirty="0"/>
            </a:p>
          </p:txBody>
        </p:sp>
        <p:sp>
          <p:nvSpPr>
            <p:cNvPr id="464" name="화살표: 오른쪽 463">
              <a:extLst>
                <a:ext uri="{FF2B5EF4-FFF2-40B4-BE49-F238E27FC236}">
                  <a16:creationId xmlns:a16="http://schemas.microsoft.com/office/drawing/2014/main" id="{DF43ED14-BBC4-8744-EC5F-1FB3671BCBF2}"/>
                </a:ext>
              </a:extLst>
            </p:cNvPr>
            <p:cNvSpPr/>
            <p:nvPr/>
          </p:nvSpPr>
          <p:spPr>
            <a:xfrm>
              <a:off x="8346076" y="3294668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65" name="화살표: 오른쪽 464">
              <a:extLst>
                <a:ext uri="{FF2B5EF4-FFF2-40B4-BE49-F238E27FC236}">
                  <a16:creationId xmlns:a16="http://schemas.microsoft.com/office/drawing/2014/main" id="{FD8F32B7-305C-E8DF-25F2-50BAF5BED47E}"/>
                </a:ext>
              </a:extLst>
            </p:cNvPr>
            <p:cNvSpPr/>
            <p:nvPr/>
          </p:nvSpPr>
          <p:spPr>
            <a:xfrm>
              <a:off x="9829687" y="3298297"/>
              <a:ext cx="413231" cy="307182"/>
            </a:xfrm>
            <a:prstGeom prst="rightArrow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4186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C813E-E198-D387-EAD3-3D74049BF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5F836-F99E-E392-A4E5-D1A715DBA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EC3D2E-AE9A-BB8A-0E2D-384E7989E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409E47-1171-C1D5-D18B-0C380304B503}"/>
              </a:ext>
            </a:extLst>
          </p:cNvPr>
          <p:cNvSpPr txBox="1"/>
          <p:nvPr/>
        </p:nvSpPr>
        <p:spPr>
          <a:xfrm>
            <a:off x="714102" y="1461341"/>
            <a:ext cx="107637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비교 분석 </a:t>
            </a:r>
            <a:endParaRPr lang="en-US" altLang="ko-KR" b="1" dirty="0"/>
          </a:p>
          <a:p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하드웨어 관련 지표 </a:t>
            </a:r>
            <a:r>
              <a:rPr lang="en-US" altLang="ko-KR" sz="1600" dirty="0"/>
              <a:t>: Area, Resource Utilization(LUT, FF, DSP), Timing(Frequency, Latency), Power, Gates </a:t>
            </a:r>
            <a:r>
              <a:rPr lang="ko-KR" altLang="en-US" sz="1600" dirty="0"/>
              <a:t>수</a:t>
            </a:r>
            <a:endParaRPr lang="en-US" altLang="ko-K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EDA(Electronic Design Automation)</a:t>
            </a:r>
            <a:r>
              <a:rPr lang="ko-KR" altLang="en-US" sz="1400" dirty="0"/>
              <a:t> 툴을 사용하여 측정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Verilog</a:t>
            </a:r>
            <a:r>
              <a:rPr lang="ko-KR" altLang="en-US" sz="1400" dirty="0"/>
              <a:t>로 짠 코드를 </a:t>
            </a:r>
            <a:r>
              <a:rPr lang="en-US" altLang="ko-KR" sz="1400" dirty="0"/>
              <a:t>Xilinx </a:t>
            </a:r>
            <a:r>
              <a:rPr lang="en-US" altLang="ko-KR" sz="1400" dirty="0" err="1"/>
              <a:t>Vivado</a:t>
            </a:r>
            <a:r>
              <a:rPr lang="en-US" altLang="ko-KR" sz="1400" dirty="0"/>
              <a:t> </a:t>
            </a:r>
            <a:r>
              <a:rPr lang="ko-KR" altLang="en-US" sz="1400" dirty="0"/>
              <a:t>혹은 </a:t>
            </a:r>
            <a:r>
              <a:rPr lang="en-US" altLang="ko-KR" sz="1400" dirty="0"/>
              <a:t>Synopsys Design Compiler</a:t>
            </a:r>
            <a:r>
              <a:rPr lang="ko-KR" altLang="en-US" sz="1400" dirty="0"/>
              <a:t>에 넣고 돌림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LUT </a:t>
            </a:r>
            <a:r>
              <a:rPr lang="ko-KR" altLang="en-US" sz="1400" dirty="0"/>
              <a:t>몇 개</a:t>
            </a:r>
            <a:r>
              <a:rPr lang="en-US" altLang="ko-KR" sz="1400" dirty="0"/>
              <a:t>, </a:t>
            </a:r>
            <a:r>
              <a:rPr lang="ko-KR" altLang="en-US" sz="1400" dirty="0"/>
              <a:t>최대 몇 </a:t>
            </a:r>
            <a:r>
              <a:rPr lang="en-US" altLang="ko-KR" sz="1400" dirty="0"/>
              <a:t>MHz</a:t>
            </a:r>
            <a:r>
              <a:rPr lang="ko-KR" altLang="en-US" sz="1400" dirty="0"/>
              <a:t>까지 돌아가는지 리포트 자동 생성됨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Power – </a:t>
            </a:r>
            <a:r>
              <a:rPr lang="ko-KR" altLang="en-US" sz="1400" dirty="0"/>
              <a:t>실제 연산 시나리오</a:t>
            </a:r>
            <a:r>
              <a:rPr lang="en-US" altLang="ko-KR" sz="1400" dirty="0"/>
              <a:t>(.</a:t>
            </a:r>
            <a:r>
              <a:rPr lang="en-US" altLang="ko-KR" sz="1400" dirty="0" err="1"/>
              <a:t>vcd</a:t>
            </a:r>
            <a:r>
              <a:rPr lang="en-US" altLang="ko-KR" sz="1400" dirty="0"/>
              <a:t> </a:t>
            </a:r>
            <a:r>
              <a:rPr lang="ko-KR" altLang="en-US" sz="1400" dirty="0"/>
              <a:t>파일 등</a:t>
            </a:r>
            <a:r>
              <a:rPr lang="en-US" altLang="ko-KR" sz="1400" dirty="0"/>
              <a:t>) </a:t>
            </a:r>
            <a:r>
              <a:rPr lang="ko-KR" altLang="en-US" sz="1400" dirty="0"/>
              <a:t>전력 분석 툴에 입력하여 동적 전력을 시뮬레이션으로 </a:t>
            </a:r>
            <a:r>
              <a:rPr lang="ko-KR" altLang="en-US" sz="1400" dirty="0" err="1"/>
              <a:t>뽑아냄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Amortized Latency : </a:t>
            </a:r>
            <a:r>
              <a:rPr lang="ko-KR" altLang="en-US" sz="1400" dirty="0"/>
              <a:t>해시 여러 개 동시 처리하는 파이프라인 구조 </a:t>
            </a:r>
            <a:r>
              <a:rPr lang="en-US" altLang="ko-KR" sz="1400" dirty="0"/>
              <a:t>-&gt; </a:t>
            </a:r>
            <a:r>
              <a:rPr lang="ko-KR" altLang="en-US" sz="1400" dirty="0"/>
              <a:t>전체 시간</a:t>
            </a:r>
            <a:r>
              <a:rPr lang="en-US" altLang="ko-KR" sz="1400" dirty="0"/>
              <a:t>/</a:t>
            </a:r>
            <a:r>
              <a:rPr lang="ko-KR" altLang="en-US" sz="1400" dirty="0"/>
              <a:t>해시 개수 계산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영지식증명 관련 지표 </a:t>
            </a:r>
            <a:r>
              <a:rPr lang="en-US" altLang="ko-KR" sz="1600" dirty="0"/>
              <a:t>: Gas,</a:t>
            </a:r>
            <a:r>
              <a:rPr lang="ko-KR" altLang="en-US" sz="1600" dirty="0"/>
              <a:t> 증명 생성 시간</a:t>
            </a:r>
            <a:r>
              <a:rPr lang="en-US" altLang="ko-KR" sz="1600" dirty="0"/>
              <a:t>, </a:t>
            </a:r>
            <a:r>
              <a:rPr lang="ko-KR" altLang="en-US" sz="1600" dirty="0"/>
              <a:t>검증 시간</a:t>
            </a:r>
            <a:endParaRPr lang="en-US" altLang="ko-K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Gas : </a:t>
            </a:r>
            <a:r>
              <a:rPr lang="en-US" altLang="ko-KR" sz="1400" dirty="0" err="1"/>
              <a:t>Golidity</a:t>
            </a:r>
            <a:r>
              <a:rPr lang="en-US" altLang="ko-KR" sz="1400" dirty="0"/>
              <a:t> </a:t>
            </a:r>
            <a:r>
              <a:rPr lang="ko-KR" altLang="en-US" sz="1400" dirty="0"/>
              <a:t>코드로 해시함수 작성 </a:t>
            </a:r>
            <a:r>
              <a:rPr lang="en-US" altLang="ko-KR" sz="1400" dirty="0"/>
              <a:t>-&gt; </a:t>
            </a:r>
            <a:r>
              <a:rPr lang="ko-KR" altLang="en-US" sz="1400" dirty="0" err="1"/>
              <a:t>이더리움</a:t>
            </a:r>
            <a:r>
              <a:rPr lang="ko-KR" altLang="en-US" sz="1400" dirty="0"/>
              <a:t> 테스트넷에 배포 </a:t>
            </a:r>
            <a:r>
              <a:rPr lang="en-US" altLang="ko-KR" sz="1400" dirty="0"/>
              <a:t>-&gt; </a:t>
            </a:r>
            <a:r>
              <a:rPr lang="en-US" altLang="ko-KR" sz="1400" dirty="0" err="1"/>
              <a:t>estimatesGas</a:t>
            </a:r>
            <a:r>
              <a:rPr lang="en-US" altLang="ko-KR" sz="1400" dirty="0"/>
              <a:t> </a:t>
            </a:r>
            <a:r>
              <a:rPr lang="ko-KR" altLang="en-US" sz="1400" dirty="0"/>
              <a:t>함수 호출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가스양</a:t>
            </a:r>
            <a:r>
              <a:rPr lang="ko-KR" altLang="en-US" sz="1400" dirty="0"/>
              <a:t> 확인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Proving/Verification Time : Rust</a:t>
            </a:r>
            <a:r>
              <a:rPr lang="ko-KR" altLang="en-US" sz="1400" dirty="0"/>
              <a:t>나 </a:t>
            </a:r>
            <a:r>
              <a:rPr lang="en-US" altLang="ko-KR" sz="1400" dirty="0"/>
              <a:t>C++</a:t>
            </a:r>
            <a:r>
              <a:rPr lang="ko-KR" altLang="en-US" sz="1400" dirty="0"/>
              <a:t>로 구현된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</a:t>
            </a:r>
            <a:r>
              <a:rPr lang="en-US" altLang="ko-KR" sz="1400" dirty="0"/>
              <a:t>(plonky2,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, halo2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 상에서 해시 함수를 회로에 올린 뒤 </a:t>
            </a:r>
            <a:r>
              <a:rPr lang="en-US" altLang="ko-KR" sz="1400" dirty="0" err="1"/>
              <a:t>porve</a:t>
            </a:r>
            <a:r>
              <a:rPr lang="en-US" altLang="ko-KR" sz="1400" dirty="0"/>
              <a:t>()</a:t>
            </a:r>
            <a:r>
              <a:rPr lang="ko-KR" altLang="en-US" sz="1400" dirty="0"/>
              <a:t>와 </a:t>
            </a:r>
            <a:r>
              <a:rPr lang="en-US" altLang="ko-KR" sz="1400" dirty="0"/>
              <a:t>verify() </a:t>
            </a:r>
            <a:r>
              <a:rPr lang="ko-KR" altLang="en-US" sz="1400" dirty="0"/>
              <a:t>함수가 실행되는 시간을 </a:t>
            </a:r>
            <a:r>
              <a:rPr lang="en-US" altLang="ko-KR" sz="1400" dirty="0"/>
              <a:t>std::time </a:t>
            </a:r>
            <a:r>
              <a:rPr lang="ko-KR" altLang="en-US" sz="1400" dirty="0"/>
              <a:t>라이브러리 등으로 측정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성능 지표 </a:t>
            </a:r>
            <a:r>
              <a:rPr lang="en-US" altLang="ko-KR" sz="1600" dirty="0"/>
              <a:t>: Hash Rate(Hash/s), Throughput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Hash</a:t>
            </a:r>
            <a:r>
              <a:rPr lang="ko-KR" altLang="en-US" sz="1400" dirty="0"/>
              <a:t> </a:t>
            </a:r>
            <a:r>
              <a:rPr lang="en-US" altLang="ko-KR" sz="1400" dirty="0"/>
              <a:t>Rate(Hash/s) = Frequency(MHz) / Latency(Cycles)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Permutation 1</a:t>
            </a:r>
            <a:r>
              <a:rPr lang="ko-KR" altLang="en-US" sz="1400" dirty="0"/>
              <a:t>번 연산 비용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3156140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C2ADA-A954-B4E0-EA82-9C410DB8B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3FB69-12CA-3401-8AED-3CBB88281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4CC13-5AC3-C0EC-26C0-16B9E10B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CF053-8839-6B16-F4F6-449157D78487}"/>
              </a:ext>
            </a:extLst>
          </p:cNvPr>
          <p:cNvSpPr txBox="1"/>
          <p:nvPr/>
        </p:nvSpPr>
        <p:spPr>
          <a:xfrm>
            <a:off x="714102" y="1461341"/>
            <a:ext cx="1076379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비교 분석 </a:t>
            </a:r>
            <a:endParaRPr lang="en-US" altLang="ko-KR" b="1" dirty="0"/>
          </a:p>
          <a:p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하드웨어 관련 지표 </a:t>
            </a:r>
            <a:r>
              <a:rPr lang="en-US" altLang="ko-KR" sz="1600" dirty="0"/>
              <a:t>: </a:t>
            </a:r>
            <a:r>
              <a:rPr lang="en-US" altLang="ko-KR" sz="1600" dirty="0">
                <a:solidFill>
                  <a:srgbClr val="FF0000"/>
                </a:solidFill>
              </a:rPr>
              <a:t>Area,</a:t>
            </a:r>
            <a:r>
              <a:rPr lang="en-US" altLang="ko-KR" sz="1600" dirty="0"/>
              <a:t> </a:t>
            </a:r>
            <a:r>
              <a:rPr lang="en-US" altLang="ko-KR" sz="1600" dirty="0">
                <a:solidFill>
                  <a:srgbClr val="FF0000"/>
                </a:solidFill>
              </a:rPr>
              <a:t>Resource Utilization(LUT, FF, DSP), Timing(Frequency, Latency), </a:t>
            </a:r>
            <a:r>
              <a:rPr lang="en-US" altLang="ko-KR" sz="1600" dirty="0"/>
              <a:t>Power, </a:t>
            </a:r>
            <a:r>
              <a:rPr lang="en-US" altLang="ko-KR" sz="1600" dirty="0">
                <a:solidFill>
                  <a:srgbClr val="FF0000"/>
                </a:solidFill>
              </a:rPr>
              <a:t>Gates </a:t>
            </a:r>
            <a:r>
              <a:rPr lang="ko-KR" altLang="en-US" sz="1600" dirty="0">
                <a:solidFill>
                  <a:srgbClr val="FF0000"/>
                </a:solidFill>
              </a:rPr>
              <a:t>수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EDA(Electronic Design Automation)</a:t>
            </a:r>
            <a:r>
              <a:rPr lang="ko-KR" altLang="en-US" sz="1400" dirty="0"/>
              <a:t> 툴을 사용하여 측정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Verilog</a:t>
            </a:r>
            <a:r>
              <a:rPr lang="ko-KR" altLang="en-US" sz="1400" dirty="0"/>
              <a:t>로 짠 코드를 </a:t>
            </a:r>
            <a:r>
              <a:rPr lang="en-US" altLang="ko-KR" sz="1400" dirty="0"/>
              <a:t>Xilinx </a:t>
            </a:r>
            <a:r>
              <a:rPr lang="en-US" altLang="ko-KR" sz="1400" dirty="0" err="1"/>
              <a:t>Vivado</a:t>
            </a:r>
            <a:r>
              <a:rPr lang="en-US" altLang="ko-KR" sz="1400" dirty="0"/>
              <a:t> </a:t>
            </a:r>
            <a:r>
              <a:rPr lang="ko-KR" altLang="en-US" sz="1400" dirty="0"/>
              <a:t>혹은 </a:t>
            </a:r>
            <a:r>
              <a:rPr lang="en-US" altLang="ko-KR" sz="1400" dirty="0"/>
              <a:t>Synopsys Design Compiler</a:t>
            </a:r>
            <a:r>
              <a:rPr lang="ko-KR" altLang="en-US" sz="1400" dirty="0"/>
              <a:t>에 넣고 돌림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LUT </a:t>
            </a:r>
            <a:r>
              <a:rPr lang="ko-KR" altLang="en-US" sz="1400" dirty="0"/>
              <a:t>몇 개</a:t>
            </a:r>
            <a:r>
              <a:rPr lang="en-US" altLang="ko-KR" sz="1400" dirty="0"/>
              <a:t>, </a:t>
            </a:r>
            <a:r>
              <a:rPr lang="ko-KR" altLang="en-US" sz="1400" dirty="0"/>
              <a:t>최대 몇 </a:t>
            </a:r>
            <a:r>
              <a:rPr lang="en-US" altLang="ko-KR" sz="1400" dirty="0"/>
              <a:t>MHz</a:t>
            </a:r>
            <a:r>
              <a:rPr lang="ko-KR" altLang="en-US" sz="1400" dirty="0"/>
              <a:t>까지 돌아가는지 리포트 자동 생성됨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Power – </a:t>
            </a:r>
            <a:r>
              <a:rPr lang="ko-KR" altLang="en-US" sz="1400" dirty="0"/>
              <a:t>실제 연산 시나리오</a:t>
            </a:r>
            <a:r>
              <a:rPr lang="en-US" altLang="ko-KR" sz="1400" dirty="0"/>
              <a:t>(.</a:t>
            </a:r>
            <a:r>
              <a:rPr lang="en-US" altLang="ko-KR" sz="1400" dirty="0" err="1"/>
              <a:t>vcd</a:t>
            </a:r>
            <a:r>
              <a:rPr lang="en-US" altLang="ko-KR" sz="1400" dirty="0"/>
              <a:t> </a:t>
            </a:r>
            <a:r>
              <a:rPr lang="ko-KR" altLang="en-US" sz="1400" dirty="0"/>
              <a:t>파일 등</a:t>
            </a:r>
            <a:r>
              <a:rPr lang="en-US" altLang="ko-KR" sz="1400" dirty="0"/>
              <a:t>) </a:t>
            </a:r>
            <a:r>
              <a:rPr lang="ko-KR" altLang="en-US" sz="1400" dirty="0"/>
              <a:t>전력 분석 툴에 입력하여 동적 전력을 시뮬레이션으로 </a:t>
            </a:r>
            <a:r>
              <a:rPr lang="ko-KR" altLang="en-US" sz="1400" dirty="0" err="1"/>
              <a:t>뽑아냄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Amortized Latency : </a:t>
            </a:r>
            <a:r>
              <a:rPr lang="ko-KR" altLang="en-US" sz="1400" dirty="0"/>
              <a:t>해시 여러 개 동시 처리하는 파이프라인 구조 </a:t>
            </a:r>
            <a:r>
              <a:rPr lang="en-US" altLang="ko-KR" sz="1400" dirty="0"/>
              <a:t>-&gt; </a:t>
            </a:r>
            <a:r>
              <a:rPr lang="ko-KR" altLang="en-US" sz="1400" dirty="0"/>
              <a:t>전체 시간</a:t>
            </a:r>
            <a:r>
              <a:rPr lang="en-US" altLang="ko-KR" sz="1400" dirty="0"/>
              <a:t>/</a:t>
            </a:r>
            <a:r>
              <a:rPr lang="ko-KR" altLang="en-US" sz="1400" dirty="0"/>
              <a:t>해시 개수 계산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영지식증명 관련 지표 </a:t>
            </a:r>
            <a:r>
              <a:rPr lang="en-US" altLang="ko-KR" sz="1600" dirty="0"/>
              <a:t>: </a:t>
            </a:r>
            <a:r>
              <a:rPr lang="en-US" altLang="ko-KR" sz="1600" dirty="0">
                <a:solidFill>
                  <a:srgbClr val="FF0000"/>
                </a:solidFill>
              </a:rPr>
              <a:t>Gas</a:t>
            </a:r>
            <a:r>
              <a:rPr lang="en-US" altLang="ko-KR" sz="1600" dirty="0"/>
              <a:t>,</a:t>
            </a:r>
            <a:r>
              <a:rPr lang="ko-KR" altLang="en-US" sz="1600" dirty="0"/>
              <a:t> 증명 생성 시간</a:t>
            </a:r>
            <a:r>
              <a:rPr lang="en-US" altLang="ko-KR" sz="1600" dirty="0"/>
              <a:t>, </a:t>
            </a:r>
            <a:r>
              <a:rPr lang="ko-KR" altLang="en-US" sz="1600" dirty="0"/>
              <a:t>검증 시간</a:t>
            </a:r>
            <a:endParaRPr lang="en-US" altLang="ko-KR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Gas : </a:t>
            </a:r>
            <a:r>
              <a:rPr lang="en-US" altLang="ko-KR" sz="1400" dirty="0" err="1"/>
              <a:t>Golidity</a:t>
            </a:r>
            <a:r>
              <a:rPr lang="en-US" altLang="ko-KR" sz="1400" dirty="0"/>
              <a:t> </a:t>
            </a:r>
            <a:r>
              <a:rPr lang="ko-KR" altLang="en-US" sz="1400" dirty="0"/>
              <a:t>코드로 해시함수 작성 </a:t>
            </a:r>
            <a:r>
              <a:rPr lang="en-US" altLang="ko-KR" sz="1400" dirty="0"/>
              <a:t>-&gt; </a:t>
            </a:r>
            <a:r>
              <a:rPr lang="ko-KR" altLang="en-US" sz="1400" dirty="0" err="1"/>
              <a:t>이더리움</a:t>
            </a:r>
            <a:r>
              <a:rPr lang="ko-KR" altLang="en-US" sz="1400" dirty="0"/>
              <a:t> 테스트넷에 배포 </a:t>
            </a:r>
            <a:r>
              <a:rPr lang="en-US" altLang="ko-KR" sz="1400" dirty="0"/>
              <a:t>-&gt; </a:t>
            </a:r>
            <a:r>
              <a:rPr lang="en-US" altLang="ko-KR" sz="1400" dirty="0" err="1"/>
              <a:t>estimatesGas</a:t>
            </a:r>
            <a:r>
              <a:rPr lang="en-US" altLang="ko-KR" sz="1400" dirty="0"/>
              <a:t> </a:t>
            </a:r>
            <a:r>
              <a:rPr lang="ko-KR" altLang="en-US" sz="1400" dirty="0"/>
              <a:t>함수 호출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가스양</a:t>
            </a:r>
            <a:r>
              <a:rPr lang="ko-KR" altLang="en-US" sz="1400" dirty="0"/>
              <a:t> 확인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Proving/Verification Time : Rust</a:t>
            </a:r>
            <a:r>
              <a:rPr lang="ko-KR" altLang="en-US" sz="1400" dirty="0"/>
              <a:t>나 </a:t>
            </a:r>
            <a:r>
              <a:rPr lang="en-US" altLang="ko-KR" sz="1400" dirty="0"/>
              <a:t>C++</a:t>
            </a:r>
            <a:r>
              <a:rPr lang="ko-KR" altLang="en-US" sz="1400" dirty="0"/>
              <a:t>로 구현된 </a:t>
            </a:r>
            <a:r>
              <a:rPr lang="en-US" altLang="ko-KR" sz="1400" dirty="0"/>
              <a:t>ZK </a:t>
            </a:r>
            <a:r>
              <a:rPr lang="ko-KR" altLang="en-US" sz="1400" dirty="0"/>
              <a:t>프레임워크</a:t>
            </a:r>
            <a:r>
              <a:rPr lang="en-US" altLang="ko-KR" sz="1400" dirty="0"/>
              <a:t>(plonky2, </a:t>
            </a:r>
            <a:r>
              <a:rPr lang="en-US" altLang="ko-KR" sz="1400" dirty="0" err="1"/>
              <a:t>circom</a:t>
            </a:r>
            <a:r>
              <a:rPr lang="en-US" altLang="ko-KR" sz="1400" dirty="0"/>
              <a:t>, halo2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 상에서 해시 함수를 회로에 올린 뒤 </a:t>
            </a:r>
            <a:r>
              <a:rPr lang="en-US" altLang="ko-KR" sz="1400" dirty="0" err="1"/>
              <a:t>porve</a:t>
            </a:r>
            <a:r>
              <a:rPr lang="en-US" altLang="ko-KR" sz="1400" dirty="0"/>
              <a:t>()</a:t>
            </a:r>
            <a:r>
              <a:rPr lang="ko-KR" altLang="en-US" sz="1400" dirty="0"/>
              <a:t>와 </a:t>
            </a:r>
            <a:r>
              <a:rPr lang="en-US" altLang="ko-KR" sz="1400" dirty="0"/>
              <a:t>verify() </a:t>
            </a:r>
            <a:r>
              <a:rPr lang="ko-KR" altLang="en-US" sz="1400" dirty="0"/>
              <a:t>함수가 실행되는 시간을 </a:t>
            </a:r>
            <a:r>
              <a:rPr lang="en-US" altLang="ko-KR" sz="1400" dirty="0"/>
              <a:t>std::time </a:t>
            </a:r>
            <a:r>
              <a:rPr lang="ko-KR" altLang="en-US" sz="1400" dirty="0"/>
              <a:t>라이브러리 등으로 측정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sz="1600" dirty="0"/>
              <a:t>성능 지표 </a:t>
            </a:r>
            <a:r>
              <a:rPr lang="en-US" altLang="ko-KR" sz="1600" dirty="0"/>
              <a:t>: Hash Rate(Hash/s), </a:t>
            </a:r>
            <a:r>
              <a:rPr lang="en-US" altLang="ko-KR" sz="1600" dirty="0">
                <a:solidFill>
                  <a:srgbClr val="FF0000"/>
                </a:solidFill>
              </a:rPr>
              <a:t>Throughput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Hash</a:t>
            </a:r>
            <a:r>
              <a:rPr lang="ko-KR" altLang="en-US" sz="1400" dirty="0"/>
              <a:t> </a:t>
            </a:r>
            <a:r>
              <a:rPr lang="en-US" altLang="ko-KR" sz="1400" dirty="0"/>
              <a:t>Rate(Hash/s) = Frequency(MHz) / Latency(Cycles)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Permutation 1</a:t>
            </a:r>
            <a:r>
              <a:rPr lang="ko-KR" altLang="en-US" sz="1400" dirty="0"/>
              <a:t>번 연산 비용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648676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580C2-698F-0889-1A03-0FAAD81E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7C82E-9547-B00D-605F-FFDC12783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 분석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7FD096-6429-610E-8681-B61076CF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E914AD-1E53-AB80-6AE9-D1CB92D11A31}"/>
              </a:ext>
            </a:extLst>
          </p:cNvPr>
          <p:cNvSpPr txBox="1"/>
          <p:nvPr/>
        </p:nvSpPr>
        <p:spPr>
          <a:xfrm>
            <a:off x="714102" y="1461341"/>
            <a:ext cx="107637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비교 분석 </a:t>
            </a:r>
            <a:endParaRPr lang="en-US" altLang="ko-KR" b="1" dirty="0"/>
          </a:p>
          <a:p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 err="1"/>
              <a:t>Permutaion</a:t>
            </a:r>
            <a:r>
              <a:rPr lang="ko-KR" altLang="en-US" sz="1600" dirty="0"/>
              <a:t> 연산 비용</a:t>
            </a:r>
            <a:r>
              <a:rPr lang="en-US" altLang="ko-KR" sz="1600" dirty="0"/>
              <a:t>, Throughput, </a:t>
            </a:r>
            <a:r>
              <a:rPr lang="ko-KR" altLang="en-US" sz="1600" dirty="0"/>
              <a:t>에너지 효율</a:t>
            </a:r>
            <a:r>
              <a:rPr lang="en-US" altLang="ko-KR" sz="1600" dirty="0"/>
              <a:t>(</a:t>
            </a:r>
            <a:r>
              <a:rPr lang="en-US" altLang="ko-KR" sz="1600" dirty="0" err="1"/>
              <a:t>pJ</a:t>
            </a:r>
            <a:r>
              <a:rPr lang="en-US" altLang="ko-KR" sz="1600" dirty="0"/>
              <a:t>/Hash)</a:t>
            </a:r>
            <a:endParaRPr lang="en-US" altLang="ko-KR" sz="1600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&lt;Gotta Hash ’Em All! Accelerating Hash Functions for Zero-Knowledge Proof Applications&gt; </a:t>
            </a:r>
            <a:r>
              <a:rPr lang="ko-KR" altLang="en-US" sz="1400" dirty="0"/>
              <a:t>논문 레퍼런스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/>
              <a:t>Xilinx </a:t>
            </a:r>
            <a:r>
              <a:rPr lang="en-US" altLang="ko-KR" sz="1400" dirty="0" err="1"/>
              <a:t>Virtex</a:t>
            </a:r>
            <a:r>
              <a:rPr lang="en-US" altLang="ko-KR" sz="1400" dirty="0"/>
              <a:t> </a:t>
            </a:r>
            <a:r>
              <a:rPr lang="en-US" altLang="ko-KR" sz="1400" dirty="0" err="1"/>
              <a:t>UltraScale</a:t>
            </a:r>
            <a:r>
              <a:rPr lang="en-US" altLang="ko-KR" sz="1400" dirty="0"/>
              <a:t>+ (Part No : xcu250-figd2104-2L-e)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Vivado</a:t>
            </a:r>
            <a:r>
              <a:rPr lang="en-US" altLang="ko-KR" sz="1400" dirty="0"/>
              <a:t> 2024.2.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1400" dirty="0" err="1"/>
              <a:t>ZKFriendlyHashZoo</a:t>
            </a:r>
            <a:r>
              <a:rPr lang="en-US" altLang="ko-KR" sz="1400" dirty="0"/>
              <a:t> </a:t>
            </a:r>
            <a:r>
              <a:rPr lang="ko-KR" altLang="en-US" sz="1400" dirty="0"/>
              <a:t>라이브러리 활용</a:t>
            </a:r>
            <a:endParaRPr lang="en-US" altLang="ko-KR" sz="1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85091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19356</TotalTime>
  <Words>2429</Words>
  <Application>Microsoft Office PowerPoint</Application>
  <PresentationFormat>와이드스크린</PresentationFormat>
  <Paragraphs>644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Cambria Math</vt:lpstr>
      <vt:lpstr>Wingdings</vt:lpstr>
      <vt:lpstr>Office 테마</vt:lpstr>
      <vt:lpstr>Poseidon 연구 정리</vt:lpstr>
      <vt:lpstr>Poseidon 연구 방향</vt:lpstr>
      <vt:lpstr>256-bit 표준 인터페이스 정렬 아키텍처 후보</vt:lpstr>
      <vt:lpstr>Poseidon-128 구조</vt:lpstr>
      <vt:lpstr>Method 1 : Zero-Padding</vt:lpstr>
      <vt:lpstr>Method 2-1 : Squeezing-based Bit-Slice &amp; Concat</vt:lpstr>
      <vt:lpstr>Method 2-2 : Bit-Slice&amp;Concatenation</vt:lpstr>
      <vt:lpstr>Method 3 : Dual Poseidon Concat</vt:lpstr>
      <vt:lpstr>Goldilocks Poseidon</vt:lpstr>
      <vt:lpstr>Goldilocks Poseidon</vt:lpstr>
      <vt:lpstr>Goldilocks Poseidon</vt:lpstr>
      <vt:lpstr>Goldilocks Poseidon – Partial Round</vt:lpstr>
      <vt:lpstr>Goldilocks Poseidon</vt:lpstr>
      <vt:lpstr>Goldilocks Poseidon – serial한 내부 연산</vt:lpstr>
      <vt:lpstr>Goldilocks Poseidon – serial한 내부 연산</vt:lpstr>
      <vt:lpstr>Goldilocks Poseidon(Hybrid Pipelining)</vt:lpstr>
      <vt:lpstr>비교 분석</vt:lpstr>
      <vt:lpstr>비교 분석</vt:lpstr>
      <vt:lpstr>비교 분석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1957</cp:revision>
  <dcterms:created xsi:type="dcterms:W3CDTF">2023-03-06T16:32:37Z</dcterms:created>
  <dcterms:modified xsi:type="dcterms:W3CDTF">2026-01-13T11:30:33Z</dcterms:modified>
</cp:coreProperties>
</file>