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2C62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66" d="100"/>
          <a:sy n="66" d="100"/>
        </p:scale>
        <p:origin x="873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1-06T02:11:05.059" v="764" actId="20577"/>
      <pc:docMkLst>
        <pc:docMk/>
      </pc:docMkLst>
      <pc:sldChg chg="del ord">
        <pc:chgData name="성현 이" userId="2f0182ffdb5a30a3" providerId="LiveId" clId="{96CFCBFF-3B86-4DA3-8BC4-90A0DDDF2BC8}" dt="2026-01-05T12:28:59.283" v="434" actId="2696"/>
        <pc:sldMkLst>
          <pc:docMk/>
          <pc:sldMk cId="754990567" sldId="257"/>
        </pc:sldMkLst>
      </pc:sldChg>
      <pc:sldChg chg="modSp add del mod">
        <pc:chgData name="성현 이" userId="2f0182ffdb5a30a3" providerId="LiveId" clId="{96CFCBFF-3B86-4DA3-8BC4-90A0DDDF2BC8}" dt="2026-01-06T02:11:05.059" v="764" actId="20577"/>
        <pc:sldMkLst>
          <pc:docMk/>
          <pc:sldMk cId="2158580055" sldId="259"/>
        </pc:sldMkLst>
        <pc:spChg chg="mod">
          <ac:chgData name="성현 이" userId="2f0182ffdb5a30a3" providerId="LiveId" clId="{96CFCBFF-3B86-4DA3-8BC4-90A0DDDF2BC8}" dt="2026-01-06T02:11:05.059" v="764" actId="20577"/>
          <ac:spMkLst>
            <pc:docMk/>
            <pc:sldMk cId="2158580055" sldId="259"/>
            <ac:spMk id="6" creationId="{8A11BE8D-7715-D174-7CFE-F5B83203FF50}"/>
          </ac:spMkLst>
        </pc:spChg>
        <pc:spChg chg="mod">
          <ac:chgData name="성현 이" userId="2f0182ffdb5a30a3" providerId="LiveId" clId="{96CFCBFF-3B86-4DA3-8BC4-90A0DDDF2BC8}" dt="2026-01-05T11:25:46.088" v="110"/>
          <ac:spMkLst>
            <pc:docMk/>
            <pc:sldMk cId="2158580055" sldId="259"/>
            <ac:spMk id="9" creationId="{9CCF3F11-C414-EC78-0BEE-ECA89DDCE67F}"/>
          </ac:spMkLst>
        </pc:spChg>
        <pc:spChg chg="mod">
          <ac:chgData name="성현 이" userId="2f0182ffdb5a30a3" providerId="LiveId" clId="{96CFCBFF-3B86-4DA3-8BC4-90A0DDDF2BC8}" dt="2026-01-05T11:25:49.108" v="112"/>
          <ac:spMkLst>
            <pc:docMk/>
            <pc:sldMk cId="2158580055" sldId="259"/>
            <ac:spMk id="11" creationId="{13759524-6D46-FE14-5826-C73CA332A434}"/>
          </ac:spMkLst>
        </pc:spChg>
        <pc:spChg chg="mod">
          <ac:chgData name="성현 이" userId="2f0182ffdb5a30a3" providerId="LiveId" clId="{96CFCBFF-3B86-4DA3-8BC4-90A0DDDF2BC8}" dt="2026-01-05T11:25:56.684" v="113"/>
          <ac:spMkLst>
            <pc:docMk/>
            <pc:sldMk cId="2158580055" sldId="259"/>
            <ac:spMk id="18" creationId="{68097611-CE0F-02EB-011A-3D29F64FF938}"/>
          </ac:spMkLst>
        </pc:spChg>
      </pc:sldChg>
      <pc:sldChg chg="modSp del mod ord">
        <pc:chgData name="성현 이" userId="2f0182ffdb5a30a3" providerId="LiveId" clId="{96CFCBFF-3B86-4DA3-8BC4-90A0DDDF2BC8}" dt="2026-01-05T11:26:01.179" v="114" actId="2696"/>
        <pc:sldMkLst>
          <pc:docMk/>
          <pc:sldMk cId="4230735722" sldId="261"/>
        </pc:sldMkLst>
        <pc:spChg chg="mod">
          <ac:chgData name="성현 이" userId="2f0182ffdb5a30a3" providerId="LiveId" clId="{96CFCBFF-3B86-4DA3-8BC4-90A0DDDF2BC8}" dt="2026-01-05T11:25:01.738" v="98" actId="20577"/>
          <ac:spMkLst>
            <pc:docMk/>
            <pc:sldMk cId="4230735722" sldId="261"/>
            <ac:spMk id="2" creationId="{45F5F94A-A195-946A-8126-03998F492CFA}"/>
          </ac:spMkLst>
        </pc:spChg>
        <pc:spChg chg="mod">
          <ac:chgData name="성현 이" userId="2f0182ffdb5a30a3" providerId="LiveId" clId="{96CFCBFF-3B86-4DA3-8BC4-90A0DDDF2BC8}" dt="2026-01-05T11:23:31.062" v="11" actId="20577"/>
          <ac:spMkLst>
            <pc:docMk/>
            <pc:sldMk cId="4230735722" sldId="261"/>
            <ac:spMk id="5" creationId="{C4C9B044-8F36-3798-EA92-9BDB86ACBBCE}"/>
          </ac:spMkLst>
        </pc:spChg>
        <pc:spChg chg="mod">
          <ac:chgData name="성현 이" userId="2f0182ffdb5a30a3" providerId="LiveId" clId="{96CFCBFF-3B86-4DA3-8BC4-90A0DDDF2BC8}" dt="2026-01-05T11:23:44.571" v="38" actId="20577"/>
          <ac:spMkLst>
            <pc:docMk/>
            <pc:sldMk cId="4230735722" sldId="261"/>
            <ac:spMk id="6" creationId="{98ED064B-7550-08E7-15E8-E42C64D40156}"/>
          </ac:spMkLst>
        </pc:spChg>
        <pc:spChg chg="mod">
          <ac:chgData name="성현 이" userId="2f0182ffdb5a30a3" providerId="LiveId" clId="{96CFCBFF-3B86-4DA3-8BC4-90A0DDDF2BC8}" dt="2026-01-05T11:23:58.485" v="61" actId="20577"/>
          <ac:spMkLst>
            <pc:docMk/>
            <pc:sldMk cId="4230735722" sldId="261"/>
            <ac:spMk id="10" creationId="{5181FC5E-C462-3A70-4B7B-A456E4DA692F}"/>
          </ac:spMkLst>
        </pc:spChg>
      </pc:sldChg>
      <pc:sldChg chg="modSp del mod">
        <pc:chgData name="성현 이" userId="2f0182ffdb5a30a3" providerId="LiveId" clId="{96CFCBFF-3B86-4DA3-8BC4-90A0DDDF2BC8}" dt="2026-01-05T11:27:35.525" v="165" actId="2696"/>
        <pc:sldMkLst>
          <pc:docMk/>
          <pc:sldMk cId="3094958652" sldId="262"/>
        </pc:sldMkLst>
        <pc:spChg chg="mod">
          <ac:chgData name="성현 이" userId="2f0182ffdb5a30a3" providerId="LiveId" clId="{96CFCBFF-3B86-4DA3-8BC4-90A0DDDF2BC8}" dt="2026-01-05T11:24:51.346" v="84" actId="20577"/>
          <ac:spMkLst>
            <pc:docMk/>
            <pc:sldMk cId="3094958652" sldId="262"/>
            <ac:spMk id="2" creationId="{58FB0D93-4732-3B13-B677-CB6DE8884836}"/>
          </ac:spMkLst>
        </pc:spChg>
        <pc:spChg chg="mod">
          <ac:chgData name="성현 이" userId="2f0182ffdb5a30a3" providerId="LiveId" clId="{96CFCBFF-3B86-4DA3-8BC4-90A0DDDF2BC8}" dt="2026-01-05T11:26:34.772" v="144"/>
          <ac:spMkLst>
            <pc:docMk/>
            <pc:sldMk cId="3094958652" sldId="262"/>
            <ac:spMk id="6" creationId="{70140558-337D-2597-2AC9-7D9F61301ADD}"/>
          </ac:spMkLst>
        </pc:spChg>
      </pc:sldChg>
      <pc:sldChg chg="addSp delSp modSp add mod">
        <pc:chgData name="성현 이" userId="2f0182ffdb5a30a3" providerId="LiveId" clId="{96CFCBFF-3B86-4DA3-8BC4-90A0DDDF2BC8}" dt="2026-01-05T12:24:10.192" v="400" actId="1076"/>
        <pc:sldMkLst>
          <pc:docMk/>
          <pc:sldMk cId="344234826" sldId="263"/>
        </pc:sldMkLst>
        <pc:spChg chg="mod">
          <ac:chgData name="성현 이" userId="2f0182ffdb5a30a3" providerId="LiveId" clId="{96CFCBFF-3B86-4DA3-8BC4-90A0DDDF2BC8}" dt="2026-01-05T11:26:47.699" v="154" actId="20577"/>
          <ac:spMkLst>
            <pc:docMk/>
            <pc:sldMk cId="344234826" sldId="263"/>
            <ac:spMk id="2" creationId="{2FEE64D1-5B37-B48D-3A17-A7DCDD8A9E38}"/>
          </ac:spMkLst>
        </pc:spChg>
        <pc:spChg chg="add mod">
          <ac:chgData name="성현 이" userId="2f0182ffdb5a30a3" providerId="LiveId" clId="{96CFCBFF-3B86-4DA3-8BC4-90A0DDDF2BC8}" dt="2026-01-05T12:22:44.971" v="391" actId="20577"/>
          <ac:spMkLst>
            <pc:docMk/>
            <pc:sldMk cId="344234826" sldId="263"/>
            <ac:spMk id="3" creationId="{47C0FDBA-7DB5-9591-0EF2-37C195077CEA}"/>
          </ac:spMkLst>
        </pc:spChg>
        <pc:spChg chg="del mod">
          <ac:chgData name="성현 이" userId="2f0182ffdb5a30a3" providerId="LiveId" clId="{96CFCBFF-3B86-4DA3-8BC4-90A0DDDF2BC8}" dt="2026-01-05T11:26:53.656" v="156" actId="478"/>
          <ac:spMkLst>
            <pc:docMk/>
            <pc:sldMk cId="344234826" sldId="263"/>
            <ac:spMk id="6" creationId="{0B18D2C3-2025-3B05-9E44-5B18BC6F4CB2}"/>
          </ac:spMkLst>
        </pc:spChg>
        <pc:spChg chg="mod">
          <ac:chgData name="성현 이" userId="2f0182ffdb5a30a3" providerId="LiveId" clId="{96CFCBFF-3B86-4DA3-8BC4-90A0DDDF2BC8}" dt="2026-01-05T11:33:56.292" v="305" actId="1076"/>
          <ac:spMkLst>
            <pc:docMk/>
            <pc:sldMk cId="344234826" sldId="263"/>
            <ac:spMk id="8" creationId="{E9219351-B87C-02E8-583D-8FD96B2A0557}"/>
          </ac:spMkLst>
        </pc:spChg>
        <pc:picChg chg="mod">
          <ac:chgData name="성현 이" userId="2f0182ffdb5a30a3" providerId="LiveId" clId="{96CFCBFF-3B86-4DA3-8BC4-90A0DDDF2BC8}" dt="2026-01-05T11:33:51.830" v="304" actId="1076"/>
          <ac:picMkLst>
            <pc:docMk/>
            <pc:sldMk cId="344234826" sldId="263"/>
            <ac:picMk id="7" creationId="{84B02332-54DC-6E07-099E-AF5993FA1B0E}"/>
          </ac:picMkLst>
        </pc:picChg>
        <pc:picChg chg="add mod">
          <ac:chgData name="성현 이" userId="2f0182ffdb5a30a3" providerId="LiveId" clId="{96CFCBFF-3B86-4DA3-8BC4-90A0DDDF2BC8}" dt="2026-01-05T11:33:44.208" v="303" actId="1076"/>
          <ac:picMkLst>
            <pc:docMk/>
            <pc:sldMk cId="344234826" sldId="263"/>
            <ac:picMk id="9" creationId="{7CCA99FC-CABF-0580-335F-66D601841AAB}"/>
          </ac:picMkLst>
        </pc:picChg>
        <pc:picChg chg="add del mod">
          <ac:chgData name="성현 이" userId="2f0182ffdb5a30a3" providerId="LiveId" clId="{96CFCBFF-3B86-4DA3-8BC4-90A0DDDF2BC8}" dt="2026-01-05T12:23:50.686" v="395" actId="478"/>
          <ac:picMkLst>
            <pc:docMk/>
            <pc:sldMk cId="344234826" sldId="263"/>
            <ac:picMk id="11" creationId="{56D6B25F-9006-0034-9A52-8E5AEB9C0817}"/>
          </ac:picMkLst>
        </pc:picChg>
        <pc:picChg chg="add mod">
          <ac:chgData name="성현 이" userId="2f0182ffdb5a30a3" providerId="LiveId" clId="{96CFCBFF-3B86-4DA3-8BC4-90A0DDDF2BC8}" dt="2026-01-05T12:24:10.192" v="400" actId="1076"/>
          <ac:picMkLst>
            <pc:docMk/>
            <pc:sldMk cId="344234826" sldId="263"/>
            <ac:picMk id="13" creationId="{AFE1B2C5-FDA7-BE38-C45B-B579B524B306}"/>
          </ac:picMkLst>
        </pc:picChg>
      </pc:sldChg>
      <pc:sldChg chg="add del">
        <pc:chgData name="성현 이" userId="2f0182ffdb5a30a3" providerId="LiveId" clId="{96CFCBFF-3B86-4DA3-8BC4-90A0DDDF2BC8}" dt="2026-01-05T11:24:08.957" v="63" actId="2890"/>
        <pc:sldMkLst>
          <pc:docMk/>
          <pc:sldMk cId="3231181862" sldId="263"/>
        </pc:sldMkLst>
      </pc:sldChg>
      <pc:sldChg chg="addSp delSp modSp new mod">
        <pc:chgData name="성현 이" userId="2f0182ffdb5a30a3" providerId="LiveId" clId="{96CFCBFF-3B86-4DA3-8BC4-90A0DDDF2BC8}" dt="2026-01-06T01:56:33.479" v="759" actId="14100"/>
        <pc:sldMkLst>
          <pc:docMk/>
          <pc:sldMk cId="606442107" sldId="264"/>
        </pc:sldMkLst>
        <pc:spChg chg="mod">
          <ac:chgData name="성현 이" userId="2f0182ffdb5a30a3" providerId="LiveId" clId="{96CFCBFF-3B86-4DA3-8BC4-90A0DDDF2BC8}" dt="2026-01-05T12:33:57.219" v="738" actId="20577"/>
          <ac:spMkLst>
            <pc:docMk/>
            <pc:sldMk cId="606442107" sldId="264"/>
            <ac:spMk id="2" creationId="{96B232E3-AB8C-55E1-C0BA-E73F9DD2C66A}"/>
          </ac:spMkLst>
        </pc:spChg>
        <pc:spChg chg="del">
          <ac:chgData name="성현 이" userId="2f0182ffdb5a30a3" providerId="LiveId" clId="{96CFCBFF-3B86-4DA3-8BC4-90A0DDDF2BC8}" dt="2026-01-05T12:25:26.003" v="409" actId="478"/>
          <ac:spMkLst>
            <pc:docMk/>
            <pc:sldMk cId="606442107" sldId="264"/>
            <ac:spMk id="3" creationId="{DC46D66C-EEC3-B135-27C6-169B8B823FB3}"/>
          </ac:spMkLst>
        </pc:spChg>
        <pc:picChg chg="add del mod">
          <ac:chgData name="성현 이" userId="2f0182ffdb5a30a3" providerId="LiveId" clId="{96CFCBFF-3B86-4DA3-8BC4-90A0DDDF2BC8}" dt="2026-01-05T12:26:51.791" v="419" actId="478"/>
          <ac:picMkLst>
            <pc:docMk/>
            <pc:sldMk cId="606442107" sldId="264"/>
            <ac:picMk id="6" creationId="{C2660CD3-F6F1-03F0-2200-96436F7C6F27}"/>
          </ac:picMkLst>
        </pc:picChg>
        <pc:picChg chg="add mod">
          <ac:chgData name="성현 이" userId="2f0182ffdb5a30a3" providerId="LiveId" clId="{96CFCBFF-3B86-4DA3-8BC4-90A0DDDF2BC8}" dt="2026-01-06T01:56:33.479" v="759" actId="14100"/>
          <ac:picMkLst>
            <pc:docMk/>
            <pc:sldMk cId="606442107" sldId="264"/>
            <ac:picMk id="8" creationId="{C7E6A7EC-9868-D75B-D875-9E889957C174}"/>
          </ac:picMkLst>
        </pc:picChg>
        <pc:picChg chg="add del mod">
          <ac:chgData name="성현 이" userId="2f0182ffdb5a30a3" providerId="LiveId" clId="{96CFCBFF-3B86-4DA3-8BC4-90A0DDDF2BC8}" dt="2026-01-05T12:33:48.245" v="731" actId="478"/>
          <ac:picMkLst>
            <pc:docMk/>
            <pc:sldMk cId="606442107" sldId="264"/>
            <ac:picMk id="10" creationId="{64E1DACB-55AE-AFAD-8D31-BE676A614E90}"/>
          </ac:picMkLst>
        </pc:picChg>
      </pc:sldChg>
      <pc:sldChg chg="addSp delSp modSp add mod">
        <pc:chgData name="성현 이" userId="2f0182ffdb5a30a3" providerId="LiveId" clId="{96CFCBFF-3B86-4DA3-8BC4-90A0DDDF2BC8}" dt="2026-01-06T01:56:28.904" v="757" actId="14100"/>
        <pc:sldMkLst>
          <pc:docMk/>
          <pc:sldMk cId="3862645208" sldId="265"/>
        </pc:sldMkLst>
        <pc:spChg chg="add mod">
          <ac:chgData name="성현 이" userId="2f0182ffdb5a30a3" providerId="LiveId" clId="{96CFCBFF-3B86-4DA3-8BC4-90A0DDDF2BC8}" dt="2026-01-05T12:32:24.349" v="726"/>
          <ac:spMkLst>
            <pc:docMk/>
            <pc:sldMk cId="3862645208" sldId="265"/>
            <ac:spMk id="6" creationId="{2FE61B2F-F9C2-5F4A-6247-25AEA87350BB}"/>
          </ac:spMkLst>
        </pc:spChg>
        <pc:picChg chg="add mod">
          <ac:chgData name="성현 이" userId="2f0182ffdb5a30a3" providerId="LiveId" clId="{96CFCBFF-3B86-4DA3-8BC4-90A0DDDF2BC8}" dt="2026-01-06T01:56:28.904" v="757" actId="14100"/>
          <ac:picMkLst>
            <pc:docMk/>
            <pc:sldMk cId="3862645208" sldId="265"/>
            <ac:picMk id="5" creationId="{9B9A11C7-ABE4-46BB-AC16-11DB72DF9583}"/>
          </ac:picMkLst>
        </pc:picChg>
        <pc:picChg chg="del">
          <ac:chgData name="성현 이" userId="2f0182ffdb5a30a3" providerId="LiveId" clId="{96CFCBFF-3B86-4DA3-8BC4-90A0DDDF2BC8}" dt="2026-01-05T12:27:48.887" v="426" actId="478"/>
          <ac:picMkLst>
            <pc:docMk/>
            <pc:sldMk cId="3862645208" sldId="265"/>
            <ac:picMk id="8" creationId="{360D74D8-99D1-C389-0C3D-E74B7876F77A}"/>
          </ac:picMkLst>
        </pc:picChg>
      </pc:sldChg>
      <pc:sldChg chg="addSp delSp modSp new mod">
        <pc:chgData name="성현 이" userId="2f0182ffdb5a30a3" providerId="LiveId" clId="{96CFCBFF-3B86-4DA3-8BC4-90A0DDDF2BC8}" dt="2026-01-05T12:34:37.870" v="753" actId="1076"/>
        <pc:sldMkLst>
          <pc:docMk/>
          <pc:sldMk cId="796115360" sldId="266"/>
        </pc:sldMkLst>
        <pc:spChg chg="mod">
          <ac:chgData name="성현 이" userId="2f0182ffdb5a30a3" providerId="LiveId" clId="{96CFCBFF-3B86-4DA3-8BC4-90A0DDDF2BC8}" dt="2026-01-05T12:34:08.584" v="747" actId="20577"/>
          <ac:spMkLst>
            <pc:docMk/>
            <pc:sldMk cId="796115360" sldId="266"/>
            <ac:spMk id="2" creationId="{892C4FF1-7A16-1E59-8419-D6120BFF9662}"/>
          </ac:spMkLst>
        </pc:spChg>
        <pc:spChg chg="del">
          <ac:chgData name="성현 이" userId="2f0182ffdb5a30a3" providerId="LiveId" clId="{96CFCBFF-3B86-4DA3-8BC4-90A0DDDF2BC8}" dt="2026-01-05T12:34:11.402" v="748" actId="478"/>
          <ac:spMkLst>
            <pc:docMk/>
            <pc:sldMk cId="796115360" sldId="266"/>
            <ac:spMk id="3" creationId="{825C1947-858A-57A3-C987-CC060131DC6F}"/>
          </ac:spMkLst>
        </pc:spChg>
        <pc:spChg chg="add del mod">
          <ac:chgData name="성현 이" userId="2f0182ffdb5a30a3" providerId="LiveId" clId="{96CFCBFF-3B86-4DA3-8BC4-90A0DDDF2BC8}" dt="2026-01-05T12:34:34.976" v="751" actId="478"/>
          <ac:spMkLst>
            <pc:docMk/>
            <pc:sldMk cId="796115360" sldId="266"/>
            <ac:spMk id="5" creationId="{5755FBDC-2252-46EF-EF6C-598E7B22E81F}"/>
          </ac:spMkLst>
        </pc:spChg>
        <pc:spChg chg="add mod">
          <ac:chgData name="성현 이" userId="2f0182ffdb5a30a3" providerId="LiveId" clId="{96CFCBFF-3B86-4DA3-8BC4-90A0DDDF2BC8}" dt="2026-01-05T12:34:37.870" v="753" actId="1076"/>
          <ac:spMkLst>
            <pc:docMk/>
            <pc:sldMk cId="796115360" sldId="266"/>
            <ac:spMk id="6" creationId="{85C81B7A-49CB-388A-159E-DEB0964293ED}"/>
          </ac:spMkLst>
        </pc:spChg>
        <pc:spChg chg="add mod">
          <ac:chgData name="성현 이" userId="2f0182ffdb5a30a3" providerId="LiveId" clId="{96CFCBFF-3B86-4DA3-8BC4-90A0DDDF2BC8}" dt="2026-01-05T12:34:37.870" v="753" actId="1076"/>
          <ac:spMkLst>
            <pc:docMk/>
            <pc:sldMk cId="796115360" sldId="266"/>
            <ac:spMk id="8" creationId="{28A3E9E1-4999-5CB7-3553-08D357C4FD22}"/>
          </ac:spMkLst>
        </pc:spChg>
        <pc:cxnChg chg="add mod">
          <ac:chgData name="성현 이" userId="2f0182ffdb5a30a3" providerId="LiveId" clId="{96CFCBFF-3B86-4DA3-8BC4-90A0DDDF2BC8}" dt="2026-01-05T12:34:37.870" v="753" actId="1076"/>
          <ac:cxnSpMkLst>
            <pc:docMk/>
            <pc:sldMk cId="796115360" sldId="266"/>
            <ac:cxnSpMk id="7" creationId="{C95C7ED7-280E-DADA-4688-AB9C64D7D15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BNN model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code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변환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A18EF-5636-43BA-3510-F9C27E61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CC34E-57E2-2F80-228A-1AF393B6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9D864-299F-B167-EC6B-8A818FA793C1}"/>
              </a:ext>
            </a:extLst>
          </p:cNvPr>
          <p:cNvSpPr txBox="1"/>
          <p:nvPr/>
        </p:nvSpPr>
        <p:spPr>
          <a:xfrm>
            <a:off x="319314" y="1349829"/>
            <a:ext cx="1046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Goal : BNN </a:t>
            </a:r>
            <a:r>
              <a:rPr lang="ko-KR" altLang="en-US" dirty="0"/>
              <a:t>모델을 </a:t>
            </a:r>
            <a:r>
              <a:rPr lang="en-US" altLang="ko-KR" dirty="0"/>
              <a:t>C </a:t>
            </a:r>
            <a:r>
              <a:rPr lang="ko-KR" altLang="en-US" dirty="0"/>
              <a:t>추론 변환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옆의 그림처럼 </a:t>
            </a:r>
            <a:r>
              <a:rPr lang="en-US" altLang="ko-KR" dirty="0"/>
              <a:t>lenet5 </a:t>
            </a:r>
            <a:r>
              <a:rPr lang="ko-KR" altLang="en-US" dirty="0"/>
              <a:t>모델을 </a:t>
            </a:r>
            <a:r>
              <a:rPr lang="en-US" altLang="ko-KR" dirty="0"/>
              <a:t>C </a:t>
            </a:r>
            <a:r>
              <a:rPr lang="ko-KR" altLang="en-US" dirty="0"/>
              <a:t>추론 </a:t>
            </a:r>
            <a:endParaRPr lang="en-US" altLang="ko-KR" dirty="0"/>
          </a:p>
          <a:p>
            <a:r>
              <a:rPr lang="ko-KR" altLang="en-US" dirty="0"/>
              <a:t>변환했듯이 </a:t>
            </a:r>
            <a:r>
              <a:rPr lang="en-US" altLang="ko-KR" dirty="0"/>
              <a:t>BNN </a:t>
            </a:r>
            <a:r>
              <a:rPr lang="ko-KR" altLang="en-US" dirty="0"/>
              <a:t>모델</a:t>
            </a:r>
            <a:r>
              <a:rPr lang="en-US" altLang="ko-KR" dirty="0"/>
              <a:t>(</a:t>
            </a:r>
            <a:r>
              <a:rPr lang="en-US" altLang="ko-KR" dirty="0" err="1"/>
              <a:t>ReActNet</a:t>
            </a:r>
            <a:r>
              <a:rPr lang="en-US" altLang="ko-KR" dirty="0"/>
              <a:t>, </a:t>
            </a:r>
            <a:r>
              <a:rPr lang="en-US" altLang="ko-KR" dirty="0" err="1"/>
              <a:t>XnorNet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들을 </a:t>
            </a:r>
            <a:r>
              <a:rPr lang="en-US" altLang="ko-KR" dirty="0"/>
              <a:t>C </a:t>
            </a:r>
            <a:r>
              <a:rPr lang="ko-KR" altLang="en-US" dirty="0"/>
              <a:t>추론으로 변환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03F7AB-ED75-15A0-C941-9081C6F8C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701" y="863604"/>
            <a:ext cx="6775470" cy="5724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ACCA51-1005-67DD-B5C8-70D22A9BC54A}"/>
              </a:ext>
            </a:extLst>
          </p:cNvPr>
          <p:cNvSpPr txBox="1"/>
          <p:nvPr/>
        </p:nvSpPr>
        <p:spPr>
          <a:xfrm>
            <a:off x="4828701" y="494272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lenet5_mnist.c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76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89BC8-EBF6-D869-62BB-8F56343B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F2614-F8E8-0E21-9BC0-1F72C274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B5B827-9E87-B45D-D274-61ADAFC1BCC5}"/>
              </a:ext>
            </a:extLst>
          </p:cNvPr>
          <p:cNvSpPr/>
          <p:nvPr/>
        </p:nvSpPr>
        <p:spPr>
          <a:xfrm>
            <a:off x="2452915" y="863604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</a:rPr>
              <a:t>BNN model 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pytorch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ReActNet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, 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XnorNet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11BE8D-7715-D174-7CFE-F5B83203FF50}"/>
              </a:ext>
            </a:extLst>
          </p:cNvPr>
          <p:cNvSpPr/>
          <p:nvPr/>
        </p:nvSpPr>
        <p:spPr>
          <a:xfrm>
            <a:off x="2452915" y="1807033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get_net_details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모델 </a:t>
            </a:r>
            <a:r>
              <a:rPr lang="ko-KR" altLang="en-US">
                <a:solidFill>
                  <a:schemeClr val="tx1"/>
                </a:solidFill>
              </a:rPr>
              <a:t>구조 파악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970DF76-1FFB-85B3-FA9D-3165E3ABF81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667829" y="1550765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CF3F11-C414-EC78-0BEE-ECA89DDCE67F}"/>
              </a:ext>
            </a:extLst>
          </p:cNvPr>
          <p:cNvSpPr/>
          <p:nvPr/>
        </p:nvSpPr>
        <p:spPr>
          <a:xfrm>
            <a:off x="2452915" y="2750462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get_int_params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추출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완료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CFB3C0F-BA64-2285-E240-678A3BF2D812}"/>
              </a:ext>
            </a:extLst>
          </p:cNvPr>
          <p:cNvCxnSpPr/>
          <p:nvPr/>
        </p:nvCxnSpPr>
        <p:spPr>
          <a:xfrm>
            <a:off x="5667829" y="2494194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759524-6D46-FE14-5826-C73CA332A434}"/>
              </a:ext>
            </a:extLst>
          </p:cNvPr>
          <p:cNvSpPr/>
          <p:nvPr/>
        </p:nvSpPr>
        <p:spPr>
          <a:xfrm>
            <a:off x="2452915" y="3693891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save_cnn_net_params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저장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완료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3D0A525-15DC-CB1F-BB73-B44A2302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969" y="3693891"/>
            <a:ext cx="2129974" cy="149243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57D191-116A-B2FB-07F2-0292B3F1E9C9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667829" y="3437623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266142B-7C70-E4E1-0F06-4476B8938A38}"/>
              </a:ext>
            </a:extLst>
          </p:cNvPr>
          <p:cNvSpPr txBox="1"/>
          <p:nvPr/>
        </p:nvSpPr>
        <p:spPr>
          <a:xfrm>
            <a:off x="9241969" y="3437623"/>
            <a:ext cx="163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파라미터 저장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097611-CE0F-02EB-011A-3D29F64FF938}"/>
              </a:ext>
            </a:extLst>
          </p:cNvPr>
          <p:cNvSpPr/>
          <p:nvPr/>
        </p:nvSpPr>
        <p:spPr>
          <a:xfrm>
            <a:off x="2452915" y="4637320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generate_og_c_code_cnn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추론 코드 변환</a:t>
            </a:r>
            <a:r>
              <a:rPr lang="en-US" altLang="ko-KR" dirty="0">
                <a:solidFill>
                  <a:schemeClr val="tx1"/>
                </a:solidFill>
              </a:rPr>
              <a:t> (</a:t>
            </a:r>
            <a:r>
              <a:rPr lang="ko-KR" altLang="en-US" b="1" dirty="0">
                <a:solidFill>
                  <a:srgbClr val="FF0000"/>
                </a:solidFill>
              </a:rPr>
              <a:t>진행 중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C3A8D00-38AC-5A76-8418-E7EBA255F33F}"/>
              </a:ext>
            </a:extLst>
          </p:cNvPr>
          <p:cNvCxnSpPr>
            <a:stCxn id="11" idx="2"/>
            <a:endCxn id="18" idx="0"/>
          </p:cNvCxnSpPr>
          <p:nvPr/>
        </p:nvCxnSpPr>
        <p:spPr>
          <a:xfrm>
            <a:off x="5667829" y="4381052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F17FE9F-C82C-0A8D-3576-C959F0E688A2}"/>
              </a:ext>
            </a:extLst>
          </p:cNvPr>
          <p:cNvCxnSpPr>
            <a:stCxn id="18" idx="2"/>
          </p:cNvCxnSpPr>
          <p:nvPr/>
        </p:nvCxnSpPr>
        <p:spPr>
          <a:xfrm>
            <a:off x="5667829" y="5324481"/>
            <a:ext cx="0" cy="328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1CD5AB-3E69-A335-3A9D-D4C03BA7A3B3}"/>
              </a:ext>
            </a:extLst>
          </p:cNvPr>
          <p:cNvSpPr txBox="1"/>
          <p:nvPr/>
        </p:nvSpPr>
        <p:spPr>
          <a:xfrm>
            <a:off x="4800602" y="5791200"/>
            <a:ext cx="173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BNN_model.c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858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642DD-C72C-E4D6-26A6-BCE28F7D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E64D1-5B37-B48D-3A17-A7DCDD8A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Parameter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16E682-09F7-7188-2C26-FB4F06C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B02332-54DC-6E07-099E-AF5993FA1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297" y="224844"/>
            <a:ext cx="4266443" cy="64966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219351-B87C-02E8-583D-8FD96B2A0557}"/>
              </a:ext>
            </a:extLst>
          </p:cNvPr>
          <p:cNvSpPr txBox="1"/>
          <p:nvPr/>
        </p:nvSpPr>
        <p:spPr>
          <a:xfrm>
            <a:off x="6781809" y="22484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Simple ReActNet-18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0FDBA-7DB5-9591-0EF2-37C195077CEA}"/>
              </a:ext>
            </a:extLst>
          </p:cNvPr>
          <p:cNvSpPr txBox="1"/>
          <p:nvPr/>
        </p:nvSpPr>
        <p:spPr>
          <a:xfrm>
            <a:off x="820057" y="1252248"/>
            <a:ext cx="57694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dirty="0" err="1"/>
              <a:t>cnn_weights.h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Layer(</a:t>
            </a:r>
            <a:r>
              <a:rPr lang="en-US" altLang="ko-KR" dirty="0" err="1"/>
              <a:t>linear,CNN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weight</a:t>
            </a:r>
            <a:r>
              <a:rPr lang="ko-KR" altLang="en-US" dirty="0"/>
              <a:t>와 </a:t>
            </a:r>
            <a:r>
              <a:rPr lang="en-US" altLang="ko-KR" dirty="0"/>
              <a:t>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LearnableBias</a:t>
            </a:r>
            <a:r>
              <a:rPr lang="ko-KR" altLang="en-US" dirty="0"/>
              <a:t>의 </a:t>
            </a:r>
            <a:r>
              <a:rPr lang="en-US" altLang="ko-KR" dirty="0"/>
              <a:t>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dirty="0" err="1"/>
              <a:t>ibex_cnn_params.h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PReLU </a:t>
            </a:r>
            <a:r>
              <a:rPr lang="ko-KR" altLang="en-US" dirty="0"/>
              <a:t>의 </a:t>
            </a:r>
            <a:r>
              <a:rPr lang="en-US" altLang="ko-KR" dirty="0"/>
              <a:t>alpha(negative slope)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CA99FC-CABF-0580-335F-66D601841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76" y="2141173"/>
            <a:ext cx="6958110" cy="18937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FE1B2C5-FDA7-BE38-C45B-B579B524B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76" y="5316168"/>
            <a:ext cx="3947360" cy="104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232E3-AB8C-55E1-C0BA-E73F9DD2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5EE82-F533-B99B-0B29-3DCCBC02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E6A7EC-9868-D75B-D875-9E889957C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2" y="1001023"/>
            <a:ext cx="10945269" cy="407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4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42E9B-FCE8-82BC-9F3B-F5C9942B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4620F-C34E-2C46-60B7-24C3F540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CA12A-91D2-A99B-7A3A-2F1ACEF8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9A11C7-ABE4-46BB-AC16-11DB72DF9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564" y="111444"/>
            <a:ext cx="7114864" cy="66739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E61B2F-F9C2-5F4A-6247-25AEA87350BB}"/>
              </a:ext>
            </a:extLst>
          </p:cNvPr>
          <p:cNvSpPr txBox="1"/>
          <p:nvPr/>
        </p:nvSpPr>
        <p:spPr>
          <a:xfrm>
            <a:off x="283028" y="1240971"/>
            <a:ext cx="39841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MV, SV : floating point scale</a:t>
            </a:r>
            <a:r>
              <a:rPr lang="ko-KR" altLang="en-US" dirty="0"/>
              <a:t>를 정수 연산으로 대체 </a:t>
            </a:r>
            <a:endParaRPr lang="en-US" altLang="ko-KR" dirty="0"/>
          </a:p>
          <a:p>
            <a:r>
              <a:rPr lang="en-US" altLang="ko-KR" dirty="0"/>
              <a:t>     y = (X * MV) &gt;&gt; SV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SB : Bias</a:t>
            </a:r>
            <a:r>
              <a:rPr lang="ko-KR" altLang="en-US" dirty="0"/>
              <a:t>가 </a:t>
            </a:r>
            <a:r>
              <a:rPr lang="en-US" altLang="ko-KR" dirty="0"/>
              <a:t>int32 </a:t>
            </a:r>
            <a:r>
              <a:rPr lang="ko-KR" altLang="en-US" dirty="0"/>
              <a:t>범위를 초과하는 것을 방지하기 위해 적용한 </a:t>
            </a:r>
            <a:r>
              <a:rPr lang="en-US" altLang="ko-KR" dirty="0"/>
              <a:t>shift </a:t>
            </a:r>
            <a:r>
              <a:rPr lang="ko-KR" altLang="en-US" dirty="0"/>
              <a:t>값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PRELU_MUL , PRLU_SHIFT : PReLU </a:t>
            </a:r>
            <a:r>
              <a:rPr lang="ko-KR" altLang="en-US" dirty="0"/>
              <a:t>의 </a:t>
            </a:r>
            <a:r>
              <a:rPr lang="en-US" altLang="ko-KR" dirty="0"/>
              <a:t>alpha(negative slope)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264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C4FF1-7A16-1E59-8419-D6120BFF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A8135-3D74-24DE-DDF6-5AA8B8A3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C81B7A-49CB-388A-159E-DEB0964293ED}"/>
              </a:ext>
            </a:extLst>
          </p:cNvPr>
          <p:cNvSpPr/>
          <p:nvPr/>
        </p:nvSpPr>
        <p:spPr>
          <a:xfrm>
            <a:off x="2467429" y="2075549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generate_og_c_code_cnn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추론 코드 변환</a:t>
            </a:r>
            <a:r>
              <a:rPr lang="en-US" altLang="ko-KR" dirty="0">
                <a:solidFill>
                  <a:schemeClr val="tx1"/>
                </a:solidFill>
              </a:rPr>
              <a:t> (</a:t>
            </a:r>
            <a:r>
              <a:rPr lang="ko-KR" altLang="en-US" b="1" dirty="0">
                <a:solidFill>
                  <a:srgbClr val="FF0000"/>
                </a:solidFill>
              </a:rPr>
              <a:t>진행 중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95C7ED7-280E-DADA-4688-AB9C64D7D15E}"/>
              </a:ext>
            </a:extLst>
          </p:cNvPr>
          <p:cNvCxnSpPr>
            <a:stCxn id="6" idx="2"/>
          </p:cNvCxnSpPr>
          <p:nvPr/>
        </p:nvCxnSpPr>
        <p:spPr>
          <a:xfrm>
            <a:off x="5682343" y="2762710"/>
            <a:ext cx="0" cy="328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A3E9E1-4999-5CB7-3553-08D357C4FD22}"/>
              </a:ext>
            </a:extLst>
          </p:cNvPr>
          <p:cNvSpPr txBox="1"/>
          <p:nvPr/>
        </p:nvSpPr>
        <p:spPr>
          <a:xfrm>
            <a:off x="4815116" y="3229429"/>
            <a:ext cx="173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BNN_model.c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6115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12687</TotalTime>
  <Words>239</Words>
  <Application>Microsoft Office PowerPoint</Application>
  <PresentationFormat>와이드스크린</PresentationFormat>
  <Paragraphs>52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BNN model code 변환</vt:lpstr>
      <vt:lpstr>Goal</vt:lpstr>
      <vt:lpstr>Process</vt:lpstr>
      <vt:lpstr>Parameter</vt:lpstr>
      <vt:lpstr>Result</vt:lpstr>
      <vt:lpstr>Result</vt:lpstr>
      <vt:lpstr>To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1341</cp:revision>
  <dcterms:created xsi:type="dcterms:W3CDTF">2023-03-06T16:32:37Z</dcterms:created>
  <dcterms:modified xsi:type="dcterms:W3CDTF">2026-01-06T02:11:07Z</dcterms:modified>
</cp:coreProperties>
</file>