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83" r:id="rId4"/>
    <p:sldId id="288" r:id="rId5"/>
    <p:sldId id="290" r:id="rId6"/>
    <p:sldId id="291" r:id="rId7"/>
    <p:sldId id="287" r:id="rId8"/>
    <p:sldId id="286" r:id="rId9"/>
    <p:sldId id="28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27" autoAdjust="0"/>
    <p:restoredTop sz="95946" autoAdjust="0"/>
  </p:normalViewPr>
  <p:slideViewPr>
    <p:cSldViewPr snapToGrid="0">
      <p:cViewPr varScale="1">
        <p:scale>
          <a:sx n="110" d="100"/>
          <a:sy n="110" d="100"/>
        </p:scale>
        <p:origin x="2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7FF9-E9A2-8C2D-9386-B188BB88F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FF37EB-BB49-EBB9-52EF-45FE9EA95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C00003-8B78-31C3-C885-770A97F45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99152-82BD-A245-0818-6084ADE11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90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0D92-4CA3-48B1-EE02-4ADB7FC7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47BDB-49D3-BC32-807D-AC7D8BE91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C0A23C-5B7E-7C2B-5192-E317E48CF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545BD-67DB-268C-EE7C-3FB254FFB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589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B8B9-D6D6-FCDE-CEBC-89FF2A2A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82F0B-98AA-7A8A-357A-FB816ADD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61B1D-779C-86C5-8AB0-B4A483B0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7740B-5461-FE8B-1AEE-C0F8B7792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096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A2356-0259-497E-7E3E-8545E1C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4A8B07-EF8D-AD24-33E9-9502A3E4E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F92969-76F8-03E6-E844-1FB4DC6DF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6C71D-0BC4-31D3-7458-FA359D733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92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BERT ANE Results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20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32726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r>
              <a:rPr lang="ko-KR" altLang="en-US" dirty="0"/>
              <a:t> </a:t>
            </a:r>
            <a:r>
              <a:rPr lang="en-US" altLang="ko-KR" dirty="0"/>
              <a:t>workbench</a:t>
            </a:r>
            <a:endParaRPr lang="en-US" altLang="ko-KR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BERT</a:t>
            </a:r>
            <a:r>
              <a:rPr lang="ko-KR" altLang="en-US" dirty="0">
                <a:cs typeface="Arial"/>
              </a:rPr>
              <a:t> 모델의 </a:t>
            </a:r>
            <a:r>
              <a:rPr lang="en-US" altLang="ko-KR" dirty="0">
                <a:cs typeface="Arial"/>
              </a:rPr>
              <a:t>sequence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length</a:t>
            </a:r>
            <a:r>
              <a:rPr lang="ko-KR" altLang="en-US" dirty="0">
                <a:cs typeface="Arial"/>
              </a:rPr>
              <a:t>별 </a:t>
            </a:r>
            <a:r>
              <a:rPr lang="en-US" altLang="ko-KR" dirty="0">
                <a:cs typeface="Arial"/>
              </a:rPr>
              <a:t>prediction time</a:t>
            </a:r>
            <a:r>
              <a:rPr lang="ko-KR" altLang="en-US" dirty="0">
                <a:cs typeface="Arial"/>
              </a:rPr>
              <a:t> 비교 </a:t>
            </a:r>
            <a:endParaRPr lang="en-US" altLang="ko-KR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Sequence length: 128/256/512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model: </a:t>
            </a:r>
            <a:r>
              <a:rPr lang="en" altLang="ko-KR" dirty="0"/>
              <a:t>google-</a:t>
            </a:r>
            <a:r>
              <a:rPr lang="en" altLang="ko-KR" dirty="0" err="1"/>
              <a:t>bert</a:t>
            </a:r>
            <a:r>
              <a:rPr lang="en" altLang="ko-KR" dirty="0"/>
              <a:t>/</a:t>
            </a:r>
            <a:r>
              <a:rPr lang="en" altLang="ko-KR" dirty="0" err="1"/>
              <a:t>bert</a:t>
            </a:r>
            <a:r>
              <a:rPr lang="en" altLang="ko-KR" dirty="0"/>
              <a:t>-uncased</a:t>
            </a: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"Deploying Transformers on the ANE", 2022 - </a:t>
            </a:r>
            <a:r>
              <a:rPr lang="ko-KR" altLang="en-US" sz="2800" dirty="0"/>
              <a:t>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AFE1-5066-4C0C-F941-88A8D15B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F1DB5-6224-1917-5579-C49C038F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"Deploying Transformers on the ANE", 2022</a:t>
            </a:r>
            <a:r>
              <a:rPr lang="ko-KR" altLang="en-US" sz="2800" dirty="0"/>
              <a:t> </a:t>
            </a:r>
            <a:r>
              <a:rPr lang="en-US" altLang="ko-KR" sz="2800" dirty="0"/>
              <a:t>–</a:t>
            </a:r>
            <a:r>
              <a:rPr lang="ko-KR" altLang="en-US" sz="2800" dirty="0"/>
              <a:t>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F29E5E-91FF-886B-1C1F-D2FE1A8B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1815A4-2E0E-01BC-7EEC-D2582CBA3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20800"/>
            <a:ext cx="7315200" cy="421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67A377-5AE8-EC31-8702-31803EA59153}"/>
              </a:ext>
            </a:extLst>
          </p:cNvPr>
          <p:cNvSpPr txBox="1"/>
          <p:nvPr/>
        </p:nvSpPr>
        <p:spPr>
          <a:xfrm>
            <a:off x="2438400" y="5707915"/>
            <a:ext cx="7785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dirty="0"/>
              <a:t>Figure 2: Performance curves (latency, memory) for Hugging Face </a:t>
            </a:r>
            <a:r>
              <a:rPr lang="en" altLang="ko-KR" sz="1600" dirty="0" err="1"/>
              <a:t>distilbert</a:t>
            </a:r>
            <a:r>
              <a:rPr lang="en" altLang="ko-KR" sz="1600" dirty="0"/>
              <a:t> on various Apple devices and operating system versions. Shaded ranges indicate performance under varying power consumption.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072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3676-0B31-97AD-524A-AEEB4CFD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BD855-5004-9FC8-B30F-3EE8BC56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Models tested in Researches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D573A-C5A3-87BF-B114-3C688807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0F60E-F157-82D8-4902-D122D75DED31}"/>
              </a:ext>
            </a:extLst>
          </p:cNvPr>
          <p:cNvSpPr txBox="1"/>
          <p:nvPr/>
        </p:nvSpPr>
        <p:spPr>
          <a:xfrm>
            <a:off x="1083542" y="1268760"/>
            <a:ext cx="9310523" cy="48479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b="1" dirty="0"/>
              <a:t>1. “Deploying Transformers on the Apple Neural Engine”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/>
              <a:t>Benchmarked models: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 err="1"/>
              <a:t>DistilBERT</a:t>
            </a:r>
            <a:r>
              <a:rPr lang="en" altLang="ko-KR" sz="1600" dirty="0"/>
              <a:t> / distilbert-base-uncased-finetuned-sst-2-English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" altLang="ko-KR" sz="1400" b="1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“</a:t>
            </a:r>
            <a:r>
              <a:rPr lang="en" altLang="ko-KR" b="1" dirty="0"/>
              <a:t>Deploying Attention-Based Vision Transformers to Apple Neural Engine”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>
                <a:cs typeface="Arial"/>
              </a:rPr>
              <a:t>Benchmarked models: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 err="1">
                <a:cs typeface="Arial"/>
              </a:rPr>
              <a:t>DeiT</a:t>
            </a:r>
            <a:r>
              <a:rPr lang="en" altLang="ko-KR" sz="1600" dirty="0">
                <a:cs typeface="Arial"/>
              </a:rPr>
              <a:t>/16-tiny, Tiny-MOAT-1, third-party Tiny-MOAT-1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>
                <a:cs typeface="Arial"/>
              </a:rPr>
              <a:t>Main architecture: MOAT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/>
              <a:t>CNN block + attention block</a:t>
            </a:r>
            <a:r>
              <a:rPr lang="ko-KR" altLang="en-US" sz="1600" dirty="0"/>
              <a:t>을 결합한 </a:t>
            </a:r>
            <a:r>
              <a:rPr lang="en" altLang="ko-KR" sz="1600" dirty="0"/>
              <a:t>hybrid architecture</a:t>
            </a:r>
            <a:endParaRPr lang="ko-KR" altLang="en-US" sz="14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6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D06A-8FC9-E533-C05D-F47FCA44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28B48-936B-54E4-D961-9D57666B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Models tested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72C4E-3D1B-5318-FFED-BEC14889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7E5DC-FE7A-7CC7-8925-D8ED078EBBCE}"/>
              </a:ext>
            </a:extLst>
          </p:cNvPr>
          <p:cNvSpPr txBox="1"/>
          <p:nvPr/>
        </p:nvSpPr>
        <p:spPr>
          <a:xfrm>
            <a:off x="1083542" y="1268760"/>
            <a:ext cx="9310523" cy="49403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en-US" altLang="ko-KR" dirty="0" err="1"/>
              <a:t>ViT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input 224/384/512 (small x)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2. Swin Transformer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224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3. BERT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Sequence length 128/256/512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4. </a:t>
            </a:r>
            <a:r>
              <a:rPr lang="en-US" altLang="ko-KR" dirty="0" err="1">
                <a:cs typeface="Arial"/>
              </a:rPr>
              <a:t>EoMT</a:t>
            </a:r>
            <a:endParaRPr lang="ko-KR" altLang="en-US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218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BERT </a:t>
            </a:r>
            <a:r>
              <a:rPr lang="ko-KR" altLang="en-US" dirty="0"/>
              <a:t>모델 비교</a:t>
            </a:r>
            <a:r>
              <a:rPr lang="en-US" altLang="ko-KR" dirty="0"/>
              <a:t> – base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290A60-669A-01D6-4016-1646E873E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7223"/>
            <a:ext cx="7772400" cy="488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BERT </a:t>
            </a:r>
            <a:r>
              <a:rPr lang="ko-KR" altLang="en-US" dirty="0"/>
              <a:t>모델 비교</a:t>
            </a:r>
            <a:r>
              <a:rPr lang="en-US" altLang="ko-KR" dirty="0"/>
              <a:t> - base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F19EBD-A014-CB21-5286-6907FEF01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51161"/>
            <a:ext cx="7772400" cy="43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5D09-14B6-AA13-484F-9F0F57AD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5A0DB-6F38-8C6A-64BA-4C59FA834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BERT </a:t>
            </a:r>
            <a:r>
              <a:rPr lang="ko-KR" altLang="en-US" dirty="0"/>
              <a:t>모델 비교</a:t>
            </a:r>
            <a:r>
              <a:rPr lang="en-US" altLang="ko-KR" dirty="0"/>
              <a:t> - small/base/large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2F49B-8687-162A-C52B-EC19BC1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ECB3CE-D6C5-384E-6AD2-FFA6EB5A5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064" y="1149534"/>
            <a:ext cx="9115961" cy="510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1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8759</TotalTime>
  <Words>334</Words>
  <Application>Microsoft Macintosh PowerPoint</Application>
  <PresentationFormat>와이드스크린</PresentationFormat>
  <Paragraphs>74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Arial,Sans-Serif</vt:lpstr>
      <vt:lpstr>Arial</vt:lpstr>
      <vt:lpstr>Office 테마</vt:lpstr>
      <vt:lpstr>BERT ANE Results</vt:lpstr>
      <vt:lpstr>목표 및 진행사항</vt:lpstr>
      <vt:lpstr>"Deploying Transformers on the ANE", 2022 - 원리</vt:lpstr>
      <vt:lpstr>"Deploying Transformers on the ANE", 2022 – 결과</vt:lpstr>
      <vt:lpstr>Models tested in Researches</vt:lpstr>
      <vt:lpstr>Models tested</vt:lpstr>
      <vt:lpstr>BERT 모델 비교 – base</vt:lpstr>
      <vt:lpstr>BERT 모델 비교 - base</vt:lpstr>
      <vt:lpstr>BERT 모델 비교 - small/base/large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1871</cp:revision>
  <dcterms:created xsi:type="dcterms:W3CDTF">2023-03-06T16:32:37Z</dcterms:created>
  <dcterms:modified xsi:type="dcterms:W3CDTF">2026-05-20T08:17:41Z</dcterms:modified>
</cp:coreProperties>
</file>