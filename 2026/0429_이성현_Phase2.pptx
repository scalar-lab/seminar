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74" r:id="rId4"/>
    <p:sldId id="275" r:id="rId5"/>
    <p:sldId id="276" r:id="rId6"/>
    <p:sldId id="277" r:id="rId7"/>
    <p:sldId id="261" r:id="rId8"/>
    <p:sldId id="266" r:id="rId9"/>
    <p:sldId id="263" r:id="rId10"/>
    <p:sldId id="267" r:id="rId11"/>
    <p:sldId id="268" r:id="rId12"/>
    <p:sldId id="269" r:id="rId13"/>
    <p:sldId id="270" r:id="rId14"/>
    <p:sldId id="273" r:id="rId15"/>
    <p:sldId id="271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현 이" initials="성이" lastIdx="1" clrIdx="0">
    <p:extLst>
      <p:ext uri="{19B8F6BF-5375-455C-9EA6-DF929625EA0E}">
        <p15:presenceInfo xmlns:p15="http://schemas.microsoft.com/office/powerpoint/2012/main" userId="2f0182ffdb5a30a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2C62"/>
    <a:srgbClr val="000099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71709" autoAdjust="0"/>
  </p:normalViewPr>
  <p:slideViewPr>
    <p:cSldViewPr snapToGrid="0">
      <p:cViewPr varScale="1">
        <p:scale>
          <a:sx n="117" d="100"/>
          <a:sy n="117" d="100"/>
        </p:scale>
        <p:origin x="236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6-04-28T06:43:54.451" v="1857" actId="20577"/>
      <pc:docMkLst>
        <pc:docMk/>
      </pc:docMkLst>
      <pc:sldChg chg="modSp mod">
        <pc:chgData name="성현 이" userId="2f0182ffdb5a30a3" providerId="LiveId" clId="{96CFCBFF-3B86-4DA3-8BC4-90A0DDDF2BC8}" dt="2026-04-28T05:29:52.115" v="1696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6-04-28T05:29:52.115" v="1696" actId="20577"/>
          <ac:spMkLst>
            <pc:docMk/>
            <pc:sldMk cId="1460686755" sldId="256"/>
            <ac:spMk id="7" creationId="{770FAEFE-5022-C97B-B627-1644546785A2}"/>
          </ac:spMkLst>
        </pc:spChg>
      </pc:sldChg>
      <pc:sldChg chg="del">
        <pc:chgData name="성현 이" userId="2f0182ffdb5a30a3" providerId="LiveId" clId="{96CFCBFF-3B86-4DA3-8BC4-90A0DDDF2BC8}" dt="2026-04-28T05:21:40.184" v="1687" actId="2696"/>
        <pc:sldMkLst>
          <pc:docMk/>
          <pc:sldMk cId="2310273049" sldId="259"/>
        </pc:sldMkLst>
      </pc:sldChg>
      <pc:sldChg chg="add del ord">
        <pc:chgData name="성현 이" userId="2f0182ffdb5a30a3" providerId="LiveId" clId="{96CFCBFF-3B86-4DA3-8BC4-90A0DDDF2BC8}" dt="2026-04-28T05:22:09.910" v="1690"/>
        <pc:sldMkLst>
          <pc:docMk/>
          <pc:sldMk cId="1461993909" sldId="260"/>
        </pc:sldMkLst>
      </pc:sldChg>
      <pc:sldChg chg="addSp modSp mod">
        <pc:chgData name="성현 이" userId="2f0182ffdb5a30a3" providerId="LiveId" clId="{96CFCBFF-3B86-4DA3-8BC4-90A0DDDF2BC8}" dt="2026-04-28T06:43:54.451" v="1857" actId="20577"/>
        <pc:sldMkLst>
          <pc:docMk/>
          <pc:sldMk cId="3954146204" sldId="261"/>
        </pc:sldMkLst>
        <pc:spChg chg="mod">
          <ac:chgData name="성현 이" userId="2f0182ffdb5a30a3" providerId="LiveId" clId="{96CFCBFF-3B86-4DA3-8BC4-90A0DDDF2BC8}" dt="2026-04-28T06:43:54.451" v="1857" actId="20577"/>
          <ac:spMkLst>
            <pc:docMk/>
            <pc:sldMk cId="3954146204" sldId="261"/>
            <ac:spMk id="2" creationId="{7623F50D-6E5D-49C3-5174-AF01EB796EA2}"/>
          </ac:spMkLst>
        </pc:spChg>
        <pc:spChg chg="add mod">
          <ac:chgData name="성현 이" userId="2f0182ffdb5a30a3" providerId="LiveId" clId="{96CFCBFF-3B86-4DA3-8BC4-90A0DDDF2BC8}" dt="2026-04-21T08:08:05.152" v="222"/>
          <ac:spMkLst>
            <pc:docMk/>
            <pc:sldMk cId="3954146204" sldId="261"/>
            <ac:spMk id="3" creationId="{F09E94B3-E4D5-AC87-5C2D-D98AE393042F}"/>
          </ac:spMkLst>
        </pc:spChg>
        <pc:spChg chg="mod">
          <ac:chgData name="성현 이" userId="2f0182ffdb5a30a3" providerId="LiveId" clId="{96CFCBFF-3B86-4DA3-8BC4-90A0DDDF2BC8}" dt="2026-04-28T05:33:12.760" v="1844" actId="1076"/>
          <ac:spMkLst>
            <pc:docMk/>
            <pc:sldMk cId="3954146204" sldId="261"/>
            <ac:spMk id="7" creationId="{5754C759-7430-F230-3399-7E9957DD4DAE}"/>
          </ac:spMkLst>
        </pc:spChg>
      </pc:sldChg>
      <pc:sldChg chg="modSp mod modNotesTx">
        <pc:chgData name="성현 이" userId="2f0182ffdb5a30a3" providerId="LiveId" clId="{96CFCBFF-3B86-4DA3-8BC4-90A0DDDF2BC8}" dt="2026-04-24T01:45:19.053" v="1382" actId="20577"/>
        <pc:sldMkLst>
          <pc:docMk/>
          <pc:sldMk cId="165501124" sldId="263"/>
        </pc:sldMkLst>
        <pc:spChg chg="mod">
          <ac:chgData name="성현 이" userId="2f0182ffdb5a30a3" providerId="LiveId" clId="{96CFCBFF-3B86-4DA3-8BC4-90A0DDDF2BC8}" dt="2026-04-21T08:09:07.079" v="241" actId="113"/>
          <ac:spMkLst>
            <pc:docMk/>
            <pc:sldMk cId="165501124" sldId="263"/>
            <ac:spMk id="3" creationId="{24417C4C-3F40-3990-8AE5-C5FB8FEC83E0}"/>
          </ac:spMkLst>
        </pc:spChg>
        <pc:graphicFrameChg chg="mod modGraphic">
          <ac:chgData name="성현 이" userId="2f0182ffdb5a30a3" providerId="LiveId" clId="{96CFCBFF-3B86-4DA3-8BC4-90A0DDDF2BC8}" dt="2026-04-24T01:45:19.053" v="1382" actId="20577"/>
          <ac:graphicFrameMkLst>
            <pc:docMk/>
            <pc:sldMk cId="165501124" sldId="263"/>
            <ac:graphicFrameMk id="5" creationId="{8D825BFD-7932-4F4E-7E6D-4D85F19A3D09}"/>
          </ac:graphicFrameMkLst>
        </pc:graphicFrameChg>
      </pc:sldChg>
      <pc:sldChg chg="del">
        <pc:chgData name="성현 이" userId="2f0182ffdb5a30a3" providerId="LiveId" clId="{96CFCBFF-3B86-4DA3-8BC4-90A0DDDF2BC8}" dt="2026-04-21T04:26:46.544" v="0" actId="2696"/>
        <pc:sldMkLst>
          <pc:docMk/>
          <pc:sldMk cId="2275302119" sldId="264"/>
        </pc:sldMkLst>
      </pc:sldChg>
      <pc:sldChg chg="modSp mod modNotesTx">
        <pc:chgData name="성현 이" userId="2f0182ffdb5a30a3" providerId="LiveId" clId="{96CFCBFF-3B86-4DA3-8BC4-90A0DDDF2BC8}" dt="2026-04-24T01:50:36.005" v="1383" actId="14734"/>
        <pc:sldMkLst>
          <pc:docMk/>
          <pc:sldMk cId="245749463" sldId="266"/>
        </pc:sldMkLst>
        <pc:spChg chg="mod">
          <ac:chgData name="성현 이" userId="2f0182ffdb5a30a3" providerId="LiveId" clId="{96CFCBFF-3B86-4DA3-8BC4-90A0DDDF2BC8}" dt="2026-04-21T08:09:10.491" v="242" actId="113"/>
          <ac:spMkLst>
            <pc:docMk/>
            <pc:sldMk cId="245749463" sldId="266"/>
            <ac:spMk id="6" creationId="{D7404B4A-ACD4-116E-0CBD-627639DC110E}"/>
          </ac:spMkLst>
        </pc:spChg>
        <pc:graphicFrameChg chg="mod modGraphic">
          <ac:chgData name="성현 이" userId="2f0182ffdb5a30a3" providerId="LiveId" clId="{96CFCBFF-3B86-4DA3-8BC4-90A0DDDF2BC8}" dt="2026-04-24T01:50:36.005" v="1383" actId="14734"/>
          <ac:graphicFrameMkLst>
            <pc:docMk/>
            <pc:sldMk cId="245749463" sldId="266"/>
            <ac:graphicFrameMk id="5" creationId="{63ED20B2-2710-B393-8A8B-71BF606E9450}"/>
          </ac:graphicFrameMkLst>
        </pc:graphicFrameChg>
      </pc:sldChg>
      <pc:sldChg chg="modSp add mod modNotesTx">
        <pc:chgData name="성현 이" userId="2f0182ffdb5a30a3" providerId="LiveId" clId="{96CFCBFF-3B86-4DA3-8BC4-90A0DDDF2BC8}" dt="2026-04-22T15:00:57.539" v="319" actId="20577"/>
        <pc:sldMkLst>
          <pc:docMk/>
          <pc:sldMk cId="154494591" sldId="267"/>
        </pc:sldMkLst>
        <pc:spChg chg="mod">
          <ac:chgData name="성현 이" userId="2f0182ffdb5a30a3" providerId="LiveId" clId="{96CFCBFF-3B86-4DA3-8BC4-90A0DDDF2BC8}" dt="2026-04-21T08:09:03.194" v="240" actId="113"/>
          <ac:spMkLst>
            <pc:docMk/>
            <pc:sldMk cId="154494591" sldId="267"/>
            <ac:spMk id="3" creationId="{9D0B77E9-A878-3477-B312-8ADA4DA3C854}"/>
          </ac:spMkLst>
        </pc:spChg>
        <pc:graphicFrameChg chg="mod modGraphic">
          <ac:chgData name="성현 이" userId="2f0182ffdb5a30a3" providerId="LiveId" clId="{96CFCBFF-3B86-4DA3-8BC4-90A0DDDF2BC8}" dt="2026-04-22T15:00:57.539" v="319" actId="20577"/>
          <ac:graphicFrameMkLst>
            <pc:docMk/>
            <pc:sldMk cId="154494591" sldId="267"/>
            <ac:graphicFrameMk id="5" creationId="{8CB92705-A101-30CF-1CDA-A8C9A7BC6CF3}"/>
          </ac:graphicFrameMkLst>
        </pc:graphicFrameChg>
      </pc:sldChg>
      <pc:sldChg chg="addSp delSp modSp new mod modNotesTx">
        <pc:chgData name="성현 이" userId="2f0182ffdb5a30a3" providerId="LiveId" clId="{96CFCBFF-3B86-4DA3-8BC4-90A0DDDF2BC8}" dt="2026-04-28T05:33:21.264" v="1845" actId="20577"/>
        <pc:sldMkLst>
          <pc:docMk/>
          <pc:sldMk cId="4236248200" sldId="268"/>
        </pc:sldMkLst>
        <pc:spChg chg="mod">
          <ac:chgData name="성현 이" userId="2f0182ffdb5a30a3" providerId="LiveId" clId="{96CFCBFF-3B86-4DA3-8BC4-90A0DDDF2BC8}" dt="2026-04-28T02:51:13.733" v="1584" actId="20577"/>
          <ac:spMkLst>
            <pc:docMk/>
            <pc:sldMk cId="4236248200" sldId="268"/>
            <ac:spMk id="2" creationId="{04E27CA9-05CB-341B-B292-9E7D7F323991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7" creationId="{4F52B195-3E16-5BDB-3C57-A591E2643D19}"/>
          </ac:spMkLst>
        </pc:spChg>
        <pc:spChg chg="add mod">
          <ac:chgData name="성현 이" userId="2f0182ffdb5a30a3" providerId="LiveId" clId="{96CFCBFF-3B86-4DA3-8BC4-90A0DDDF2BC8}" dt="2026-04-23T08:10:56.570" v="560" actId="255"/>
          <ac:spMkLst>
            <pc:docMk/>
            <pc:sldMk cId="4236248200" sldId="268"/>
            <ac:spMk id="8" creationId="{6576DEF0-CD19-975D-F351-3048C0402926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9" creationId="{9752752D-EC06-7DB6-0987-708D59C8E148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10" creationId="{B30EE35D-6C97-9975-6644-5A48A4051037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11" creationId="{A0BBA73D-F2FC-C5C6-A5F3-9FAFAF3C5571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12" creationId="{AE2382CA-5600-9A3F-3154-B3F3F024F97A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13" creationId="{3D18ABFB-9006-D530-1686-970B1082F928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14" creationId="{3CE27A1F-9807-0594-4313-E50CC993B460}"/>
          </ac:spMkLst>
        </pc:spChg>
        <pc:spChg chg="add mod">
          <ac:chgData name="성현 이" userId="2f0182ffdb5a30a3" providerId="LiveId" clId="{96CFCBFF-3B86-4DA3-8BC4-90A0DDDF2BC8}" dt="2026-04-23T08:20:47.358" v="708" actId="571"/>
          <ac:spMkLst>
            <pc:docMk/>
            <pc:sldMk cId="4236248200" sldId="268"/>
            <ac:spMk id="15" creationId="{E4EFB641-9AA0-5165-98A7-A5E93047B8AB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19" creationId="{A59E183B-50A1-2B61-F764-E3DC2E2CCFE3}"/>
          </ac:spMkLst>
        </pc:spChg>
        <pc:spChg chg="add mod">
          <ac:chgData name="성현 이" userId="2f0182ffdb5a30a3" providerId="LiveId" clId="{96CFCBFF-3B86-4DA3-8BC4-90A0DDDF2BC8}" dt="2026-04-23T08:22:12.213" v="822" actId="1076"/>
          <ac:spMkLst>
            <pc:docMk/>
            <pc:sldMk cId="4236248200" sldId="268"/>
            <ac:spMk id="21" creationId="{96CCEBE6-1D96-DC6A-33BE-2D2DD1EFE71E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22" creationId="{082309EA-C785-F310-C64F-43DFCDD510AE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25" creationId="{E59AB8E0-1074-60E5-87C8-E3C9A013F0D3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26" creationId="{A95CE41B-0668-8BF8-5C5C-BF5BA2162F4F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27" creationId="{4E660609-8C78-EB42-FAF8-085F685094BD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28" creationId="{244CA1B1-2F85-61F8-CD99-A94A8112A364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29" creationId="{2DDD1341-28B9-6D82-7469-B2C7B9E2BA4F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30" creationId="{0A86AFBA-DC89-0B2C-80E9-8A97FA690C46}"/>
          </ac:spMkLst>
        </pc:spChg>
        <pc:spChg chg="add mod">
          <ac:chgData name="성현 이" userId="2f0182ffdb5a30a3" providerId="LiveId" clId="{96CFCBFF-3B86-4DA3-8BC4-90A0DDDF2BC8}" dt="2026-04-23T08:19:58.818" v="666" actId="164"/>
          <ac:spMkLst>
            <pc:docMk/>
            <pc:sldMk cId="4236248200" sldId="268"/>
            <ac:spMk id="31" creationId="{4E506F48-45F0-C1A1-5066-406C3FAC1D82}"/>
          </ac:spMkLst>
        </pc:spChg>
        <pc:spChg chg="add mod topLvl">
          <ac:chgData name="성현 이" userId="2f0182ffdb5a30a3" providerId="LiveId" clId="{96CFCBFF-3B86-4DA3-8BC4-90A0DDDF2BC8}" dt="2026-04-23T08:32:09.378" v="970" actId="1076"/>
          <ac:spMkLst>
            <pc:docMk/>
            <pc:sldMk cId="4236248200" sldId="268"/>
            <ac:spMk id="61" creationId="{E84E1909-62BA-896A-B181-A3FBF9EA2FC4}"/>
          </ac:spMkLst>
        </pc:spChg>
        <pc:spChg chg="add mod topLvl">
          <ac:chgData name="성현 이" userId="2f0182ffdb5a30a3" providerId="LiveId" clId="{96CFCBFF-3B86-4DA3-8BC4-90A0DDDF2BC8}" dt="2026-04-23T08:32:07.529" v="969" actId="1076"/>
          <ac:spMkLst>
            <pc:docMk/>
            <pc:sldMk cId="4236248200" sldId="268"/>
            <ac:spMk id="63" creationId="{918873CE-690A-0A7A-BE7F-4D20A23980F8}"/>
          </ac:spMkLst>
        </pc:spChg>
        <pc:spChg chg="add mod topLvl">
          <ac:chgData name="성현 이" userId="2f0182ffdb5a30a3" providerId="LiveId" clId="{96CFCBFF-3B86-4DA3-8BC4-90A0DDDF2BC8}" dt="2026-04-23T08:32:04.913" v="968" actId="1076"/>
          <ac:spMkLst>
            <pc:docMk/>
            <pc:sldMk cId="4236248200" sldId="268"/>
            <ac:spMk id="65" creationId="{A48E49A4-5C1E-4469-FC72-14B9BEBE435B}"/>
          </ac:spMkLst>
        </pc:spChg>
        <pc:spChg chg="add mod topLvl">
          <ac:chgData name="성현 이" userId="2f0182ffdb5a30a3" providerId="LiveId" clId="{96CFCBFF-3B86-4DA3-8BC4-90A0DDDF2BC8}" dt="2026-04-23T08:31:24.242" v="950" actId="165"/>
          <ac:spMkLst>
            <pc:docMk/>
            <pc:sldMk cId="4236248200" sldId="268"/>
            <ac:spMk id="66" creationId="{79886D6E-BD1D-A06B-95CF-BD6685006CF7}"/>
          </ac:spMkLst>
        </pc:spChg>
        <pc:spChg chg="add mod">
          <ac:chgData name="성현 이" userId="2f0182ffdb5a30a3" providerId="LiveId" clId="{96CFCBFF-3B86-4DA3-8BC4-90A0DDDF2BC8}" dt="2026-04-23T08:26:45.003" v="844" actId="1076"/>
          <ac:spMkLst>
            <pc:docMk/>
            <pc:sldMk cId="4236248200" sldId="268"/>
            <ac:spMk id="67" creationId="{384369C5-B16A-1AB2-8DA9-893FC0989694}"/>
          </ac:spMkLst>
        </pc:spChg>
        <pc:spChg chg="add mod topLvl">
          <ac:chgData name="성현 이" userId="2f0182ffdb5a30a3" providerId="LiveId" clId="{96CFCBFF-3B86-4DA3-8BC4-90A0DDDF2BC8}" dt="2026-04-23T08:31:24.242" v="950" actId="165"/>
          <ac:spMkLst>
            <pc:docMk/>
            <pc:sldMk cId="4236248200" sldId="268"/>
            <ac:spMk id="68" creationId="{0F8DA1BC-AA62-5BB6-F40D-CDCC89DF5CA2}"/>
          </ac:spMkLst>
        </pc:spChg>
        <pc:spChg chg="add mod topLvl">
          <ac:chgData name="성현 이" userId="2f0182ffdb5a30a3" providerId="LiveId" clId="{96CFCBFF-3B86-4DA3-8BC4-90A0DDDF2BC8}" dt="2026-04-23T08:31:24.242" v="950" actId="165"/>
          <ac:spMkLst>
            <pc:docMk/>
            <pc:sldMk cId="4236248200" sldId="268"/>
            <ac:spMk id="69" creationId="{C61585EB-03A0-3508-EB2A-99E192AAF604}"/>
          </ac:spMkLst>
        </pc:spChg>
        <pc:spChg chg="add mod topLvl">
          <ac:chgData name="성현 이" userId="2f0182ffdb5a30a3" providerId="LiveId" clId="{96CFCBFF-3B86-4DA3-8BC4-90A0DDDF2BC8}" dt="2026-04-23T08:31:24.242" v="950" actId="165"/>
          <ac:spMkLst>
            <pc:docMk/>
            <pc:sldMk cId="4236248200" sldId="268"/>
            <ac:spMk id="70" creationId="{673358D9-20C4-C7CB-F080-2FF99B6DCA96}"/>
          </ac:spMkLst>
        </pc:spChg>
        <pc:spChg chg="add mod topLvl">
          <ac:chgData name="성현 이" userId="2f0182ffdb5a30a3" providerId="LiveId" clId="{96CFCBFF-3B86-4DA3-8BC4-90A0DDDF2BC8}" dt="2026-04-23T08:31:24.242" v="950" actId="165"/>
          <ac:spMkLst>
            <pc:docMk/>
            <pc:sldMk cId="4236248200" sldId="268"/>
            <ac:spMk id="71" creationId="{AA02C166-C86B-21A2-DBAF-4A238CA12C4A}"/>
          </ac:spMkLst>
        </pc:spChg>
        <pc:spChg chg="add mod topLvl">
          <ac:chgData name="성현 이" userId="2f0182ffdb5a30a3" providerId="LiveId" clId="{96CFCBFF-3B86-4DA3-8BC4-90A0DDDF2BC8}" dt="2026-04-23T08:31:24.242" v="950" actId="165"/>
          <ac:spMkLst>
            <pc:docMk/>
            <pc:sldMk cId="4236248200" sldId="268"/>
            <ac:spMk id="72" creationId="{65C3EBBC-81AD-CC7B-1434-DA04214E5416}"/>
          </ac:spMkLst>
        </pc:spChg>
        <pc:spChg chg="add mod topLvl">
          <ac:chgData name="성현 이" userId="2f0182ffdb5a30a3" providerId="LiveId" clId="{96CFCBFF-3B86-4DA3-8BC4-90A0DDDF2BC8}" dt="2026-04-23T08:32:15.732" v="973" actId="1076"/>
          <ac:spMkLst>
            <pc:docMk/>
            <pc:sldMk cId="4236248200" sldId="268"/>
            <ac:spMk id="73" creationId="{0510FD16-2F21-A7FB-2BF5-10AF23A9FC2A}"/>
          </ac:spMkLst>
        </pc:spChg>
        <pc:grpChg chg="mod">
          <ac:chgData name="성현 이" userId="2f0182ffdb5a30a3" providerId="LiveId" clId="{96CFCBFF-3B86-4DA3-8BC4-90A0DDDF2BC8}" dt="2026-04-23T08:21:39.167" v="805" actId="14100"/>
          <ac:grpSpMkLst>
            <pc:docMk/>
            <pc:sldMk cId="4236248200" sldId="268"/>
            <ac:grpSpMk id="16" creationId="{0291815C-0277-2D3E-C7FB-861498690427}"/>
          </ac:grpSpMkLst>
        </pc:grpChg>
        <pc:grpChg chg="mod">
          <ac:chgData name="성현 이" userId="2f0182ffdb5a30a3" providerId="LiveId" clId="{96CFCBFF-3B86-4DA3-8BC4-90A0DDDF2BC8}" dt="2026-04-24T04:34:13.682" v="1536" actId="1076"/>
          <ac:grpSpMkLst>
            <pc:docMk/>
            <pc:sldMk cId="4236248200" sldId="268"/>
            <ac:grpSpMk id="32" creationId="{E0F6C5C3-F427-CEE0-BE21-7DAF747C3FE5}"/>
          </ac:grpSpMkLst>
        </pc:grpChg>
        <pc:grpChg chg="mod">
          <ac:chgData name="성현 이" userId="2f0182ffdb5a30a3" providerId="LiveId" clId="{96CFCBFF-3B86-4DA3-8BC4-90A0DDDF2BC8}" dt="2026-04-23T08:31:41.702" v="957" actId="164"/>
          <ac:grpSpMkLst>
            <pc:docMk/>
            <pc:sldMk cId="4236248200" sldId="268"/>
            <ac:grpSpMk id="75" creationId="{9F3D7196-AE2F-64AD-0682-D15BBB86CC27}"/>
          </ac:grpSpMkLst>
        </pc:grpChg>
        <pc:grpChg chg="add mod">
          <ac:chgData name="성현 이" userId="2f0182ffdb5a30a3" providerId="LiveId" clId="{96CFCBFF-3B86-4DA3-8BC4-90A0DDDF2BC8}" dt="2026-04-23T08:37:43.258" v="993" actId="1076"/>
          <ac:grpSpMkLst>
            <pc:docMk/>
            <pc:sldMk cId="4236248200" sldId="268"/>
            <ac:grpSpMk id="77" creationId="{41EED194-6E59-7C94-EE97-67AEEACA88CE}"/>
          </ac:grpSpMkLst>
        </pc:grpChg>
        <pc:picChg chg="add mod">
          <ac:chgData name="성현 이" userId="2f0182ffdb5a30a3" providerId="LiveId" clId="{96CFCBFF-3B86-4DA3-8BC4-90A0DDDF2BC8}" dt="2026-04-23T08:20:36.005" v="706" actId="14100"/>
          <ac:picMkLst>
            <pc:docMk/>
            <pc:sldMk cId="4236248200" sldId="268"/>
            <ac:picMk id="6" creationId="{B3EC328A-14F9-874D-1CFF-A73184BAAE00}"/>
          </ac:picMkLst>
        </pc:picChg>
        <pc:picChg chg="add mod">
          <ac:chgData name="성현 이" userId="2f0182ffdb5a30a3" providerId="LiveId" clId="{96CFCBFF-3B86-4DA3-8BC4-90A0DDDF2BC8}" dt="2026-04-23T08:15:14.984" v="595" actId="1076"/>
          <ac:picMkLst>
            <pc:docMk/>
            <pc:sldMk cId="4236248200" sldId="268"/>
            <ac:picMk id="18" creationId="{BEB4C537-D815-0D9C-7622-22086C16ED16}"/>
          </ac:picMkLst>
        </pc:picChg>
        <pc:picChg chg="add mod">
          <ac:chgData name="성현 이" userId="2f0182ffdb5a30a3" providerId="LiveId" clId="{96CFCBFF-3B86-4DA3-8BC4-90A0DDDF2BC8}" dt="2026-04-23T08:32:19.917" v="975" actId="1076"/>
          <ac:picMkLst>
            <pc:docMk/>
            <pc:sldMk cId="4236248200" sldId="268"/>
            <ac:picMk id="60" creationId="{F9547808-8B96-1760-44D3-123BAAA4A14F}"/>
          </ac:picMkLst>
        </pc:picChg>
      </pc:sldChg>
      <pc:sldChg chg="addSp delSp modSp new mod modNotesTx">
        <pc:chgData name="성현 이" userId="2f0182ffdb5a30a3" providerId="LiveId" clId="{96CFCBFF-3B86-4DA3-8BC4-90A0DDDF2BC8}" dt="2026-04-28T05:33:06.480" v="1842" actId="5793"/>
        <pc:sldMkLst>
          <pc:docMk/>
          <pc:sldMk cId="3742375540" sldId="269"/>
        </pc:sldMkLst>
        <pc:spChg chg="mod">
          <ac:chgData name="성현 이" userId="2f0182ffdb5a30a3" providerId="LiveId" clId="{96CFCBFF-3B86-4DA3-8BC4-90A0DDDF2BC8}" dt="2026-04-28T02:59:23.230" v="1608"/>
          <ac:spMkLst>
            <pc:docMk/>
            <pc:sldMk cId="3742375540" sldId="269"/>
            <ac:spMk id="2" creationId="{7523AD23-0C9B-4992-0BCD-DAC2BC1DC0F5}"/>
          </ac:spMkLst>
        </pc:spChg>
        <pc:spChg chg="add mod">
          <ac:chgData name="성현 이" userId="2f0182ffdb5a30a3" providerId="LiveId" clId="{96CFCBFF-3B86-4DA3-8BC4-90A0DDDF2BC8}" dt="2026-04-23T08:49:01.284" v="1167" actId="1076"/>
          <ac:spMkLst>
            <pc:docMk/>
            <pc:sldMk cId="3742375540" sldId="269"/>
            <ac:spMk id="7" creationId="{4DA8B9C7-3659-110F-BC2E-9C1191EACE4E}"/>
          </ac:spMkLst>
        </pc:spChg>
        <pc:spChg chg="add mod">
          <ac:chgData name="성현 이" userId="2f0182ffdb5a30a3" providerId="LiveId" clId="{96CFCBFF-3B86-4DA3-8BC4-90A0DDDF2BC8}" dt="2026-04-23T08:49:03.187" v="1168" actId="1076"/>
          <ac:spMkLst>
            <pc:docMk/>
            <pc:sldMk cId="3742375540" sldId="269"/>
            <ac:spMk id="8" creationId="{2D76CEE9-A9F5-78DD-9992-63F3A9304BC5}"/>
          </ac:spMkLst>
        </pc:spChg>
        <pc:spChg chg="add mod">
          <ac:chgData name="성현 이" userId="2f0182ffdb5a30a3" providerId="LiveId" clId="{96CFCBFF-3B86-4DA3-8BC4-90A0DDDF2BC8}" dt="2026-04-23T08:49:06.678" v="1169" actId="1076"/>
          <ac:spMkLst>
            <pc:docMk/>
            <pc:sldMk cId="3742375540" sldId="269"/>
            <ac:spMk id="9" creationId="{71B48E36-B3BC-EE8C-188D-5A86EA9FC333}"/>
          </ac:spMkLst>
        </pc:spChg>
        <pc:spChg chg="add mod">
          <ac:chgData name="성현 이" userId="2f0182ffdb5a30a3" providerId="LiveId" clId="{96CFCBFF-3B86-4DA3-8BC4-90A0DDDF2BC8}" dt="2026-04-23T08:49:08.794" v="1170" actId="1076"/>
          <ac:spMkLst>
            <pc:docMk/>
            <pc:sldMk cId="3742375540" sldId="269"/>
            <ac:spMk id="10" creationId="{DA09FC59-7793-E0CA-8597-0BAEE2D52F23}"/>
          </ac:spMkLst>
        </pc:spChg>
        <pc:spChg chg="add mod">
          <ac:chgData name="성현 이" userId="2f0182ffdb5a30a3" providerId="LiveId" clId="{96CFCBFF-3B86-4DA3-8BC4-90A0DDDF2BC8}" dt="2026-04-23T08:48:53.814" v="1165" actId="1076"/>
          <ac:spMkLst>
            <pc:docMk/>
            <pc:sldMk cId="3742375540" sldId="269"/>
            <ac:spMk id="11" creationId="{49053BD5-4FDA-0006-0885-B43CC8D620AF}"/>
          </ac:spMkLst>
        </pc:spChg>
        <pc:spChg chg="add mod">
          <ac:chgData name="성현 이" userId="2f0182ffdb5a30a3" providerId="LiveId" clId="{96CFCBFF-3B86-4DA3-8BC4-90A0DDDF2BC8}" dt="2026-04-24T04:33:27.702" v="1531" actId="14100"/>
          <ac:spMkLst>
            <pc:docMk/>
            <pc:sldMk cId="3742375540" sldId="269"/>
            <ac:spMk id="12" creationId="{13D745CA-3352-8B7F-0545-80846039D682}"/>
          </ac:spMkLst>
        </pc:spChg>
        <pc:spChg chg="add mod">
          <ac:chgData name="성현 이" userId="2f0182ffdb5a30a3" providerId="LiveId" clId="{96CFCBFF-3B86-4DA3-8BC4-90A0DDDF2BC8}" dt="2026-04-23T08:48:59.098" v="1166" actId="1076"/>
          <ac:spMkLst>
            <pc:docMk/>
            <pc:sldMk cId="3742375540" sldId="269"/>
            <ac:spMk id="13" creationId="{91581127-BAF1-ACA4-1684-55CE0A46D55B}"/>
          </ac:spMkLst>
        </pc:spChg>
        <pc:spChg chg="add mod">
          <ac:chgData name="성현 이" userId="2f0182ffdb5a30a3" providerId="LiveId" clId="{96CFCBFF-3B86-4DA3-8BC4-90A0DDDF2BC8}" dt="2026-04-23T08:48:38.366" v="1158" actId="1076"/>
          <ac:spMkLst>
            <pc:docMk/>
            <pc:sldMk cId="3742375540" sldId="269"/>
            <ac:spMk id="14" creationId="{9284F389-93B1-C6F3-2184-387F5638EA07}"/>
          </ac:spMkLst>
        </pc:spChg>
        <pc:spChg chg="add mod">
          <ac:chgData name="성현 이" userId="2f0182ffdb5a30a3" providerId="LiveId" clId="{96CFCBFF-3B86-4DA3-8BC4-90A0DDDF2BC8}" dt="2026-04-23T08:48:40.514" v="1159" actId="1076"/>
          <ac:spMkLst>
            <pc:docMk/>
            <pc:sldMk cId="3742375540" sldId="269"/>
            <ac:spMk id="15" creationId="{3674CB65-F5DE-FDC9-E74F-C6CA086A2880}"/>
          </ac:spMkLst>
        </pc:spChg>
        <pc:spChg chg="add mod">
          <ac:chgData name="성현 이" userId="2f0182ffdb5a30a3" providerId="LiveId" clId="{96CFCBFF-3B86-4DA3-8BC4-90A0DDDF2BC8}" dt="2026-04-23T08:48:42.122" v="1160" actId="1076"/>
          <ac:spMkLst>
            <pc:docMk/>
            <pc:sldMk cId="3742375540" sldId="269"/>
            <ac:spMk id="16" creationId="{3A816CC6-B85B-F872-17B1-3CD06F8A8D1D}"/>
          </ac:spMkLst>
        </pc:spChg>
        <pc:spChg chg="add mod">
          <ac:chgData name="성현 이" userId="2f0182ffdb5a30a3" providerId="LiveId" clId="{96CFCBFF-3B86-4DA3-8BC4-90A0DDDF2BC8}" dt="2026-04-23T08:48:44.066" v="1161" actId="1076"/>
          <ac:spMkLst>
            <pc:docMk/>
            <pc:sldMk cId="3742375540" sldId="269"/>
            <ac:spMk id="17" creationId="{6D6AF006-C8E7-BD67-35BE-15C187DE2E06}"/>
          </ac:spMkLst>
        </pc:spChg>
        <pc:spChg chg="add mod">
          <ac:chgData name="성현 이" userId="2f0182ffdb5a30a3" providerId="LiveId" clId="{96CFCBFF-3B86-4DA3-8BC4-90A0DDDF2BC8}" dt="2026-04-23T08:48:51.398" v="1164" actId="1076"/>
          <ac:spMkLst>
            <pc:docMk/>
            <pc:sldMk cId="3742375540" sldId="269"/>
            <ac:spMk id="18" creationId="{EB2BDC3C-3537-59B7-1E12-477012A6C984}"/>
          </ac:spMkLst>
        </pc:spChg>
        <pc:spChg chg="add mod">
          <ac:chgData name="성현 이" userId="2f0182ffdb5a30a3" providerId="LiveId" clId="{96CFCBFF-3B86-4DA3-8BC4-90A0DDDF2BC8}" dt="2026-04-24T04:33:20.508" v="1529" actId="14100"/>
          <ac:spMkLst>
            <pc:docMk/>
            <pc:sldMk cId="3742375540" sldId="269"/>
            <ac:spMk id="21" creationId="{D31798C3-7249-B050-D7D4-876437780760}"/>
          </ac:spMkLst>
        </pc:spChg>
        <pc:spChg chg="add mod">
          <ac:chgData name="성현 이" userId="2f0182ffdb5a30a3" providerId="LiveId" clId="{96CFCBFF-3B86-4DA3-8BC4-90A0DDDF2BC8}" dt="2026-04-24T04:32:58.639" v="1520" actId="1076"/>
          <ac:spMkLst>
            <pc:docMk/>
            <pc:sldMk cId="3742375540" sldId="269"/>
            <ac:spMk id="22" creationId="{3804B65B-41E9-A064-8490-610ED9ACDF2A}"/>
          </ac:spMkLst>
        </pc:spChg>
        <pc:spChg chg="add mod">
          <ac:chgData name="성현 이" userId="2f0182ffdb5a30a3" providerId="LiveId" clId="{96CFCBFF-3B86-4DA3-8BC4-90A0DDDF2BC8}" dt="2026-04-24T04:32:20.042" v="1505" actId="14100"/>
          <ac:spMkLst>
            <pc:docMk/>
            <pc:sldMk cId="3742375540" sldId="269"/>
            <ac:spMk id="24" creationId="{8D157458-03CE-F91F-47AD-8EA05A4F4861}"/>
          </ac:spMkLst>
        </pc:spChg>
        <pc:spChg chg="add mod">
          <ac:chgData name="성현 이" userId="2f0182ffdb5a30a3" providerId="LiveId" clId="{96CFCBFF-3B86-4DA3-8BC4-90A0DDDF2BC8}" dt="2026-04-24T04:32:47.811" v="1515" actId="14100"/>
          <ac:spMkLst>
            <pc:docMk/>
            <pc:sldMk cId="3742375540" sldId="269"/>
            <ac:spMk id="25" creationId="{AE99182B-2073-327A-1238-CBD5A8ECD97A}"/>
          </ac:spMkLst>
        </pc:spChg>
        <pc:spChg chg="add mod">
          <ac:chgData name="성현 이" userId="2f0182ffdb5a30a3" providerId="LiveId" clId="{96CFCBFF-3B86-4DA3-8BC4-90A0DDDF2BC8}" dt="2026-04-24T04:33:43.561" v="1533" actId="1076"/>
          <ac:spMkLst>
            <pc:docMk/>
            <pc:sldMk cId="3742375540" sldId="269"/>
            <ac:spMk id="26" creationId="{A4445BA7-9DA7-B18C-C13C-53FE1A7E2B29}"/>
          </ac:spMkLst>
        </pc:spChg>
        <pc:spChg chg="add mod">
          <ac:chgData name="성현 이" userId="2f0182ffdb5a30a3" providerId="LiveId" clId="{96CFCBFF-3B86-4DA3-8BC4-90A0DDDF2BC8}" dt="2026-04-24T04:33:48.895" v="1534" actId="1076"/>
          <ac:spMkLst>
            <pc:docMk/>
            <pc:sldMk cId="3742375540" sldId="269"/>
            <ac:spMk id="27" creationId="{A21E3F8E-FAFC-9689-8CAE-C521088B7374}"/>
          </ac:spMkLst>
        </pc:spChg>
        <pc:spChg chg="add mod">
          <ac:chgData name="성현 이" userId="2f0182ffdb5a30a3" providerId="LiveId" clId="{96CFCBFF-3B86-4DA3-8BC4-90A0DDDF2BC8}" dt="2026-04-24T04:32:53.389" v="1518" actId="1076"/>
          <ac:spMkLst>
            <pc:docMk/>
            <pc:sldMk cId="3742375540" sldId="269"/>
            <ac:spMk id="28" creationId="{C54C9BCF-4EAA-EE6A-8B49-33EC9ACDEB34}"/>
          </ac:spMkLst>
        </pc:spChg>
        <pc:spChg chg="add mod">
          <ac:chgData name="성현 이" userId="2f0182ffdb5a30a3" providerId="LiveId" clId="{96CFCBFF-3B86-4DA3-8BC4-90A0DDDF2BC8}" dt="2026-04-24T04:32:37.294" v="1511" actId="14100"/>
          <ac:spMkLst>
            <pc:docMk/>
            <pc:sldMk cId="3742375540" sldId="269"/>
            <ac:spMk id="29" creationId="{34DCC57B-5FD2-A024-0E7C-9821F45CCB6E}"/>
          </ac:spMkLst>
        </pc:spChg>
        <pc:spChg chg="add mod">
          <ac:chgData name="성현 이" userId="2f0182ffdb5a30a3" providerId="LiveId" clId="{96CFCBFF-3B86-4DA3-8BC4-90A0DDDF2BC8}" dt="2026-04-24T04:32:40.801" v="1512" actId="14100"/>
          <ac:spMkLst>
            <pc:docMk/>
            <pc:sldMk cId="3742375540" sldId="269"/>
            <ac:spMk id="30" creationId="{D56BFF8B-4071-45DA-ABE2-0A4942296AB9}"/>
          </ac:spMkLst>
        </pc:spChg>
        <pc:spChg chg="add mod">
          <ac:chgData name="성현 이" userId="2f0182ffdb5a30a3" providerId="LiveId" clId="{96CFCBFF-3B86-4DA3-8BC4-90A0DDDF2BC8}" dt="2026-04-23T08:59:57.752" v="1337" actId="14100"/>
          <ac:spMkLst>
            <pc:docMk/>
            <pc:sldMk cId="3742375540" sldId="269"/>
            <ac:spMk id="33" creationId="{EE24E77D-1A1A-5516-4591-C66BA6091FC3}"/>
          </ac:spMkLst>
        </pc:spChg>
        <pc:spChg chg="add mod">
          <ac:chgData name="성현 이" userId="2f0182ffdb5a30a3" providerId="LiveId" clId="{96CFCBFF-3B86-4DA3-8BC4-90A0DDDF2BC8}" dt="2026-04-23T09:00:01.990" v="1339" actId="14100"/>
          <ac:spMkLst>
            <pc:docMk/>
            <pc:sldMk cId="3742375540" sldId="269"/>
            <ac:spMk id="35" creationId="{3EE3BF0E-0AA7-0B38-5E55-336227172A9A}"/>
          </ac:spMkLst>
        </pc:spChg>
        <pc:spChg chg="add mod">
          <ac:chgData name="성현 이" userId="2f0182ffdb5a30a3" providerId="LiveId" clId="{96CFCBFF-3B86-4DA3-8BC4-90A0DDDF2BC8}" dt="2026-04-23T09:00:16.831" v="1346" actId="1076"/>
          <ac:spMkLst>
            <pc:docMk/>
            <pc:sldMk cId="3742375540" sldId="269"/>
            <ac:spMk id="37" creationId="{F7BEA3DC-0A4F-88A6-1EB5-39DE3B27FF79}"/>
          </ac:spMkLst>
        </pc:spChg>
        <pc:spChg chg="add mod">
          <ac:chgData name="성현 이" userId="2f0182ffdb5a30a3" providerId="LiveId" clId="{96CFCBFF-3B86-4DA3-8BC4-90A0DDDF2BC8}" dt="2026-04-23T09:00:31.605" v="1352" actId="1076"/>
          <ac:spMkLst>
            <pc:docMk/>
            <pc:sldMk cId="3742375540" sldId="269"/>
            <ac:spMk id="38" creationId="{DACDD3DE-EAB5-1656-EAED-743EE97A0F69}"/>
          </ac:spMkLst>
        </pc:spChg>
        <pc:spChg chg="add mod">
          <ac:chgData name="성현 이" userId="2f0182ffdb5a30a3" providerId="LiveId" clId="{96CFCBFF-3B86-4DA3-8BC4-90A0DDDF2BC8}" dt="2026-04-23T09:00:39.808" v="1357" actId="1076"/>
          <ac:spMkLst>
            <pc:docMk/>
            <pc:sldMk cId="3742375540" sldId="269"/>
            <ac:spMk id="39" creationId="{8AC69F0D-50B1-5413-4578-FC965080F972}"/>
          </ac:spMkLst>
        </pc:spChg>
        <pc:spChg chg="add mod">
          <ac:chgData name="성현 이" userId="2f0182ffdb5a30a3" providerId="LiveId" clId="{96CFCBFF-3B86-4DA3-8BC4-90A0DDDF2BC8}" dt="2026-04-23T08:59:59.647" v="1338" actId="14100"/>
          <ac:spMkLst>
            <pc:docMk/>
            <pc:sldMk cId="3742375540" sldId="269"/>
            <ac:spMk id="40" creationId="{DCF19128-459A-D4D5-256F-61E20A10E2FD}"/>
          </ac:spMkLst>
        </pc:spChg>
        <pc:spChg chg="add mod">
          <ac:chgData name="성현 이" userId="2f0182ffdb5a30a3" providerId="LiveId" clId="{96CFCBFF-3B86-4DA3-8BC4-90A0DDDF2BC8}" dt="2026-04-23T09:00:06.220" v="1341" actId="14100"/>
          <ac:spMkLst>
            <pc:docMk/>
            <pc:sldMk cId="3742375540" sldId="269"/>
            <ac:spMk id="41" creationId="{D2FCF37F-2536-507A-A9E6-403650CFFAF8}"/>
          </ac:spMkLst>
        </pc:spChg>
        <pc:spChg chg="add mod">
          <ac:chgData name="성현 이" userId="2f0182ffdb5a30a3" providerId="LiveId" clId="{96CFCBFF-3B86-4DA3-8BC4-90A0DDDF2BC8}" dt="2026-04-23T09:00:08.251" v="1342" actId="14100"/>
          <ac:spMkLst>
            <pc:docMk/>
            <pc:sldMk cId="3742375540" sldId="269"/>
            <ac:spMk id="42" creationId="{7528B44E-9625-37B4-9C5C-D847153CD229}"/>
          </ac:spMkLst>
        </pc:spChg>
        <pc:spChg chg="add mod">
          <ac:chgData name="성현 이" userId="2f0182ffdb5a30a3" providerId="LiveId" clId="{96CFCBFF-3B86-4DA3-8BC4-90A0DDDF2BC8}" dt="2026-04-23T09:00:18.314" v="1347" actId="1076"/>
          <ac:spMkLst>
            <pc:docMk/>
            <pc:sldMk cId="3742375540" sldId="269"/>
            <ac:spMk id="43" creationId="{425E8FBF-5749-13A8-3650-EFE23A9CAB7D}"/>
          </ac:spMkLst>
        </pc:spChg>
        <pc:spChg chg="add mod">
          <ac:chgData name="성현 이" userId="2f0182ffdb5a30a3" providerId="LiveId" clId="{96CFCBFF-3B86-4DA3-8BC4-90A0DDDF2BC8}" dt="2026-04-23T09:00:33.421" v="1353" actId="1076"/>
          <ac:spMkLst>
            <pc:docMk/>
            <pc:sldMk cId="3742375540" sldId="269"/>
            <ac:spMk id="44" creationId="{A97BCFF4-3519-4121-D5B3-871A36FA5825}"/>
          </ac:spMkLst>
        </pc:spChg>
        <pc:spChg chg="add mod">
          <ac:chgData name="성현 이" userId="2f0182ffdb5a30a3" providerId="LiveId" clId="{96CFCBFF-3B86-4DA3-8BC4-90A0DDDF2BC8}" dt="2026-04-24T05:31:29.140" v="1539" actId="20577"/>
          <ac:spMkLst>
            <pc:docMk/>
            <pc:sldMk cId="3742375540" sldId="269"/>
            <ac:spMk id="45" creationId="{C4DCDF6A-98FB-5728-29EC-65530C45470C}"/>
          </ac:spMkLst>
        </pc:spChg>
        <pc:grpChg chg="mod">
          <ac:chgData name="성현 이" userId="2f0182ffdb5a30a3" providerId="LiveId" clId="{96CFCBFF-3B86-4DA3-8BC4-90A0DDDF2BC8}" dt="2026-04-23T08:56:00.186" v="1242" actId="1076"/>
          <ac:grpSpMkLst>
            <pc:docMk/>
            <pc:sldMk cId="3742375540" sldId="269"/>
            <ac:grpSpMk id="19" creationId="{238F4445-B53A-D8BB-C7DF-127FB0AE3B0F}"/>
          </ac:grpSpMkLst>
        </pc:grpChg>
        <pc:grpChg chg="mod">
          <ac:chgData name="성현 이" userId="2f0182ffdb5a30a3" providerId="LiveId" clId="{96CFCBFF-3B86-4DA3-8BC4-90A0DDDF2BC8}" dt="2026-04-24T04:34:18.769" v="1537" actId="1076"/>
          <ac:grpSpMkLst>
            <pc:docMk/>
            <pc:sldMk cId="3742375540" sldId="269"/>
            <ac:grpSpMk id="36" creationId="{3B3F0031-95A1-C249-F277-53198925683F}"/>
          </ac:grpSpMkLst>
        </pc:grpChg>
        <pc:grpChg chg="mod">
          <ac:chgData name="성현 이" userId="2f0182ffdb5a30a3" providerId="LiveId" clId="{96CFCBFF-3B86-4DA3-8BC4-90A0DDDF2BC8}" dt="2026-04-23T09:01:02.025" v="1358" actId="1076"/>
          <ac:grpSpMkLst>
            <pc:docMk/>
            <pc:sldMk cId="3742375540" sldId="269"/>
            <ac:grpSpMk id="46" creationId="{FEA5A75F-A3FB-C692-D18E-F4BC30122E7A}"/>
          </ac:grpSpMkLst>
        </pc:grpChg>
        <pc:picChg chg="add mod">
          <ac:chgData name="성현 이" userId="2f0182ffdb5a30a3" providerId="LiveId" clId="{96CFCBFF-3B86-4DA3-8BC4-90A0DDDF2BC8}" dt="2026-04-23T08:46:27.706" v="1094" actId="1076"/>
          <ac:picMkLst>
            <pc:docMk/>
            <pc:sldMk cId="3742375540" sldId="269"/>
            <ac:picMk id="6" creationId="{8D1E3EE9-431D-5D28-0645-0FBB3B6338D3}"/>
          </ac:picMkLst>
        </pc:picChg>
        <pc:picChg chg="add mod">
          <ac:chgData name="성현 이" userId="2f0182ffdb5a30a3" providerId="LiveId" clId="{96CFCBFF-3B86-4DA3-8BC4-90A0DDDF2BC8}" dt="2026-04-23T08:57:29.874" v="1284" actId="1076"/>
          <ac:picMkLst>
            <pc:docMk/>
            <pc:sldMk cId="3742375540" sldId="269"/>
            <ac:picMk id="32" creationId="{0FB82C6E-457B-82AB-D788-0DD47F7382B6}"/>
          </ac:picMkLst>
        </pc:picChg>
        <pc:picChg chg="add mod ord">
          <ac:chgData name="성현 이" userId="2f0182ffdb5a30a3" providerId="LiveId" clId="{96CFCBFF-3B86-4DA3-8BC4-90A0DDDF2BC8}" dt="2026-04-24T04:33:12.106" v="1526" actId="1076"/>
          <ac:picMkLst>
            <pc:docMk/>
            <pc:sldMk cId="3742375540" sldId="269"/>
            <ac:picMk id="34" creationId="{06121FE5-983C-266B-57B4-5564E07D772F}"/>
          </ac:picMkLst>
        </pc:picChg>
      </pc:sldChg>
      <pc:sldChg chg="addSp delSp modSp new mod">
        <pc:chgData name="성현 이" userId="2f0182ffdb5a30a3" providerId="LiveId" clId="{96CFCBFF-3B86-4DA3-8BC4-90A0DDDF2BC8}" dt="2026-04-28T03:24:08.868" v="1671" actId="1076"/>
        <pc:sldMkLst>
          <pc:docMk/>
          <pc:sldMk cId="3006226957" sldId="270"/>
        </pc:sldMkLst>
        <pc:spChg chg="mod">
          <ac:chgData name="성현 이" userId="2f0182ffdb5a30a3" providerId="LiveId" clId="{96CFCBFF-3B86-4DA3-8BC4-90A0DDDF2BC8}" dt="2026-04-28T03:00:40.208" v="1646" actId="20577"/>
          <ac:spMkLst>
            <pc:docMk/>
            <pc:sldMk cId="3006226957" sldId="270"/>
            <ac:spMk id="2" creationId="{F0FBAB6F-9370-F0D2-1590-F6B9253E4027}"/>
          </ac:spMkLst>
        </pc:spChg>
        <pc:spChg chg="del mod">
          <ac:chgData name="성현 이" userId="2f0182ffdb5a30a3" providerId="LiveId" clId="{96CFCBFF-3B86-4DA3-8BC4-90A0DDDF2BC8}" dt="2026-04-28T03:00:09.955" v="1612" actId="478"/>
          <ac:spMkLst>
            <pc:docMk/>
            <pc:sldMk cId="3006226957" sldId="270"/>
            <ac:spMk id="3" creationId="{65E40233-495F-A461-D8DE-8C9F223E649A}"/>
          </ac:spMkLst>
        </pc:spChg>
        <pc:spChg chg="add mod">
          <ac:chgData name="성현 이" userId="2f0182ffdb5a30a3" providerId="LiveId" clId="{96CFCBFF-3B86-4DA3-8BC4-90A0DDDF2BC8}" dt="2026-04-28T03:00:32.481" v="1635" actId="113"/>
          <ac:spMkLst>
            <pc:docMk/>
            <pc:sldMk cId="3006226957" sldId="270"/>
            <ac:spMk id="5" creationId="{B8688395-86AB-8C10-0BF6-189D7646C448}"/>
          </ac:spMkLst>
        </pc:spChg>
        <pc:spChg chg="add mod">
          <ac:chgData name="성현 이" userId="2f0182ffdb5a30a3" providerId="LiveId" clId="{96CFCBFF-3B86-4DA3-8BC4-90A0DDDF2BC8}" dt="2026-04-28T03:24:08.868" v="1671" actId="1076"/>
          <ac:spMkLst>
            <pc:docMk/>
            <pc:sldMk cId="3006226957" sldId="270"/>
            <ac:spMk id="6" creationId="{DF5C2CC0-7A69-AA00-AF95-7220BD292FAA}"/>
          </ac:spMkLst>
        </pc:spChg>
      </pc:sldChg>
      <pc:sldChg chg="addSp delSp modSp new mod">
        <pc:chgData name="성현 이" userId="2f0182ffdb5a30a3" providerId="LiveId" clId="{96CFCBFF-3B86-4DA3-8BC4-90A0DDDF2BC8}" dt="2026-04-28T05:34:29.202" v="1855" actId="478"/>
        <pc:sldMkLst>
          <pc:docMk/>
          <pc:sldMk cId="294649188" sldId="271"/>
        </pc:sldMkLst>
        <pc:spChg chg="mod">
          <ac:chgData name="성현 이" userId="2f0182ffdb5a30a3" providerId="LiveId" clId="{96CFCBFF-3B86-4DA3-8BC4-90A0DDDF2BC8}" dt="2026-04-28T03:23:28.864" v="1670" actId="113"/>
          <ac:spMkLst>
            <pc:docMk/>
            <pc:sldMk cId="294649188" sldId="271"/>
            <ac:spMk id="2" creationId="{9BCC2991-EB4F-3034-D9BF-C175803F872E}"/>
          </ac:spMkLst>
        </pc:spChg>
        <pc:spChg chg="del">
          <ac:chgData name="성현 이" userId="2f0182ffdb5a30a3" providerId="LiveId" clId="{96CFCBFF-3B86-4DA3-8BC4-90A0DDDF2BC8}" dt="2026-04-28T03:22:40.664" v="1652" actId="478"/>
          <ac:spMkLst>
            <pc:docMk/>
            <pc:sldMk cId="294649188" sldId="271"/>
            <ac:spMk id="3" creationId="{2EE0407A-8A6A-D669-048F-EFBD157C72BE}"/>
          </ac:spMkLst>
        </pc:spChg>
        <pc:spChg chg="add del mod">
          <ac:chgData name="성현 이" userId="2f0182ffdb5a30a3" providerId="LiveId" clId="{96CFCBFF-3B86-4DA3-8BC4-90A0DDDF2BC8}" dt="2026-04-28T05:34:17.187" v="1848"/>
          <ac:spMkLst>
            <pc:docMk/>
            <pc:sldMk cId="294649188" sldId="271"/>
            <ac:spMk id="3" creationId="{E0F40C0A-104E-EB3B-485B-DE3FE1005254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7" creationId="{BBA7701E-85F9-B3D2-B7CA-C77A5FCBD0B1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9" creationId="{328AC11B-7F33-B2CE-283A-5A3481978176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11" creationId="{83BE1F17-FAF7-DE68-AE48-49DCC03DF4CC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12" creationId="{64D3E6B6-3227-A6DD-BE90-06FA9891A92D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13" creationId="{9DB1C601-5637-2BE9-009A-80D9F62D7D47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17" creationId="{8299EF93-F234-3642-6F04-FB1B53DFC721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18" creationId="{DD000DDA-461F-55BF-81B7-AFFFF81AA7D9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19" creationId="{623CF0A2-8E03-24D8-6F7C-B20F523E6B86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20" creationId="{EF61E3B5-35A8-8E9A-E6C0-38BC8FD7D8F6}"/>
          </ac:spMkLst>
        </pc:spChg>
        <pc:spChg chg="mod">
          <ac:chgData name="성현 이" userId="2f0182ffdb5a30a3" providerId="LiveId" clId="{96CFCBFF-3B86-4DA3-8BC4-90A0DDDF2BC8}" dt="2026-04-28T03:22:51.239" v="1653"/>
          <ac:spMkLst>
            <pc:docMk/>
            <pc:sldMk cId="294649188" sldId="271"/>
            <ac:spMk id="21" creationId="{1B8CB9BE-2F2F-0B71-F05E-67052160C783}"/>
          </ac:spMkLst>
        </pc:spChg>
        <pc:spChg chg="add del mod">
          <ac:chgData name="성현 이" userId="2f0182ffdb5a30a3" providerId="LiveId" clId="{96CFCBFF-3B86-4DA3-8BC4-90A0DDDF2BC8}" dt="2026-04-28T05:34:29.202" v="1855" actId="478"/>
          <ac:spMkLst>
            <pc:docMk/>
            <pc:sldMk cId="294649188" sldId="271"/>
            <ac:spMk id="25" creationId="{48EFD703-EF0A-5A69-A8F0-9469A3FA0CD9}"/>
          </ac:spMkLst>
        </pc:spChg>
        <pc:grpChg chg="mod">
          <ac:chgData name="성현 이" userId="2f0182ffdb5a30a3" providerId="LiveId" clId="{96CFCBFF-3B86-4DA3-8BC4-90A0DDDF2BC8}" dt="2026-04-28T03:22:54.758" v="1655" actId="1076"/>
          <ac:grpSpMkLst>
            <pc:docMk/>
            <pc:sldMk cId="294649188" sldId="271"/>
            <ac:grpSpMk id="5" creationId="{BF16D655-58E9-268B-13F6-8E168362ACBA}"/>
          </ac:grpSpMkLst>
        </pc:grpChg>
        <pc:grpChg chg="mod">
          <ac:chgData name="성현 이" userId="2f0182ffdb5a30a3" providerId="LiveId" clId="{96CFCBFF-3B86-4DA3-8BC4-90A0DDDF2BC8}" dt="2026-04-28T03:22:54.758" v="1655" actId="1076"/>
          <ac:grpSpMkLst>
            <pc:docMk/>
            <pc:sldMk cId="294649188" sldId="271"/>
            <ac:grpSpMk id="14" creationId="{17B279AA-EE11-33CF-A987-3EB1F3C99401}"/>
          </ac:grpSpMkLst>
        </pc:grpChg>
      </pc:sldChg>
      <pc:sldChg chg="addSp delSp modSp new mod">
        <pc:chgData name="성현 이" userId="2f0182ffdb5a30a3" providerId="LiveId" clId="{96CFCBFF-3B86-4DA3-8BC4-90A0DDDF2BC8}" dt="2026-04-28T05:20:20.832" v="1684" actId="20577"/>
        <pc:sldMkLst>
          <pc:docMk/>
          <pc:sldMk cId="4163256067" sldId="272"/>
        </pc:sldMkLst>
        <pc:spChg chg="mod">
          <ac:chgData name="성현 이" userId="2f0182ffdb5a30a3" providerId="LiveId" clId="{96CFCBFF-3B86-4DA3-8BC4-90A0DDDF2BC8}" dt="2026-04-28T05:20:20.832" v="1684" actId="20577"/>
          <ac:spMkLst>
            <pc:docMk/>
            <pc:sldMk cId="4163256067" sldId="272"/>
            <ac:spMk id="2" creationId="{AB5F0A19-AFBF-08A0-361D-5CCA9E660621}"/>
          </ac:spMkLst>
        </pc:spChg>
        <pc:spChg chg="del">
          <ac:chgData name="성현 이" userId="2f0182ffdb5a30a3" providerId="LiveId" clId="{96CFCBFF-3B86-4DA3-8BC4-90A0DDDF2BC8}" dt="2026-04-28T04:56:31.669" v="1682" actId="478"/>
          <ac:spMkLst>
            <pc:docMk/>
            <pc:sldMk cId="4163256067" sldId="272"/>
            <ac:spMk id="3" creationId="{537555A5-8136-0C0B-7B3D-EC08D2A00CF6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9" creationId="{46BEEDBD-3C39-DD71-5098-9BB5603CCB86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11" creationId="{57FDC863-0F07-206D-E617-AACFF24F5641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14" creationId="{AF9A7662-2564-BC88-DECE-9ACBAAC17A90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16" creationId="{975F86DB-B316-3671-B9D8-56F083E28E1E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21" creationId="{A984D566-D7E8-54D4-68DD-03B0EB4F37A6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23" creationId="{23FBA1B9-C9FD-36D4-310B-47525E03668F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25" creationId="{860E291C-9308-AC7B-4B97-BC6DDDC8CA3D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28" creationId="{D65278E9-D042-C2E3-E439-03CF78266B45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29" creationId="{D509A4FB-AFDD-18DF-0BEF-26EF203E08ED}"/>
          </ac:spMkLst>
        </pc:spChg>
        <pc:spChg chg="mod">
          <ac:chgData name="성현 이" userId="2f0182ffdb5a30a3" providerId="LiveId" clId="{96CFCBFF-3B86-4DA3-8BC4-90A0DDDF2BC8}" dt="2026-04-28T04:56:35.581" v="1683"/>
          <ac:spMkLst>
            <pc:docMk/>
            <pc:sldMk cId="4163256067" sldId="272"/>
            <ac:spMk id="30" creationId="{209AC5C3-0AE3-8F43-0398-CD7C749490AB}"/>
          </ac:spMkLst>
        </pc:spChg>
      </pc:sldChg>
      <pc:sldChg chg="add">
        <pc:chgData name="성현 이" userId="2f0182ffdb5a30a3" providerId="LiveId" clId="{96CFCBFF-3B86-4DA3-8BC4-90A0DDDF2BC8}" dt="2026-04-28T05:21:18.606" v="1685"/>
        <pc:sldMkLst>
          <pc:docMk/>
          <pc:sldMk cId="1809951398" sldId="273"/>
        </pc:sldMkLst>
      </pc:sldChg>
      <pc:sldChg chg="add">
        <pc:chgData name="성현 이" userId="2f0182ffdb5a30a3" providerId="LiveId" clId="{96CFCBFF-3B86-4DA3-8BC4-90A0DDDF2BC8}" dt="2026-04-28T05:22:19.301" v="1691"/>
        <pc:sldMkLst>
          <pc:docMk/>
          <pc:sldMk cId="3760390242" sldId="274"/>
        </pc:sldMkLst>
      </pc:sldChg>
      <pc:sldChg chg="add">
        <pc:chgData name="성현 이" userId="2f0182ffdb5a30a3" providerId="LiveId" clId="{96CFCBFF-3B86-4DA3-8BC4-90A0DDDF2BC8}" dt="2026-04-28T05:22:29.996" v="1692"/>
        <pc:sldMkLst>
          <pc:docMk/>
          <pc:sldMk cId="2154389215" sldId="275"/>
        </pc:sldMkLst>
      </pc:sldChg>
      <pc:sldChg chg="add">
        <pc:chgData name="성현 이" userId="2f0182ffdb5a30a3" providerId="LiveId" clId="{96CFCBFF-3B86-4DA3-8BC4-90A0DDDF2BC8}" dt="2026-04-28T05:22:37.325" v="1693"/>
        <pc:sldMkLst>
          <pc:docMk/>
          <pc:sldMk cId="3133766332" sldId="276"/>
        </pc:sldMkLst>
      </pc:sldChg>
      <pc:sldChg chg="add">
        <pc:chgData name="성현 이" userId="2f0182ffdb5a30a3" providerId="LiveId" clId="{96CFCBFF-3B86-4DA3-8BC4-90A0DDDF2BC8}" dt="2026-04-28T05:22:43.110" v="1694"/>
        <pc:sldMkLst>
          <pc:docMk/>
          <pc:sldMk cId="424863375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/>
                  <a:t>Phase 1: </a:t>
                </a:r>
              </a:p>
              <a:p>
                <a:r>
                  <a:rPr lang="en-US" altLang="ko-KR"/>
                  <a:t>"</a:t>
                </a:r>
                <a:r>
                  <a:rPr lang="ko-KR" altLang="en-US"/>
                  <a:t>레이어</a:t>
                </a:r>
                <a:r>
                  <a:rPr lang="en-US" altLang="ko-KR"/>
                  <a:t>·τ</a:t>
                </a:r>
                <a:r>
                  <a:rPr lang="ko-KR" altLang="en-US"/>
                  <a:t>마다 확률 </a:t>
                </a:r>
                <a:r>
                  <a:rPr lang="en-US" altLang="ko-KR"/>
                  <a:t>p_{</a:t>
                </a:r>
                <a:r>
                  <a:rPr lang="en-US" altLang="ko-KR" err="1"/>
                  <a:t>i,j</a:t>
                </a:r>
                <a:r>
                  <a:rPr lang="en-US" altLang="ko-KR"/>
                  <a:t>}</a:t>
                </a:r>
                <a:r>
                  <a:rPr lang="ko-KR" altLang="en-US"/>
                  <a:t>를 학습</a:t>
                </a:r>
                <a:r>
                  <a:rPr lang="en-US" altLang="ko-KR"/>
                  <a:t>. </a:t>
                </a:r>
                <a:r>
                  <a:rPr lang="ko-KR" altLang="en-US"/>
                  <a:t>출력은 </a:t>
                </a:r>
                <a:r>
                  <a:rPr lang="en-US" altLang="ko-KR"/>
                  <a:t>16×8 </a:t>
                </a:r>
                <a:r>
                  <a:rPr lang="ko-KR" altLang="en-US"/>
                  <a:t>확률 행렬 </a:t>
                </a:r>
                <a:r>
                  <a:rPr lang="en-US" altLang="ko-KR"/>
                  <a:t>P.”</a:t>
                </a:r>
              </a:p>
              <a:p>
                <a:endParaRPr lang="en-US" altLang="ko-KR"/>
              </a:p>
              <a:p>
                <a:r>
                  <a:rPr lang="en-US" altLang="ko-KR"/>
                  <a:t>Phase 2: </a:t>
                </a:r>
                <a:r>
                  <a:rPr lang="ko-KR" altLang="en-US" baseline="0"/>
                  <a:t> </a:t>
                </a:r>
                <a:endParaRPr lang="en-US" altLang="ko-KR" baseline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Value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/>
                  <a:t>는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>
                    <a:solidFill>
                      <a:schemeClr val="tx1"/>
                    </a:solidFill>
                  </a:rPr>
                  <a:t> </a:t>
                </a:r>
                <a:r>
                  <a:rPr lang="ko-KR" altLang="en-US">
                    <a:solidFill>
                      <a:schemeClr val="tx1"/>
                    </a:solidFill>
                  </a:rPr>
                  <a:t>를 중요도로 두고</a:t>
                </a:r>
                <a:r>
                  <a:rPr lang="en-US" altLang="ko-KR">
                    <a:solidFill>
                      <a:schemeClr val="tx1"/>
                    </a:solidFill>
                  </a:rPr>
                  <a:t>, </a:t>
                </a:r>
                <a:r>
                  <a:rPr lang="ko-KR" altLang="en-US">
                    <a:solidFill>
                      <a:schemeClr val="tx1"/>
                    </a:solidFill>
                  </a:rPr>
                  <a:t>절대 오차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</m:t>
                    </m:r>
                  </m:oMath>
                </a14:m>
                <a:r>
                  <a:rPr lang="ko-KR" altLang="en-US">
                    <a:solidFill>
                      <a:schemeClr val="tx1"/>
                    </a:solidFill>
                  </a:rPr>
                  <a:t> 들의 가중평균에 </a:t>
                </a:r>
                <a:r>
                  <a:rPr lang="en-US" altLang="ko-KR">
                    <a:solidFill>
                      <a:schemeClr val="tx1"/>
                    </a:solidFill>
                  </a:rPr>
                  <a:t>(-1)</a:t>
                </a:r>
                <a:r>
                  <a:rPr lang="ko-KR" altLang="en-US">
                    <a:solidFill>
                      <a:schemeClr val="tx1"/>
                    </a:solidFill>
                  </a:rPr>
                  <a:t>을 곱한 값입니다</a:t>
                </a:r>
                <a:r>
                  <a:rPr lang="en-US" altLang="ko-KR">
                    <a:solidFill>
                      <a:schemeClr val="tx1"/>
                    </a:solidFill>
                  </a:rPr>
                  <a:t>.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여기서 가중 평균은 각 값에 서로 다른 중요도를 곱한 뒤 모두 합한 것입니다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. 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Value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r>
                      <a:rPr lang="ko-KR" alt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baseline="0">
                    <a:solidFill>
                      <a:schemeClr val="tx1"/>
                    </a:solidFill>
                  </a:rPr>
                  <a:t>  16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개 레이어에서 각자 선택된 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τᵢ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칸의 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V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값 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16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개를 모두 더한 단일 숫자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altLang="ko-KR" baseline="0">
                  <a:solidFill>
                    <a:schemeClr val="tx1"/>
                  </a:solidFill>
                </a:endParaRPr>
              </a:p>
              <a:p>
                <a:r>
                  <a:rPr lang="en-US" altLang="ko-KR"/>
                  <a:t>Phase 3: </a:t>
                </a:r>
              </a:p>
              <a:p>
                <a:r>
                  <a:rPr lang="en-US" altLang="ko-KR"/>
                  <a:t>"</a:t>
                </a:r>
                <a:r>
                  <a:rPr lang="ko-KR" altLang="en-US"/>
                  <a:t>결정된 </a:t>
                </a:r>
                <a:r>
                  <a:rPr lang="en-US" altLang="ko-KR" err="1"/>
                  <a:t>τ_list</a:t>
                </a:r>
                <a:r>
                  <a:rPr lang="ko-KR" altLang="en-US"/>
                  <a:t>를 고정하여 처음부터 </a:t>
                </a:r>
                <a:r>
                  <a:rPr lang="ko-KR" altLang="en-US" err="1"/>
                  <a:t>재학습</a:t>
                </a:r>
                <a:r>
                  <a:rPr lang="en-US" altLang="ko-KR"/>
                  <a:t>.“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/>
                  <a:t>Phase 1: </a:t>
                </a:r>
              </a:p>
              <a:p>
                <a:r>
                  <a:rPr lang="en-US" altLang="ko-KR"/>
                  <a:t>"</a:t>
                </a:r>
                <a:r>
                  <a:rPr lang="ko-KR" altLang="en-US"/>
                  <a:t>레이어</a:t>
                </a:r>
                <a:r>
                  <a:rPr lang="en-US" altLang="ko-KR"/>
                  <a:t>·τ</a:t>
                </a:r>
                <a:r>
                  <a:rPr lang="ko-KR" altLang="en-US"/>
                  <a:t>마다 확률 </a:t>
                </a:r>
                <a:r>
                  <a:rPr lang="en-US" altLang="ko-KR"/>
                  <a:t>p_{</a:t>
                </a:r>
                <a:r>
                  <a:rPr lang="en-US" altLang="ko-KR" err="1"/>
                  <a:t>i,j</a:t>
                </a:r>
                <a:r>
                  <a:rPr lang="en-US" altLang="ko-KR"/>
                  <a:t>}</a:t>
                </a:r>
                <a:r>
                  <a:rPr lang="ko-KR" altLang="en-US"/>
                  <a:t>를 학습</a:t>
                </a:r>
                <a:r>
                  <a:rPr lang="en-US" altLang="ko-KR"/>
                  <a:t>. </a:t>
                </a:r>
                <a:r>
                  <a:rPr lang="ko-KR" altLang="en-US"/>
                  <a:t>출력은 </a:t>
                </a:r>
                <a:r>
                  <a:rPr lang="en-US" altLang="ko-KR"/>
                  <a:t>16×8 </a:t>
                </a:r>
                <a:r>
                  <a:rPr lang="ko-KR" altLang="en-US"/>
                  <a:t>확률 행렬 </a:t>
                </a:r>
                <a:r>
                  <a:rPr lang="en-US" altLang="ko-KR"/>
                  <a:t>P.”</a:t>
                </a:r>
              </a:p>
              <a:p>
                <a:endParaRPr lang="en-US" altLang="ko-KR"/>
              </a:p>
              <a:p>
                <a:r>
                  <a:rPr lang="en-US" altLang="ko-KR"/>
                  <a:t>Phase 2: </a:t>
                </a:r>
                <a:r>
                  <a:rPr lang="ko-KR" altLang="en-US" baseline="0"/>
                  <a:t> </a:t>
                </a:r>
                <a:endParaRPr lang="en-US" altLang="ko-KR" baseline="0"/>
              </a:p>
              <a:p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Value(i ,</a:t>
                </a:r>
                <a:r>
                  <a:rPr lang="ko-KR" alt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_i) </a:t>
                </a:r>
                <a:r>
                  <a:rPr lang="ko-KR" altLang="en-US"/>
                  <a:t>는 확률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p_(i j)</a:t>
                </a:r>
                <a:r>
                  <a:rPr lang="en-US" altLang="ko-KR">
                    <a:solidFill>
                      <a:schemeClr val="tx1"/>
                    </a:solidFill>
                  </a:rPr>
                  <a:t> </a:t>
                </a:r>
                <a:r>
                  <a:rPr lang="ko-KR" altLang="en-US">
                    <a:solidFill>
                      <a:schemeClr val="tx1"/>
                    </a:solidFill>
                  </a:rPr>
                  <a:t>를 중요도로 두고</a:t>
                </a:r>
                <a:r>
                  <a:rPr lang="en-US" altLang="ko-KR">
                    <a:solidFill>
                      <a:schemeClr val="tx1"/>
                    </a:solidFill>
                  </a:rPr>
                  <a:t>, </a:t>
                </a:r>
                <a:r>
                  <a:rPr lang="ko-KR" altLang="en-US">
                    <a:solidFill>
                      <a:schemeClr val="tx1"/>
                    </a:solidFill>
                  </a:rPr>
                  <a:t>절대 오차 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 </a:t>
                </a:r>
                <a:r>
                  <a:rPr lang="ko-KR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_k  − </a:t>
                </a:r>
                <a:r>
                  <a:rPr lang="ko-KR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|</a:t>
                </a:r>
                <a:r>
                  <a:rPr lang="ko-KR" altLang="en-US">
                    <a:solidFill>
                      <a:schemeClr val="tx1"/>
                    </a:solidFill>
                  </a:rPr>
                  <a:t> 들의 가중평균에 </a:t>
                </a:r>
                <a:r>
                  <a:rPr lang="en-US" altLang="ko-KR">
                    <a:solidFill>
                      <a:schemeClr val="tx1"/>
                    </a:solidFill>
                  </a:rPr>
                  <a:t>(-1)</a:t>
                </a:r>
                <a:r>
                  <a:rPr lang="ko-KR" altLang="en-US">
                    <a:solidFill>
                      <a:schemeClr val="tx1"/>
                    </a:solidFill>
                  </a:rPr>
                  <a:t>을 곱한 값입니다</a:t>
                </a:r>
                <a:r>
                  <a:rPr lang="en-US" altLang="ko-KR">
                    <a:solidFill>
                      <a:schemeClr val="tx1"/>
                    </a:solidFill>
                  </a:rPr>
                  <a:t>.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여기서 가중 평균은 각 값에 서로 다른 중요도를 곱한 뒤 모두 합한 것입니다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. </a:t>
                </a:r>
              </a:p>
              <a:p>
                <a:r>
                  <a:rPr lang="ko-KR" alt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∑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_i▒</a:t>
                </a:r>
                <a:r>
                  <a:rPr lang="ko-KR" alt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Value(i ,</a:t>
                </a:r>
                <a:r>
                  <a:rPr lang="ko-KR" alt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_i) </a:t>
                </a:r>
                <a:r>
                  <a:rPr lang="ko-KR" alt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〗 는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  16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개 레이어에서 각자 선택된 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τᵢ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칸의 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V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값 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16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개를 모두 더한 단일 숫자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altLang="ko-KR" baseline="0">
                  <a:solidFill>
                    <a:schemeClr val="tx1"/>
                  </a:solidFill>
                </a:endParaRPr>
              </a:p>
              <a:p>
                <a:r>
                  <a:rPr lang="en-US" altLang="ko-KR"/>
                  <a:t>Phase 3: </a:t>
                </a:r>
              </a:p>
              <a:p>
                <a:r>
                  <a:rPr lang="en-US" altLang="ko-KR"/>
                  <a:t>"</a:t>
                </a:r>
                <a:r>
                  <a:rPr lang="ko-KR" altLang="en-US"/>
                  <a:t>결정된 </a:t>
                </a:r>
                <a:r>
                  <a:rPr lang="en-US" altLang="ko-KR" err="1"/>
                  <a:t>τ_list</a:t>
                </a:r>
                <a:r>
                  <a:rPr lang="ko-KR" altLang="en-US"/>
                  <a:t>를 고정하여 처음부터 </a:t>
                </a:r>
                <a:r>
                  <a:rPr lang="ko-KR" altLang="en-US" err="1"/>
                  <a:t>재학습</a:t>
                </a:r>
                <a:r>
                  <a:rPr lang="en-US" altLang="ko-KR"/>
                  <a:t>.“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76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Value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/>
                  <a:t>는 확률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>
                    <a:solidFill>
                      <a:schemeClr val="tx1"/>
                    </a:solidFill>
                  </a:rPr>
                  <a:t> </a:t>
                </a:r>
                <a:r>
                  <a:rPr lang="ko-KR" altLang="en-US">
                    <a:solidFill>
                      <a:schemeClr val="tx1"/>
                    </a:solidFill>
                  </a:rPr>
                  <a:t>를 중요도로 두고</a:t>
                </a:r>
                <a:r>
                  <a:rPr lang="en-US" altLang="ko-KR">
                    <a:solidFill>
                      <a:schemeClr val="tx1"/>
                    </a:solidFill>
                  </a:rPr>
                  <a:t>, </a:t>
                </a:r>
                <a:r>
                  <a:rPr lang="ko-KR" altLang="en-US">
                    <a:solidFill>
                      <a:schemeClr val="tx1"/>
                    </a:solidFill>
                  </a:rPr>
                  <a:t>절대 오차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</m:t>
                    </m:r>
                  </m:oMath>
                </a14:m>
                <a:r>
                  <a:rPr lang="ko-KR" altLang="en-US">
                    <a:solidFill>
                      <a:schemeClr val="tx1"/>
                    </a:solidFill>
                  </a:rPr>
                  <a:t> 들의 가중평균에 </a:t>
                </a:r>
                <a:r>
                  <a:rPr lang="en-US" altLang="ko-KR">
                    <a:solidFill>
                      <a:schemeClr val="tx1"/>
                    </a:solidFill>
                  </a:rPr>
                  <a:t>(-1)</a:t>
                </a:r>
                <a:r>
                  <a:rPr lang="ko-KR" altLang="en-US">
                    <a:solidFill>
                      <a:schemeClr val="tx1"/>
                    </a:solidFill>
                  </a:rPr>
                  <a:t>을 곱한 값입니다</a:t>
                </a:r>
                <a:r>
                  <a:rPr lang="en-US" altLang="ko-KR">
                    <a:solidFill>
                      <a:schemeClr val="tx1"/>
                    </a:solidFill>
                  </a:rPr>
                  <a:t>.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여기서 가중 평균은 각 값에 서로 다른 중요도를 곱한 뒤 모두 합한 것입니다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. </a:t>
                </a:r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Value(i ,</a:t>
                </a:r>
                <a:r>
                  <a:rPr lang="ko-KR" altLang="en-US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_i) </a:t>
                </a:r>
                <a:r>
                  <a:rPr lang="ko-KR" altLang="en-US"/>
                  <a:t>는 확률 </a:t>
                </a:r>
                <a:r>
                  <a:rPr lang="en-US" altLang="ko-KR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p_(i j)</a:t>
                </a:r>
                <a:r>
                  <a:rPr lang="en-US" altLang="ko-KR">
                    <a:solidFill>
                      <a:schemeClr val="tx1"/>
                    </a:solidFill>
                  </a:rPr>
                  <a:t> </a:t>
                </a:r>
                <a:r>
                  <a:rPr lang="ko-KR" altLang="en-US">
                    <a:solidFill>
                      <a:schemeClr val="tx1"/>
                    </a:solidFill>
                  </a:rPr>
                  <a:t>를 중요도로 두고</a:t>
                </a:r>
                <a:r>
                  <a:rPr lang="en-US" altLang="ko-KR">
                    <a:solidFill>
                      <a:schemeClr val="tx1"/>
                    </a:solidFill>
                  </a:rPr>
                  <a:t>, </a:t>
                </a:r>
                <a:r>
                  <a:rPr lang="ko-KR" altLang="en-US">
                    <a:solidFill>
                      <a:schemeClr val="tx1"/>
                    </a:solidFill>
                  </a:rPr>
                  <a:t>절대 오차 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 </a:t>
                </a:r>
                <a:r>
                  <a:rPr lang="ko-KR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_k  − </a:t>
                </a:r>
                <a:r>
                  <a:rPr lang="ko-KR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𝜏</a:t>
                </a:r>
                <a:r>
                  <a:rPr lang="en-US" altLang="ko-KR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|</a:t>
                </a:r>
                <a:r>
                  <a:rPr lang="ko-KR" altLang="en-US">
                    <a:solidFill>
                      <a:schemeClr val="tx1"/>
                    </a:solidFill>
                  </a:rPr>
                  <a:t> 들의 가중평균에 </a:t>
                </a:r>
                <a:r>
                  <a:rPr lang="en-US" altLang="ko-KR">
                    <a:solidFill>
                      <a:schemeClr val="tx1"/>
                    </a:solidFill>
                  </a:rPr>
                  <a:t>(-1)</a:t>
                </a:r>
                <a:r>
                  <a:rPr lang="ko-KR" altLang="en-US">
                    <a:solidFill>
                      <a:schemeClr val="tx1"/>
                    </a:solidFill>
                  </a:rPr>
                  <a:t>을 곱한 값입니다</a:t>
                </a:r>
                <a:r>
                  <a:rPr lang="en-US" altLang="ko-KR">
                    <a:solidFill>
                      <a:schemeClr val="tx1"/>
                    </a:solidFill>
                  </a:rPr>
                  <a:t>.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aseline="0">
                    <a:solidFill>
                      <a:schemeClr val="tx1"/>
                    </a:solidFill>
                  </a:rPr>
                  <a:t>여기서 가중 평균은 각 값에 서로 다른 중요도를 곱한 뒤 모두 합한 것입니다</a:t>
                </a:r>
                <a:r>
                  <a:rPr lang="en-US" altLang="ko-KR" baseline="0">
                    <a:solidFill>
                      <a:schemeClr val="tx1"/>
                    </a:solidFill>
                  </a:rPr>
                  <a:t>. </a:t>
                </a:r>
              </a:p>
              <a:p>
                <a:endParaRPr lang="ko-KR" altLang="en-US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80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Cost table C</a:t>
            </a:r>
            <a:r>
              <a:rPr lang="ko-KR" altLang="en-US"/>
              <a:t>는 </a:t>
            </a:r>
            <a:r>
              <a:rPr lang="en-US" altLang="ko-KR"/>
              <a:t>"</a:t>
            </a:r>
            <a:r>
              <a:rPr lang="ko-KR" altLang="en-US"/>
              <a:t>레이어 </a:t>
            </a:r>
            <a:r>
              <a:rPr lang="en-US" altLang="ko-KR" err="1"/>
              <a:t>i</a:t>
            </a:r>
            <a:r>
              <a:rPr lang="ko-KR" altLang="en-US"/>
              <a:t>에 </a:t>
            </a:r>
            <a:r>
              <a:rPr lang="en-US" altLang="ko-KR" err="1"/>
              <a:t>τ_j</a:t>
            </a:r>
            <a:r>
              <a:rPr lang="ko-KR" altLang="en-US"/>
              <a:t>를 배정했을 때 드는 하드웨어 비용</a:t>
            </a:r>
            <a:r>
              <a:rPr lang="en-US" altLang="ko-KR"/>
              <a:t>"</a:t>
            </a:r>
            <a:r>
              <a:rPr lang="ko-KR" altLang="en-US"/>
              <a:t>을 미리 전부 계산해둔 </a:t>
            </a:r>
            <a:r>
              <a:rPr lang="en-US" altLang="ko-KR"/>
              <a:t>lookup table. DP</a:t>
            </a:r>
            <a:r>
              <a:rPr lang="ko-KR" altLang="en-US"/>
              <a:t>가 상태 전이할 때마다 </a:t>
            </a:r>
            <a:r>
              <a:rPr lang="en-US" altLang="ko-KR"/>
              <a:t>"</a:t>
            </a:r>
            <a:r>
              <a:rPr lang="ko-KR" altLang="en-US"/>
              <a:t>이 레이어에서 이 </a:t>
            </a:r>
            <a:r>
              <a:rPr lang="en-US" altLang="ko-KR"/>
              <a:t>τ</a:t>
            </a:r>
            <a:r>
              <a:rPr lang="ko-KR" altLang="en-US"/>
              <a:t>를 고르면 얼마 드는가</a:t>
            </a:r>
            <a:r>
              <a:rPr lang="en-US" altLang="ko-KR"/>
              <a:t>"</a:t>
            </a:r>
            <a:r>
              <a:rPr lang="ko-KR" altLang="en-US"/>
              <a:t>를 매번 새로 계산하는 게 아니라 </a:t>
            </a:r>
            <a:r>
              <a:rPr lang="en-US" altLang="ko-KR"/>
              <a:t>C[</a:t>
            </a:r>
            <a:r>
              <a:rPr lang="en-US" altLang="ko-KR" err="1"/>
              <a:t>i</a:t>
            </a:r>
            <a:r>
              <a:rPr lang="en-US" altLang="ko-KR"/>
              <a:t>][j] </a:t>
            </a:r>
            <a:r>
              <a:rPr lang="ko-KR" altLang="en-US"/>
              <a:t>한 번만 </a:t>
            </a:r>
            <a:r>
              <a:rPr lang="en-US" altLang="ko-KR"/>
              <a:t>lookup</a:t>
            </a:r>
            <a:r>
              <a:rPr lang="ko-KR" altLang="en-US"/>
              <a:t>하도록 미리 빌드해두는 것입니다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349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901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err="1"/>
                  <a:t>i</a:t>
                </a:r>
                <a:r>
                  <a:rPr lang="ko-KR" altLang="en-US"/>
                  <a:t>는 </a:t>
                </a:r>
                <a:r>
                  <a:rPr lang="en-US" altLang="ko-KR"/>
                  <a:t>layer 1~16</a:t>
                </a:r>
                <a:r>
                  <a:rPr lang="ko-KR" altLang="en-US"/>
                  <a:t>까지 가는 레이어 번호입니다</a:t>
                </a:r>
                <a:r>
                  <a:rPr lang="en-US" altLang="ko-KR"/>
                  <a:t>.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</m:oMath>
                </a14:m>
                <a:r>
                  <a:rPr lang="ko-KR" altLang="en-US"/>
                  <a:t>는 레이어 </a:t>
                </a:r>
                <a:r>
                  <a:rPr lang="en-US" altLang="ko-KR"/>
                  <a:t>1</a:t>
                </a:r>
                <a:r>
                  <a:rPr lang="ko-KR" altLang="en-US"/>
                  <a:t>부터 레이어 </a:t>
                </a:r>
                <a:r>
                  <a:rPr lang="en-US" altLang="ko-KR"/>
                  <a:t>i-1</a:t>
                </a:r>
                <a:r>
                  <a:rPr lang="ko-KR" altLang="en-US"/>
                  <a:t>까지 누적된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ko-KR" altLang="en-US"/>
                  <a:t> 값 </a:t>
                </a:r>
                <a:endParaRPr lang="en-US" altLang="ko-KR"/>
              </a:p>
              <a:p>
                <a:endParaRPr lang="en-US" altLang="ko-KR"/>
              </a:p>
              <a:p>
                <a:r>
                  <a:rPr lang="en-US" altLang="ko-KR"/>
                  <a:t>- dp[i][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  <m:r>
                      <a:rPr lang="en-US" altLang="ko-KR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ko-KR"/>
                  <a:t>]</a:t>
                </a:r>
                <a:r>
                  <a:rPr lang="ko-KR" altLang="en-US"/>
                  <a:t>를 채울려면</a:t>
                </a:r>
                <a:r>
                  <a:rPr lang="en-US" altLang="ko-KR"/>
                  <a:t>, </a:t>
                </a:r>
                <a:r>
                  <a:rPr lang="ko-KR" altLang="en-US"/>
                  <a:t>레이어 </a:t>
                </a:r>
                <a:r>
                  <a:rPr lang="en-US" altLang="ko-KR"/>
                  <a:t>i</a:t>
                </a:r>
                <a:r>
                  <a:rPr lang="ko-KR" altLang="en-US"/>
                  <a:t>에서 어떤</a:t>
                </a:r>
                <a:r>
                  <a:rPr lang="ko-KR" altLang="en-US" baseline="0"/>
                  <a:t> </a:t>
                </a:r>
                <a14:m>
                  <m:oMath xmlns:m="http://schemas.openxmlformats.org/officeDocument/2006/math">
                    <m:r>
                      <a:rPr lang="ko-KR" altLang="en-US" i="1" baseline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를 골랐는지 </a:t>
                </a:r>
                <a:r>
                  <a:rPr lang="en-US" altLang="ko-KR"/>
                  <a:t>8</a:t>
                </a:r>
                <a:r>
                  <a:rPr lang="ko-KR" altLang="en-US"/>
                  <a:t>가지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ko-KR" altLang="en-US" i="1" baseline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baseline="0" smtClean="0">
                        <a:latin typeface="Cambria Math" panose="02040503050406030204" pitchFamily="18" charset="0"/>
                      </a:rPr>
                      <m:t>=(1,2,3,4,5,6,7,8)</m:t>
                    </m:r>
                  </m:oMath>
                </a14:m>
                <a:r>
                  <a:rPr lang="ko-KR" altLang="en-US" baseline="0"/>
                  <a:t> 경우를 시도합니다</a:t>
                </a:r>
                <a:r>
                  <a:rPr lang="en-US" altLang="ko-KR" baseline="0"/>
                  <a:t>. </a:t>
                </a:r>
              </a:p>
              <a:p>
                <a:r>
                  <a:rPr lang="en-US" altLang="ko-KR" baseline="0"/>
                  <a:t>- </a:t>
                </a:r>
                <a:r>
                  <a:rPr lang="ko-KR" altLang="en-US" baseline="0"/>
                  <a:t>레이어 </a:t>
                </a:r>
                <a:r>
                  <a:rPr lang="en-US" altLang="ko-KR" baseline="0"/>
                  <a:t>i</a:t>
                </a:r>
                <a:r>
                  <a:rPr lang="ko-KR" altLang="en-US" baseline="0"/>
                  <a:t>가 </a:t>
                </a:r>
                <a14:m>
                  <m:oMath xmlns:m="http://schemas.openxmlformats.org/officeDocument/2006/math">
                    <m:r>
                      <a:rPr lang="ko-KR" altLang="en-US" i="1" baseline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/>
                  <a:t>를 골랐다면</a:t>
                </a:r>
                <a:r>
                  <a:rPr lang="en-US" altLang="ko-KR"/>
                  <a:t>,</a:t>
                </a:r>
                <a:r>
                  <a:rPr lang="en-US" altLang="ko-KR" baseline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][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ko-KR" altLang="en-US"/>
                  <a:t>를 추가하고</a:t>
                </a:r>
                <a:r>
                  <a:rPr lang="ko-KR" altLang="en-US" baseline="0"/>
                  <a:t> </a:t>
                </a:r>
                <a:r>
                  <a:rPr lang="en-US" altLang="ko-KR" baseline="0"/>
                  <a:t>V[i][j]</a:t>
                </a:r>
                <a:r>
                  <a:rPr lang="ko-KR" altLang="en-US" baseline="0"/>
                  <a:t>를 누적한다</a:t>
                </a:r>
                <a:r>
                  <a:rPr lang="en-US" altLang="ko-KR" baseline="0"/>
                  <a:t>.</a:t>
                </a:r>
              </a:p>
              <a:p>
                <a:r>
                  <a:rPr lang="en-US" altLang="ko-KR" baseline="0"/>
                  <a:t>-</a:t>
                </a:r>
                <a:r>
                  <a:rPr lang="ko-KR" altLang="en-US" baseline="0"/>
                  <a:t> 그 이전 상태</a:t>
                </a:r>
                <a:r>
                  <a:rPr lang="en-US" altLang="ko-KR" baseline="0"/>
                  <a:t>(</a:t>
                </a:r>
                <a:r>
                  <a:rPr lang="ko-KR" altLang="en-US" baseline="0"/>
                  <a:t>레이어 </a:t>
                </a:r>
                <a:r>
                  <a:rPr lang="en-US" altLang="ko-KR" baseline="0"/>
                  <a:t>1</a:t>
                </a:r>
                <a:r>
                  <a:rPr lang="ko-KR" altLang="en-US" baseline="0"/>
                  <a:t>부터 </a:t>
                </a:r>
                <a:r>
                  <a:rPr lang="en-US" altLang="ko-KR" baseline="0"/>
                  <a:t>i-1</a:t>
                </a:r>
                <a:r>
                  <a:rPr lang="ko-KR" altLang="en-US" baseline="0"/>
                  <a:t>까지</a:t>
                </a:r>
                <a:r>
                  <a:rPr lang="en-US" altLang="ko-KR" baseline="0"/>
                  <a:t>)</a:t>
                </a:r>
                <a:r>
                  <a:rPr lang="ko-KR" altLang="en-US" baseline="0"/>
                  <a:t>의 누적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ko-KR" altLang="en-US" baseline="0"/>
                  <a:t>은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였</m:t>
                    </m:r>
                  </m:oMath>
                </a14:m>
                <a:r>
                  <a:rPr lang="ko-KR" altLang="en-US"/>
                  <a:t>으므로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dp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−1][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의미</a:t>
                </a:r>
                <a:r>
                  <a:rPr lang="en-US" altLang="ko-KR"/>
                  <a:t>.</a:t>
                </a:r>
              </a:p>
              <a:p>
                <a:r>
                  <a:rPr lang="en-US" altLang="ko-KR"/>
                  <a:t>- </a:t>
                </a:r>
                <a:r>
                  <a:rPr lang="ko-KR" altLang="en-US"/>
                  <a:t>최종적으로 </a:t>
                </a:r>
                <a:r>
                  <a:rPr lang="en-US" altLang="ko-KR"/>
                  <a:t>dp[16][B] </a:t>
                </a:r>
                <a:r>
                  <a:rPr lang="ko-KR" altLang="en-US"/>
                  <a:t>중 </a:t>
                </a:r>
                <a:r>
                  <a:rPr lang="en-US" altLang="ko-KR"/>
                  <a:t>value</a:t>
                </a:r>
                <a:r>
                  <a:rPr lang="ko-KR" altLang="en-US"/>
                  <a:t>의 합 최댓값을 가진 </a:t>
                </a:r>
                <a:r>
                  <a:rPr lang="en-US" altLang="ko-KR"/>
                  <a:t>tau_list[16]</a:t>
                </a:r>
                <a:r>
                  <a:rPr lang="ko-KR" altLang="en-US"/>
                  <a:t>를 뽑는다</a:t>
                </a:r>
                <a:r>
                  <a:rPr lang="en-US" altLang="ko-KR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err="1"/>
                  <a:t>i</a:t>
                </a:r>
                <a:r>
                  <a:rPr lang="ko-KR" altLang="en-US"/>
                  <a:t>는 </a:t>
                </a:r>
                <a:r>
                  <a:rPr lang="en-US" altLang="ko-KR"/>
                  <a:t>layer 1~16</a:t>
                </a:r>
                <a:r>
                  <a:rPr lang="ko-KR" altLang="en-US"/>
                  <a:t>까지 가는 레이어 번호입니다</a:t>
                </a:r>
                <a:r>
                  <a:rPr lang="en-US" altLang="ko-KR"/>
                  <a:t>.</a:t>
                </a:r>
              </a:p>
              <a:p>
                <a:r>
                  <a:rPr lang="en-US" altLang="ko-KR" sz="1200" i="0">
                    <a:latin typeface="Cambria Math" panose="02040503050406030204" pitchFamily="18" charset="0"/>
                  </a:rPr>
                  <a:t>∑2</a:t>
                </a:r>
                <a:r>
                  <a:rPr lang="en-US" altLang="ko-KR" sz="1200" b="0" i="0">
                    <a:latin typeface="Cambria Math" panose="02040503050406030204" pitchFamily="18" charset="0"/>
                  </a:rPr>
                  <a:t>_(i−1)▒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sz="1200" i="0">
                    <a:latin typeface="Cambria Math" panose="02040503050406030204" pitchFamily="18" charset="0"/>
                  </a:rPr>
                  <a:t> ̃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 </a:t>
                </a:r>
                <a:r>
                  <a:rPr lang="ko-KR" altLang="en-US"/>
                  <a:t>는 레이어 </a:t>
                </a:r>
                <a:r>
                  <a:rPr lang="en-US" altLang="ko-KR"/>
                  <a:t>1</a:t>
                </a:r>
                <a:r>
                  <a:rPr lang="ko-KR" altLang="en-US"/>
                  <a:t>부터 레이어 </a:t>
                </a:r>
                <a:r>
                  <a:rPr lang="en-US" altLang="ko-KR" err="1"/>
                  <a:t>i</a:t>
                </a:r>
                <a:r>
                  <a:rPr lang="ko-KR" altLang="en-US"/>
                  <a:t>까지 누적된 </a:t>
                </a:r>
                <a:r>
                  <a:rPr lang="en-US" altLang="ko-KR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i="0">
                    <a:latin typeface="Cambria Math" panose="02040503050406030204" pitchFamily="18" charset="0"/>
                  </a:rPr>
                  <a:t> ̃</a:t>
                </a:r>
                <a:r>
                  <a:rPr lang="ko-KR" altLang="en-US"/>
                  <a:t> 값 </a:t>
                </a:r>
                <a:endParaRPr lang="en-US" altLang="ko-KR"/>
              </a:p>
              <a:p>
                <a:endParaRPr lang="en-US" altLang="ko-KR"/>
              </a:p>
              <a:p>
                <a:r>
                  <a:rPr lang="en-US" altLang="ko-KR"/>
                  <a:t>-dp[i][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∑2</a:t>
                </a:r>
                <a:r>
                  <a:rPr lang="en-US" altLang="ko-KR" sz="1200" b="0" i="0">
                    <a:latin typeface="Cambria Math" panose="02040503050406030204" pitchFamily="18" charset="0"/>
                  </a:rPr>
                  <a:t>_i▒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sz="1200" i="0">
                    <a:latin typeface="Cambria Math" panose="02040503050406030204" pitchFamily="18" charset="0"/>
                  </a:rPr>
                  <a:t> ̃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 </a:t>
                </a:r>
                <a:r>
                  <a:rPr lang="en-US" altLang="ko-KR"/>
                  <a:t>]</a:t>
                </a:r>
                <a:r>
                  <a:rPr lang="ko-KR" altLang="en-US"/>
                  <a:t>를 채울려면</a:t>
                </a:r>
                <a:r>
                  <a:rPr lang="en-US" altLang="ko-KR"/>
                  <a:t>, </a:t>
                </a:r>
                <a:r>
                  <a:rPr lang="ko-KR" altLang="en-US"/>
                  <a:t>레이어 </a:t>
                </a:r>
                <a:r>
                  <a:rPr lang="en-US" altLang="ko-KR"/>
                  <a:t>i</a:t>
                </a:r>
                <a:r>
                  <a:rPr lang="ko-KR" altLang="en-US"/>
                  <a:t>에서 어떤</a:t>
                </a:r>
                <a:r>
                  <a:rPr lang="ko-KR" altLang="en-US" baseline="0"/>
                  <a:t> </a:t>
                </a:r>
                <a:r>
                  <a:rPr lang="ko-KR" altLang="en-US" i="0" baseline="0">
                    <a:latin typeface="Cambria Math" panose="02040503050406030204" pitchFamily="18" charset="0"/>
                  </a:rPr>
                  <a:t>𝜏</a:t>
                </a:r>
                <a:r>
                  <a:rPr lang="en-US" altLang="ko-KR"/>
                  <a:t> </a:t>
                </a:r>
                <a:r>
                  <a:rPr lang="ko-KR" altLang="en-US"/>
                  <a:t>를 골랐는지 </a:t>
                </a:r>
                <a:r>
                  <a:rPr lang="en-US" altLang="ko-KR"/>
                  <a:t>8</a:t>
                </a:r>
                <a:r>
                  <a:rPr lang="ko-KR" altLang="en-US"/>
                  <a:t>가지</a:t>
                </a:r>
                <a:r>
                  <a:rPr lang="en-US" altLang="ko-KR"/>
                  <a:t>(</a:t>
                </a:r>
                <a:r>
                  <a:rPr lang="ko-KR" altLang="en-US" i="0" baseline="0">
                    <a:latin typeface="Cambria Math" panose="02040503050406030204" pitchFamily="18" charset="0"/>
                  </a:rPr>
                  <a:t>𝜏</a:t>
                </a:r>
                <a:r>
                  <a:rPr lang="en-US" altLang="ko-KR" b="0" i="0" baseline="0">
                    <a:latin typeface="Cambria Math" panose="02040503050406030204" pitchFamily="18" charset="0"/>
                  </a:rPr>
                  <a:t>=(1,2,3,4,5,6,7,8)</a:t>
                </a:r>
                <a:r>
                  <a:rPr lang="ko-KR" altLang="en-US" baseline="0"/>
                  <a:t> 경우를 시도합니다</a:t>
                </a:r>
                <a:r>
                  <a:rPr lang="en-US" altLang="ko-KR" baseline="0"/>
                  <a:t>. </a:t>
                </a:r>
              </a:p>
              <a:p>
                <a:r>
                  <a:rPr lang="en-US" altLang="ko-KR" baseline="0"/>
                  <a:t>-</a:t>
                </a:r>
                <a:r>
                  <a:rPr lang="ko-KR" altLang="en-US" baseline="0"/>
                  <a:t>레이어 </a:t>
                </a:r>
                <a:r>
                  <a:rPr lang="en-US" altLang="ko-KR" baseline="0"/>
                  <a:t>i</a:t>
                </a:r>
                <a:r>
                  <a:rPr lang="ko-KR" altLang="en-US" baseline="0"/>
                  <a:t>가 </a:t>
                </a:r>
                <a:r>
                  <a:rPr lang="ko-KR" altLang="en-US" i="0" baseline="0">
                    <a:latin typeface="Cambria Math" panose="02040503050406030204" pitchFamily="18" charset="0"/>
                  </a:rPr>
                  <a:t>𝜏</a:t>
                </a:r>
                <a:r>
                  <a:rPr lang="ko-KR" altLang="en-US"/>
                  <a:t>를 골랐다면</a:t>
                </a:r>
                <a:r>
                  <a:rPr lang="en-US" altLang="ko-KR"/>
                  <a:t>,</a:t>
                </a:r>
                <a:r>
                  <a:rPr lang="en-US" altLang="ko-KR" baseline="0"/>
                  <a:t>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 ̃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[i][j] </a:t>
                </a:r>
                <a:r>
                  <a:rPr lang="ko-KR" altLang="en-US"/>
                  <a:t>를 쓰고</a:t>
                </a:r>
                <a:r>
                  <a:rPr lang="ko-KR" altLang="en-US" baseline="0"/>
                  <a:t> </a:t>
                </a:r>
                <a:r>
                  <a:rPr lang="en-US" altLang="ko-KR" baseline="0"/>
                  <a:t>V[i][j]</a:t>
                </a:r>
                <a:r>
                  <a:rPr lang="ko-KR" altLang="en-US" baseline="0"/>
                  <a:t>를 얻는다 그 이전 상태</a:t>
                </a:r>
                <a:r>
                  <a:rPr lang="en-US" altLang="ko-KR" baseline="0"/>
                  <a:t>(</a:t>
                </a:r>
                <a:r>
                  <a:rPr lang="ko-KR" altLang="en-US" baseline="0"/>
                  <a:t>레이어 </a:t>
                </a:r>
                <a:r>
                  <a:rPr lang="en-US" altLang="ko-KR" baseline="0"/>
                  <a:t>1</a:t>
                </a:r>
                <a:r>
                  <a:rPr lang="ko-KR" altLang="en-US" baseline="0"/>
                  <a:t>부터 </a:t>
                </a:r>
                <a:r>
                  <a:rPr lang="en-US" altLang="ko-KR" baseline="0"/>
                  <a:t>i-1</a:t>
                </a:r>
                <a:r>
                  <a:rPr lang="ko-KR" altLang="en-US" baseline="0"/>
                  <a:t>까지</a:t>
                </a:r>
                <a:r>
                  <a:rPr lang="en-US" altLang="ko-KR" baseline="0"/>
                  <a:t>)</a:t>
                </a:r>
                <a:r>
                  <a:rPr lang="ko-KR" altLang="en-US" baseline="0"/>
                  <a:t>의 누적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 ̃</a:t>
                </a:r>
                <a:r>
                  <a:rPr lang="ko-KR" altLang="en-US" baseline="0"/>
                  <a:t>은 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∑2</a:t>
                </a:r>
                <a:r>
                  <a:rPr lang="en-US" altLang="ko-KR" sz="1200" b="0" i="0">
                    <a:latin typeface="Cambria Math" panose="02040503050406030204" pitchFamily="18" charset="0"/>
                  </a:rPr>
                  <a:t>_i▒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sz="1200" i="0">
                    <a:latin typeface="Cambria Math" panose="02040503050406030204" pitchFamily="18" charset="0"/>
                  </a:rPr>
                  <a:t> ̃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 </a:t>
                </a:r>
                <a:r>
                  <a:rPr lang="en-US" altLang="ko-KR" baseline="0"/>
                  <a:t>-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 ̃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[i][j] 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였</a:t>
                </a:r>
                <a:r>
                  <a:rPr lang="ko-KR" altLang="en-US"/>
                  <a:t>으므로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dp[i-1][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∑2</a:t>
                </a:r>
                <a:r>
                  <a:rPr lang="en-US" altLang="ko-KR" sz="1200" b="0" i="0">
                    <a:latin typeface="Cambria Math" panose="02040503050406030204" pitchFamily="18" charset="0"/>
                  </a:rPr>
                  <a:t>_i▒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C</a:t>
                </a:r>
                <a:r>
                  <a:rPr lang="ko-KR" altLang="en-US" sz="1200" i="0">
                    <a:latin typeface="Cambria Math" panose="02040503050406030204" pitchFamily="18" charset="0"/>
                  </a:rPr>
                  <a:t> ̃</a:t>
                </a:r>
                <a:r>
                  <a:rPr lang="en-US" altLang="ko-KR" sz="1200" i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b="0" i="0">
                    <a:latin typeface="Cambria Math" panose="02040503050406030204" pitchFamily="18" charset="0"/>
                  </a:rPr>
                  <a:t>  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-</a:t>
                </a:r>
                <a:r>
                  <a:rPr lang="ko-KR" altLang="en-US" i="0">
                    <a:latin typeface="Cambria Math" panose="02040503050406030204" pitchFamily="18" charset="0"/>
                  </a:rPr>
                  <a:t>(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 C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) ̃</a:t>
                </a:r>
                <a:r>
                  <a:rPr lang="en-US" altLang="ko-KR" b="0" i="0">
                    <a:latin typeface="Cambria Math" panose="02040503050406030204" pitchFamily="18" charset="0"/>
                  </a:rPr>
                  <a:t>[i][j]]</a:t>
                </a:r>
                <a:r>
                  <a:rPr lang="ko-KR" altLang="en-US" b="0" i="0">
                    <a:latin typeface="Cambria Math" panose="02040503050406030204" pitchFamily="18" charset="0"/>
                  </a:rPr>
                  <a:t>를</a:t>
                </a:r>
                <a:r>
                  <a:rPr lang="en-US" altLang="ko-KR"/>
                  <a:t> </a:t>
                </a:r>
                <a:r>
                  <a:rPr lang="ko-KR" altLang="en-US"/>
                  <a:t>의미</a:t>
                </a:r>
                <a:r>
                  <a:rPr lang="en-US" altLang="ko-KR"/>
                  <a:t>.</a:t>
                </a:r>
              </a:p>
              <a:p>
                <a:r>
                  <a:rPr lang="en-US" altLang="ko-KR"/>
                  <a:t>-</a:t>
                </a:r>
                <a:r>
                  <a:rPr lang="ko-KR" altLang="en-US"/>
                  <a:t>최종적으로 </a:t>
                </a:r>
                <a:r>
                  <a:rPr lang="en-US" altLang="ko-KR"/>
                  <a:t>dp[16][B] </a:t>
                </a:r>
                <a:r>
                  <a:rPr lang="ko-KR" altLang="en-US"/>
                  <a:t>중 </a:t>
                </a:r>
                <a:r>
                  <a:rPr lang="en-US" altLang="ko-KR"/>
                  <a:t>value</a:t>
                </a:r>
                <a:r>
                  <a:rPr lang="ko-KR" altLang="en-US"/>
                  <a:t>의 합 최댓값을 가진 </a:t>
                </a:r>
                <a:r>
                  <a:rPr lang="en-US" altLang="ko-KR"/>
                  <a:t>tau_list[16]</a:t>
                </a:r>
                <a:r>
                  <a:rPr lang="ko-KR" altLang="en-US"/>
                  <a:t>를 뽑는다</a:t>
                </a:r>
                <a:r>
                  <a:rPr lang="en-US" altLang="ko-KR"/>
                  <a:t>.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892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선택한 이유는</a:t>
                </a:r>
                <a:r>
                  <a:rPr lang="en-US" altLang="ko-KR" dirty="0"/>
                  <a:t>, </a:t>
                </a:r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1,  10</m:t>
                    </m:r>
                  </m:oMath>
                </a14:m>
                <a:r>
                  <a:rPr lang="ko-KR" altLang="en-US" dirty="0"/>
                  <a:t>을 하는 경우에는 압축이 너무 심하기 때문에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정확도 하락이 심하다</a:t>
                </a:r>
                <a:r>
                  <a:rPr lang="en-US" altLang="ko-KR" dirty="0"/>
                  <a:t>. </a:t>
                </a:r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ko-KR" altLang="en-US" dirty="0" err="1"/>
                  <a:t>일때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1~3</a:t>
                </a:r>
                <a:r>
                  <a:rPr lang="ko-KR" altLang="en-US" dirty="0"/>
                  <a:t>으로만 이루어져 있습니다</a:t>
                </a:r>
                <a:r>
                  <a:rPr lang="en-US" altLang="ko-KR" dirty="0"/>
                  <a:t>.</a:t>
                </a:r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 dirty="0"/>
                  <a:t> 도 마찬가지로 얕은 레이어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개를 제외한 나머지 레이어가 </a:t>
                </a:r>
                <a:r>
                  <a:rPr lang="en-US" altLang="ko-KR" dirty="0"/>
                  <a:t>tau</a:t>
                </a:r>
                <a:r>
                  <a:rPr lang="en-US" altLang="ko-KR" baseline="0" dirty="0"/>
                  <a:t> 1~3</a:t>
                </a:r>
                <a:r>
                  <a:rPr lang="ko-KR" altLang="en-US" baseline="0" dirty="0"/>
                  <a:t>으로만 이루어져 있습니다</a:t>
                </a:r>
                <a:r>
                  <a:rPr lang="en-US" altLang="ko-KR" baseline="0" dirty="0"/>
                  <a:t>. </a:t>
                </a:r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10 </m:t>
                    </m:r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으로만 이루어짐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l-GR" altLang="ko-KR" b="1" i="1" dirty="0"/>
                  <a:t>λ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=𝟎.𝟏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를</a:t>
                </a:r>
                <a:r>
                  <a:rPr lang="ko-KR" altLang="en-US" dirty="0"/>
                  <a:t> 선택한 이유는</a:t>
                </a:r>
                <a:r>
                  <a:rPr lang="en-US" altLang="ko-KR" dirty="0"/>
                  <a:t>, </a:t>
                </a:r>
                <a:r>
                  <a:rPr lang="el-GR" altLang="ko-KR" b="1" i="1" dirty="0"/>
                  <a:t>λ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=1,  10</a:t>
                </a:r>
                <a:r>
                  <a:rPr lang="ko-KR" altLang="en-US" dirty="0"/>
                  <a:t>을 하는 경우에는 압축이 너무 심하기 때문에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정확도 하락이 심하다</a:t>
                </a:r>
                <a:r>
                  <a:rPr lang="en-US" altLang="ko-KR" dirty="0"/>
                  <a:t>. </a:t>
                </a:r>
                <a:r>
                  <a:rPr lang="el-GR" altLang="ko-KR" b="1" i="1" dirty="0"/>
                  <a:t>λ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=1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𝜶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=0.5</a:t>
                </a:r>
                <a:r>
                  <a:rPr lang="ko-KR" altLang="en-US" dirty="0" err="1"/>
                  <a:t>일때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1~3</a:t>
                </a:r>
                <a:r>
                  <a:rPr lang="ko-KR" altLang="en-US" dirty="0"/>
                  <a:t>으로만 이루어져 있습니다</a:t>
                </a:r>
                <a:r>
                  <a:rPr lang="en-US" altLang="ko-KR" dirty="0"/>
                  <a:t>.</a:t>
                </a:r>
                <a:r>
                  <a:rPr lang="el-GR" altLang="ko-KR" b="1" i="1" dirty="0"/>
                  <a:t>λ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=1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𝜶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=1</a:t>
                </a:r>
                <a:r>
                  <a:rPr lang="ko-KR" altLang="en-US" dirty="0"/>
                  <a:t> 도 마찬가지로 얕은 레이어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개를 제외한 나머지 레이어가 </a:t>
                </a:r>
                <a:r>
                  <a:rPr lang="en-US" altLang="ko-KR" dirty="0"/>
                  <a:t>tau</a:t>
                </a:r>
                <a:r>
                  <a:rPr lang="en-US" altLang="ko-KR" baseline="0" dirty="0"/>
                  <a:t> 1~3</a:t>
                </a:r>
                <a:r>
                  <a:rPr lang="ko-KR" altLang="en-US" baseline="0" dirty="0"/>
                  <a:t>으로만 이루어져 있습니다</a:t>
                </a:r>
                <a:r>
                  <a:rPr lang="en-US" altLang="ko-KR" baseline="0" dirty="0"/>
                  <a:t>. </a:t>
                </a:r>
                <a:r>
                  <a:rPr lang="el-GR" altLang="ko-KR" b="1" i="1" dirty="0"/>
                  <a:t>λ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=10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은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tau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으로만 이루어짐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26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468C7-0912-760B-9CDD-2F11CE60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D3DECE-1C82-1272-3684-209F420E9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8057E60D-A259-0E27-496B-02B4A3FF06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14:m>
                  <m:oMath xmlns:m="http://schemas.openxmlformats.org/officeDocument/2006/math">
                    <m:r>
                      <a:rPr lang="el-GR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ko-KR" altLang="en-US" b="1" dirty="0"/>
                      <m:t> </m:t>
                    </m:r>
                  </m:oMath>
                </a14:m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8057E60D-A259-0E27-496B-02B4A3FF065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=𝟎.𝟏 , 𝒂=𝟏 </a:t>
                </a:r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44FDB-B41C-646F-997D-59E4D4A43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765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14:m>
                  <m:oMath xmlns:m="http://schemas.openxmlformats.org/officeDocument/2006/math">
                    <m:r>
                      <a:rPr lang="el-GR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𝟓</m:t>
                    </m:r>
                    <m:r>
                      <m:rPr>
                        <m:nor/>
                      </m:rPr>
                      <a:rPr lang="ko-KR" altLang="en-US" b="1" dirty="0"/>
                      <m:t> </m:t>
                    </m:r>
                  </m:oMath>
                </a14:m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=𝟎.𝟏 , 𝒂=0.5 </a:t>
                </a:r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03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1BF8F-8596-117D-64CB-E19722AE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9209D8-86E1-944F-D2B3-0198A73CB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570B03F-1B57-EAE5-742C-BBE1BBF15A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14:m>
                  <m:oMath xmlns:m="http://schemas.openxmlformats.org/officeDocument/2006/math">
                    <m:r>
                      <a:rPr lang="el-GR" altLang="ko-KR" b="1" i="1" smtClean="0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m:rPr>
                        <m:nor/>
                      </m:rPr>
                      <a:rPr lang="ko-KR" altLang="en-US" b="1" dirty="0"/>
                      <m:t> </m:t>
                    </m:r>
                  </m:oMath>
                </a14:m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570B03F-1B57-EAE5-742C-BBE1BBF15A1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="1" dirty="0"/>
                  <a:t>Loss</a:t>
                </a:r>
                <a:r>
                  <a:rPr lang="ko-KR" altLang="en-US" b="1" dirty="0"/>
                  <a:t>을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𝜽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 =𝟎.𝟏 , 𝒂=0 </a:t>
                </a:r>
                <a:r>
                  <a:rPr lang="ko-KR" altLang="en-US" dirty="0"/>
                  <a:t>로 둔 상태에서</a:t>
                </a:r>
                <a:r>
                  <a:rPr lang="en-US" altLang="ko-KR" baseline="0" dirty="0"/>
                  <a:t> </a:t>
                </a:r>
                <a:r>
                  <a:rPr lang="en-US" altLang="ko-KR" dirty="0"/>
                  <a:t> tau list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, Accuracy, Weight Storage, </a:t>
                </a:r>
                <a:r>
                  <a:rPr lang="en-US" altLang="ko-KR" dirty="0" err="1"/>
                  <a:t>BitOPs</a:t>
                </a:r>
                <a:r>
                  <a:rPr lang="ko-KR" altLang="en-US" dirty="0"/>
                  <a:t>를</a:t>
                </a:r>
                <a:r>
                  <a:rPr lang="ko-KR" altLang="en-US" baseline="0" dirty="0"/>
                  <a:t> 뽑았습니다</a:t>
                </a:r>
                <a:r>
                  <a:rPr lang="en-US" altLang="ko-KR" baseline="0" dirty="0"/>
                  <a:t>.</a:t>
                </a:r>
                <a:endParaRPr lang="ko-KR" altLang="en-US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F0D74-D4EB-E937-7131-94AD6C952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257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/>
                  <a:t>Weight Storage Constraint : 7Mbit / 6Mbit / 5Mbit / 4.5Mbit / 3.5Mbit / 2Mbit</a:t>
                </a:r>
              </a:p>
              <a:p>
                <a:r>
                  <a:rPr lang="en-US" altLang="ko-KR"/>
                  <a:t>Weight storage</a:t>
                </a:r>
                <a:r>
                  <a:rPr lang="en-US" altLang="ko-KR" baseline="0"/>
                  <a:t> </a:t>
                </a:r>
                <a:r>
                  <a:rPr lang="ko-KR" altLang="en-US" baseline="0"/>
                  <a:t>중점적으로 </a:t>
                </a:r>
                <a:r>
                  <a:rPr lang="en-US" altLang="ko-KR"/>
                  <a:t>Mixed SNN(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을 </a:t>
                </a:r>
                <a:r>
                  <a:rPr lang="en-US" altLang="ko-KR"/>
                  <a:t>uniform tau(1,2,3,4,5)</a:t>
                </a:r>
                <a:r>
                  <a:rPr lang="ko-KR" altLang="en-US"/>
                  <a:t>과 </a:t>
                </a:r>
                <a:r>
                  <a:rPr lang="en-US" altLang="ko-KR"/>
                  <a:t>Accuracy</a:t>
                </a:r>
                <a:r>
                  <a:rPr lang="ko-KR" altLang="en-US"/>
                  <a:t>를 비교했습니다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/>
                  <a:t>Weight Storage Constraint : 7Mbit / 6Mbit / 5Mbit / 4.5Mbit / 3.5Mbit / 2Mbit</a:t>
                </a:r>
              </a:p>
              <a:p>
                <a:r>
                  <a:rPr lang="en-US" altLang="ko-KR"/>
                  <a:t>Weight storage</a:t>
                </a:r>
                <a:r>
                  <a:rPr lang="en-US" altLang="ko-KR" baseline="0"/>
                  <a:t> </a:t>
                </a:r>
                <a:r>
                  <a:rPr lang="ko-KR" altLang="en-US" baseline="0"/>
                  <a:t>중점적으로 </a:t>
                </a:r>
                <a:r>
                  <a:rPr lang="en-US" altLang="ko-KR"/>
                  <a:t>Mixed SNN(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𝜶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=𝟏,  𝟎.𝟓,  𝟎)</a:t>
                </a:r>
                <a:r>
                  <a:rPr lang="ko-KR" altLang="en-US"/>
                  <a:t>을 </a:t>
                </a:r>
                <a:r>
                  <a:rPr lang="en-US" altLang="ko-KR"/>
                  <a:t>uniform tau(1,2,3,4,5)</a:t>
                </a:r>
                <a:r>
                  <a:rPr lang="ko-KR" altLang="en-US"/>
                  <a:t>과 </a:t>
                </a:r>
                <a:r>
                  <a:rPr lang="en-US" altLang="ko-KR"/>
                  <a:t>Accuracy</a:t>
                </a:r>
                <a:r>
                  <a:rPr lang="ko-KR" altLang="en-US"/>
                  <a:t>를 비교했습니다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428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 typeface="+mj-lt"/>
                  <a:buNone/>
                </a:pPr>
                <a:r>
                  <a:rPr lang="en-US" altLang="ko-KR"/>
                  <a:t>BitOPs Constraint : 0.2G / 0.1G / 0.08G / 0.06G / 0.05G / 0.04G </a:t>
                </a:r>
                <a:endParaRPr lang="ko-KR" altLang="en-US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aseline="0"/>
                  <a:t>BitOPs </a:t>
                </a:r>
                <a:r>
                  <a:rPr lang="ko-KR" altLang="en-US" baseline="0"/>
                  <a:t>중점적으로 </a:t>
                </a:r>
                <a:r>
                  <a:rPr lang="en-US" altLang="ko-KR"/>
                  <a:t>Mixed SNN(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을 </a:t>
                </a:r>
                <a:r>
                  <a:rPr lang="en-US" altLang="ko-KR"/>
                  <a:t>uniform tau(1,2,3,4,5)</a:t>
                </a:r>
                <a:r>
                  <a:rPr lang="ko-KR" altLang="en-US"/>
                  <a:t>과 </a:t>
                </a:r>
                <a:r>
                  <a:rPr lang="en-US" altLang="ko-KR"/>
                  <a:t>Accuracy</a:t>
                </a:r>
                <a:r>
                  <a:rPr lang="ko-KR" altLang="en-US"/>
                  <a:t>를 비교했습니다</a:t>
                </a:r>
              </a:p>
              <a:p>
                <a:endParaRPr lang="ko-KR" altLang="en-US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 typeface="+mj-lt"/>
                  <a:buNone/>
                </a:pPr>
                <a:r>
                  <a:rPr lang="en-US" altLang="ko-KR"/>
                  <a:t>BitOPs Constraint : 0.2G / 0.1G / 0.08G / 0.06G / 0.05G / 0.04G </a:t>
                </a:r>
                <a:endParaRPr lang="ko-KR" altLang="en-US"/>
              </a:p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baseline="0"/>
                  <a:t>BitOPs </a:t>
                </a:r>
                <a:r>
                  <a:rPr lang="ko-KR" altLang="en-US" baseline="0"/>
                  <a:t>중점적으로 </a:t>
                </a:r>
                <a:r>
                  <a:rPr lang="en-US" altLang="ko-KR"/>
                  <a:t>Mixed SNN(</a:t>
                </a:r>
                <a:r>
                  <a:rPr lang="ko-KR" altLang="en-US" b="1" i="0">
                    <a:latin typeface="Cambria Math" panose="02040503050406030204" pitchFamily="18" charset="0"/>
                  </a:rPr>
                  <a:t>𝜶</a:t>
                </a:r>
                <a:r>
                  <a:rPr lang="en-US" altLang="ko-KR" b="1" i="0">
                    <a:latin typeface="Cambria Math" panose="02040503050406030204" pitchFamily="18" charset="0"/>
                  </a:rPr>
                  <a:t>=𝟏,  𝟎.𝟓,  𝟎)</a:t>
                </a:r>
                <a:r>
                  <a:rPr lang="ko-KR" altLang="en-US"/>
                  <a:t>을 </a:t>
                </a:r>
                <a:r>
                  <a:rPr lang="en-US" altLang="ko-KR"/>
                  <a:t>uniform tau(1,2,3,4,5)</a:t>
                </a:r>
                <a:r>
                  <a:rPr lang="ko-KR" altLang="en-US"/>
                  <a:t>과 </a:t>
                </a:r>
                <a:r>
                  <a:rPr lang="en-US" altLang="ko-KR"/>
                  <a:t>Accuracy</a:t>
                </a:r>
                <a:r>
                  <a:rPr lang="ko-KR" altLang="en-US"/>
                  <a:t>를 비교했습니다</a:t>
                </a:r>
              </a:p>
              <a:p>
                <a:endParaRPr lang="ko-KR" altLang="en-US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931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DF20-BC69-DD01-DB5A-E25CAA81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B9D2C0-C3AD-6DA7-E789-C1F8353ED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30E1E-057E-45DA-E46D-E8746C7D4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8B8B2F-ED61-34E6-C76E-7132A44D8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808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Weight Storage Constraint : 7Mbit / 6Mbit / 5Mbit / 4.5Mbit / 3.5Mbit / 2Mbit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69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BitOPs Constraint : 0.2G / 0.1G / 0.08G / 0.06G / 0.05G / 0.04G </a:t>
            </a:r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65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00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81.png"/><Relationship Id="rId21" Type="http://schemas.openxmlformats.org/officeDocument/2006/relationships/image" Target="../media/image32.png"/><Relationship Id="rId7" Type="http://schemas.openxmlformats.org/officeDocument/2006/relationships/image" Target="../media/image180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22.png"/><Relationship Id="rId5" Type="http://schemas.openxmlformats.org/officeDocument/2006/relationships/image" Target="../media/image160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3.png"/><Relationship Id="rId21" Type="http://schemas.openxmlformats.org/officeDocument/2006/relationships/image" Target="../media/image50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0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Sunghyun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Phase 2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0FAEFE-5022-C97B-B627-1644546785A2}"/>
              </a:ext>
            </a:extLst>
          </p:cNvPr>
          <p:cNvSpPr txBox="1"/>
          <p:nvPr/>
        </p:nvSpPr>
        <p:spPr>
          <a:xfrm>
            <a:off x="9898742" y="1712635"/>
            <a:ext cx="206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2C62"/>
                </a:solidFill>
                <a:latin typeface="+mj-lt"/>
              </a:rPr>
              <a:t>2026</a:t>
            </a:r>
            <a:r>
              <a:rPr lang="ko-KR" altLang="en-US" b="1" dirty="0">
                <a:solidFill>
                  <a:srgbClr val="002C62"/>
                </a:solidFill>
                <a:latin typeface="+mj-lt"/>
              </a:rPr>
              <a:t>년 </a:t>
            </a:r>
            <a:r>
              <a:rPr lang="en-US" altLang="ko-KR" b="1" dirty="0">
                <a:solidFill>
                  <a:srgbClr val="002C62"/>
                </a:solidFill>
                <a:latin typeface="+mj-lt"/>
              </a:rPr>
              <a:t>04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월 </a:t>
            </a:r>
            <a:r>
              <a:rPr lang="en-US" altLang="ko-KR" b="1">
                <a:solidFill>
                  <a:srgbClr val="002C62"/>
                </a:solidFill>
                <a:latin typeface="+mj-lt"/>
              </a:rPr>
              <a:t>29</a:t>
            </a:r>
            <a:r>
              <a:rPr lang="ko-KR" altLang="en-US" b="1">
                <a:solidFill>
                  <a:srgbClr val="002C62"/>
                </a:solidFill>
                <a:latin typeface="+mj-lt"/>
              </a:rPr>
              <a:t>일 </a:t>
            </a:r>
            <a:endParaRPr lang="ko-KR" altLang="en-US" b="1" dirty="0">
              <a:solidFill>
                <a:srgbClr val="002C6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D35BB-AF99-3650-CD8E-7481FB7C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Flow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4FC1C6-9D57-8DE3-C5FF-ACC1D1219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48AE75E-A73C-EBEE-4771-D1C3AFF943F8}"/>
                  </a:ext>
                </a:extLst>
              </p:cNvPr>
              <p:cNvSpPr/>
              <p:nvPr/>
            </p:nvSpPr>
            <p:spPr>
              <a:xfrm>
                <a:off x="2488759" y="863604"/>
                <a:ext cx="6202017" cy="13040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</a:rPr>
                  <a:t>DNAS Search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>
                    <a:solidFill>
                      <a:schemeClr val="tx1"/>
                    </a:solidFill>
                  </a:rPr>
                  <a:t> </a:t>
                </a:r>
                <a:r>
                  <a:rPr lang="en-US" altLang="ko-KR">
                    <a:solidFill>
                      <a:schemeClr val="tx1"/>
                    </a:solidFill>
                  </a:rPr>
                  <a:t>candidates =[1,2,3,4,5,6,7,8]</a:t>
                </a:r>
              </a:p>
              <a:p>
                <a:pPr algn="ctr"/>
                <a:r>
                  <a:rPr lang="en-US" altLang="ko-KR">
                    <a:solidFill>
                      <a:schemeClr val="tx1"/>
                    </a:solidFill>
                  </a:rPr>
                  <a:t>Layer</a:t>
                </a:r>
                <a:r>
                  <a:rPr lang="ko-KR" altLang="en-US">
                    <a:solidFill>
                      <a:schemeClr val="tx1"/>
                    </a:solidFill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마</m:t>
                    </m:r>
                  </m:oMath>
                </a14:m>
                <a:r>
                  <a:rPr lang="ko-KR" altLang="en-US">
                    <a:solidFill>
                      <a:schemeClr val="tx1"/>
                    </a:solidFill>
                  </a:rPr>
                  <a:t>다 확률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>
                    <a:solidFill>
                      <a:schemeClr val="tx1"/>
                    </a:solidFill>
                  </a:rPr>
                  <a:t> </a:t>
                </a:r>
                <a:r>
                  <a:rPr lang="ko-KR" altLang="en-US">
                    <a:solidFill>
                      <a:schemeClr val="tx1"/>
                    </a:solidFill>
                  </a:rPr>
                  <a:t>학습</a:t>
                </a:r>
                <a:endParaRPr lang="en-US" altLang="ko-KR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748AE75E-A73C-EBEE-4771-D1C3AFF94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59" y="863604"/>
                <a:ext cx="6202017" cy="1304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E6FA38-6046-B622-62EA-39CF33CC29D8}"/>
              </a:ext>
            </a:extLst>
          </p:cNvPr>
          <p:cNvCxnSpPr/>
          <p:nvPr/>
        </p:nvCxnSpPr>
        <p:spPr>
          <a:xfrm>
            <a:off x="5589767" y="2282024"/>
            <a:ext cx="0" cy="56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195A35-ED58-AA23-355A-02812FF1E1AF}"/>
                  </a:ext>
                </a:extLst>
              </p:cNvPr>
              <p:cNvSpPr txBox="1"/>
              <p:nvPr/>
            </p:nvSpPr>
            <p:spPr>
              <a:xfrm>
                <a:off x="5698458" y="4499299"/>
                <a:ext cx="37212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/>
                  <a:t>_list [16]</a:t>
                </a:r>
                <a:endParaRPr lang="ko-KR" alt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195A35-ED58-AA23-355A-02812FF1E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58" y="4499299"/>
                <a:ext cx="3721211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12FEAD6-DC5E-BC05-6DD6-EB39B42C92D2}"/>
              </a:ext>
            </a:extLst>
          </p:cNvPr>
          <p:cNvSpPr txBox="1"/>
          <p:nvPr/>
        </p:nvSpPr>
        <p:spPr>
          <a:xfrm>
            <a:off x="1892410" y="520023"/>
            <a:ext cx="19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Phase 1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4AEEAC3-6EF0-D9FA-485A-F3618714FC01}"/>
                  </a:ext>
                </a:extLst>
              </p:cNvPr>
              <p:cNvSpPr/>
              <p:nvPr/>
            </p:nvSpPr>
            <p:spPr>
              <a:xfrm>
                <a:off x="2488759" y="2960973"/>
                <a:ext cx="6202017" cy="1304014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</a:rPr>
                  <a:t>Hardware Constraint(B) </a:t>
                </a:r>
                <a:r>
                  <a:rPr lang="ko-KR" altLang="en-US">
                    <a:solidFill>
                      <a:schemeClr val="tx1"/>
                    </a:solidFill>
                  </a:rPr>
                  <a:t>이하 제약 하에서</a:t>
                </a:r>
                <a:endParaRPr lang="en-US" altLang="ko-KR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Value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,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nary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>
                    <a:solidFill>
                      <a:schemeClr val="tx1"/>
                    </a:solidFill>
                  </a:rPr>
                  <a:t> 최대화하는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>
                    <a:solidFill>
                      <a:schemeClr val="tx1"/>
                    </a:solidFill>
                  </a:rPr>
                  <a:t>_list</a:t>
                </a:r>
                <a:r>
                  <a:rPr lang="ko-KR" altLang="en-US">
                    <a:solidFill>
                      <a:schemeClr val="tx1"/>
                    </a:solidFill>
                  </a:rPr>
                  <a:t>를 결정</a:t>
                </a:r>
              </a:p>
            </p:txBody>
          </p:sp>
        </mc:Choice>
        <mc:Fallback xmlns=""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4AEEAC3-6EF0-D9FA-485A-F3618714F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59" y="2960973"/>
                <a:ext cx="6202017" cy="1304014"/>
              </a:xfrm>
              <a:prstGeom prst="rect">
                <a:avLst/>
              </a:prstGeom>
              <a:blipFill>
                <a:blip r:embed="rId5"/>
                <a:stretch>
                  <a:fillRect b="-27315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8426FDE-DACA-70C7-0569-FD8EBEC2A9B0}"/>
              </a:ext>
            </a:extLst>
          </p:cNvPr>
          <p:cNvCxnSpPr/>
          <p:nvPr/>
        </p:nvCxnSpPr>
        <p:spPr>
          <a:xfrm>
            <a:off x="5589767" y="4379393"/>
            <a:ext cx="0" cy="56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93314C-108E-C014-0A28-BEE798943C91}"/>
              </a:ext>
            </a:extLst>
          </p:cNvPr>
          <p:cNvSpPr txBox="1"/>
          <p:nvPr/>
        </p:nvSpPr>
        <p:spPr>
          <a:xfrm>
            <a:off x="1892410" y="2617392"/>
            <a:ext cx="19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Phase 2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A1C3A6-7680-EC95-C8BC-6A599759FA57}"/>
                  </a:ext>
                </a:extLst>
              </p:cNvPr>
              <p:cNvSpPr txBox="1"/>
              <p:nvPr/>
            </p:nvSpPr>
            <p:spPr>
              <a:xfrm>
                <a:off x="5698458" y="2349772"/>
                <a:ext cx="37212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P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16×8</m:t>
                        </m:r>
                      </m:sup>
                    </m:sSup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A1C3A6-7680-EC95-C8BC-6A599759F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8458" y="2349772"/>
                <a:ext cx="3721211" cy="369332"/>
              </a:xfrm>
              <a:prstGeom prst="rect">
                <a:avLst/>
              </a:prstGeom>
              <a:blipFill>
                <a:blip r:embed="rId6"/>
                <a:stretch>
                  <a:fillRect l="-1475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A6CB8A8-BEC6-7FF9-2716-20C1436F2689}"/>
                  </a:ext>
                </a:extLst>
              </p:cNvPr>
              <p:cNvSpPr/>
              <p:nvPr/>
            </p:nvSpPr>
            <p:spPr>
              <a:xfrm>
                <a:off x="2488759" y="5058342"/>
                <a:ext cx="6202017" cy="13040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>
                    <a:solidFill>
                      <a:schemeClr val="tx1"/>
                    </a:solidFill>
                  </a:rPr>
                  <a:t>고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정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된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>
                    <a:solidFill>
                      <a:schemeClr val="tx1"/>
                    </a:solidFill>
                  </a:rPr>
                  <a:t>_list</a:t>
                </a:r>
                <a:r>
                  <a:rPr lang="ko-KR" altLang="en-US">
                    <a:solidFill>
                      <a:schemeClr val="tx1"/>
                    </a:solidFill>
                  </a:rPr>
                  <a:t>를 가지고 학습</a:t>
                </a:r>
              </a:p>
            </p:txBody>
          </p:sp>
        </mc:Choice>
        <mc:Fallback xmlns=""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4A6CB8A8-BEC6-7FF9-2716-20C1436F26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759" y="5058342"/>
                <a:ext cx="6202017" cy="13040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FBE5603-75FB-228C-E9C1-684DC622C3C2}"/>
              </a:ext>
            </a:extLst>
          </p:cNvPr>
          <p:cNvSpPr txBox="1"/>
          <p:nvPr/>
        </p:nvSpPr>
        <p:spPr>
          <a:xfrm>
            <a:off x="1892410" y="4714761"/>
            <a:ext cx="1908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Phase 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993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4242E-FB04-BF05-C6AE-C73E06D5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Value Table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4AAA2-74F1-936C-B650-99D4BD1C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92CCE52-70E3-65C2-0F37-934C8D96BA5B}"/>
              </a:ext>
            </a:extLst>
          </p:cNvPr>
          <p:cNvGraphicFramePr>
            <a:graphicFrameLocks noGrp="1"/>
          </p:cNvGraphicFramePr>
          <p:nvPr/>
        </p:nvGraphicFramePr>
        <p:xfrm>
          <a:off x="673942" y="1397513"/>
          <a:ext cx="10320561" cy="2322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729">
                  <a:extLst>
                    <a:ext uri="{9D8B030D-6E8A-4147-A177-3AD203B41FA5}">
                      <a16:colId xmlns:a16="http://schemas.microsoft.com/office/drawing/2014/main" val="4249049469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4085868212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145453022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700350174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819989974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909509636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1450295329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3664923791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2115394345"/>
                    </a:ext>
                  </a:extLst>
                </a:gridCol>
              </a:tblGrid>
              <a:tr h="703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         tau</a:t>
                      </a:r>
                    </a:p>
                    <a:p>
                      <a:pPr latinLnBrk="1"/>
                      <a:endParaRPr lang="en-US" altLang="ko-KR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790424"/>
                  </a:ext>
                </a:extLst>
              </a:tr>
              <a:tr h="703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0.04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0.06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0.07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0.07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0.33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/>
                        <a:t>0.40</a:t>
                      </a:r>
                      <a:endParaRPr lang="ko-KR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45779"/>
                  </a:ext>
                </a:extLst>
              </a:tr>
              <a:tr h="703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0.03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0.04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0.02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/>
                        <a:t>0.45</a:t>
                      </a:r>
                      <a:endParaRPr lang="ko-KR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0.24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0.11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937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2989-785E-BF54-3D08-83234B348FCA}"/>
                  </a:ext>
                </a:extLst>
              </p:cNvPr>
              <p:cNvSpPr txBox="1"/>
              <p:nvPr/>
            </p:nvSpPr>
            <p:spPr>
              <a:xfrm>
                <a:off x="673942" y="863604"/>
                <a:ext cx="9543143" cy="40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/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번째 </a:t>
                </a:r>
                <a:r>
                  <a:rPr lang="en-US" altLang="ko-KR"/>
                  <a:t>layer</a:t>
                </a:r>
                <a:r>
                  <a:rPr lang="ko-KR" altLang="en-US"/>
                  <a:t>에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를 선택할 확률 </a:t>
                </a:r>
                <a:r>
                  <a:rPr lang="en-US" altLang="ko-KR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 , </m:t>
                            </m:r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/</m:t>
                    </m:r>
                  </m:oMath>
                </a14:m>
                <a:r>
                  <a:rPr lang="en-US" altLang="ko-KR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 ,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altLang="ko-KR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2989-785E-BF54-3D08-83234B348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2" y="863604"/>
                <a:ext cx="9543143" cy="404341"/>
              </a:xfrm>
              <a:prstGeom prst="rect">
                <a:avLst/>
              </a:prstGeom>
              <a:blipFill>
                <a:blip r:embed="rId3"/>
                <a:stretch>
                  <a:fillRect l="-447" t="-109091" b="-16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0429376-11AA-BA95-96F1-E043310072E8}"/>
              </a:ext>
            </a:extLst>
          </p:cNvPr>
          <p:cNvGraphicFramePr>
            <a:graphicFrameLocks noGrp="1"/>
          </p:cNvGraphicFramePr>
          <p:nvPr/>
        </p:nvGraphicFramePr>
        <p:xfrm>
          <a:off x="673942" y="4481739"/>
          <a:ext cx="10320561" cy="2322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729">
                  <a:extLst>
                    <a:ext uri="{9D8B030D-6E8A-4147-A177-3AD203B41FA5}">
                      <a16:colId xmlns:a16="http://schemas.microsoft.com/office/drawing/2014/main" val="4249049469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4085868212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145453022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700350174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819989974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909509636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1450295329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3664923791"/>
                    </a:ext>
                  </a:extLst>
                </a:gridCol>
                <a:gridCol w="1146729">
                  <a:extLst>
                    <a:ext uri="{9D8B030D-6E8A-4147-A177-3AD203B41FA5}">
                      <a16:colId xmlns:a16="http://schemas.microsoft.com/office/drawing/2014/main" val="2115394345"/>
                    </a:ext>
                  </a:extLst>
                </a:gridCol>
              </a:tblGrid>
              <a:tr h="703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         tau</a:t>
                      </a:r>
                    </a:p>
                    <a:p>
                      <a:pPr latinLnBrk="1"/>
                      <a:endParaRPr lang="en-US" altLang="ko-KR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790424"/>
                  </a:ext>
                </a:extLst>
              </a:tr>
              <a:tr h="703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=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-5.68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-4.72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-3.78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-2.92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-2.18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-1.58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/>
                        <a:t>-1.12</a:t>
                      </a:r>
                      <a:endParaRPr lang="ko-KR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-1.32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45779"/>
                  </a:ext>
                </a:extLst>
              </a:tr>
              <a:tr h="7038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-5.03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-4.05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-3.13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-2.29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-1.49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/>
                        <a:t>-0.89</a:t>
                      </a:r>
                      <a:endParaRPr lang="ko-KR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-1.19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-1.97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937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79152A-179A-4288-0B83-7BB73BF48607}"/>
                  </a:ext>
                </a:extLst>
              </p:cNvPr>
              <p:cNvSpPr txBox="1"/>
              <p:nvPr/>
            </p:nvSpPr>
            <p:spPr>
              <a:xfrm>
                <a:off x="673942" y="3782993"/>
                <a:ext cx="7323151" cy="658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value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) = 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| 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− 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</m:t>
                        </m:r>
                      </m:e>
                    </m:nary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value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,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) </m:t>
                    </m:r>
                  </m:oMath>
                </a14:m>
                <a:r>
                  <a:rPr lang="ko-KR" altLang="en-US"/>
                  <a:t>를 </a:t>
                </a:r>
                <a:r>
                  <a:rPr lang="en-US" altLang="ko-KR"/>
                  <a:t>V[i][j] </a:t>
                </a:r>
                <a:r>
                  <a:rPr lang="ko-KR" altLang="en-US"/>
                  <a:t>라고도 표현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D79152A-179A-4288-0B83-7BB73BF48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42" y="3782993"/>
                <a:ext cx="7323151" cy="658514"/>
              </a:xfrm>
              <a:prstGeom prst="rect">
                <a:avLst/>
              </a:prstGeom>
              <a:blipFill>
                <a:blip r:embed="rId4"/>
                <a:stretch>
                  <a:fillRect l="-583" t="-66667" b="-6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39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01C29-660B-E206-7864-FABBC54A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Cost table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284F84-F22D-C556-47A8-FF138002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DB3C55E-CF7D-87F5-29D1-9616A2AB0D4D}"/>
              </a:ext>
            </a:extLst>
          </p:cNvPr>
          <p:cNvGraphicFramePr>
            <a:graphicFrameLocks noGrp="1"/>
          </p:cNvGraphicFramePr>
          <p:nvPr/>
        </p:nvGraphicFramePr>
        <p:xfrm>
          <a:off x="350616" y="2328816"/>
          <a:ext cx="11490768" cy="2971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6752">
                  <a:extLst>
                    <a:ext uri="{9D8B030D-6E8A-4147-A177-3AD203B41FA5}">
                      <a16:colId xmlns:a16="http://schemas.microsoft.com/office/drawing/2014/main" val="4249049469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4085868212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145453022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700350174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819989974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909509636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1450295329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3664923791"/>
                    </a:ext>
                  </a:extLst>
                </a:gridCol>
                <a:gridCol w="1276752">
                  <a:extLst>
                    <a:ext uri="{9D8B030D-6E8A-4147-A177-3AD203B41FA5}">
                      <a16:colId xmlns:a16="http://schemas.microsoft.com/office/drawing/2014/main" val="2115394345"/>
                    </a:ext>
                  </a:extLst>
                </a:gridCol>
              </a:tblGrid>
              <a:tr h="116997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         tau</a:t>
                      </a:r>
                    </a:p>
                    <a:p>
                      <a:pPr latinLnBrk="1"/>
                      <a:endParaRPr lang="en-US" altLang="ko-KR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Layer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790424"/>
                  </a:ext>
                </a:extLst>
              </a:tr>
              <a:tr h="9005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4,114bits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8,228bits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12,360bits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16,528bits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20,768bits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25,152bits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/>
                        <a:t>29,824bits</a:t>
                      </a:r>
                      <a:endParaRPr lang="ko-KR" alt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35,072bits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45779"/>
                  </a:ext>
                </a:extLst>
              </a:tr>
              <a:tr h="9005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4,114bits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8,228bits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12,360bits</a:t>
                      </a:r>
                      <a:endParaRPr lang="ko-KR" altLang="en-US"/>
                    </a:p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16,528bits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20,768bits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25,152bits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/>
                        <a:t>29,824bits</a:t>
                      </a:r>
                      <a:endParaRPr lang="ko-KR" altLang="en-US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35,072bits</a:t>
                      </a:r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937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5A3FED-F40D-4CB1-D50F-6D1ED28E2FE8}"/>
                  </a:ext>
                </a:extLst>
              </p:cNvPr>
              <p:cNvSpPr txBox="1"/>
              <p:nvPr/>
            </p:nvSpPr>
            <p:spPr>
              <a:xfrm>
                <a:off x="3158668" y="1550636"/>
                <a:ext cx="75274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Weight storage</a:t>
                </a:r>
                <a:r>
                  <a:rPr lang="ko-KR" altLang="en-US"/>
                  <a:t> </a:t>
                </a:r>
                <a:r>
                  <a:rPr lang="en-US" altLang="ko-KR"/>
                  <a:t>:</a:t>
                </a:r>
                <a:r>
                  <a:rPr lang="ko-KR" altLang="en-US" b="1"/>
                  <a:t> </a:t>
                </a:r>
                <a:r>
                  <a:rPr lang="en-US" altLang="ko-KR"/>
                  <a:t>s = 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+ 9 × 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ko-KR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5A3FED-F40D-4CB1-D50F-6D1ED28E2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668" y="1550636"/>
                <a:ext cx="7527472" cy="369332"/>
              </a:xfrm>
              <a:prstGeom prst="rect">
                <a:avLst/>
              </a:prstGeom>
              <a:blipFill>
                <a:blip r:embed="rId3"/>
                <a:stretch>
                  <a:fillRect l="-64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38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9A25C-F144-668A-B812-4DA3AD764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Quantized Cost table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B51DC5-96BE-1FE1-018D-9C55A5CE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DFCC83-EC1A-8952-D6B9-CBF68A7B972C}"/>
                  </a:ext>
                </a:extLst>
              </p:cNvPr>
              <p:cNvSpPr txBox="1"/>
              <p:nvPr/>
            </p:nvSpPr>
            <p:spPr>
              <a:xfrm>
                <a:off x="2033813" y="967811"/>
                <a:ext cx="8615936" cy="1773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>
                    <a:latin typeface="Cambria Math" panose="02040503050406030204" pitchFamily="18" charset="0"/>
                  </a:rPr>
                  <a:t>Hardware Constraint : B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/ 2000</m:t>
                    </m:r>
                  </m:oMath>
                </a14:m>
                <a:r>
                  <a:rPr lang="ko-KR" altLang="en-US"/>
                  <a:t> </a:t>
                </a:r>
                <a:endParaRPr lang="en-US" altLang="ko-KR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][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= 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][</m:t>
                          </m:r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] / ∆</m:t>
                          </m:r>
                        </m:e>
                      </m:d>
                    </m:oMath>
                  </m:oMathPara>
                </a14:m>
                <a:endParaRPr lang="en-US" altLang="ko-KR"/>
              </a:p>
              <a:p>
                <a:pPr algn="ctr"/>
                <a:r>
                  <a:rPr lang="ko-KR" altLang="en-US"/>
                  <a:t> 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</a:t>
                </a:r>
                <a:r>
                  <a:rPr lang="ko-KR" altLang="en-US"/>
                  <a:t>를 </a:t>
                </a:r>
                <a:r>
                  <a:rPr lang="en-US" altLang="ko-KR"/>
                  <a:t>5Mbit(5,000,000bits)</a:t>
                </a:r>
                <a:r>
                  <a:rPr lang="ko-KR" altLang="en-US"/>
                  <a:t>이라고 가정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Quantized </a:t>
                </a:r>
                <a:r>
                  <a:rPr lang="ko-KR" altLang="en-US"/>
                  <a:t>하는 이유는 누적된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ko-KR" altLang="en-US"/>
                  <a:t>  는 </a:t>
                </a:r>
                <a:r>
                  <a:rPr lang="en-US" altLang="ko-KR" err="1"/>
                  <a:t>dp</a:t>
                </a:r>
                <a:r>
                  <a:rPr lang="en-US" altLang="ko-KR"/>
                  <a:t>[</a:t>
                </a:r>
                <a:r>
                  <a:rPr lang="en-US" altLang="ko-KR" err="1"/>
                  <a:t>i</a:t>
                </a:r>
                <a:r>
                  <a:rPr lang="en-US" altLang="ko-KR"/>
                  <a:t>][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altLang="ko-KR"/>
                  <a:t>] </a:t>
                </a:r>
                <a:r>
                  <a:rPr lang="ko-KR" altLang="en-US"/>
                  <a:t>의 인덱스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이기 때문이다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8DFCC83-EC1A-8952-D6B9-CBF68A7B9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3813" y="967811"/>
                <a:ext cx="8615936" cy="1773371"/>
              </a:xfrm>
              <a:prstGeom prst="rect">
                <a:avLst/>
              </a:prstGeom>
              <a:blipFill>
                <a:blip r:embed="rId3"/>
                <a:stretch>
                  <a:fillRect l="-495" t="-2405" b="-381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48B5941B-1396-CDFA-A039-525E25B59EC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0616" y="3181551"/>
              <a:ext cx="11490768" cy="2971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6752">
                      <a:extLst>
                        <a:ext uri="{9D8B030D-6E8A-4147-A177-3AD203B41FA5}">
                          <a16:colId xmlns:a16="http://schemas.microsoft.com/office/drawing/2014/main" val="4249049469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4085868212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145453022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700350174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819989974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909509636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1450295329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3664923791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2115394345"/>
                        </a:ext>
                      </a:extLst>
                    </a:gridCol>
                  </a:tblGrid>
                  <a:tr h="116997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         tau</a:t>
                          </a:r>
                        </a:p>
                        <a:p>
                          <a:pPr latinLnBrk="1"/>
                          <a:endParaRPr lang="en-US" altLang="ko-KR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Layer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2790424"/>
                      </a:ext>
                    </a:extLst>
                  </a:tr>
                  <a:tr h="9005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</m:ac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</m:oMath>
                          </a14:m>
                          <a:r>
                            <a:rPr lang="en-US" altLang="ko-KR"/>
                            <a:t> 2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4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5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7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9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11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/>
                            <a:t>12</a:t>
                          </a:r>
                          <a:endParaRPr lang="ko-KR" altLang="en-US" b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15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1945779"/>
                      </a:ext>
                    </a:extLst>
                  </a:tr>
                  <a:tr h="9005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2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2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4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5</a:t>
                          </a:r>
                          <a:endParaRPr lang="ko-KR" altLang="en-US"/>
                        </a:p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7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9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11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/>
                            <a:t>12</a:t>
                          </a:r>
                          <a:endParaRPr lang="ko-KR" altLang="en-US" b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15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3937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48B5941B-1396-CDFA-A039-525E25B59EC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13029946"/>
                  </p:ext>
                </p:extLst>
              </p:nvPr>
            </p:nvGraphicFramePr>
            <p:xfrm>
              <a:off x="350616" y="3181551"/>
              <a:ext cx="11490768" cy="29711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76752">
                      <a:extLst>
                        <a:ext uri="{9D8B030D-6E8A-4147-A177-3AD203B41FA5}">
                          <a16:colId xmlns:a16="http://schemas.microsoft.com/office/drawing/2014/main" val="4249049469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4085868212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145453022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700350174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819989974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909509636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1450295329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3664923791"/>
                        </a:ext>
                      </a:extLst>
                    </a:gridCol>
                    <a:gridCol w="1276752">
                      <a:extLst>
                        <a:ext uri="{9D8B030D-6E8A-4147-A177-3AD203B41FA5}">
                          <a16:colId xmlns:a16="http://schemas.microsoft.com/office/drawing/2014/main" val="2115394345"/>
                        </a:ext>
                      </a:extLst>
                    </a:gridCol>
                  </a:tblGrid>
                  <a:tr h="1169974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         tau</a:t>
                          </a:r>
                        </a:p>
                        <a:p>
                          <a:pPr latinLnBrk="1"/>
                          <a:endParaRPr lang="en-US" altLang="ko-KR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Layer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2790424"/>
                      </a:ext>
                    </a:extLst>
                  </a:tr>
                  <a:tr h="9005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57" t="-133784" r="-702871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4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5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7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9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11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/>
                            <a:t>12</a:t>
                          </a:r>
                          <a:endParaRPr lang="ko-KR" altLang="en-US" b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15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1945779"/>
                      </a:ext>
                    </a:extLst>
                  </a:tr>
                  <a:tr h="90059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2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2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4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/>
                            <a:t>5</a:t>
                          </a:r>
                          <a:endParaRPr lang="ko-KR" altLang="en-US"/>
                        </a:p>
                        <a:p>
                          <a:pPr latinLnBrk="1"/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7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9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11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0"/>
                            <a:t>12</a:t>
                          </a:r>
                          <a:endParaRPr lang="ko-KR" altLang="en-US" b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/>
                            <a:t>15</a:t>
                          </a:r>
                          <a:endParaRPr lang="ko-KR" alt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53937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376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E4937-C094-8E66-22A9-170D701D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Knapsack DP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58F1F-4EE5-DDCE-F04A-19649041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F7B1D-A83F-7719-78F0-9F5FA587C5F0}"/>
              </a:ext>
            </a:extLst>
          </p:cNvPr>
          <p:cNvSpPr txBox="1"/>
          <p:nvPr/>
        </p:nvSpPr>
        <p:spPr>
          <a:xfrm>
            <a:off x="913490" y="1235743"/>
            <a:ext cx="11144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16</a:t>
            </a:r>
            <a:r>
              <a:rPr lang="ko-KR" altLang="en-US"/>
              <a:t>개의 </a:t>
            </a:r>
            <a:r>
              <a:rPr lang="en-US" altLang="ko-KR"/>
              <a:t>layer</a:t>
            </a:r>
            <a:r>
              <a:rPr lang="ko-KR" altLang="en-US"/>
              <a:t>와 </a:t>
            </a:r>
            <a:r>
              <a:rPr lang="en-US" altLang="ko-KR"/>
              <a:t>quantized hardware constraint 2000 </a:t>
            </a:r>
            <a:r>
              <a:rPr lang="ko-KR" altLang="en-US"/>
              <a:t>이면</a:t>
            </a:r>
            <a:r>
              <a:rPr lang="en-US" altLang="ko-KR"/>
              <a:t>, </a:t>
            </a:r>
            <a:r>
              <a:rPr lang="en-US" altLang="ko-KR" err="1"/>
              <a:t>dp</a:t>
            </a:r>
            <a:r>
              <a:rPr lang="en-US" altLang="ko-KR"/>
              <a:t>[17][2001]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375AE975-FFE9-7BE3-D713-FDFC46C67CA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7064" y="2547739"/>
              <a:ext cx="11106695" cy="2461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35">
                      <a:extLst>
                        <a:ext uri="{9D8B030D-6E8A-4147-A177-3AD203B41FA5}">
                          <a16:colId xmlns:a16="http://schemas.microsoft.com/office/drawing/2014/main" val="3488238599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475479995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3651838480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78925128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583505501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463246149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813015204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2090394003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70989582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42551018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3552389400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255628703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3341985328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25284273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217166751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615248584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968889486"/>
                        </a:ext>
                      </a:extLst>
                    </a:gridCol>
                  </a:tblGrid>
                  <a:tr h="7734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b="1" i="0">
                              <a:solidFill>
                                <a:schemeClr val="tx1"/>
                              </a:solidFill>
                            </a:rPr>
                            <a:t>  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bHide m:val="on"/>
                                  <m:supHide m:val="on"/>
                                  <m:ctrlPr>
                                    <a:rPr lang="en-US" altLang="ko-KR" sz="12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ko-KR" altLang="en-US" sz="12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b="1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𝐂</m:t>
                                      </m:r>
                                    </m:e>
                                  </m:acc>
                                </m:e>
                              </m:nary>
                            </m:oMath>
                          </a14:m>
                          <a:endParaRPr lang="en-US" altLang="ko-KR" sz="1200" b="1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en-US" altLang="ko-KR" b="1" i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r>
                            <a:rPr lang="en-US" altLang="ko-KR" b="1" i="0">
                              <a:solidFill>
                                <a:schemeClr val="tx1"/>
                              </a:solidFill>
                            </a:rPr>
                            <a:t>i</a:t>
                          </a:r>
                          <a:endParaRPr lang="ko-KR" altLang="en-US" b="1" i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3243142"/>
                      </a:ext>
                    </a:extLst>
                  </a:tr>
                  <a:tr h="7734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/>
                            <a:t>0</a:t>
                          </a:r>
                          <a:endParaRPr lang="ko-KR" altLang="en-US" sz="18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3861422"/>
                      </a:ext>
                    </a:extLst>
                  </a:tr>
                  <a:tr h="7734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/>
                            <a:t>1</a:t>
                          </a:r>
                          <a:endParaRPr lang="ko-KR" altLang="en-US" sz="18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-5.68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-4.72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-3.78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-2.92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-2.18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-1.58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-1.12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-1.32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92217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375AE975-FFE9-7BE3-D713-FDFC46C67C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0024759"/>
                  </p:ext>
                </p:extLst>
              </p:nvPr>
            </p:nvGraphicFramePr>
            <p:xfrm>
              <a:off x="97064" y="2547739"/>
              <a:ext cx="11106695" cy="2461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3335">
                      <a:extLst>
                        <a:ext uri="{9D8B030D-6E8A-4147-A177-3AD203B41FA5}">
                          <a16:colId xmlns:a16="http://schemas.microsoft.com/office/drawing/2014/main" val="3488238599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475479995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3651838480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78925128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583505501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463246149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813015204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2090394003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70989582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42551018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3552389400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255628703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3341985328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252842732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217166751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615248584"/>
                        </a:ext>
                      </a:extLst>
                    </a:gridCol>
                    <a:gridCol w="653335">
                      <a:extLst>
                        <a:ext uri="{9D8B030D-6E8A-4147-A177-3AD203B41FA5}">
                          <a16:colId xmlns:a16="http://schemas.microsoft.com/office/drawing/2014/main" val="1968889486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blipFill>
                          <a:blip r:embed="rId3"/>
                          <a:stretch>
                            <a:fillRect l="-935" t="-20667" r="-1605607" b="-17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13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14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  <a:endParaRPr lang="ko-KR" altLang="en-US" sz="18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13243142"/>
                      </a:ext>
                    </a:extLst>
                  </a:tr>
                  <a:tr h="7734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/>
                            <a:t>0</a:t>
                          </a:r>
                          <a:endParaRPr lang="ko-KR" altLang="en-US" sz="18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3861422"/>
                      </a:ext>
                    </a:extLst>
                  </a:tr>
                  <a:tr h="77346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800" b="1"/>
                            <a:t>1</a:t>
                          </a:r>
                          <a:endParaRPr lang="ko-KR" altLang="en-US" sz="1800" b="1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-5.68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-4.72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-3.78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-2.92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-2.18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-1.58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-1.12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/>
                            <a:t>-</a:t>
                          </a:r>
                          <a:r>
                            <a:rPr lang="ko-KR" altLang="en-US" sz="1200"/>
                            <a:t>∞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atinLnBrk="1"/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200">
                              <a:solidFill>
                                <a:schemeClr val="tx1"/>
                              </a:solidFill>
                            </a:rPr>
                            <a:t>-1.32</a:t>
                          </a:r>
                          <a:endParaRPr lang="ko-KR" altLang="en-US" sz="1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892217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화살표: 왼쪽으로 구부러짐 11">
            <a:extLst>
              <a:ext uri="{FF2B5EF4-FFF2-40B4-BE49-F238E27FC236}">
                <a16:creationId xmlns:a16="http://schemas.microsoft.com/office/drawing/2014/main" id="{C01F488E-3FEB-7CCC-CF6E-A9375FE3C0DA}"/>
              </a:ext>
            </a:extLst>
          </p:cNvPr>
          <p:cNvSpPr/>
          <p:nvPr/>
        </p:nvSpPr>
        <p:spPr>
          <a:xfrm>
            <a:off x="11277579" y="3686612"/>
            <a:ext cx="216976" cy="604433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381ED9-153B-2462-1281-E971C3351C83}"/>
                  </a:ext>
                </a:extLst>
              </p:cNvPr>
              <p:cNvSpPr txBox="1"/>
              <p:nvPr/>
            </p:nvSpPr>
            <p:spPr>
              <a:xfrm>
                <a:off x="11203764" y="4366309"/>
                <a:ext cx="9882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layer 0</a:t>
                </a:r>
                <a:r>
                  <a:rPr lang="ko-KR" altLang="en-US" sz="1200"/>
                  <a:t>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200"/>
                  <a:t> </a:t>
                </a:r>
                <a:endParaRPr lang="en-US" altLang="ko-KR" sz="1200"/>
              </a:p>
              <a:p>
                <a:r>
                  <a:rPr lang="en-US" altLang="ko-KR" sz="1200"/>
                  <a:t>8</a:t>
                </a:r>
                <a:r>
                  <a:rPr lang="ko-KR" altLang="en-US" sz="1200"/>
                  <a:t>가지 모두 계산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381ED9-153B-2462-1281-E971C3351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3764" y="4366309"/>
                <a:ext cx="988236" cy="646331"/>
              </a:xfrm>
              <a:prstGeom prst="rect">
                <a:avLst/>
              </a:prstGeom>
              <a:blipFill>
                <a:blip r:embed="rId4"/>
                <a:stretch>
                  <a:fillRect l="-617"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AFA160-6B54-0CB5-5F59-044966E352A1}"/>
                  </a:ext>
                </a:extLst>
              </p:cNvPr>
              <p:cNvSpPr txBox="1"/>
              <p:nvPr/>
            </p:nvSpPr>
            <p:spPr>
              <a:xfrm>
                <a:off x="10761910" y="5482238"/>
                <a:ext cx="9882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layer 1</a:t>
                </a:r>
                <a:r>
                  <a:rPr lang="ko-KR" altLang="en-US" sz="1200"/>
                  <a:t>의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ko-KR" altLang="en-US" sz="1200"/>
                  <a:t> </a:t>
                </a:r>
                <a:endParaRPr lang="en-US" altLang="ko-KR" sz="1200"/>
              </a:p>
              <a:p>
                <a:r>
                  <a:rPr lang="en-US" altLang="ko-KR" sz="1200"/>
                  <a:t>8</a:t>
                </a:r>
                <a:r>
                  <a:rPr lang="ko-KR" altLang="en-US" sz="1200"/>
                  <a:t>가지 모두 계산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1AFA160-6B54-0CB5-5F59-044966E35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1910" y="5482238"/>
                <a:ext cx="988236" cy="646331"/>
              </a:xfrm>
              <a:prstGeom prst="rect">
                <a:avLst/>
              </a:prstGeom>
              <a:blipFill>
                <a:blip r:embed="rId5"/>
                <a:stretch>
                  <a:fillRect t="-943" b="-5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B35DBBA-1AED-1CB6-13EF-33B8EC0E2A79}"/>
              </a:ext>
            </a:extLst>
          </p:cNvPr>
          <p:cNvGraphicFramePr>
            <a:graphicFrameLocks noGrp="1"/>
          </p:cNvGraphicFramePr>
          <p:nvPr/>
        </p:nvGraphicFramePr>
        <p:xfrm>
          <a:off x="1491351" y="5134637"/>
          <a:ext cx="9146690" cy="154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335">
                  <a:extLst>
                    <a:ext uri="{9D8B030D-6E8A-4147-A177-3AD203B41FA5}">
                      <a16:colId xmlns:a16="http://schemas.microsoft.com/office/drawing/2014/main" val="1727971034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1214013033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1436888172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3937401763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3279849862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27205264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1795938228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617731010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2867609950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3318883158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918085861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255392436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3171105709"/>
                    </a:ext>
                  </a:extLst>
                </a:gridCol>
                <a:gridCol w="653335">
                  <a:extLst>
                    <a:ext uri="{9D8B030D-6E8A-4147-A177-3AD203B41FA5}">
                      <a16:colId xmlns:a16="http://schemas.microsoft.com/office/drawing/2014/main" val="1599087631"/>
                    </a:ext>
                  </a:extLst>
                </a:gridCol>
              </a:tblGrid>
              <a:tr h="77346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ko-KR" altLang="en-US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680200"/>
                  </a:ext>
                </a:extLst>
              </a:tr>
              <a:tr h="7734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/>
                        <a:t>2</a:t>
                      </a:r>
                      <a:endParaRPr lang="ko-KR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-10.71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</a:t>
                      </a:r>
                      <a:r>
                        <a:rPr lang="ko-KR" altLang="en-US" sz="1200"/>
                        <a:t>∞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-9.73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-8.81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</a:t>
                      </a:r>
                      <a:r>
                        <a:rPr lang="ko-KR" altLang="en-US" sz="1200"/>
                        <a:t>∞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-7.97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-</a:t>
                      </a:r>
                      <a:r>
                        <a:rPr lang="ko-KR" altLang="en-US" sz="1200"/>
                        <a:t>∞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-7.17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-</a:t>
                      </a:r>
                      <a:r>
                        <a:rPr lang="ko-KR" altLang="en-US" sz="1200"/>
                        <a:t>∞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-6.57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-6.87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</a:t>
                      </a:r>
                      <a:r>
                        <a:rPr lang="ko-KR" altLang="en-US" sz="1200"/>
                        <a:t>∞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/>
                        <a:t>-7.65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603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D46A994-7BE5-7B7B-74DE-3F99C78F95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719120" y="83958"/>
              <a:ext cx="8472880" cy="104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9110">
                      <a:extLst>
                        <a:ext uri="{9D8B030D-6E8A-4147-A177-3AD203B41FA5}">
                          <a16:colId xmlns:a16="http://schemas.microsoft.com/office/drawing/2014/main" val="77731866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3350988974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3583290409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586783520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270573519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126092517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929482135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968480621"/>
                        </a:ext>
                      </a:extLst>
                    </a:gridCol>
                  </a:tblGrid>
                  <a:tr h="4724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ko-KR" alt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</m:acc>
                              <m:r>
                                <a:rPr lang="en-US" altLang="ko-KR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</m:oMath>
                          </a14:m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 2</a:t>
                          </a:r>
                        </a:p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V= -5.68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-4.72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-3.78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-2.92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-2.18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-1.58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-1.12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-1.32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7183586"/>
                      </a:ext>
                    </a:extLst>
                  </a:tr>
                  <a:tr h="4724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ko-KR" altLang="en-US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</m:acc>
                              <m:r>
                                <a:rPr lang="en-US" altLang="ko-KR" sz="14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=</m:t>
                              </m:r>
                            </m:oMath>
                          </a14:m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 2</a:t>
                          </a:r>
                        </a:p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V= -5.03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-4.05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-3.13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-2.29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-1.49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-0.89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-1.19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>
                              <a:solidFill>
                                <a:schemeClr val="tx1"/>
                              </a:solidFill>
                            </a:rPr>
                            <a:t>-1.97</a:t>
                          </a:r>
                          <a:endParaRPr lang="ko-KR" altLang="en-US" sz="14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53399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D46A994-7BE5-7B7B-74DE-3F99C78F9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1870570"/>
                  </p:ext>
                </p:extLst>
              </p:nvPr>
            </p:nvGraphicFramePr>
            <p:xfrm>
              <a:off x="3719120" y="83958"/>
              <a:ext cx="8472880" cy="10497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59110">
                      <a:extLst>
                        <a:ext uri="{9D8B030D-6E8A-4147-A177-3AD203B41FA5}">
                          <a16:colId xmlns:a16="http://schemas.microsoft.com/office/drawing/2014/main" val="77731866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3350988974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3583290409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586783520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270573519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126092517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929482135"/>
                        </a:ext>
                      </a:extLst>
                    </a:gridCol>
                    <a:gridCol w="1059110">
                      <a:extLst>
                        <a:ext uri="{9D8B030D-6E8A-4147-A177-3AD203B41FA5}">
                          <a16:colId xmlns:a16="http://schemas.microsoft.com/office/drawing/2014/main" val="968480621"/>
                        </a:ext>
                      </a:extLst>
                    </a:gridCol>
                  </a:tblGrid>
                  <a:tr h="52489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75" t="-1149" r="-700575" b="-1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-4.72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-3.78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-2.92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-2.18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-1.58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-1.12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-1.32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7183586"/>
                      </a:ext>
                    </a:extLst>
                  </a:tr>
                  <a:tr h="52489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75" t="-102326" r="-700575" b="-116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-4.05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-3.13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-2.29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-1.49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11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-0.89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-1.19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</a:rPr>
                            <a:t>-1.97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853399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타원 17">
            <a:extLst>
              <a:ext uri="{FF2B5EF4-FFF2-40B4-BE49-F238E27FC236}">
                <a16:creationId xmlns:a16="http://schemas.microsoft.com/office/drawing/2014/main" id="{20F21E6E-B7D7-D85F-8A9F-1DA5964E7937}"/>
              </a:ext>
            </a:extLst>
          </p:cNvPr>
          <p:cNvSpPr/>
          <p:nvPr/>
        </p:nvSpPr>
        <p:spPr>
          <a:xfrm>
            <a:off x="2016578" y="3962854"/>
            <a:ext cx="726621" cy="7266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왼쪽으로 구부러짐 18">
            <a:extLst>
              <a:ext uri="{FF2B5EF4-FFF2-40B4-BE49-F238E27FC236}">
                <a16:creationId xmlns:a16="http://schemas.microsoft.com/office/drawing/2014/main" id="{6DBB0443-8325-6A7E-3B7B-4365673E2C63}"/>
              </a:ext>
            </a:extLst>
          </p:cNvPr>
          <p:cNvSpPr/>
          <p:nvPr/>
        </p:nvSpPr>
        <p:spPr>
          <a:xfrm>
            <a:off x="10787162" y="4814632"/>
            <a:ext cx="216976" cy="604433"/>
          </a:xfrm>
          <a:prstGeom prst="curved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9D163B4-82EC-E163-73D5-07518427AD65}"/>
              </a:ext>
            </a:extLst>
          </p:cNvPr>
          <p:cNvCxnSpPr/>
          <p:nvPr/>
        </p:nvCxnSpPr>
        <p:spPr>
          <a:xfrm>
            <a:off x="2379888" y="4689474"/>
            <a:ext cx="93891" cy="1218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9F740F5-9DB9-F34E-3035-26ECDD76BA2E}"/>
              </a:ext>
            </a:extLst>
          </p:cNvPr>
          <p:cNvCxnSpPr>
            <a:cxnSpLocks/>
          </p:cNvCxnSpPr>
          <p:nvPr/>
        </p:nvCxnSpPr>
        <p:spPr>
          <a:xfrm>
            <a:off x="2379883" y="4696723"/>
            <a:ext cx="1187910" cy="12113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746C189-9B41-23C0-8EF1-42CCCCA86CE0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379889" y="4689475"/>
            <a:ext cx="1774608" cy="1218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EE02E785-CA02-ECA2-4D12-7A40CAB40640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379889" y="4689475"/>
            <a:ext cx="3107418" cy="1218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6D2D207-0441-05BE-F78D-B6178F0C6A48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379889" y="4689475"/>
            <a:ext cx="4324806" cy="1218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557191A-CF9B-06D4-229E-A6EF78750B46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379889" y="4689475"/>
            <a:ext cx="5751740" cy="1218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AAA969C-CA76-A5E4-FACD-20AFBAE2467F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379889" y="4689475"/>
            <a:ext cx="6413047" cy="1218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8249A70-9F2A-1BB7-7B00-CC95367AE2C1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2379889" y="4689475"/>
            <a:ext cx="7703004" cy="1218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6E6DAFB1-9E54-53D2-0EA0-8589DD75C6B7}"/>
              </a:ext>
            </a:extLst>
          </p:cNvPr>
          <p:cNvSpPr/>
          <p:nvPr/>
        </p:nvSpPr>
        <p:spPr>
          <a:xfrm>
            <a:off x="624930" y="3180346"/>
            <a:ext cx="726621" cy="726621"/>
          </a:xfrm>
          <a:prstGeom prst="ellipse">
            <a:avLst/>
          </a:prstGeom>
          <a:noFill/>
          <a:ln>
            <a:solidFill>
              <a:srgbClr val="0066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FB57C04-4639-235D-F61F-3861808E71A6}"/>
              </a:ext>
            </a:extLst>
          </p:cNvPr>
          <p:cNvCxnSpPr>
            <a:cxnSpLocks/>
          </p:cNvCxnSpPr>
          <p:nvPr/>
        </p:nvCxnSpPr>
        <p:spPr>
          <a:xfrm>
            <a:off x="988240" y="3906127"/>
            <a:ext cx="1117397" cy="267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C67DC82-C148-0CB6-001E-25E7F13480CE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88241" y="3906967"/>
            <a:ext cx="2427556" cy="216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409C832-83FC-30F0-A9C5-7286D4559B94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88241" y="3906967"/>
            <a:ext cx="3176713" cy="190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8494E5F-831D-0488-06FA-197F9CA7D9D9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88241" y="3906967"/>
            <a:ext cx="4406682" cy="289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1495F1A1-5DFB-A293-9E6F-DAB31979148D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88241" y="3906967"/>
            <a:ext cx="5716454" cy="282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043AAFE-6767-FCFC-1261-6216C0B488E0}"/>
              </a:ext>
            </a:extLst>
          </p:cNvPr>
          <p:cNvCxnSpPr>
            <a:cxnSpLocks/>
          </p:cNvCxnSpPr>
          <p:nvPr/>
        </p:nvCxnSpPr>
        <p:spPr>
          <a:xfrm>
            <a:off x="988235" y="3879993"/>
            <a:ext cx="7038813" cy="284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D8C2A8B9-CB88-7312-688F-1B369E942827}"/>
              </a:ext>
            </a:extLst>
          </p:cNvPr>
          <p:cNvCxnSpPr>
            <a:cxnSpLocks/>
          </p:cNvCxnSpPr>
          <p:nvPr/>
        </p:nvCxnSpPr>
        <p:spPr>
          <a:xfrm>
            <a:off x="1012291" y="3922936"/>
            <a:ext cx="7717746" cy="263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4FAA074C-6EEE-CA21-8686-9B85FF466C8E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88241" y="3906967"/>
            <a:ext cx="9697899" cy="27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5D13A0-9C6F-152C-0E7D-84C62224FF56}"/>
                  </a:ext>
                </a:extLst>
              </p:cNvPr>
              <p:cNvSpPr txBox="1"/>
              <p:nvPr/>
            </p:nvSpPr>
            <p:spPr>
              <a:xfrm>
                <a:off x="7307057" y="1754389"/>
                <a:ext cx="4443089" cy="532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i: </a:t>
                </a:r>
                <a:r>
                  <a:rPr lang="ko-KR" altLang="en-US" sz="1400"/>
                  <a:t>레이어 번호</a:t>
                </a:r>
                <a:endParaRPr lang="en-US" altLang="ko-KR" sz="140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/>
                      <m:e>
                        <m:acc>
                          <m:accPr>
                            <m:chr m:val="̃"/>
                            <m:ctrlPr>
                              <a:rPr lang="ko-KR" alt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altLang="ko-KR" sz="1400"/>
                  <a:t>: </a:t>
                </a:r>
                <a:r>
                  <a:rPr lang="ko-KR" altLang="en-US" sz="1400"/>
                  <a:t>레이어 </a:t>
                </a:r>
                <a:r>
                  <a:rPr lang="en-US" altLang="ko-KR" sz="1400"/>
                  <a:t>1</a:t>
                </a:r>
                <a:r>
                  <a:rPr lang="ko-KR" altLang="en-US" sz="1400"/>
                  <a:t>부터 레이어 </a:t>
                </a:r>
                <a:r>
                  <a:rPr lang="en-US" altLang="ko-KR" sz="1400"/>
                  <a:t>i-1</a:t>
                </a:r>
                <a:r>
                  <a:rPr lang="ko-KR" altLang="en-US" sz="1400"/>
                  <a:t>까지 누적된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ko-KR" altLang="en-US" sz="1400"/>
                  <a:t> 값 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5D13A0-9C6F-152C-0E7D-84C62224F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7057" y="1754389"/>
                <a:ext cx="4443089" cy="532518"/>
              </a:xfrm>
              <a:prstGeom prst="rect">
                <a:avLst/>
              </a:prstGeom>
              <a:blipFill>
                <a:blip r:embed="rId7"/>
                <a:stretch>
                  <a:fillRect l="-5213" t="-17241" b="-931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3E8515-C684-E895-32E2-46C22B6801E9}"/>
                  </a:ext>
                </a:extLst>
              </p:cNvPr>
              <p:cNvSpPr txBox="1"/>
              <p:nvPr/>
            </p:nvSpPr>
            <p:spPr>
              <a:xfrm>
                <a:off x="1186544" y="1605075"/>
                <a:ext cx="6474392" cy="9727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/>
                            <m:e>
                              <m:acc>
                                <m:accPr>
                                  <m:chr m:val="̃"/>
                                  <m:ctrlPr>
                                    <a:rPr lang="ko-KR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</m:acc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̃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acc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/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ko-KR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</m:acc>
                                </m:e>
                              </m:nary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3E8515-C684-E895-32E2-46C22B6801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6544" y="1605075"/>
                <a:ext cx="6474392" cy="9727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633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623F50D-6E5D-49C3-5174-AF01EB796E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Phase 2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dirty="0"/>
                  <a:t> )</a:t>
                </a:r>
                <a:endParaRPr lang="ko-KR" altLang="en-US" dirty="0"/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623F50D-6E5D-49C3-5174-AF01EB796E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CC3A3E-0FDA-1FFB-29E6-224A64F9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54C759-7430-F230-3399-7E9957DD4DAE}"/>
                  </a:ext>
                </a:extLst>
              </p:cNvPr>
              <p:cNvSpPr txBox="1"/>
              <p:nvPr/>
            </p:nvSpPr>
            <p:spPr>
              <a:xfrm>
                <a:off x="1077687" y="1393985"/>
                <a:ext cx="98624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b="1" dirty="0"/>
                  <a:t>  </a:t>
                </a:r>
                <a:r>
                  <a:rPr lang="ko-KR" altLang="en-US" dirty="0"/>
                  <a:t>일 때의 </a:t>
                </a:r>
                <a:r>
                  <a:rPr lang="en-US" altLang="ko-KR" dirty="0"/>
                  <a:t>[16,8] </a:t>
                </a:r>
                <a:r>
                  <a:rPr lang="ko-KR" altLang="en-US" dirty="0"/>
                  <a:t>선호도 확률을 이용해서 </a:t>
                </a:r>
                <a:r>
                  <a:rPr lang="en-US" altLang="ko-KR" dirty="0"/>
                  <a:t>Phase 2 </a:t>
                </a:r>
                <a:r>
                  <a:rPr lang="ko-KR" altLang="en-US" dirty="0"/>
                  <a:t>진행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/>
                  <a:t>Weight Storage Constraint : 7Mbit / 6Mbit / 5Mbit / 4.5Mbit / 3.5Mbit / 2Mbit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Constraint : 0.2G / 0.1G / 0.08G / 0.06G / 0.05G / 0.04G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754C759-7430-F230-3399-7E9957DD4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687" y="1393985"/>
                <a:ext cx="9862456" cy="1477328"/>
              </a:xfrm>
              <a:prstGeom prst="rect">
                <a:avLst/>
              </a:prstGeom>
              <a:blipFill>
                <a:blip r:embed="rId4"/>
                <a:stretch>
                  <a:fillRect l="-556" t="-2479" b="-57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8FAB70B7-39F7-9577-ABEE-976DBCC7D1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004082"/>
                  </p:ext>
                </p:extLst>
              </p:nvPr>
            </p:nvGraphicFramePr>
            <p:xfrm>
              <a:off x="2767994" y="3429000"/>
              <a:ext cx="5257200" cy="29372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8021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605193014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060047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6551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=5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91.26%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=4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91.11%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=3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90.40%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=2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89.31%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2.44Mbit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8084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1" dirty="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ko-KR" dirty="0"/>
                            <a:t>=1</a:t>
                          </a:r>
                          <a:endParaRPr lang="ko-KR" altLang="en-US" b="1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85.62%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1.22Mbit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0.039G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23063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8FAB70B7-39F7-9577-ABEE-976DBCC7D1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5004082"/>
                  </p:ext>
                </p:extLst>
              </p:nvPr>
            </p:nvGraphicFramePr>
            <p:xfrm>
              <a:off x="2767994" y="3429000"/>
              <a:ext cx="5257200" cy="29372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8021">
                      <a:extLst>
                        <a:ext uri="{9D8B030D-6E8A-4147-A177-3AD203B41FA5}">
                          <a16:colId xmlns:a16="http://schemas.microsoft.com/office/drawing/2014/main" val="2256037609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605193014"/>
                        </a:ext>
                      </a:extLst>
                    </a:gridCol>
                    <a:gridCol w="1234566">
                      <a:extLst>
                        <a:ext uri="{9D8B030D-6E8A-4147-A177-3AD203B41FA5}">
                          <a16:colId xmlns:a16="http://schemas.microsoft.com/office/drawing/2014/main" val="2185725829"/>
                        </a:ext>
                      </a:extLst>
                    </a:gridCol>
                    <a:gridCol w="1060047">
                      <a:extLst>
                        <a:ext uri="{9D8B030D-6E8A-4147-A177-3AD203B41FA5}">
                          <a16:colId xmlns:a16="http://schemas.microsoft.com/office/drawing/2014/main" val="2834237975"/>
                        </a:ext>
                      </a:extLst>
                    </a:gridCol>
                  </a:tblGrid>
                  <a:tr h="65510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dirty="0">
                              <a:solidFill>
                                <a:schemeClr val="tx1"/>
                              </a:solidFill>
                            </a:rPr>
                            <a:t>                     </a:t>
                          </a:r>
                        </a:p>
                        <a:p>
                          <a:pPr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Model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Accuracy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Weight storage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Bit-OPs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2533574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BNN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11.0Mbit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0.578G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83909041"/>
                      </a:ext>
                    </a:extLst>
                  </a:tr>
                  <a:tr h="409539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268657" r="-204577" b="-382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91.26%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b="0" dirty="0">
                              <a:solidFill>
                                <a:schemeClr val="tx1"/>
                              </a:solidFill>
                            </a:rPr>
                            <a:t>6.10Mbit</a:t>
                          </a:r>
                          <a:endParaRPr lang="ko-KR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0.164G</a:t>
                          </a:r>
                          <a:endParaRPr lang="ko-KR" altLang="en-US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953181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404918" r="-204577" b="-3196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91.11%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4.88Mbit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0.097G</a:t>
                          </a:r>
                          <a:endParaRPr lang="ko-KR" altLang="en-US" b="1" i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0828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513333" r="-204577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90.40%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3.66Mbit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0.064G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13647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613333" r="-20457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89.31%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2.44Mbit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0.047G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28084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2" t="-713333" r="-204577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85.62%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1.22Mbit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0.039G</a:t>
                          </a:r>
                          <a:endParaRPr lang="ko-KR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023063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9E94B3-E4D5-AC87-5C2D-D98AE393042F}"/>
                  </a:ext>
                </a:extLst>
              </p:cNvPr>
              <p:cNvSpPr txBox="1"/>
              <p:nvPr/>
            </p:nvSpPr>
            <p:spPr>
              <a:xfrm>
                <a:off x="907324" y="863604"/>
                <a:ext cx="9532620" cy="3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+  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9E94B3-E4D5-AC87-5C2D-D98AE3930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24" y="863604"/>
                <a:ext cx="9532620" cy="378950"/>
              </a:xfrm>
              <a:prstGeom prst="rect">
                <a:avLst/>
              </a:prstGeom>
              <a:blipFill>
                <a:blip r:embed="rId6"/>
                <a:stretch>
                  <a:fillRect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414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EB261-A422-F1FE-B7BE-D5304F39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510EF1-7AFA-32CA-92F2-7A1E7190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612287-F3F4-473E-F4EE-2724C1BE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3ED20B2-2710-B393-8A8B-71BF606E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25192"/>
              </p:ext>
            </p:extLst>
          </p:nvPr>
        </p:nvGraphicFramePr>
        <p:xfrm>
          <a:off x="373380" y="863604"/>
          <a:ext cx="11445240" cy="5650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50">
                  <a:extLst>
                    <a:ext uri="{9D8B030D-6E8A-4147-A177-3AD203B41FA5}">
                      <a16:colId xmlns:a16="http://schemas.microsoft.com/office/drawing/2014/main" val="2256037609"/>
                    </a:ext>
                  </a:extLst>
                </a:gridCol>
                <a:gridCol w="5537129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834237975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</a:p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Hardware Constraint</a:t>
                      </a:r>
                      <a:endParaRPr lang="ko-KR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Bit-OPs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[7, 6, 7, 5, 6, 6, 4, 5, 3, 3, 5, 3, 5, 5, 4, 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91.18%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4.76Mbit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0.293G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4.5Mbit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[7, 6, 7, 5, 5, 6, 3, 5, 3, 3, 5, 3, 5, 4, 4,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90.95%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4.47Mbit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0.285G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3.5Mbit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[7, 6, 7, 5, 6, 6, 4, 5, 3, 3, 5, 3, 5, 2,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90.91%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3.45Mbit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0.29G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2Mbit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[7, 6, 7, 5, 6, 6, 3, 5, 3, 3, 3, 3, 1, 1,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90.33%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1.99Mbit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0.283G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[6, 6, 6, 4, 6, 5, 4, 5, 3, 3, 5, 3, 5, 5, 4, 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91.25%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4.73Mbit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0.199G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09318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[4, 4, 4, 4, 5, 5, 3, 4, 3, 3, 4, 3, 5, 5, 4, 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91.23%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0.0996G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21543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[4, 3, 4, 3, 4, 4, 3, 3, 3, 3, 4, 3, 5, 4, 4,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90.96%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4.29Mbit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0.0795G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08881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3, 2, 4, 3, 3, 3, 3, 3, 3, 3, 5, 4, 4,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90.50%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4.18Mbit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0.0594G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5376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2, 1, 3, 2, 2, 2, 3, 3, 2, 3, 5, 3, 3,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89.48%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3.53Mbit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0.0494G 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0171"/>
                  </a:ext>
                </a:extLst>
              </a:tr>
              <a:tr h="3699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[1, 1, 1, 1, 1, 1, 1, 1, 1, 1, 2, 2, 3, 2, 2,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87.11%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2.4Mbit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0.0398G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14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04B4A-ACD4-116E-0CBD-627639DC110E}"/>
                  </a:ext>
                </a:extLst>
              </p:cNvPr>
              <p:cNvSpPr txBox="1"/>
              <p:nvPr/>
            </p:nvSpPr>
            <p:spPr>
              <a:xfrm>
                <a:off x="3382637" y="388142"/>
                <a:ext cx="740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04B4A-ACD4-116E-0CBD-627639DC1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637" y="388142"/>
                <a:ext cx="7405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4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CD509-D909-4600-C611-CFBD84E9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CB45A-C8C7-7DA4-718C-4B7EBC37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D825BFD-7932-4F4E-7E6D-4D85F19A3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941654"/>
              </p:ext>
            </p:extLst>
          </p:nvPr>
        </p:nvGraphicFramePr>
        <p:xfrm>
          <a:off x="373380" y="863604"/>
          <a:ext cx="11445240" cy="569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50">
                  <a:extLst>
                    <a:ext uri="{9D8B030D-6E8A-4147-A177-3AD203B41FA5}">
                      <a16:colId xmlns:a16="http://schemas.microsoft.com/office/drawing/2014/main" val="2256037609"/>
                    </a:ext>
                  </a:extLst>
                </a:gridCol>
                <a:gridCol w="5537129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834237975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</a:p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Hardware Constraint</a:t>
                      </a:r>
                      <a:endParaRPr lang="ko-KR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Bit-OPs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[3, 3, 2, 2, 4, 5, 3, 3, 5, 6, 4, 5, 5, 5, 5, 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90.51%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5.47Mbit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0.086G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[3, 3, 2, 2, 4, 5, 3, 3, 5, 6, 4, 5, 5, 4, 4, 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90.22%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4.94Mbit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0.084G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4.5Mbit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[3, 3, 2, 2, 4, 5, 3, 3, 5, 6, 4, 5, 5, 3, 3, 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90.52%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4.42Mbit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0.083G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3.5Mbit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[3, 3, 2, 2, 4, 4, 3, 3, 5, 5, 4, 4, 5, 2, 3,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90.72%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3.48Mbit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0.070G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2Mbit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[3, 3, 2, 2, 4, 4, 3, 3, 5, 4, 4, 2, 1, 1,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90.09%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1.98Mbit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[3, 3, 2, 2, 4, 5, 3, 3, 5, 6, 4, 5, 5, 5, 5, 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91.01%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5.47Mbit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0.086G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33895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750488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[3, 2, 2, 2, 4, 4, 3, 3, 5, 6, 4, 5, 5, 5, 5, 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91.05%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5.45Mbit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0.0792G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0410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2, 1, 3, 3, 3, 3, 5, 4, 4, 2, 5, 5, 4, 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90.30%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4.82Mbit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0.0597G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12975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1, 1, 1, 3, 2, 2, 2, 4, 3, 3, 3, 5, 4, 4, 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89.56%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4.40Mbit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0.0496G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707408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[1, 1, 1, 1, 1, 1, 1, 1, 2, 1, 1, 1, 4, 2, 3,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86.86%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2.43Mbit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0.0398G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712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417C4C-3F40-3990-8AE5-C5FB8FEC83E0}"/>
                  </a:ext>
                </a:extLst>
              </p:cNvPr>
              <p:cNvSpPr txBox="1"/>
              <p:nvPr/>
            </p:nvSpPr>
            <p:spPr>
              <a:xfrm>
                <a:off x="3397393" y="388142"/>
                <a:ext cx="740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417C4C-3F40-3990-8AE5-C5FB8FEC8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93" y="388142"/>
                <a:ext cx="7405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01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34C3-3A94-35BE-1ACF-BE920A4A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F4D2E-62AF-90A1-8C55-104BE148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02E90E-A45D-45FA-37C7-FB6A43CB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B92705-A101-30CF-1CDA-A8C9A7BC6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6006"/>
              </p:ext>
            </p:extLst>
          </p:nvPr>
        </p:nvGraphicFramePr>
        <p:xfrm>
          <a:off x="373380" y="863604"/>
          <a:ext cx="11445240" cy="569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50">
                  <a:extLst>
                    <a:ext uri="{9D8B030D-6E8A-4147-A177-3AD203B41FA5}">
                      <a16:colId xmlns:a16="http://schemas.microsoft.com/office/drawing/2014/main" val="2256037609"/>
                    </a:ext>
                  </a:extLst>
                </a:gridCol>
                <a:gridCol w="5537129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834237975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</a:p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Hardware Constraint</a:t>
                      </a:r>
                      <a:endParaRPr lang="ko-KR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Bit-OPs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[2, 2, 2, 2, 2, 4, 3, 4, 6, 7, 6, 6, 7, 6, 4, 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90.52%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6.79Mbit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0.110G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[2, 2, 2, 2, 2, 4, 3, 4, 6, 6, 6, 6, 7, 4, 3, 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90.43%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5.94Mbit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0.096G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2, 2, 2, 4, 3, 4, 6, 6, 5, 6, 6, 2, 2, 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90.40%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4.95Mbit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0.088G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4.5Mbit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1, 2, 1, 4, 3, 4, 6, 6, 6, 6, 6, 1, 1, 6]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90.05%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4.48Mbit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0.091G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3.5Mbit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2, 2, 2, 4, 3, 4, 6, 6, 6, 6, 6, 1, 1, 2]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90.17%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3.44Mbit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2Mbit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2, 1, 2, 1, 4, 3, 4, 6, 3, 4, 3, 1, 1,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89.74%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1.99Mbit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[2, 2, 2, 2, 2, 4, 3, 4, 6, 7, 6, 6, 7, 7, 5, 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90.68%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7.31Mbit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 0.116G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433895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[2, 2, 1, 2, 2, 4, 3, 4, 6, 6, 5, 6, 7, 7, 4, 6]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90.48%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6.92Mbit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0.0992G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750488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1, 1, 2, 2, 3, 3, 4, 6, 5, 5, 5, 6, 6, 4, 6]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89.94%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6.37Mbit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0.0792G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93181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[2, 1, 1, 1, 2, 3, 2, 3, 5, 4, 4, 4, 6, 5, 3, 5]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90.12%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5.32Mbit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0.0597G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12975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[1, 1, 1, 1, 2, 2, 2, 2, 4, 3, 3, 3, 5, 4, 4, 5]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89.47%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4.917Mbit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0.0496G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707408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[1, 1, 1, 1, 1, 1, 1, 1, 2, 1, 1, 2, 3, 2, 1, 3]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87.10%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2.37Mbit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0.0398G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712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0B77E9-A878-3477-B312-8ADA4DA3C854}"/>
                  </a:ext>
                </a:extLst>
              </p:cNvPr>
              <p:cNvSpPr txBox="1"/>
              <p:nvPr/>
            </p:nvSpPr>
            <p:spPr>
              <a:xfrm>
                <a:off x="3397393" y="388142"/>
                <a:ext cx="740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0B77E9-A878-3477-B312-8ADA4DA3C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393" y="388142"/>
                <a:ext cx="74059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94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04E27CA9-05CB-341B-B292-9E7D7F3239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Weight Storage</a:t>
                </a:r>
                <a:r>
                  <a:rPr lang="ko-KR" altLang="en-US"/>
                  <a:t> 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04E27CA9-05CB-341B-B292-9E7D7F323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F68AEA-1795-1EA0-2E64-B7702930D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291815C-0277-2D3E-C7FB-861498690427}"/>
              </a:ext>
            </a:extLst>
          </p:cNvPr>
          <p:cNvGrpSpPr/>
          <p:nvPr/>
        </p:nvGrpSpPr>
        <p:grpSpPr>
          <a:xfrm>
            <a:off x="170552" y="806374"/>
            <a:ext cx="5400000" cy="2880000"/>
            <a:chOff x="1473933" y="816363"/>
            <a:chExt cx="9018073" cy="586519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3EC328A-14F9-874D-1CFF-A73184BAA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933" y="816363"/>
              <a:ext cx="8633447" cy="586519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F52B195-3E16-5BDB-3C57-A591E2643D19}"/>
                    </a:ext>
                  </a:extLst>
                </p:cNvPr>
                <p:cNvSpPr txBox="1"/>
                <p:nvPr/>
              </p:nvSpPr>
              <p:spPr>
                <a:xfrm>
                  <a:off x="9202048" y="1601103"/>
                  <a:ext cx="128995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6.10Mbit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F52B195-3E16-5BDB-3C57-A591E2643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02048" y="1601103"/>
                  <a:ext cx="1289958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576DEF0-CD19-975D-F351-3048C0402926}"/>
                    </a:ext>
                  </a:extLst>
                </p:cNvPr>
                <p:cNvSpPr txBox="1"/>
                <p:nvPr/>
              </p:nvSpPr>
              <p:spPr>
                <a:xfrm>
                  <a:off x="7705263" y="1794324"/>
                  <a:ext cx="128995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4.88Mbit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576DEF0-CD19-975D-F351-3048C0402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5263" y="1794324"/>
                  <a:ext cx="1289958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108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52752D-EC06-7DB6-0987-708D59C8E148}"/>
                </a:ext>
              </a:extLst>
            </p:cNvPr>
            <p:cNvSpPr txBox="1"/>
            <p:nvPr/>
          </p:nvSpPr>
          <p:spPr>
            <a:xfrm>
              <a:off x="7215404" y="1073327"/>
              <a:ext cx="12899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4.76Mbit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91.18%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0EE35D-6C97-9975-6644-5A48A4051037}"/>
                </a:ext>
              </a:extLst>
            </p:cNvPr>
            <p:cNvSpPr txBox="1"/>
            <p:nvPr/>
          </p:nvSpPr>
          <p:spPr>
            <a:xfrm>
              <a:off x="6277513" y="1275658"/>
              <a:ext cx="12899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4.47Mbit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0BBA73D-F2FC-C5C6-A5F3-9FAFAF3C5571}"/>
                    </a:ext>
                  </a:extLst>
                </p:cNvPr>
                <p:cNvSpPr txBox="1"/>
                <p:nvPr/>
              </p:nvSpPr>
              <p:spPr>
                <a:xfrm>
                  <a:off x="6181270" y="2348322"/>
                  <a:ext cx="128995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3.66Mbit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0BBA73D-F2FC-C5C6-A5F3-9FAFAF3C5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1270" y="2348322"/>
                  <a:ext cx="1289958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108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2382CA-5600-9A3F-3154-B3F3F024F97A}"/>
                </a:ext>
              </a:extLst>
            </p:cNvPr>
            <p:cNvSpPr txBox="1"/>
            <p:nvPr/>
          </p:nvSpPr>
          <p:spPr>
            <a:xfrm>
              <a:off x="5041157" y="1341493"/>
              <a:ext cx="12899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3.45Mbit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D18ABFB-9006-D530-1686-970B1082F928}"/>
                </a:ext>
              </a:extLst>
            </p:cNvPr>
            <p:cNvSpPr txBox="1"/>
            <p:nvPr/>
          </p:nvSpPr>
          <p:spPr>
            <a:xfrm>
              <a:off x="3196226" y="1714060"/>
              <a:ext cx="1289958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1.99Mbit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90.33%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CE27A1F-9807-0594-4313-E50CC993B460}"/>
                    </a:ext>
                  </a:extLst>
                </p:cNvPr>
                <p:cNvSpPr txBox="1"/>
                <p:nvPr/>
              </p:nvSpPr>
              <p:spPr>
                <a:xfrm>
                  <a:off x="4583782" y="3055979"/>
                  <a:ext cx="128995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2.44Mbit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CE27A1F-9807-0594-4313-E50CC993B4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3782" y="3055979"/>
                  <a:ext cx="1289958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108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4EFB641-9AA0-5165-98A7-A5E93047B8AB}"/>
                    </a:ext>
                  </a:extLst>
                </p:cNvPr>
                <p:cNvSpPr txBox="1"/>
                <p:nvPr/>
              </p:nvSpPr>
              <p:spPr>
                <a:xfrm>
                  <a:off x="3121697" y="5256804"/>
                  <a:ext cx="1289958" cy="461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1.22Mbit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4EFB641-9AA0-5165-98A7-A5E93047B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697" y="5256804"/>
                  <a:ext cx="1289958" cy="461666"/>
                </a:xfrm>
                <a:prstGeom prst="rect">
                  <a:avLst/>
                </a:prstGeom>
                <a:blipFill>
                  <a:blip r:embed="rId9"/>
                  <a:stretch>
                    <a:fillRect b="-1108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0F6C5C3-F427-CEE0-BE21-7DAF747C3FE5}"/>
              </a:ext>
            </a:extLst>
          </p:cNvPr>
          <p:cNvGrpSpPr/>
          <p:nvPr/>
        </p:nvGrpSpPr>
        <p:grpSpPr>
          <a:xfrm>
            <a:off x="6326916" y="863604"/>
            <a:ext cx="5400000" cy="2880000"/>
            <a:chOff x="5705586" y="1082746"/>
            <a:chExt cx="4919566" cy="3135949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EB4C537-D815-0D9C-7622-22086C16E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5586" y="1082746"/>
              <a:ext cx="4616056" cy="313594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59E183B-50A1-2B61-F764-E3DC2E2CCFE3}"/>
                    </a:ext>
                  </a:extLst>
                </p:cNvPr>
                <p:cNvSpPr txBox="1"/>
                <p:nvPr/>
              </p:nvSpPr>
              <p:spPr>
                <a:xfrm>
                  <a:off x="9852728" y="1219096"/>
                  <a:ext cx="772424" cy="255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6.10Mbit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59E183B-50A1-2B61-F764-E3DC2E2CCF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2728" y="1219096"/>
                  <a:ext cx="772424" cy="255029"/>
                </a:xfrm>
                <a:prstGeom prst="rect">
                  <a:avLst/>
                </a:prstGeom>
                <a:blipFill>
                  <a:blip r:embed="rId11"/>
                  <a:stretch>
                    <a:fillRect b="-10526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6CCEBE6-1D96-DC6A-33BE-2D2DD1EFE71E}"/>
                    </a:ext>
                  </a:extLst>
                </p:cNvPr>
                <p:cNvSpPr txBox="1"/>
                <p:nvPr/>
              </p:nvSpPr>
              <p:spPr>
                <a:xfrm>
                  <a:off x="8978791" y="1185517"/>
                  <a:ext cx="772424" cy="255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4.88Mbit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6CCEBE6-1D96-DC6A-33BE-2D2DD1EFE7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791" y="1185517"/>
                  <a:ext cx="772424" cy="255029"/>
                </a:xfrm>
                <a:prstGeom prst="rect">
                  <a:avLst/>
                </a:prstGeom>
                <a:blipFill>
                  <a:blip r:embed="rId12"/>
                  <a:stretch>
                    <a:fillRect b="-10526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2309EA-C785-F310-C64F-43DFCDD510AE}"/>
                </a:ext>
              </a:extLst>
            </p:cNvPr>
            <p:cNvSpPr txBox="1"/>
            <p:nvPr/>
          </p:nvSpPr>
          <p:spPr>
            <a:xfrm>
              <a:off x="9457756" y="1693267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5.47Mbit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90.51%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9AB8E0-1074-60E5-87C8-E3C9A013F0D3}"/>
                </a:ext>
              </a:extLst>
            </p:cNvPr>
            <p:cNvSpPr txBox="1"/>
            <p:nvPr/>
          </p:nvSpPr>
          <p:spPr>
            <a:xfrm>
              <a:off x="8928328" y="2009723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4.94Mbit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90.22%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5CE41B-0668-8BF8-5C5C-BF5BA2162F4F}"/>
                </a:ext>
              </a:extLst>
            </p:cNvPr>
            <p:cNvSpPr txBox="1"/>
            <p:nvPr/>
          </p:nvSpPr>
          <p:spPr>
            <a:xfrm>
              <a:off x="8430282" y="1888792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4.42Mbit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90.52%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E660609-8C78-EB42-FAF8-085F685094BD}"/>
                    </a:ext>
                  </a:extLst>
                </p:cNvPr>
                <p:cNvSpPr txBox="1"/>
                <p:nvPr/>
              </p:nvSpPr>
              <p:spPr>
                <a:xfrm>
                  <a:off x="7952608" y="1893694"/>
                  <a:ext cx="772424" cy="255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3.66Mbit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E660609-8C78-EB42-FAF8-085F68509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2608" y="1893694"/>
                  <a:ext cx="772424" cy="255029"/>
                </a:xfrm>
                <a:prstGeom prst="rect">
                  <a:avLst/>
                </a:prstGeom>
                <a:blipFill>
                  <a:blip r:embed="rId13"/>
                  <a:stretch>
                    <a:fillRect b="-10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44CA1B1-2F85-61F8-CD99-A94A8112A364}"/>
                </a:ext>
              </a:extLst>
            </p:cNvPr>
            <p:cNvSpPr txBox="1"/>
            <p:nvPr/>
          </p:nvSpPr>
          <p:spPr>
            <a:xfrm>
              <a:off x="7522648" y="1333899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3.48Mbit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90.72%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DD1341-28B9-6D82-7469-B2C7B9E2BA4F}"/>
                </a:ext>
              </a:extLst>
            </p:cNvPr>
            <p:cNvSpPr txBox="1"/>
            <p:nvPr/>
          </p:nvSpPr>
          <p:spPr>
            <a:xfrm>
              <a:off x="6546928" y="1610883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1.98Mbit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90.09%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A86AFBA-DC89-0B2C-80E9-8A97FA690C46}"/>
                    </a:ext>
                  </a:extLst>
                </p:cNvPr>
                <p:cNvSpPr txBox="1"/>
                <p:nvPr/>
              </p:nvSpPr>
              <p:spPr>
                <a:xfrm>
                  <a:off x="7305098" y="2327474"/>
                  <a:ext cx="772424" cy="2550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2.44Mbit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0A86AFBA-DC89-0B2C-80E9-8A97FA690C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098" y="2327474"/>
                  <a:ext cx="772424" cy="255029"/>
                </a:xfrm>
                <a:prstGeom prst="rect">
                  <a:avLst/>
                </a:prstGeom>
                <a:blipFill>
                  <a:blip r:embed="rId14"/>
                  <a:stretch>
                    <a:fillRect b="-10526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E506F48-45F0-C1A1-5066-406C3FAC1D82}"/>
                    </a:ext>
                  </a:extLst>
                </p:cNvPr>
                <p:cNvSpPr txBox="1"/>
                <p:nvPr/>
              </p:nvSpPr>
              <p:spPr>
                <a:xfrm>
                  <a:off x="6618229" y="3273084"/>
                  <a:ext cx="772424" cy="2550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1.22Mbit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4E506F48-45F0-C1A1-5066-406C3FAC1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229" y="3273084"/>
                  <a:ext cx="772424" cy="255030"/>
                </a:xfrm>
                <a:prstGeom prst="rect">
                  <a:avLst/>
                </a:prstGeom>
                <a:blipFill>
                  <a:blip r:embed="rId15"/>
                  <a:stretch>
                    <a:fillRect b="-10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41EED194-6E59-7C94-EE97-67AEEACA88CE}"/>
              </a:ext>
            </a:extLst>
          </p:cNvPr>
          <p:cNvGrpSpPr/>
          <p:nvPr/>
        </p:nvGrpSpPr>
        <p:grpSpPr>
          <a:xfrm>
            <a:off x="134260" y="3785725"/>
            <a:ext cx="5400000" cy="2880000"/>
            <a:chOff x="4595164" y="2019959"/>
            <a:chExt cx="7204876" cy="4894683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F9547808-8B96-1760-44D3-123BAAA4A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5164" y="2019959"/>
              <a:ext cx="7204876" cy="4894683"/>
            </a:xfrm>
            <a:prstGeom prst="rect">
              <a:avLst/>
            </a:prstGeom>
          </p:spPr>
        </p:pic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9F3D7196-AE2F-64AD-0682-D15BBB86CC27}"/>
                </a:ext>
              </a:extLst>
            </p:cNvPr>
            <p:cNvGrpSpPr/>
            <p:nvPr/>
          </p:nvGrpSpPr>
          <p:grpSpPr>
            <a:xfrm>
              <a:off x="5915949" y="2209389"/>
              <a:ext cx="5884091" cy="3673350"/>
              <a:chOff x="5915949" y="2209389"/>
              <a:chExt cx="5884091" cy="367335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84E1909-62BA-896A-B181-A3FBF9EA2FC4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2873" y="2209389"/>
                    <a:ext cx="847856" cy="2342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ko-KR" alt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a14:m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=5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6.10Mbit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91.26%</a:t>
                    </a:r>
                    <a:endParaRPr lang="ko-KR" altLang="en-US" sz="8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E84E1909-62BA-896A-B181-A3FBF9EA2F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12873" y="2209389"/>
                    <a:ext cx="847856" cy="23421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23913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18873CE-690A-0A7A-BE7F-4D20A23980F8}"/>
                      </a:ext>
                    </a:extLst>
                  </p:cNvPr>
                  <p:cNvSpPr txBox="1"/>
                  <p:nvPr/>
                </p:nvSpPr>
                <p:spPr>
                  <a:xfrm>
                    <a:off x="9303205" y="2259445"/>
                    <a:ext cx="847856" cy="2342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ko-KR" alt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a14:m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=4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4.88Mbit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91.11%</a:t>
                    </a:r>
                    <a:endParaRPr lang="ko-KR" altLang="en-US" sz="8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918873CE-690A-0A7A-BE7F-4D20A23980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03205" y="2259445"/>
                    <a:ext cx="847856" cy="23421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23913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A48E49A4-5C1E-4469-FC72-14B9BEBE435B}"/>
                      </a:ext>
                    </a:extLst>
                  </p:cNvPr>
                  <p:cNvSpPr txBox="1"/>
                  <p:nvPr/>
                </p:nvSpPr>
                <p:spPr>
                  <a:xfrm>
                    <a:off x="8062240" y="2531810"/>
                    <a:ext cx="847856" cy="23421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ko-KR" alt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a14:m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=3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3.66Mbit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90.40%</a:t>
                    </a:r>
                    <a:endParaRPr lang="ko-KR" altLang="en-US" sz="8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A48E49A4-5C1E-4469-FC72-14B9BEBE43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62240" y="2531810"/>
                    <a:ext cx="847856" cy="23421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23913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9886D6E-BD1D-A06B-95CF-BD6685006CF7}"/>
                      </a:ext>
                    </a:extLst>
                  </p:cNvPr>
                  <p:cNvSpPr txBox="1"/>
                  <p:nvPr/>
                </p:nvSpPr>
                <p:spPr>
                  <a:xfrm>
                    <a:off x="5942635" y="5656046"/>
                    <a:ext cx="772424" cy="2266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ko-KR" alt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a14:m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=1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1.22Mbit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85.62%</a:t>
                    </a:r>
                    <a:endParaRPr lang="ko-KR" altLang="en-US" sz="8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79886D6E-BD1D-A06B-95CF-BD6685006C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42635" y="5656046"/>
                    <a:ext cx="772424" cy="226693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25454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84369C5-B16A-1AB2-8DA9-893FC0989694}"/>
                      </a:ext>
                    </a:extLst>
                  </p:cNvPr>
                  <p:cNvSpPr txBox="1"/>
                  <p:nvPr/>
                </p:nvSpPr>
                <p:spPr>
                  <a:xfrm>
                    <a:off x="6896399" y="4001944"/>
                    <a:ext cx="772424" cy="22669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ko-KR" altLang="en-US" sz="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a14:m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=2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2.44Mbit</a:t>
                    </a:r>
                  </a:p>
                  <a:p>
                    <a:r>
                      <a:rPr lang="en-US" altLang="ko-KR" sz="800" dirty="0">
                        <a:solidFill>
                          <a:srgbClr val="FF0000"/>
                        </a:solidFill>
                      </a:rPr>
                      <a:t>89.31%</a:t>
                    </a:r>
                    <a:endParaRPr lang="ko-KR" altLang="en-US" sz="8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384369C5-B16A-1AB2-8DA9-893FC09896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6399" y="4001944"/>
                    <a:ext cx="772424" cy="22669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254545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8DA1BC-AA62-5BB6-F40D-CDCC89DF5CA2}"/>
                  </a:ext>
                </a:extLst>
              </p:cNvPr>
              <p:cNvSpPr txBox="1"/>
              <p:nvPr/>
            </p:nvSpPr>
            <p:spPr>
              <a:xfrm>
                <a:off x="11027616" y="3259723"/>
                <a:ext cx="7724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6.79Mbit</a:t>
                </a:r>
              </a:p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90.52%</a:t>
                </a:r>
                <a:endParaRPr lang="ko-KR" altLang="en-US" sz="8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61585EB-03A0-3508-EB2A-99E192AAF604}"/>
                  </a:ext>
                </a:extLst>
              </p:cNvPr>
              <p:cNvSpPr txBox="1"/>
              <p:nvPr/>
            </p:nvSpPr>
            <p:spPr>
              <a:xfrm>
                <a:off x="10242238" y="3307073"/>
                <a:ext cx="7724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5.94Mbit</a:t>
                </a:r>
              </a:p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90.43%</a:t>
                </a:r>
                <a:endParaRPr lang="ko-KR" altLang="en-US" sz="8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73358D9-20C4-C7CB-F080-2FF99B6DCA96}"/>
                  </a:ext>
                </a:extLst>
              </p:cNvPr>
              <p:cNvSpPr txBox="1"/>
              <p:nvPr/>
            </p:nvSpPr>
            <p:spPr>
              <a:xfrm>
                <a:off x="9378638" y="3307073"/>
                <a:ext cx="7724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4.95Mbit</a:t>
                </a:r>
              </a:p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90.40%</a:t>
                </a:r>
                <a:endParaRPr lang="ko-KR" altLang="en-US" sz="8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A02C166-C86B-21A2-DBAF-4A238CA12C4A}"/>
                  </a:ext>
                </a:extLst>
              </p:cNvPr>
              <p:cNvSpPr txBox="1"/>
              <p:nvPr/>
            </p:nvSpPr>
            <p:spPr>
              <a:xfrm>
                <a:off x="8717055" y="3582431"/>
                <a:ext cx="7724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4.48Mbit</a:t>
                </a:r>
              </a:p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90.05%</a:t>
                </a:r>
                <a:endParaRPr lang="ko-KR" altLang="en-US" sz="8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5C3EBBC-81AD-CC7B-1434-DA04214E5416}"/>
                  </a:ext>
                </a:extLst>
              </p:cNvPr>
              <p:cNvSpPr txBox="1"/>
              <p:nvPr/>
            </p:nvSpPr>
            <p:spPr>
              <a:xfrm>
                <a:off x="7668148" y="3583242"/>
                <a:ext cx="7724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3.44Mbit</a:t>
                </a:r>
              </a:p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90.17%</a:t>
                </a:r>
                <a:endParaRPr lang="ko-KR" altLang="en-US" sz="8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510FD16-2F21-A7FB-2BF5-10AF23A9FC2A}"/>
                  </a:ext>
                </a:extLst>
              </p:cNvPr>
              <p:cNvSpPr txBox="1"/>
              <p:nvPr/>
            </p:nvSpPr>
            <p:spPr>
              <a:xfrm>
                <a:off x="5915949" y="3137796"/>
                <a:ext cx="7724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1.99Mbit</a:t>
                </a:r>
              </a:p>
              <a:p>
                <a:r>
                  <a:rPr lang="en-US" altLang="ko-KR" sz="800" dirty="0">
                    <a:solidFill>
                      <a:schemeClr val="accent1"/>
                    </a:solidFill>
                  </a:rPr>
                  <a:t>89.74%</a:t>
                </a:r>
                <a:endParaRPr lang="ko-KR" altLang="en-US" sz="800" dirty="0">
                  <a:solidFill>
                    <a:schemeClr val="accen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624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523AD23-0C9B-4992-0BCD-DAC2BC1DC0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BitOPs 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523AD23-0C9B-4992-0BCD-DAC2BC1DC0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DF3BDE-98D6-6F5C-A2FD-1D604103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38F4445-B53A-D8BB-C7DF-127FB0AE3B0F}"/>
              </a:ext>
            </a:extLst>
          </p:cNvPr>
          <p:cNvGrpSpPr/>
          <p:nvPr/>
        </p:nvGrpSpPr>
        <p:grpSpPr>
          <a:xfrm>
            <a:off x="93263" y="984254"/>
            <a:ext cx="5400000" cy="2880000"/>
            <a:chOff x="1748496" y="787404"/>
            <a:chExt cx="7204876" cy="489468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D1E3EE9-431D-5D28-0645-0FBB3B633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8496" y="787404"/>
              <a:ext cx="7204876" cy="48946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DA8B9C7-3659-110F-BC2E-9C1191EACE4E}"/>
                    </a:ext>
                  </a:extLst>
                </p:cNvPr>
                <p:cNvSpPr txBox="1"/>
                <p:nvPr/>
              </p:nvSpPr>
              <p:spPr>
                <a:xfrm>
                  <a:off x="6970786" y="1529384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0.164G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DA8B9C7-3659-110F-BC2E-9C1191EAC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0786" y="1529384"/>
                  <a:ext cx="77242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7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D76CEE9-A9F5-78DD-9992-63F3A9304BC5}"/>
                    </a:ext>
                  </a:extLst>
                </p:cNvPr>
                <p:cNvSpPr txBox="1"/>
                <p:nvPr/>
              </p:nvSpPr>
              <p:spPr>
                <a:xfrm>
                  <a:off x="4693768" y="1615817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0.097G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D76CEE9-A9F5-78DD-9992-63F3A9304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768" y="1615817"/>
                  <a:ext cx="77242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7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1B48E36-B3BC-EE8C-188D-5A86EA9FC333}"/>
                    </a:ext>
                  </a:extLst>
                </p:cNvPr>
                <p:cNvSpPr txBox="1"/>
                <p:nvPr/>
              </p:nvSpPr>
              <p:spPr>
                <a:xfrm>
                  <a:off x="3692404" y="2045358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1B48E36-B3BC-EE8C-188D-5A86EA9FC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2404" y="2045358"/>
                  <a:ext cx="772424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A09FC59-7793-E0CA-8597-0BAEE2D52F23}"/>
                    </a:ext>
                  </a:extLst>
                </p:cNvPr>
                <p:cNvSpPr txBox="1"/>
                <p:nvPr/>
              </p:nvSpPr>
              <p:spPr>
                <a:xfrm>
                  <a:off x="3081046" y="2664083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0.047G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A09FC59-7793-E0CA-8597-0BAEE2D52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1046" y="2664083"/>
                  <a:ext cx="77242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053BD5-4FDA-0006-0885-B43CC8D620AF}"/>
                    </a:ext>
                  </a:extLst>
                </p:cNvPr>
                <p:cNvSpPr txBox="1"/>
                <p:nvPr/>
              </p:nvSpPr>
              <p:spPr>
                <a:xfrm>
                  <a:off x="2999675" y="4383560"/>
                  <a:ext cx="77242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0.039G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9053BD5-4FDA-0006-0885-B43CC8D62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9675" y="4383560"/>
                  <a:ext cx="77242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7727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1581127-BAF1-ACA4-1684-55CE0A46D55B}"/>
                </a:ext>
              </a:extLst>
            </p:cNvPr>
            <p:cNvSpPr txBox="1"/>
            <p:nvPr/>
          </p:nvSpPr>
          <p:spPr>
            <a:xfrm>
              <a:off x="8180948" y="1015812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0.199G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91.25%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84F389-93B1-C6F3-2184-387F5638EA07}"/>
                </a:ext>
              </a:extLst>
            </p:cNvPr>
            <p:cNvSpPr txBox="1"/>
            <p:nvPr/>
          </p:nvSpPr>
          <p:spPr>
            <a:xfrm>
              <a:off x="4872881" y="1015812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0.0996G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91.23%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74CB65-F5DE-FDC9-E74F-C6CA086A2880}"/>
                </a:ext>
              </a:extLst>
            </p:cNvPr>
            <p:cNvSpPr txBox="1"/>
            <p:nvPr/>
          </p:nvSpPr>
          <p:spPr>
            <a:xfrm>
              <a:off x="3961598" y="1114593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0.0795G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A816CC6-B85B-F872-17B1-3CD06F8A8D1D}"/>
                </a:ext>
              </a:extLst>
            </p:cNvPr>
            <p:cNvSpPr txBox="1"/>
            <p:nvPr/>
          </p:nvSpPr>
          <p:spPr>
            <a:xfrm>
              <a:off x="3189174" y="1362521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0.0594G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90.50%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6AF006-C8E7-BD67-35BE-15C187DE2E06}"/>
                </a:ext>
              </a:extLst>
            </p:cNvPr>
            <p:cNvSpPr txBox="1"/>
            <p:nvPr/>
          </p:nvSpPr>
          <p:spPr>
            <a:xfrm>
              <a:off x="2720450" y="1991049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0.0494G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89.48%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B2BDC3C-3537-59B7-1E12-477012A6C984}"/>
                </a:ext>
              </a:extLst>
            </p:cNvPr>
            <p:cNvSpPr txBox="1"/>
            <p:nvPr/>
          </p:nvSpPr>
          <p:spPr>
            <a:xfrm>
              <a:off x="2416750" y="3363970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0.0398G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87.11%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FEA5A75F-A3FB-C692-D18E-F4BC30122E7A}"/>
              </a:ext>
            </a:extLst>
          </p:cNvPr>
          <p:cNvGrpSpPr/>
          <p:nvPr/>
        </p:nvGrpSpPr>
        <p:grpSpPr>
          <a:xfrm>
            <a:off x="93263" y="3876156"/>
            <a:ext cx="5400000" cy="2880000"/>
            <a:chOff x="4987113" y="1644229"/>
            <a:chExt cx="7204876" cy="4894683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0FB82C6E-457B-82AB-D788-0DD47F738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7113" y="1644229"/>
              <a:ext cx="7204876" cy="48946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24E77D-1A1A-5516-4591-C66BA6091FC3}"/>
                    </a:ext>
                  </a:extLst>
                </p:cNvPr>
                <p:cNvSpPr txBox="1"/>
                <p:nvPr/>
              </p:nvSpPr>
              <p:spPr>
                <a:xfrm>
                  <a:off x="10262080" y="2464070"/>
                  <a:ext cx="741360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0.164G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E24E77D-1A1A-5516-4591-C66BA6091F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2080" y="2464070"/>
                  <a:ext cx="741360" cy="784619"/>
                </a:xfrm>
                <a:prstGeom prst="rect">
                  <a:avLst/>
                </a:prstGeom>
                <a:blipFill>
                  <a:blip r:embed="rId11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EE3BF0E-0AA7-0B38-5E55-336227172A9A}"/>
                    </a:ext>
                  </a:extLst>
                </p:cNvPr>
                <p:cNvSpPr txBox="1"/>
                <p:nvPr/>
              </p:nvSpPr>
              <p:spPr>
                <a:xfrm>
                  <a:off x="8061780" y="1952657"/>
                  <a:ext cx="790240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0.097G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EE3BF0E-0AA7-0B38-5E55-336227172A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780" y="1952657"/>
                  <a:ext cx="790240" cy="784619"/>
                </a:xfrm>
                <a:prstGeom prst="rect">
                  <a:avLst/>
                </a:prstGeom>
                <a:blipFill>
                  <a:blip r:embed="rId12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7BEA3DC-0A4F-88A6-1EB5-39DE3B27FF79}"/>
                    </a:ext>
                  </a:extLst>
                </p:cNvPr>
                <p:cNvSpPr txBox="1"/>
                <p:nvPr/>
              </p:nvSpPr>
              <p:spPr>
                <a:xfrm>
                  <a:off x="6976686" y="2060065"/>
                  <a:ext cx="790240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F7BEA3DC-0A4F-88A6-1EB5-39DE3B27FF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6686" y="2060065"/>
                  <a:ext cx="790240" cy="784619"/>
                </a:xfrm>
                <a:prstGeom prst="rect">
                  <a:avLst/>
                </a:prstGeom>
                <a:blipFill>
                  <a:blip r:embed="rId1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ACDD3DE-EAB5-1656-EAED-743EE97A0F69}"/>
                    </a:ext>
                  </a:extLst>
                </p:cNvPr>
                <p:cNvSpPr txBox="1"/>
                <p:nvPr/>
              </p:nvSpPr>
              <p:spPr>
                <a:xfrm>
                  <a:off x="5836477" y="3527326"/>
                  <a:ext cx="894938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0.047G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ACDD3DE-EAB5-1656-EAED-743EE97A0F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6477" y="3527326"/>
                  <a:ext cx="894938" cy="784619"/>
                </a:xfrm>
                <a:prstGeom prst="rect">
                  <a:avLst/>
                </a:prstGeom>
                <a:blipFill>
                  <a:blip r:embed="rId14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AC69F0D-50B1-5413-4578-FC965080F972}"/>
                    </a:ext>
                  </a:extLst>
                </p:cNvPr>
                <p:cNvSpPr txBox="1"/>
                <p:nvPr/>
              </p:nvSpPr>
              <p:spPr>
                <a:xfrm>
                  <a:off x="6263411" y="5248833"/>
                  <a:ext cx="821545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0.039G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8AC69F0D-50B1-5413-4578-FC965080F9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3411" y="5248833"/>
                  <a:ext cx="821545" cy="784619"/>
                </a:xfrm>
                <a:prstGeom prst="rect">
                  <a:avLst/>
                </a:prstGeom>
                <a:blipFill>
                  <a:blip r:embed="rId1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CF19128-459A-D4D5-256F-61E20A10E2FD}"/>
                </a:ext>
              </a:extLst>
            </p:cNvPr>
            <p:cNvSpPr txBox="1"/>
            <p:nvPr/>
          </p:nvSpPr>
          <p:spPr>
            <a:xfrm>
              <a:off x="8735614" y="2692002"/>
              <a:ext cx="790240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0.116G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90.68%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FCF37F-2536-507A-A9E6-403650CFFAF8}"/>
                </a:ext>
              </a:extLst>
            </p:cNvPr>
            <p:cNvSpPr txBox="1"/>
            <p:nvPr/>
          </p:nvSpPr>
          <p:spPr>
            <a:xfrm>
              <a:off x="8061780" y="2903259"/>
              <a:ext cx="790239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0.0992G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90.48%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528B44E-9625-37B4-9C5C-D847153CD229}"/>
                </a:ext>
              </a:extLst>
            </p:cNvPr>
            <p:cNvSpPr txBox="1"/>
            <p:nvPr/>
          </p:nvSpPr>
          <p:spPr>
            <a:xfrm>
              <a:off x="7366897" y="3223329"/>
              <a:ext cx="894938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0.0792G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89.94%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25E8FBF-5749-13A8-3650-EFE23A9CAB7D}"/>
                </a:ext>
              </a:extLst>
            </p:cNvPr>
            <p:cNvSpPr txBox="1"/>
            <p:nvPr/>
          </p:nvSpPr>
          <p:spPr>
            <a:xfrm>
              <a:off x="6192301" y="2403139"/>
              <a:ext cx="894938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0.0597G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90.12%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97BCFF4-3519-4121-D5B3-871A36FA5825}"/>
                </a:ext>
              </a:extLst>
            </p:cNvPr>
            <p:cNvSpPr txBox="1"/>
            <p:nvPr/>
          </p:nvSpPr>
          <p:spPr>
            <a:xfrm>
              <a:off x="6474197" y="3344248"/>
              <a:ext cx="835070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0.0496G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89.47%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4DCDF6A-98FB-5728-29EC-65530C45470C}"/>
                </a:ext>
              </a:extLst>
            </p:cNvPr>
            <p:cNvSpPr txBox="1"/>
            <p:nvPr/>
          </p:nvSpPr>
          <p:spPr>
            <a:xfrm>
              <a:off x="6244286" y="4573051"/>
              <a:ext cx="974257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0.0398G</a:t>
              </a: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87.10%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B3F0031-95A1-C249-F277-53198925683F}"/>
              </a:ext>
            </a:extLst>
          </p:cNvPr>
          <p:cNvGrpSpPr/>
          <p:nvPr/>
        </p:nvGrpSpPr>
        <p:grpSpPr>
          <a:xfrm>
            <a:off x="6393324" y="999108"/>
            <a:ext cx="5400000" cy="2880000"/>
            <a:chOff x="4852864" y="1996067"/>
            <a:chExt cx="7204876" cy="4894683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06121FE5-983C-266B-57B4-5564E07D7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2864" y="1996067"/>
              <a:ext cx="7204876" cy="48946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3D745CA-3352-8B7F-0545-80846039D682}"/>
                    </a:ext>
                  </a:extLst>
                </p:cNvPr>
                <p:cNvSpPr txBox="1"/>
                <p:nvPr/>
              </p:nvSpPr>
              <p:spPr>
                <a:xfrm>
                  <a:off x="10192515" y="2698675"/>
                  <a:ext cx="711926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0.164G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3D745CA-3352-8B7F-0545-80846039D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2515" y="2698675"/>
                  <a:ext cx="711926" cy="784619"/>
                </a:xfrm>
                <a:prstGeom prst="rect">
                  <a:avLst/>
                </a:prstGeom>
                <a:blipFill>
                  <a:blip r:embed="rId17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31798C3-7249-B050-D7D4-876437780760}"/>
                    </a:ext>
                  </a:extLst>
                </p:cNvPr>
                <p:cNvSpPr txBox="1"/>
                <p:nvPr/>
              </p:nvSpPr>
              <p:spPr>
                <a:xfrm>
                  <a:off x="8061805" y="2698675"/>
                  <a:ext cx="802132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0.097G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31798C3-7249-B050-D7D4-876437780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805" y="2698675"/>
                  <a:ext cx="802132" cy="784619"/>
                </a:xfrm>
                <a:prstGeom prst="rect">
                  <a:avLst/>
                </a:prstGeom>
                <a:blipFill>
                  <a:blip r:embed="rId18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804B65B-41E9-A064-8490-610ED9ACDF2A}"/>
                    </a:ext>
                  </a:extLst>
                </p:cNvPr>
                <p:cNvSpPr txBox="1"/>
                <p:nvPr/>
              </p:nvSpPr>
              <p:spPr>
                <a:xfrm>
                  <a:off x="6793970" y="3255693"/>
                  <a:ext cx="842708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804B65B-41E9-A064-8490-610ED9ACD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3970" y="3255693"/>
                  <a:ext cx="842708" cy="784619"/>
                </a:xfrm>
                <a:prstGeom prst="rect">
                  <a:avLst/>
                </a:prstGeom>
                <a:blipFill>
                  <a:blip r:embed="rId1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157458-03CE-F91F-47AD-8EA05A4F4861}"/>
                    </a:ext>
                  </a:extLst>
                </p:cNvPr>
                <p:cNvSpPr txBox="1"/>
                <p:nvPr/>
              </p:nvSpPr>
              <p:spPr>
                <a:xfrm>
                  <a:off x="6299859" y="3893532"/>
                  <a:ext cx="1363888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0.047G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157458-03CE-F91F-47AD-8EA05A4F4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9859" y="3893532"/>
                  <a:ext cx="1363888" cy="784619"/>
                </a:xfrm>
                <a:prstGeom prst="rect">
                  <a:avLst/>
                </a:prstGeom>
                <a:blipFill>
                  <a:blip r:embed="rId20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E99182B-2073-327A-1238-CBD5A8ECD97A}"/>
                    </a:ext>
                  </a:extLst>
                </p:cNvPr>
                <p:cNvSpPr txBox="1"/>
                <p:nvPr/>
              </p:nvSpPr>
              <p:spPr>
                <a:xfrm>
                  <a:off x="6096000" y="5563409"/>
                  <a:ext cx="745925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0.039G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E99182B-2073-327A-1238-CBD5A8ECD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5563409"/>
                  <a:ext cx="745925" cy="784619"/>
                </a:xfrm>
                <a:prstGeom prst="rect">
                  <a:avLst/>
                </a:prstGeom>
                <a:blipFill>
                  <a:blip r:embed="rId21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4445BA7-9DA7-B18C-C13C-53FE1A7E2B29}"/>
                </a:ext>
              </a:extLst>
            </p:cNvPr>
            <p:cNvSpPr txBox="1"/>
            <p:nvPr/>
          </p:nvSpPr>
          <p:spPr>
            <a:xfrm>
              <a:off x="7389986" y="2241668"/>
              <a:ext cx="802132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0.086G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91.01%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1E3F8E-FAFC-9689-8CAE-C521088B7374}"/>
                </a:ext>
              </a:extLst>
            </p:cNvPr>
            <p:cNvSpPr txBox="1"/>
            <p:nvPr/>
          </p:nvSpPr>
          <p:spPr>
            <a:xfrm>
              <a:off x="6767623" y="2225335"/>
              <a:ext cx="842708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0.0792G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91.05%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54C9BCF-4EAA-EE6A-8B49-33EC9ACDEB34}"/>
                </a:ext>
              </a:extLst>
            </p:cNvPr>
            <p:cNvSpPr txBox="1"/>
            <p:nvPr/>
          </p:nvSpPr>
          <p:spPr>
            <a:xfrm>
              <a:off x="6162726" y="2635726"/>
              <a:ext cx="802132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0.0597G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90.30%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DCC57B-5FD2-A024-0E7C-9821F45CCB6E}"/>
                </a:ext>
              </a:extLst>
            </p:cNvPr>
            <p:cNvSpPr txBox="1"/>
            <p:nvPr/>
          </p:nvSpPr>
          <p:spPr>
            <a:xfrm>
              <a:off x="5657731" y="3178799"/>
              <a:ext cx="802134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0.0496G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89.56%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56BFF8B-4071-45DA-ABE2-0A4942296AB9}"/>
                </a:ext>
              </a:extLst>
            </p:cNvPr>
            <p:cNvSpPr txBox="1"/>
            <p:nvPr/>
          </p:nvSpPr>
          <p:spPr>
            <a:xfrm>
              <a:off x="5497127" y="4708998"/>
              <a:ext cx="802134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0.0398G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86.86%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2375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F0FBAB6F-9370-F0D2-1590-F6B9253E40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Phase 2 (</a:t>
                </a:r>
                <a:r>
                  <a:rPr lang="el-GR" altLang="ko-KR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 ={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}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F0FBAB6F-9370-F0D2-1590-F6B9253E4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86CC17-BCEF-4AD7-562A-0385931F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688395-86AB-8C10-0BF6-189D7646C448}"/>
                  </a:ext>
                </a:extLst>
              </p:cNvPr>
              <p:cNvSpPr txBox="1"/>
              <p:nvPr/>
            </p:nvSpPr>
            <p:spPr>
              <a:xfrm>
                <a:off x="1164772" y="2606122"/>
                <a:ext cx="986245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}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ko-KR" b="1" dirty="0"/>
                  <a:t>  </a:t>
                </a:r>
                <a:r>
                  <a:rPr lang="ko-KR" altLang="en-US" dirty="0"/>
                  <a:t>일 때의 </a:t>
                </a:r>
                <a:r>
                  <a:rPr lang="en-US" altLang="ko-KR" dirty="0"/>
                  <a:t>[16,8] </a:t>
                </a:r>
                <a:r>
                  <a:rPr lang="ko-KR" altLang="en-US" dirty="0"/>
                  <a:t>선호도 확률을 이용해서 </a:t>
                </a:r>
                <a:r>
                  <a:rPr lang="en-US" altLang="ko-KR" dirty="0"/>
                  <a:t>Phase 2 </a:t>
                </a:r>
                <a:r>
                  <a:rPr lang="ko-KR" altLang="en-US" dirty="0"/>
                  <a:t>진행</a:t>
                </a:r>
                <a:endParaRPr lang="en-US" altLang="ko-KR" dirty="0"/>
              </a:p>
              <a:p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/>
                  <a:t>Weight Storage Constraint : 7Mbit / 6Mbit / 5Mbit / 4.5Mbit / 3.5Mbit / 2Mbit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altLang="ko-KR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ko-KR" dirty="0" err="1"/>
                  <a:t>BitOPs</a:t>
                </a:r>
                <a:r>
                  <a:rPr lang="en-US" altLang="ko-KR" dirty="0"/>
                  <a:t> Constraint : 0.2G / 0.1G / 0.08G / 0.06G / 0.05G / 0.04G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688395-86AB-8C10-0BF6-189D7646C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772" y="2606122"/>
                <a:ext cx="9862456" cy="1477328"/>
              </a:xfrm>
              <a:prstGeom prst="rect">
                <a:avLst/>
              </a:prstGeom>
              <a:blipFill>
                <a:blip r:embed="rId3"/>
                <a:stretch>
                  <a:fillRect l="-494" t="-2479" b="-57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5C2CC0-7A69-AA00-AF95-7220BD292FAA}"/>
                  </a:ext>
                </a:extLst>
              </p:cNvPr>
              <p:cNvSpPr txBox="1"/>
              <p:nvPr/>
            </p:nvSpPr>
            <p:spPr>
              <a:xfrm>
                <a:off x="969696" y="1737989"/>
                <a:ext cx="9532620" cy="378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acc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[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acc>
                        <m:accPr>
                          <m:chr m:val="̂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+  (1−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cost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̂"/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 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5C2CC0-7A69-AA00-AF95-7220BD292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96" y="1737989"/>
                <a:ext cx="9532620" cy="378950"/>
              </a:xfrm>
              <a:prstGeom prst="rect">
                <a:avLst/>
              </a:prstGeom>
              <a:blipFill>
                <a:blip r:embed="rId4"/>
                <a:stretch>
                  <a:fillRect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6226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8A41-054F-DB14-B0C1-EBF870A08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E3E82-0AB9-81D0-AE89-07306C4F8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Phase 2 </a:t>
            </a:r>
            <a:r>
              <a:rPr lang="ko-KR" altLang="en-US" dirty="0"/>
              <a:t>결과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4CAA9D-72E3-975B-F36E-E4A6F040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118E839-2E5E-8D24-B9FA-B91E527CF184}"/>
              </a:ext>
            </a:extLst>
          </p:cNvPr>
          <p:cNvGraphicFramePr>
            <a:graphicFrameLocks noGrp="1"/>
          </p:cNvGraphicFramePr>
          <p:nvPr/>
        </p:nvGraphicFramePr>
        <p:xfrm>
          <a:off x="373380" y="863604"/>
          <a:ext cx="11445240" cy="5690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150">
                  <a:extLst>
                    <a:ext uri="{9D8B030D-6E8A-4147-A177-3AD203B41FA5}">
                      <a16:colId xmlns:a16="http://schemas.microsoft.com/office/drawing/2014/main" val="2256037609"/>
                    </a:ext>
                  </a:extLst>
                </a:gridCol>
                <a:gridCol w="5537129">
                  <a:extLst>
                    <a:ext uri="{9D8B030D-6E8A-4147-A177-3AD203B41FA5}">
                      <a16:colId xmlns:a16="http://schemas.microsoft.com/office/drawing/2014/main" val="276699856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4176876915"/>
                    </a:ext>
                  </a:extLst>
                </a:gridCol>
                <a:gridCol w="1455420">
                  <a:extLst>
                    <a:ext uri="{9D8B030D-6E8A-4147-A177-3AD203B41FA5}">
                      <a16:colId xmlns:a16="http://schemas.microsoft.com/office/drawing/2014/main" val="2185725829"/>
                    </a:ext>
                  </a:extLst>
                </a:gridCol>
                <a:gridCol w="1249681">
                  <a:extLst>
                    <a:ext uri="{9D8B030D-6E8A-4147-A177-3AD203B41FA5}">
                      <a16:colId xmlns:a16="http://schemas.microsoft.com/office/drawing/2014/main" val="2834237975"/>
                    </a:ext>
                  </a:extLst>
                </a:gridCol>
              </a:tblGrid>
              <a:tr h="77555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                    </a:t>
                      </a:r>
                    </a:p>
                    <a:p>
                      <a:pPr latinLnBrk="1"/>
                      <a:r>
                        <a:rPr lang="en-US" altLang="ko-KR" sz="1500" b="0" dirty="0">
                          <a:solidFill>
                            <a:schemeClr val="tx1"/>
                          </a:solidFill>
                        </a:rPr>
                        <a:t>Hardware Constraint</a:t>
                      </a:r>
                      <a:endParaRPr lang="ko-KR" altLang="en-US" sz="15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Tau list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Weight storage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Bit-OPs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3357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7Mbit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[7, 5, 6, 6, 4, 5, 5, 3, 4, 3, 4, 4, 3, 4, 2, 1]</a:t>
                      </a:r>
                      <a:endParaRPr lang="ko-KR" altLang="en-US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91.13%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3.43Mbit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0.233G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45312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6Mbit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157770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5Mbit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0904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4.5Mbit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b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531817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3.5Mbit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247872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2Mbit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[7, 5, 6, 6, 4, 5, 5, 3, 4, 2, 3, 2, 2, 1,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90.02%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1.99Mbit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0.228G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0802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0.2G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[6, 5, 6, 6, 4, 5, 5, 3, 4, 3, 4, 4, 3, 4, 2, 1]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91.06%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3.42Mbit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0.195G</a:t>
                      </a: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09318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0.1G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[4, 4, 4, 4, 3, 5, 5, 3, 4, 3, 4, 4, 3, 4, 2, 1]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90.92%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3.39Mbit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0.099G</a:t>
                      </a:r>
                      <a:endParaRPr lang="en-US" altLang="ko-KR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521543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[4, 3, 3, 4, 3, 4, 4, 3, 4, 3, 4, 3, 3, 4, 2,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90.63%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3.28Mbit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0.079G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336089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0.06G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[3, 2, 2, 3, 3, 3, 3, 3, 4, 3, 4, 3, 3, 3,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89.66%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2.70Mbit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0.0597G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53764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0.05G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[2, 2, 1, 2, 3, 3, 2, 2, 4, 2, 3, 3, 3, 3, 2,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90.05%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2.79Mbit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0.0498G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70171"/>
                  </a:ext>
                </a:extLst>
              </a:tr>
              <a:tr h="409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/>
                        <a:t>0.04G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[1, 1, 1, 1, 2, 1, 1, 1, 2, 2, 2, 1, 2, 2, 1, 1]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87.22%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1.79Mbit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/>
                        <a:t>0.0398G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3141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C1BFA4-EEBB-BACC-B186-7BAABC38FACB}"/>
                  </a:ext>
                </a:extLst>
              </p:cNvPr>
              <p:cNvSpPr txBox="1"/>
              <p:nvPr/>
            </p:nvSpPr>
            <p:spPr>
              <a:xfrm>
                <a:off x="3627566" y="380347"/>
                <a:ext cx="7405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altLang="ko-KR" b="1" i="1" dirty="0"/>
                  <a:t>λ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,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b="1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C1BFA4-EEBB-BACC-B186-7BAABC38F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566" y="380347"/>
                <a:ext cx="7405905" cy="369332"/>
              </a:xfrm>
              <a:prstGeom prst="rect">
                <a:avLst/>
              </a:prstGeom>
              <a:blipFill>
                <a:blip r:embed="rId3"/>
                <a:stretch>
                  <a:fillRect l="-65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9951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BCC2991-EB4F-3034-D9BF-C175803F872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Weight Storage</a:t>
                </a:r>
                <a:r>
                  <a:rPr lang="ko-KR" altLang="en-US"/>
                  <a:t> 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l-GR" altLang="ko-KR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9BCC2991-EB4F-3034-D9BF-C175803F87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2227CE-1A5D-29F8-020E-3BA4383EA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F16D655-58E9-268B-13F6-8E168362ACBA}"/>
              </a:ext>
            </a:extLst>
          </p:cNvPr>
          <p:cNvGrpSpPr/>
          <p:nvPr/>
        </p:nvGrpSpPr>
        <p:grpSpPr>
          <a:xfrm>
            <a:off x="5959179" y="1989000"/>
            <a:ext cx="5400000" cy="2880000"/>
            <a:chOff x="1746802" y="1088338"/>
            <a:chExt cx="7204876" cy="489468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96BF5F6-2768-FF6A-E9D7-8A4626B55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6802" y="1088338"/>
              <a:ext cx="7204876" cy="48946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BA7701E-85F9-B3D2-B7CA-C77A5FCBD0B1}"/>
                    </a:ext>
                  </a:extLst>
                </p:cNvPr>
                <p:cNvSpPr txBox="1"/>
                <p:nvPr/>
              </p:nvSpPr>
              <p:spPr>
                <a:xfrm>
                  <a:off x="8056334" y="1895900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6.10Mbit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BA7701E-85F9-B3D2-B7CA-C77A5FCBD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6334" y="1895900"/>
                  <a:ext cx="772424" cy="226692"/>
                </a:xfrm>
                <a:prstGeom prst="rect">
                  <a:avLst/>
                </a:prstGeom>
                <a:blipFill>
                  <a:blip r:embed="rId5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67E6DF-129A-D036-50BF-1A9FA2C4F173}"/>
                    </a:ext>
                  </a:extLst>
                </p:cNvPr>
                <p:cNvSpPr txBox="1"/>
                <p:nvPr/>
              </p:nvSpPr>
              <p:spPr>
                <a:xfrm>
                  <a:off x="6871029" y="1895900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4.88Mbit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367E6DF-129A-D036-50BF-1A9FA2C4F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1029" y="1895900"/>
                  <a:ext cx="772424" cy="226692"/>
                </a:xfrm>
                <a:prstGeom prst="rect">
                  <a:avLst/>
                </a:prstGeom>
                <a:blipFill>
                  <a:blip r:embed="rId6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28AC11B-7F33-B2CE-283A-5A3481978176}"/>
                    </a:ext>
                  </a:extLst>
                </p:cNvPr>
                <p:cNvSpPr txBox="1"/>
                <p:nvPr/>
              </p:nvSpPr>
              <p:spPr>
                <a:xfrm>
                  <a:off x="5611625" y="2320615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3.66Mbit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28AC11B-7F33-B2CE-283A-5A34819781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625" y="2320615"/>
                  <a:ext cx="772424" cy="226692"/>
                </a:xfrm>
                <a:prstGeom prst="rect">
                  <a:avLst/>
                </a:prstGeom>
                <a:blipFill>
                  <a:blip r:embed="rId7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DB2BF83-C8B4-A2E8-E63D-30749972F4BC}"/>
                    </a:ext>
                  </a:extLst>
                </p:cNvPr>
                <p:cNvSpPr txBox="1"/>
                <p:nvPr/>
              </p:nvSpPr>
              <p:spPr>
                <a:xfrm>
                  <a:off x="4355509" y="2941367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2.44Mbit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DB2BF83-C8B4-A2E8-E63D-30749972F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5509" y="2941367"/>
                  <a:ext cx="772424" cy="226692"/>
                </a:xfrm>
                <a:prstGeom prst="rect">
                  <a:avLst/>
                </a:prstGeom>
                <a:blipFill>
                  <a:blip r:embed="rId8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3BE1F17-FAF7-DE68-AE48-49DCC03DF4CC}"/>
                    </a:ext>
                  </a:extLst>
                </p:cNvPr>
                <p:cNvSpPr txBox="1"/>
                <p:nvPr/>
              </p:nvSpPr>
              <p:spPr>
                <a:xfrm>
                  <a:off x="3162947" y="4524049"/>
                  <a:ext cx="772424" cy="2266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1.22Mbit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83BE1F17-FAF7-DE68-AE48-49DCC03DF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2947" y="4524049"/>
                  <a:ext cx="772424" cy="226694"/>
                </a:xfrm>
                <a:prstGeom prst="rect">
                  <a:avLst/>
                </a:prstGeom>
                <a:blipFill>
                  <a:blip r:embed="rId9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D3E6B6-3227-A6DD-BE90-06FA9891A92D}"/>
                </a:ext>
              </a:extLst>
            </p:cNvPr>
            <p:cNvSpPr txBox="1"/>
            <p:nvPr/>
          </p:nvSpPr>
          <p:spPr>
            <a:xfrm>
              <a:off x="4683549" y="1407298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3.43Mbit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91.13%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B1C601-5637-2BE9-009A-80D9F62D7D47}"/>
                </a:ext>
              </a:extLst>
            </p:cNvPr>
            <p:cNvSpPr txBox="1"/>
            <p:nvPr/>
          </p:nvSpPr>
          <p:spPr>
            <a:xfrm>
              <a:off x="3278979" y="1903921"/>
              <a:ext cx="7724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1.99Mbit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90.02%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7B279AA-EE11-33CF-A987-3EB1F3C99401}"/>
              </a:ext>
            </a:extLst>
          </p:cNvPr>
          <p:cNvGrpSpPr/>
          <p:nvPr/>
        </p:nvGrpSpPr>
        <p:grpSpPr>
          <a:xfrm>
            <a:off x="248586" y="1989000"/>
            <a:ext cx="5400000" cy="2880000"/>
            <a:chOff x="3320379" y="1023700"/>
            <a:chExt cx="7204876" cy="4894683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0893F6CB-BC92-21A7-8971-D333EFC17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0379" y="1023700"/>
              <a:ext cx="7204876" cy="489468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9C048FF-CD1F-5617-9228-E011F40065E6}"/>
                    </a:ext>
                  </a:extLst>
                </p:cNvPr>
                <p:cNvSpPr txBox="1"/>
                <p:nvPr/>
              </p:nvSpPr>
              <p:spPr>
                <a:xfrm>
                  <a:off x="9683668" y="1672195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6.10Mbit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9C048FF-CD1F-5617-9228-E011F4006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3668" y="1672195"/>
                  <a:ext cx="772424" cy="226692"/>
                </a:xfrm>
                <a:prstGeom prst="rect">
                  <a:avLst/>
                </a:prstGeom>
                <a:blipFill>
                  <a:blip r:embed="rId11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299EF93-F234-3642-6F04-FB1B53DFC721}"/>
                    </a:ext>
                  </a:extLst>
                </p:cNvPr>
                <p:cNvSpPr txBox="1"/>
                <p:nvPr/>
              </p:nvSpPr>
              <p:spPr>
                <a:xfrm>
                  <a:off x="8411799" y="1785540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4.88Mbit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299EF93-F234-3642-6F04-FB1B53DFC7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1799" y="1785540"/>
                  <a:ext cx="772424" cy="226692"/>
                </a:xfrm>
                <a:prstGeom prst="rect">
                  <a:avLst/>
                </a:prstGeom>
                <a:blipFill>
                  <a:blip r:embed="rId12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000DDA-461F-55BF-81B7-AFFFF81AA7D9}"/>
                    </a:ext>
                  </a:extLst>
                </p:cNvPr>
                <p:cNvSpPr txBox="1"/>
                <p:nvPr/>
              </p:nvSpPr>
              <p:spPr>
                <a:xfrm>
                  <a:off x="7199774" y="2200290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3.66Mbit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000DDA-461F-55BF-81B7-AFFFF81AA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9774" y="2200290"/>
                  <a:ext cx="772424" cy="226692"/>
                </a:xfrm>
                <a:prstGeom prst="rect">
                  <a:avLst/>
                </a:prstGeom>
                <a:blipFill>
                  <a:blip r:embed="rId13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23CF0A2-8E03-24D8-6F7C-B20F523E6B86}"/>
                    </a:ext>
                  </a:extLst>
                </p:cNvPr>
                <p:cNvSpPr txBox="1"/>
                <p:nvPr/>
              </p:nvSpPr>
              <p:spPr>
                <a:xfrm>
                  <a:off x="5888007" y="2759761"/>
                  <a:ext cx="772424" cy="2266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2.44Mbit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23CF0A2-8E03-24D8-6F7C-B20F523E6B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8007" y="2759761"/>
                  <a:ext cx="772424" cy="226692"/>
                </a:xfrm>
                <a:prstGeom prst="rect">
                  <a:avLst/>
                </a:prstGeom>
                <a:blipFill>
                  <a:blip r:embed="rId14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61E3B5-35A8-8E9A-E6C0-38BC8FD7D8F6}"/>
                    </a:ext>
                  </a:extLst>
                </p:cNvPr>
                <p:cNvSpPr txBox="1"/>
                <p:nvPr/>
              </p:nvSpPr>
              <p:spPr>
                <a:xfrm>
                  <a:off x="4708629" y="4572758"/>
                  <a:ext cx="772424" cy="2266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1.22Mbit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61E3B5-35A8-8E9A-E6C0-38BC8FD7D8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8629" y="4572758"/>
                  <a:ext cx="772424" cy="226694"/>
                </a:xfrm>
                <a:prstGeom prst="rect">
                  <a:avLst/>
                </a:prstGeom>
                <a:blipFill>
                  <a:blip r:embed="rId9"/>
                  <a:stretch>
                    <a:fillRect b="-25454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8CB9BE-2F2F-0B71-F05E-67052160C783}"/>
                </a:ext>
              </a:extLst>
            </p:cNvPr>
            <p:cNvSpPr txBox="1"/>
            <p:nvPr/>
          </p:nvSpPr>
          <p:spPr>
            <a:xfrm>
              <a:off x="8002642" y="1238379"/>
              <a:ext cx="772424" cy="166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4.76Mbit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91.18%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EAD0636-BBE2-3EEB-E43C-3113B85266A2}"/>
                </a:ext>
              </a:extLst>
            </p:cNvPr>
            <p:cNvSpPr txBox="1"/>
            <p:nvPr/>
          </p:nvSpPr>
          <p:spPr>
            <a:xfrm>
              <a:off x="7406384" y="1369253"/>
              <a:ext cx="772424" cy="166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4.47Mbit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30C46C-CEB0-A6A4-5C00-E9767C7EF090}"/>
                </a:ext>
              </a:extLst>
            </p:cNvPr>
            <p:cNvSpPr txBox="1"/>
            <p:nvPr/>
          </p:nvSpPr>
          <p:spPr>
            <a:xfrm>
              <a:off x="6335832" y="1404620"/>
              <a:ext cx="772424" cy="166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3.45Mbit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A4A49C9-664A-7034-3875-651051F0EF06}"/>
                </a:ext>
              </a:extLst>
            </p:cNvPr>
            <p:cNvSpPr txBox="1"/>
            <p:nvPr/>
          </p:nvSpPr>
          <p:spPr>
            <a:xfrm>
              <a:off x="4863204" y="1732646"/>
              <a:ext cx="772424" cy="166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1.99Mbit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90.33%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49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AB5F0A19-AFBF-08A0-361D-5CCA9E66062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altLang="ko-KR"/>
                  <a:t>BitOPs (</a:t>
                </a:r>
                <a14:m>
                  <m:oMath xmlns:m="http://schemas.openxmlformats.org/officeDocument/2006/math">
                    <m:r>
                      <a:rPr lang="el-GR" altLang="ko-KR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AB5F0A19-AFBF-08A0-361D-5CCA9E660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826" t="-21239" b="-34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21B2D-4CC7-6751-CC2A-20BAFD1B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B1E12F0-3F02-6DBC-8E7F-F0CFD0F11E71}"/>
              </a:ext>
            </a:extLst>
          </p:cNvPr>
          <p:cNvGrpSpPr/>
          <p:nvPr/>
        </p:nvGrpSpPr>
        <p:grpSpPr>
          <a:xfrm>
            <a:off x="277121" y="1789378"/>
            <a:ext cx="5532120" cy="2880000"/>
            <a:chOff x="0" y="1309318"/>
            <a:chExt cx="7381155" cy="489468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3B63678-F482-0A0D-9C9A-D5A91772A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09318"/>
              <a:ext cx="7204876" cy="489468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CA6A65-2C2C-B4FE-B301-A0696664520B}"/>
                </a:ext>
              </a:extLst>
            </p:cNvPr>
            <p:cNvSpPr txBox="1"/>
            <p:nvPr/>
          </p:nvSpPr>
          <p:spPr>
            <a:xfrm>
              <a:off x="6436054" y="1629187"/>
              <a:ext cx="945101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0.199G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91.25%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CC88AE4-082D-1B88-8E1B-B1ABB88BBD19}"/>
                    </a:ext>
                  </a:extLst>
                </p:cNvPr>
                <p:cNvSpPr txBox="1"/>
                <p:nvPr/>
              </p:nvSpPr>
              <p:spPr>
                <a:xfrm>
                  <a:off x="5279871" y="2137107"/>
                  <a:ext cx="850758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0.164G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CC88AE4-082D-1B88-8E1B-B1ABB88BBD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9871" y="2137107"/>
                  <a:ext cx="850758" cy="784619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BEEDBD-3C39-DD71-5098-9BB5603CCB86}"/>
                </a:ext>
              </a:extLst>
            </p:cNvPr>
            <p:cNvSpPr txBox="1"/>
            <p:nvPr/>
          </p:nvSpPr>
          <p:spPr>
            <a:xfrm>
              <a:off x="3204586" y="1587045"/>
              <a:ext cx="1267407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0.0996G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91.23%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359EA5A-ED95-1F3C-5D0C-55752F8FA737}"/>
                    </a:ext>
                  </a:extLst>
                </p:cNvPr>
                <p:cNvSpPr txBox="1"/>
                <p:nvPr/>
              </p:nvSpPr>
              <p:spPr>
                <a:xfrm>
                  <a:off x="3100822" y="2137107"/>
                  <a:ext cx="925262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0.097G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359EA5A-ED95-1F3C-5D0C-55752F8FA7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822" y="2137107"/>
                  <a:ext cx="925262" cy="784619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FDC863-0F07-206D-E617-AACFF24F5641}"/>
                </a:ext>
              </a:extLst>
            </p:cNvPr>
            <p:cNvSpPr txBox="1"/>
            <p:nvPr/>
          </p:nvSpPr>
          <p:spPr>
            <a:xfrm>
              <a:off x="2100716" y="1629187"/>
              <a:ext cx="1010660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0.0795G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90.96%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CF3A8F9-132F-DDD6-ABC4-52185D62BE3E}"/>
                    </a:ext>
                  </a:extLst>
                </p:cNvPr>
                <p:cNvSpPr txBox="1"/>
                <p:nvPr/>
              </p:nvSpPr>
              <p:spPr>
                <a:xfrm>
                  <a:off x="2075988" y="2539765"/>
                  <a:ext cx="906025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CF3A8F9-132F-DDD6-ABC4-52185D62BE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5988" y="2539765"/>
                  <a:ext cx="906025" cy="784619"/>
                </a:xfrm>
                <a:prstGeom prst="rect">
                  <a:avLst/>
                </a:prstGeom>
                <a:blipFill>
                  <a:blip r:embed="rId7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112332-AE74-6D0A-AC68-6A5679AF22C1}"/>
                </a:ext>
              </a:extLst>
            </p:cNvPr>
            <p:cNvSpPr txBox="1"/>
            <p:nvPr/>
          </p:nvSpPr>
          <p:spPr>
            <a:xfrm>
              <a:off x="1119679" y="1916881"/>
              <a:ext cx="1010660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0.0594G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90.50%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F9A7662-2564-BC88-DECE-9ACBAAC17A90}"/>
                    </a:ext>
                  </a:extLst>
                </p:cNvPr>
                <p:cNvSpPr txBox="1"/>
                <p:nvPr/>
              </p:nvSpPr>
              <p:spPr>
                <a:xfrm>
                  <a:off x="1485372" y="3157357"/>
                  <a:ext cx="1010660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0.047G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F9A7662-2564-BC88-DECE-9ACBAAC17A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5372" y="3157357"/>
                  <a:ext cx="1010660" cy="784619"/>
                </a:xfrm>
                <a:prstGeom prst="rect">
                  <a:avLst/>
                </a:prstGeom>
                <a:blipFill>
                  <a:blip r:embed="rId8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18DEF74-1D5E-0BCB-1EE1-4C9D4CC7AA1F}"/>
                </a:ext>
              </a:extLst>
            </p:cNvPr>
            <p:cNvSpPr txBox="1"/>
            <p:nvPr/>
          </p:nvSpPr>
          <p:spPr>
            <a:xfrm>
              <a:off x="754661" y="2577767"/>
              <a:ext cx="1108861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0.0494G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89.48%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5F86DB-B316-3671-B9D8-56F083E28E1E}"/>
                </a:ext>
              </a:extLst>
            </p:cNvPr>
            <p:cNvSpPr txBox="1"/>
            <p:nvPr/>
          </p:nvSpPr>
          <p:spPr>
            <a:xfrm>
              <a:off x="657844" y="3818242"/>
              <a:ext cx="924346" cy="5753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>
                  <a:solidFill>
                    <a:schemeClr val="accent1"/>
                  </a:solidFill>
                </a:rPr>
                <a:t>0.0398G</a:t>
              </a:r>
            </a:p>
            <a:p>
              <a:r>
                <a:rPr lang="en-US" altLang="ko-KR" sz="800" dirty="0">
                  <a:solidFill>
                    <a:schemeClr val="accent1"/>
                  </a:solidFill>
                </a:rPr>
                <a:t>87.11%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00F81-3845-4AC7-6F99-302846E8D494}"/>
                    </a:ext>
                  </a:extLst>
                </p:cNvPr>
                <p:cNvSpPr txBox="1"/>
                <p:nvPr/>
              </p:nvSpPr>
              <p:spPr>
                <a:xfrm>
                  <a:off x="1315903" y="4877459"/>
                  <a:ext cx="869391" cy="784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0.039G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00F81-3845-4AC7-6F99-302846E8D4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5903" y="4877459"/>
                  <a:ext cx="869391" cy="784619"/>
                </a:xfrm>
                <a:prstGeom prst="rect">
                  <a:avLst/>
                </a:prstGeom>
                <a:blipFill>
                  <a:blip r:embed="rId9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8EC26A0-EAA2-0277-4DFD-384CE6718134}"/>
              </a:ext>
            </a:extLst>
          </p:cNvPr>
          <p:cNvGrpSpPr/>
          <p:nvPr/>
        </p:nvGrpSpPr>
        <p:grpSpPr>
          <a:xfrm>
            <a:off x="6414242" y="1789378"/>
            <a:ext cx="5400000" cy="2880000"/>
            <a:chOff x="6014222" y="1733993"/>
            <a:chExt cx="6039427" cy="4102927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CAB8624-1D28-0FE9-9865-B005C77C7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14222" y="1733993"/>
              <a:ext cx="6039427" cy="41029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6CD432A-CA4A-7893-7F9D-22833AADEEFC}"/>
                    </a:ext>
                  </a:extLst>
                </p:cNvPr>
                <p:cNvSpPr txBox="1"/>
                <p:nvPr/>
              </p:nvSpPr>
              <p:spPr>
                <a:xfrm>
                  <a:off x="10354123" y="2507275"/>
                  <a:ext cx="770479" cy="6577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=5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0.164G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91.26%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16CD432A-CA4A-7893-7F9D-22833AADE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4123" y="2507275"/>
                  <a:ext cx="770479" cy="657701"/>
                </a:xfrm>
                <a:prstGeom prst="rect">
                  <a:avLst/>
                </a:prstGeom>
                <a:blipFill>
                  <a:blip r:embed="rId11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984D566-D7E8-54D4-68DD-03B0EB4F37A6}"/>
                    </a:ext>
                  </a:extLst>
                </p:cNvPr>
                <p:cNvSpPr txBox="1"/>
                <p:nvPr/>
              </p:nvSpPr>
              <p:spPr>
                <a:xfrm>
                  <a:off x="8635482" y="1854623"/>
                  <a:ext cx="6934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=4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0.097G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91.11%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984D566-D7E8-54D4-68DD-03B0EB4F37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5482" y="1854623"/>
                  <a:ext cx="693477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44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5801FC3-3E1C-A4E4-8CC0-682E731F6765}"/>
                    </a:ext>
                  </a:extLst>
                </p:cNvPr>
                <p:cNvSpPr txBox="1"/>
                <p:nvPr/>
              </p:nvSpPr>
              <p:spPr>
                <a:xfrm>
                  <a:off x="7382096" y="2085456"/>
                  <a:ext cx="67905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=3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0.064G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90.40%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5801FC3-3E1C-A4E4-8CC0-682E731F67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2096" y="2085456"/>
                  <a:ext cx="679059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4717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3FBA1B9-C9FD-36D4-310B-47525E03668F}"/>
                    </a:ext>
                  </a:extLst>
                </p:cNvPr>
                <p:cNvSpPr txBox="1"/>
                <p:nvPr/>
              </p:nvSpPr>
              <p:spPr>
                <a:xfrm>
                  <a:off x="6792237" y="3331640"/>
                  <a:ext cx="75748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=2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0.047G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89.31%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3FBA1B9-C9FD-36D4-310B-47525E036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2237" y="3331640"/>
                  <a:ext cx="757482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44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6BD76D4-82F9-3C42-236A-C55146C2A2DE}"/>
                    </a:ext>
                  </a:extLst>
                </p:cNvPr>
                <p:cNvSpPr txBox="1"/>
                <p:nvPr/>
              </p:nvSpPr>
              <p:spPr>
                <a:xfrm>
                  <a:off x="7091472" y="4754542"/>
                  <a:ext cx="65160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ko-KR" altLang="en-US" sz="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a14:m>
                  <a:r>
                    <a:rPr lang="en-US" altLang="ko-KR" sz="800" dirty="0">
                      <a:solidFill>
                        <a:srgbClr val="FF0000"/>
                      </a:solidFill>
                    </a:rPr>
                    <a:t>=1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0.039G</a:t>
                  </a:r>
                </a:p>
                <a:p>
                  <a:r>
                    <a:rPr lang="en-US" altLang="ko-KR" sz="800" dirty="0">
                      <a:solidFill>
                        <a:srgbClr val="FF0000"/>
                      </a:solidFill>
                    </a:rPr>
                    <a:t>85.62%</a:t>
                  </a:r>
                  <a:endParaRPr lang="ko-KR" altLang="en-US" sz="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6BD76D4-82F9-3C42-236A-C55146C2A2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1472" y="4754542"/>
                  <a:ext cx="651602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44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0E291C-9308-AC7B-4B97-BC6DDDC8CA3D}"/>
                </a:ext>
              </a:extLst>
            </p:cNvPr>
            <p:cNvSpPr txBox="1"/>
            <p:nvPr/>
          </p:nvSpPr>
          <p:spPr>
            <a:xfrm>
              <a:off x="11124602" y="2568830"/>
              <a:ext cx="854341" cy="482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0.195G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91.06%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2F289A-C155-F348-370C-945B69C06804}"/>
                </a:ext>
              </a:extLst>
            </p:cNvPr>
            <p:cNvSpPr txBox="1"/>
            <p:nvPr/>
          </p:nvSpPr>
          <p:spPr>
            <a:xfrm>
              <a:off x="8737796" y="2536526"/>
              <a:ext cx="873395" cy="482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0.099G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90.92%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CB371EB-EF5F-1190-22AA-166507C6D26F}"/>
                </a:ext>
              </a:extLst>
            </p:cNvPr>
            <p:cNvSpPr txBox="1"/>
            <p:nvPr/>
          </p:nvSpPr>
          <p:spPr>
            <a:xfrm>
              <a:off x="8096800" y="2643769"/>
              <a:ext cx="693477" cy="482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0.079G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90.63%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5278E9-D042-C2E3-E439-03CF78266B45}"/>
                </a:ext>
              </a:extLst>
            </p:cNvPr>
            <p:cNvSpPr txBox="1"/>
            <p:nvPr/>
          </p:nvSpPr>
          <p:spPr>
            <a:xfrm>
              <a:off x="7634787" y="3107583"/>
              <a:ext cx="692946" cy="482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0.059G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89.66%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09A4FB-AFDD-18DF-0BEF-26EF203E08ED}"/>
                </a:ext>
              </a:extLst>
            </p:cNvPr>
            <p:cNvSpPr txBox="1"/>
            <p:nvPr/>
          </p:nvSpPr>
          <p:spPr>
            <a:xfrm>
              <a:off x="6684385" y="2448630"/>
              <a:ext cx="693477" cy="482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0.0498G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90.05%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9AC5C3-0AE3-8F43-0398-CD7C749490AB}"/>
                </a:ext>
              </a:extLst>
            </p:cNvPr>
            <p:cNvSpPr txBox="1"/>
            <p:nvPr/>
          </p:nvSpPr>
          <p:spPr>
            <a:xfrm>
              <a:off x="7074673" y="4066926"/>
              <a:ext cx="824036" cy="482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>
                  <a:solidFill>
                    <a:schemeClr val="accent1"/>
                  </a:solidFill>
                </a:rPr>
                <a:t>0.0398G</a:t>
              </a:r>
              <a:endParaRPr lang="en-US" altLang="ko-KR" sz="800" dirty="0">
                <a:solidFill>
                  <a:schemeClr val="accent1"/>
                </a:solidFill>
              </a:endParaRPr>
            </a:p>
            <a:p>
              <a:r>
                <a:rPr lang="en-US" altLang="ko-KR" sz="800">
                  <a:solidFill>
                    <a:schemeClr val="accent1"/>
                  </a:solidFill>
                </a:rPr>
                <a:t>87.22%</a:t>
              </a:r>
              <a:endParaRPr lang="ko-KR" altLang="en-US" sz="8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3256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28058</TotalTime>
  <Words>3504</Words>
  <Application>Microsoft Office PowerPoint</Application>
  <PresentationFormat>와이드스크린</PresentationFormat>
  <Paragraphs>884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Cambria Math</vt:lpstr>
      <vt:lpstr>Office 테마</vt:lpstr>
      <vt:lpstr>Phase 2</vt:lpstr>
      <vt:lpstr>Flow</vt:lpstr>
      <vt:lpstr>Value Table</vt:lpstr>
      <vt:lpstr>Cost table</vt:lpstr>
      <vt:lpstr>Quantized Cost table</vt:lpstr>
      <vt:lpstr>Knapsack DP</vt:lpstr>
      <vt:lpstr>Phase 2 (α=1,  0.5 ,0 )</vt:lpstr>
      <vt:lpstr>Phase 2 결과 </vt:lpstr>
      <vt:lpstr>Phase 2 결과 </vt:lpstr>
      <vt:lpstr>Phase 2 결과 </vt:lpstr>
      <vt:lpstr>Weight Storage (α=1,  0.5,  0) </vt:lpstr>
      <vt:lpstr>BitOPs (α=1,  0.5,  0) </vt:lpstr>
      <vt:lpstr>Phase 2 (λ ={0.1, 0.2} )</vt:lpstr>
      <vt:lpstr>Phase 2 결과 </vt:lpstr>
      <vt:lpstr>Weight Storage (λ =0.1, 0.2) </vt:lpstr>
      <vt:lpstr>BitOPs (λ =0.1, 0.2)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1362</cp:revision>
  <dcterms:created xsi:type="dcterms:W3CDTF">2023-03-06T16:32:37Z</dcterms:created>
  <dcterms:modified xsi:type="dcterms:W3CDTF">2026-04-28T06:43:59Z</dcterms:modified>
</cp:coreProperties>
</file>