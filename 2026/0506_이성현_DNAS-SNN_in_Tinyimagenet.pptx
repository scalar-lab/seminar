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63" r:id="rId4"/>
    <p:sldId id="266" r:id="rId5"/>
    <p:sldId id="268" r:id="rId6"/>
    <p:sldId id="267" r:id="rId7"/>
    <p:sldId id="257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66CC"/>
    <a:srgbClr val="002C62"/>
    <a:srgbClr val="000099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1709" autoAdjust="0"/>
  </p:normalViewPr>
  <p:slideViewPr>
    <p:cSldViewPr snapToGrid="0">
      <p:cViewPr varScale="1">
        <p:scale>
          <a:sx n="116" d="100"/>
          <a:sy n="116" d="100"/>
        </p:scale>
        <p:origin x="240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5-07T11:32:29.239" v="3562" actId="20577"/>
      <pc:docMkLst>
        <pc:docMk/>
      </pc:docMkLst>
      <pc:sldChg chg="modSp mod">
        <pc:chgData name="성현 이" userId="2f0182ffdb5a30a3" providerId="LiveId" clId="{96CFCBFF-3B86-4DA3-8BC4-90A0DDDF2BC8}" dt="2026-05-05T12:14:29.878" v="3090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5-05T12:14:29.878" v="3090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5-04T06:43:41.925" v="22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addSp delSp modSp new mod modNotesTx">
        <pc:chgData name="성현 이" userId="2f0182ffdb5a30a3" providerId="LiveId" clId="{96CFCBFF-3B86-4DA3-8BC4-90A0DDDF2BC8}" dt="2026-05-06T07:17:48.578" v="3495" actId="478"/>
        <pc:sldMkLst>
          <pc:docMk/>
          <pc:sldMk cId="3772706207" sldId="257"/>
        </pc:sldMkLst>
        <pc:spChg chg="mod">
          <ac:chgData name="성현 이" userId="2f0182ffdb5a30a3" providerId="LiveId" clId="{96CFCBFF-3B86-4DA3-8BC4-90A0DDDF2BC8}" dt="2026-05-04T06:47:08.445" v="69" actId="20577"/>
          <ac:spMkLst>
            <pc:docMk/>
            <pc:sldMk cId="3772706207" sldId="257"/>
            <ac:spMk id="2" creationId="{969D187A-8549-CBE3-0901-C224E9FB41BD}"/>
          </ac:spMkLst>
        </pc:spChg>
        <pc:spChg chg="add mod">
          <ac:chgData name="성현 이" userId="2f0182ffdb5a30a3" providerId="LiveId" clId="{96CFCBFF-3B86-4DA3-8BC4-90A0DDDF2BC8}" dt="2026-05-04T06:52:23.071" v="167" actId="1076"/>
          <ac:spMkLst>
            <pc:docMk/>
            <pc:sldMk cId="3772706207" sldId="257"/>
            <ac:spMk id="5" creationId="{19600DCF-F837-3168-8D4D-F625F82A5E8F}"/>
          </ac:spMkLst>
        </pc:spChg>
        <pc:spChg chg="add mod">
          <ac:chgData name="성현 이" userId="2f0182ffdb5a30a3" providerId="LiveId" clId="{96CFCBFF-3B86-4DA3-8BC4-90A0DDDF2BC8}" dt="2026-05-04T06:55:26.575" v="291" actId="20577"/>
          <ac:spMkLst>
            <pc:docMk/>
            <pc:sldMk cId="3772706207" sldId="257"/>
            <ac:spMk id="6" creationId="{89332F45-EE8A-1F29-80CA-72C8642972E2}"/>
          </ac:spMkLst>
        </pc:spChg>
        <pc:spChg chg="add mod">
          <ac:chgData name="성현 이" userId="2f0182ffdb5a30a3" providerId="LiveId" clId="{96CFCBFF-3B86-4DA3-8BC4-90A0DDDF2BC8}" dt="2026-05-04T06:53:09.803" v="203" actId="1076"/>
          <ac:spMkLst>
            <pc:docMk/>
            <pc:sldMk cId="3772706207" sldId="257"/>
            <ac:spMk id="7" creationId="{67A792EA-ED79-7E15-CA74-CE04DCDB567C}"/>
          </ac:spMkLst>
        </pc:spChg>
        <pc:spChg chg="add del mod">
          <ac:chgData name="성현 이" userId="2f0182ffdb5a30a3" providerId="LiveId" clId="{96CFCBFF-3B86-4DA3-8BC4-90A0DDDF2BC8}" dt="2026-05-06T07:17:47.787" v="3494" actId="478"/>
          <ac:spMkLst>
            <pc:docMk/>
            <pc:sldMk cId="3772706207" sldId="257"/>
            <ac:spMk id="10" creationId="{8EE2A660-8ABC-1C3D-4366-0A7ACBB1CC62}"/>
          </ac:spMkLst>
        </pc:spChg>
        <pc:spChg chg="add mod">
          <ac:chgData name="성현 이" userId="2f0182ffdb5a30a3" providerId="LiveId" clId="{96CFCBFF-3B86-4DA3-8BC4-90A0DDDF2BC8}" dt="2026-05-04T06:58:45.485" v="466" actId="20577"/>
          <ac:spMkLst>
            <pc:docMk/>
            <pc:sldMk cId="3772706207" sldId="257"/>
            <ac:spMk id="11" creationId="{0D80F771-843D-57B9-6236-58A8DF43A4C9}"/>
          </ac:spMkLst>
        </pc:spChg>
        <pc:cxnChg chg="add del mod">
          <ac:chgData name="성현 이" userId="2f0182ffdb5a30a3" providerId="LiveId" clId="{96CFCBFF-3B86-4DA3-8BC4-90A0DDDF2BC8}" dt="2026-05-06T07:17:48.578" v="3495" actId="478"/>
          <ac:cxnSpMkLst>
            <pc:docMk/>
            <pc:sldMk cId="3772706207" sldId="257"/>
            <ac:cxnSpMk id="9" creationId="{51B90FA2-2323-1E61-8909-AEFAE92F94D5}"/>
          </ac:cxnSpMkLst>
        </pc:cxnChg>
      </pc:sldChg>
      <pc:sldChg chg="addSp delSp modSp new del mod">
        <pc:chgData name="성현 이" userId="2f0182ffdb5a30a3" providerId="LiveId" clId="{96CFCBFF-3B86-4DA3-8BC4-90A0DDDF2BC8}" dt="2026-05-04T07:22:44.213" v="1183" actId="2696"/>
        <pc:sldMkLst>
          <pc:docMk/>
          <pc:sldMk cId="2054485161" sldId="258"/>
        </pc:sldMkLst>
      </pc:sldChg>
      <pc:sldChg chg="addSp delSp modSp new mod">
        <pc:chgData name="성현 이" userId="2f0182ffdb5a30a3" providerId="LiveId" clId="{96CFCBFF-3B86-4DA3-8BC4-90A0DDDF2BC8}" dt="2026-05-04T07:31:50.422" v="1237" actId="14100"/>
        <pc:sldMkLst>
          <pc:docMk/>
          <pc:sldMk cId="4081413958" sldId="259"/>
        </pc:sldMkLst>
        <pc:spChg chg="mod">
          <ac:chgData name="성현 이" userId="2f0182ffdb5a30a3" providerId="LiveId" clId="{96CFCBFF-3B86-4DA3-8BC4-90A0DDDF2BC8}" dt="2026-05-04T07:27:15.961" v="1198" actId="20577"/>
          <ac:spMkLst>
            <pc:docMk/>
            <pc:sldMk cId="4081413958" sldId="259"/>
            <ac:spMk id="2" creationId="{0454C945-D5B4-EAEE-E057-0AD1EA120B67}"/>
          </ac:spMkLst>
        </pc:spChg>
        <pc:spChg chg="add mod">
          <ac:chgData name="성현 이" userId="2f0182ffdb5a30a3" providerId="LiveId" clId="{96CFCBFF-3B86-4DA3-8BC4-90A0DDDF2BC8}" dt="2026-05-04T07:23:27.552" v="1188" actId="1076"/>
          <ac:spMkLst>
            <pc:docMk/>
            <pc:sldMk cId="4081413958" sldId="259"/>
            <ac:spMk id="8" creationId="{339F3097-4DC8-1A0C-012D-8C41E28CDE60}"/>
          </ac:spMkLst>
        </pc:spChg>
        <pc:picChg chg="add mod ord">
          <ac:chgData name="성현 이" userId="2f0182ffdb5a30a3" providerId="LiveId" clId="{96CFCBFF-3B86-4DA3-8BC4-90A0DDDF2BC8}" dt="2026-05-04T07:31:50.422" v="1237" actId="14100"/>
          <ac:picMkLst>
            <pc:docMk/>
            <pc:sldMk cId="4081413958" sldId="259"/>
            <ac:picMk id="10" creationId="{AA348B93-8B41-C2CD-00B6-9D8B642DD36A}"/>
          </ac:picMkLst>
        </pc:picChg>
      </pc:sldChg>
      <pc:sldChg chg="del">
        <pc:chgData name="성현 이" userId="2f0182ffdb5a30a3" providerId="LiveId" clId="{96CFCBFF-3B86-4DA3-8BC4-90A0DDDF2BC8}" dt="2026-05-04T06:43:34.948" v="14" actId="2696"/>
        <pc:sldMkLst>
          <pc:docMk/>
          <pc:sldMk cId="1461993909" sldId="260"/>
        </pc:sldMkLst>
      </pc:sldChg>
      <pc:sldChg chg="addSp delSp modSp new mod">
        <pc:chgData name="성현 이" userId="2f0182ffdb5a30a3" providerId="LiveId" clId="{96CFCBFF-3B86-4DA3-8BC4-90A0DDDF2BC8}" dt="2026-05-04T07:32:30.841" v="1244" actId="1076"/>
        <pc:sldMkLst>
          <pc:docMk/>
          <pc:sldMk cId="1842782031" sldId="260"/>
        </pc:sldMkLst>
        <pc:spChg chg="mod">
          <ac:chgData name="성현 이" userId="2f0182ffdb5a30a3" providerId="LiveId" clId="{96CFCBFF-3B86-4DA3-8BC4-90A0DDDF2BC8}" dt="2026-05-04T07:27:33.756" v="1218" actId="20577"/>
          <ac:spMkLst>
            <pc:docMk/>
            <pc:sldMk cId="1842782031" sldId="260"/>
            <ac:spMk id="2" creationId="{69D4600C-5426-0393-B178-9455CFC749A8}"/>
          </ac:spMkLst>
        </pc:spChg>
        <pc:spChg chg="add mod">
          <ac:chgData name="성현 이" userId="2f0182ffdb5a30a3" providerId="LiveId" clId="{96CFCBFF-3B86-4DA3-8BC4-90A0DDDF2BC8}" dt="2026-05-04T07:27:43.827" v="1220" actId="1076"/>
          <ac:spMkLst>
            <pc:docMk/>
            <pc:sldMk cId="1842782031" sldId="260"/>
            <ac:spMk id="5" creationId="{91BA27C0-D3D0-9971-40F7-BED5EF285FAA}"/>
          </ac:spMkLst>
        </pc:spChg>
        <pc:picChg chg="add mod ord">
          <ac:chgData name="성현 이" userId="2f0182ffdb5a30a3" providerId="LiveId" clId="{96CFCBFF-3B86-4DA3-8BC4-90A0DDDF2BC8}" dt="2026-05-04T07:32:30.841" v="1244" actId="1076"/>
          <ac:picMkLst>
            <pc:docMk/>
            <pc:sldMk cId="1842782031" sldId="260"/>
            <ac:picMk id="9" creationId="{F5E0576E-CECE-4D56-6001-ECDADBB94881}"/>
          </ac:picMkLst>
        </pc:picChg>
      </pc:sldChg>
      <pc:sldChg chg="addSp delSp modSp new mod">
        <pc:chgData name="성현 이" userId="2f0182ffdb5a30a3" providerId="LiveId" clId="{96CFCBFF-3B86-4DA3-8BC4-90A0DDDF2BC8}" dt="2026-05-06T01:41:34.818" v="3305" actId="20577"/>
        <pc:sldMkLst>
          <pc:docMk/>
          <pc:sldMk cId="1221586878" sldId="261"/>
        </pc:sldMkLst>
        <pc:spChg chg="mod">
          <ac:chgData name="성현 이" userId="2f0182ffdb5a30a3" providerId="LiveId" clId="{96CFCBFF-3B86-4DA3-8BC4-90A0DDDF2BC8}" dt="2026-05-04T13:11:22.213" v="1276" actId="20577"/>
          <ac:spMkLst>
            <pc:docMk/>
            <pc:sldMk cId="1221586878" sldId="261"/>
            <ac:spMk id="2" creationId="{69075D13-58D2-2D04-2DB7-7F47A4A73B29}"/>
          </ac:spMkLst>
        </pc:spChg>
        <pc:spChg chg="add mod">
          <ac:chgData name="성현 이" userId="2f0182ffdb5a30a3" providerId="LiveId" clId="{96CFCBFF-3B86-4DA3-8BC4-90A0DDDF2BC8}" dt="2026-05-05T12:32:48.324" v="3203" actId="1076"/>
          <ac:spMkLst>
            <pc:docMk/>
            <pc:sldMk cId="1221586878" sldId="261"/>
            <ac:spMk id="3" creationId="{EAE99A4D-CF44-987C-BDC4-7EDB69F18988}"/>
          </ac:spMkLst>
        </pc:spChg>
        <pc:spChg chg="add mod">
          <ac:chgData name="성현 이" userId="2f0182ffdb5a30a3" providerId="LiveId" clId="{96CFCBFF-3B86-4DA3-8BC4-90A0DDDF2BC8}" dt="2026-05-04T13:22:18.852" v="1636" actId="164"/>
          <ac:spMkLst>
            <pc:docMk/>
            <pc:sldMk cId="1221586878" sldId="261"/>
            <ac:spMk id="8" creationId="{73B98B98-8FA8-D414-06DC-3B78771A10F1}"/>
          </ac:spMkLst>
        </pc:spChg>
        <pc:spChg chg="add mod">
          <ac:chgData name="성현 이" userId="2f0182ffdb5a30a3" providerId="LiveId" clId="{96CFCBFF-3B86-4DA3-8BC4-90A0DDDF2BC8}" dt="2026-05-04T13:22:18.852" v="1636" actId="164"/>
          <ac:spMkLst>
            <pc:docMk/>
            <pc:sldMk cId="1221586878" sldId="261"/>
            <ac:spMk id="9" creationId="{3795C11F-E925-8D3B-621B-08C15EB735F5}"/>
          </ac:spMkLst>
        </pc:spChg>
        <pc:spChg chg="add mod">
          <ac:chgData name="성현 이" userId="2f0182ffdb5a30a3" providerId="LiveId" clId="{96CFCBFF-3B86-4DA3-8BC4-90A0DDDF2BC8}" dt="2026-05-04T13:22:18.852" v="1636" actId="164"/>
          <ac:spMkLst>
            <pc:docMk/>
            <pc:sldMk cId="1221586878" sldId="261"/>
            <ac:spMk id="11" creationId="{DFC9067A-7691-8CFB-3658-EC6824F3C520}"/>
          </ac:spMkLst>
        </pc:spChg>
        <pc:spChg chg="add mod">
          <ac:chgData name="성현 이" userId="2f0182ffdb5a30a3" providerId="LiveId" clId="{96CFCBFF-3B86-4DA3-8BC4-90A0DDDF2BC8}" dt="2026-05-04T13:22:18.852" v="1636" actId="164"/>
          <ac:spMkLst>
            <pc:docMk/>
            <pc:sldMk cId="1221586878" sldId="261"/>
            <ac:spMk id="12" creationId="{539FAF19-C16B-D8CF-F1CA-AECADE4AB896}"/>
          </ac:spMkLst>
        </pc:spChg>
        <pc:spChg chg="add mod">
          <ac:chgData name="성현 이" userId="2f0182ffdb5a30a3" providerId="LiveId" clId="{96CFCBFF-3B86-4DA3-8BC4-90A0DDDF2BC8}" dt="2026-05-04T13:22:18.852" v="1636" actId="164"/>
          <ac:spMkLst>
            <pc:docMk/>
            <pc:sldMk cId="1221586878" sldId="261"/>
            <ac:spMk id="20" creationId="{5728BF06-6EE6-B5E4-7B1A-581046F60204}"/>
          </ac:spMkLst>
        </pc:spChg>
        <pc:spChg chg="add mod">
          <ac:chgData name="성현 이" userId="2f0182ffdb5a30a3" providerId="LiveId" clId="{96CFCBFF-3B86-4DA3-8BC4-90A0DDDF2BC8}" dt="2026-05-04T13:22:18.852" v="1636" actId="164"/>
          <ac:spMkLst>
            <pc:docMk/>
            <pc:sldMk cId="1221586878" sldId="261"/>
            <ac:spMk id="23" creationId="{F924ED0C-5B17-FE9C-67C5-2CB546090348}"/>
          </ac:spMkLst>
        </pc:spChg>
        <pc:spChg chg="add mod">
          <ac:chgData name="성현 이" userId="2f0182ffdb5a30a3" providerId="LiveId" clId="{96CFCBFF-3B86-4DA3-8BC4-90A0DDDF2BC8}" dt="2026-05-04T13:22:18.852" v="1636" actId="164"/>
          <ac:spMkLst>
            <pc:docMk/>
            <pc:sldMk cId="1221586878" sldId="261"/>
            <ac:spMk id="33" creationId="{375AF35A-D33E-08A0-298E-693B5307F157}"/>
          </ac:spMkLst>
        </pc:spChg>
        <pc:spChg chg="add mod">
          <ac:chgData name="성현 이" userId="2f0182ffdb5a30a3" providerId="LiveId" clId="{96CFCBFF-3B86-4DA3-8BC4-90A0DDDF2BC8}" dt="2026-05-06T01:41:34.818" v="3305" actId="20577"/>
          <ac:spMkLst>
            <pc:docMk/>
            <pc:sldMk cId="1221586878" sldId="261"/>
            <ac:spMk id="35" creationId="{8244190D-3C7F-5D58-96CF-50843DF4A4E1}"/>
          </ac:spMkLst>
        </pc:spChg>
        <pc:grpChg chg="add mod">
          <ac:chgData name="성현 이" userId="2f0182ffdb5a30a3" providerId="LiveId" clId="{96CFCBFF-3B86-4DA3-8BC4-90A0DDDF2BC8}" dt="2026-05-04T13:22:21.709" v="1637" actId="1076"/>
          <ac:grpSpMkLst>
            <pc:docMk/>
            <pc:sldMk cId="1221586878" sldId="261"/>
            <ac:grpSpMk id="34" creationId="{ED710BE9-BB7E-5CC9-FA2A-0496376FB965}"/>
          </ac:grpSpMkLst>
        </pc:grpChg>
        <pc:cxnChg chg="add mod">
          <ac:chgData name="성현 이" userId="2f0182ffdb5a30a3" providerId="LiveId" clId="{96CFCBFF-3B86-4DA3-8BC4-90A0DDDF2BC8}" dt="2026-05-04T13:12:59.600" v="1280" actId="13822"/>
          <ac:cxnSpMkLst>
            <pc:docMk/>
            <pc:sldMk cId="1221586878" sldId="261"/>
            <ac:cxnSpMk id="6" creationId="{7274E180-BB21-9F3C-1F0F-FFE793CA2FEF}"/>
          </ac:cxnSpMkLst>
        </pc:cxnChg>
        <pc:cxnChg chg="add mod">
          <ac:chgData name="성현 이" userId="2f0182ffdb5a30a3" providerId="LiveId" clId="{96CFCBFF-3B86-4DA3-8BC4-90A0DDDF2BC8}" dt="2026-05-04T13:15:20.830" v="1358" actId="1076"/>
          <ac:cxnSpMkLst>
            <pc:docMk/>
            <pc:sldMk cId="1221586878" sldId="261"/>
            <ac:cxnSpMk id="10" creationId="{3DC621EE-AC98-62E6-3300-95D2B9E0C6BA}"/>
          </ac:cxnSpMkLst>
        </pc:cxnChg>
        <pc:cxnChg chg="add mod">
          <ac:chgData name="성현 이" userId="2f0182ffdb5a30a3" providerId="LiveId" clId="{96CFCBFF-3B86-4DA3-8BC4-90A0DDDF2BC8}" dt="2026-05-04T13:21:26.589" v="1599" actId="14100"/>
          <ac:cxnSpMkLst>
            <pc:docMk/>
            <pc:sldMk cId="1221586878" sldId="261"/>
            <ac:cxnSpMk id="15" creationId="{872ABE74-B741-F513-0382-F379D1A61918}"/>
          </ac:cxnSpMkLst>
        </pc:cxnChg>
        <pc:cxnChg chg="add mod">
          <ac:chgData name="성현 이" userId="2f0182ffdb5a30a3" providerId="LiveId" clId="{96CFCBFF-3B86-4DA3-8BC4-90A0DDDF2BC8}" dt="2026-05-04T13:21:24.516" v="1598" actId="1076"/>
          <ac:cxnSpMkLst>
            <pc:docMk/>
            <pc:sldMk cId="1221586878" sldId="261"/>
            <ac:cxnSpMk id="19" creationId="{D2D1DA09-5493-2264-974F-D821133F60C2}"/>
          </ac:cxnSpMkLst>
        </pc:cxnChg>
        <pc:cxnChg chg="add mod">
          <ac:chgData name="성현 이" userId="2f0182ffdb5a30a3" providerId="LiveId" clId="{96CFCBFF-3B86-4DA3-8BC4-90A0DDDF2BC8}" dt="2026-05-04T13:27:27.388" v="1837" actId="14100"/>
          <ac:cxnSpMkLst>
            <pc:docMk/>
            <pc:sldMk cId="1221586878" sldId="261"/>
            <ac:cxnSpMk id="21" creationId="{BD37D4B7-F683-493A-DA56-11C2090D3557}"/>
          </ac:cxnSpMkLst>
        </pc:cxnChg>
        <pc:cxnChg chg="add mod">
          <ac:chgData name="성현 이" userId="2f0182ffdb5a30a3" providerId="LiveId" clId="{96CFCBFF-3B86-4DA3-8BC4-90A0DDDF2BC8}" dt="2026-05-04T13:21:30.153" v="1600" actId="1076"/>
          <ac:cxnSpMkLst>
            <pc:docMk/>
            <pc:sldMk cId="1221586878" sldId="261"/>
            <ac:cxnSpMk id="27" creationId="{CE5A03D6-0F56-2E74-46A5-F19B5F2DC39B}"/>
          </ac:cxnSpMkLst>
        </pc:cxnChg>
        <pc:cxnChg chg="add mod">
          <ac:chgData name="성현 이" userId="2f0182ffdb5a30a3" providerId="LiveId" clId="{96CFCBFF-3B86-4DA3-8BC4-90A0DDDF2BC8}" dt="2026-05-04T13:22:18.852" v="1636" actId="164"/>
          <ac:cxnSpMkLst>
            <pc:docMk/>
            <pc:sldMk cId="1221586878" sldId="261"/>
            <ac:cxnSpMk id="30" creationId="{FE8A5EA6-4738-D732-ED1C-2DB368DFABD4}"/>
          </ac:cxnSpMkLst>
        </pc:cxnChg>
      </pc:sldChg>
      <pc:sldChg chg="addSp delSp modSp new del mod">
        <pc:chgData name="성현 이" userId="2f0182ffdb5a30a3" providerId="LiveId" clId="{96CFCBFF-3B86-4DA3-8BC4-90A0DDDF2BC8}" dt="2026-05-04T07:33:58.693" v="1252" actId="2696"/>
        <pc:sldMkLst>
          <pc:docMk/>
          <pc:sldMk cId="1707865676" sldId="261"/>
        </pc:sldMkLst>
      </pc:sldChg>
      <pc:sldChg chg="del">
        <pc:chgData name="성현 이" userId="2f0182ffdb5a30a3" providerId="LiveId" clId="{96CFCBFF-3B86-4DA3-8BC4-90A0DDDF2BC8}" dt="2026-05-04T06:43:31.640" v="9" actId="2696"/>
        <pc:sldMkLst>
          <pc:docMk/>
          <pc:sldMk cId="3954146204" sldId="261"/>
        </pc:sldMkLst>
      </pc:sldChg>
      <pc:sldChg chg="addSp delSp modSp new mod modNotesTx">
        <pc:chgData name="성현 이" userId="2f0182ffdb5a30a3" providerId="LiveId" clId="{96CFCBFF-3B86-4DA3-8BC4-90A0DDDF2BC8}" dt="2026-05-05T12:43:56.427" v="3267" actId="20577"/>
        <pc:sldMkLst>
          <pc:docMk/>
          <pc:sldMk cId="1410461790" sldId="262"/>
        </pc:sldMkLst>
        <pc:spChg chg="mod">
          <ac:chgData name="성현 이" userId="2f0182ffdb5a30a3" providerId="LiveId" clId="{96CFCBFF-3B86-4DA3-8BC4-90A0DDDF2BC8}" dt="2026-05-04T13:29:17.580" v="1921" actId="20577"/>
          <ac:spMkLst>
            <pc:docMk/>
            <pc:sldMk cId="1410461790" sldId="262"/>
            <ac:spMk id="2" creationId="{56800C97-00CE-5374-2031-B970F34197F8}"/>
          </ac:spMkLst>
        </pc:spChg>
        <pc:spChg chg="add mod">
          <ac:chgData name="성현 이" userId="2f0182ffdb5a30a3" providerId="LiveId" clId="{96CFCBFF-3B86-4DA3-8BC4-90A0DDDF2BC8}" dt="2026-05-04T13:32:42.999" v="2029" actId="14100"/>
          <ac:spMkLst>
            <pc:docMk/>
            <pc:sldMk cId="1410461790" sldId="262"/>
            <ac:spMk id="7" creationId="{14FF5615-DD13-36EA-26D7-D66849C2E576}"/>
          </ac:spMkLst>
        </pc:spChg>
        <pc:spChg chg="add mod">
          <ac:chgData name="성현 이" userId="2f0182ffdb5a30a3" providerId="LiveId" clId="{96CFCBFF-3B86-4DA3-8BC4-90A0DDDF2BC8}" dt="2026-05-05T12:43:26.524" v="3266" actId="113"/>
          <ac:spMkLst>
            <pc:docMk/>
            <pc:sldMk cId="1410461790" sldId="262"/>
            <ac:spMk id="8" creationId="{1FECDD0E-2EE8-245F-74D2-965D3490AC95}"/>
          </ac:spMkLst>
        </pc:spChg>
        <pc:spChg chg="add mod">
          <ac:chgData name="성현 이" userId="2f0182ffdb5a30a3" providerId="LiveId" clId="{96CFCBFF-3B86-4DA3-8BC4-90A0DDDF2BC8}" dt="2026-05-05T12:35:56.538" v="3210" actId="20577"/>
          <ac:spMkLst>
            <pc:docMk/>
            <pc:sldMk cId="1410461790" sldId="262"/>
            <ac:spMk id="9" creationId="{3D3C5270-8FB4-CB13-0933-27F899DC117D}"/>
          </ac:spMkLst>
        </pc:spChg>
        <pc:picChg chg="add mod">
          <ac:chgData name="성현 이" userId="2f0182ffdb5a30a3" providerId="LiveId" clId="{96CFCBFF-3B86-4DA3-8BC4-90A0DDDF2BC8}" dt="2026-05-04T13:29:27.406" v="1927" actId="1076"/>
          <ac:picMkLst>
            <pc:docMk/>
            <pc:sldMk cId="1410461790" sldId="262"/>
            <ac:picMk id="6" creationId="{0E840E98-BBD9-4383-6E68-5A5878E74D89}"/>
          </ac:picMkLst>
        </pc:picChg>
      </pc:sldChg>
      <pc:sldChg chg="del">
        <pc:chgData name="성현 이" userId="2f0182ffdb5a30a3" providerId="LiveId" clId="{96CFCBFF-3B86-4DA3-8BC4-90A0DDDF2BC8}" dt="2026-05-04T06:43:29.725" v="7" actId="2696"/>
        <pc:sldMkLst>
          <pc:docMk/>
          <pc:sldMk cId="165501124" sldId="263"/>
        </pc:sldMkLst>
      </pc:sldChg>
      <pc:sldChg chg="addSp delSp modSp new mod ord">
        <pc:chgData name="성현 이" userId="2f0182ffdb5a30a3" providerId="LiveId" clId="{96CFCBFF-3B86-4DA3-8BC4-90A0DDDF2BC8}" dt="2026-05-06T07:01:01.410" v="3493" actId="1076"/>
        <pc:sldMkLst>
          <pc:docMk/>
          <pc:sldMk cId="3617419301" sldId="263"/>
        </pc:sldMkLst>
        <pc:spChg chg="mod">
          <ac:chgData name="성현 이" userId="2f0182ffdb5a30a3" providerId="LiveId" clId="{96CFCBFF-3B86-4DA3-8BC4-90A0DDDF2BC8}" dt="2026-05-05T06:00:23.128" v="2996" actId="20577"/>
          <ac:spMkLst>
            <pc:docMk/>
            <pc:sldMk cId="3617419301" sldId="263"/>
            <ac:spMk id="2" creationId="{0DDB5124-3E3F-2CCF-B5BC-51B22C2D084E}"/>
          </ac:spMkLst>
        </pc:spChg>
        <pc:spChg chg="add mod">
          <ac:chgData name="성현 이" userId="2f0182ffdb5a30a3" providerId="LiveId" clId="{96CFCBFF-3B86-4DA3-8BC4-90A0DDDF2BC8}" dt="2026-05-05T12:55:00.514" v="3279"/>
          <ac:spMkLst>
            <pc:docMk/>
            <pc:sldMk cId="3617419301" sldId="263"/>
            <ac:spMk id="3" creationId="{E2B4E461-3481-2F2F-8963-AC12B736D7BA}"/>
          </ac:spMkLst>
        </pc:spChg>
        <pc:spChg chg="add mod">
          <ac:chgData name="성현 이" userId="2f0182ffdb5a30a3" providerId="LiveId" clId="{96CFCBFF-3B86-4DA3-8BC4-90A0DDDF2BC8}" dt="2026-05-05T12:16:12.126" v="3092" actId="1076"/>
          <ac:spMkLst>
            <pc:docMk/>
            <pc:sldMk cId="3617419301" sldId="263"/>
            <ac:spMk id="6" creationId="{061C90E7-A58B-09F6-5EFC-6BA3127DB5F7}"/>
          </ac:spMkLst>
        </pc:spChg>
        <pc:spChg chg="add mod">
          <ac:chgData name="성현 이" userId="2f0182ffdb5a30a3" providerId="LiveId" clId="{96CFCBFF-3B86-4DA3-8BC4-90A0DDDF2BC8}" dt="2026-05-06T07:01:01.410" v="3493" actId="1076"/>
          <ac:spMkLst>
            <pc:docMk/>
            <pc:sldMk cId="3617419301" sldId="263"/>
            <ac:spMk id="7" creationId="{414C7E11-AED3-2225-666A-2C8A15CDA224}"/>
          </ac:spMkLst>
        </pc:spChg>
        <pc:graphicFrameChg chg="add mod modGraphic">
          <ac:chgData name="성현 이" userId="2f0182ffdb5a30a3" providerId="LiveId" clId="{96CFCBFF-3B86-4DA3-8BC4-90A0DDDF2BC8}" dt="2026-05-06T07:00:44.635" v="3471" actId="20577"/>
          <ac:graphicFrameMkLst>
            <pc:docMk/>
            <pc:sldMk cId="3617419301" sldId="263"/>
            <ac:graphicFrameMk id="5" creationId="{22576FE1-BF94-5E1E-B8E9-B9421F445CF7}"/>
          </ac:graphicFrameMkLst>
        </pc:graphicFrameChg>
      </pc:sldChg>
      <pc:sldChg chg="delSp modSp new del mod">
        <pc:chgData name="성현 이" userId="2f0182ffdb5a30a3" providerId="LiveId" clId="{96CFCBFF-3B86-4DA3-8BC4-90A0DDDF2BC8}" dt="2026-05-05T12:17:52.016" v="3109" actId="2696"/>
        <pc:sldMkLst>
          <pc:docMk/>
          <pc:sldMk cId="2409536775" sldId="264"/>
        </pc:sldMkLst>
      </pc:sldChg>
      <pc:sldChg chg="modSp add del mod">
        <pc:chgData name="성현 이" userId="2f0182ffdb5a30a3" providerId="LiveId" clId="{96CFCBFF-3B86-4DA3-8BC4-90A0DDDF2BC8}" dt="2026-05-07T11:32:29.239" v="3562" actId="20577"/>
        <pc:sldMkLst>
          <pc:docMk/>
          <pc:sldMk cId="245749463" sldId="266"/>
        </pc:sldMkLst>
        <pc:graphicFrameChg chg="mod modGraphic">
          <ac:chgData name="성현 이" userId="2f0182ffdb5a30a3" providerId="LiveId" clId="{96CFCBFF-3B86-4DA3-8BC4-90A0DDDF2BC8}" dt="2026-05-07T11:32:29.239" v="3562" actId="20577"/>
          <ac:graphicFrameMkLst>
            <pc:docMk/>
            <pc:sldMk cId="245749463" sldId="266"/>
            <ac:graphicFrameMk id="5" creationId="{63ED20B2-2710-B393-8A8B-71BF606E9450}"/>
          </ac:graphicFrameMkLst>
        </pc:graphicFrameChg>
      </pc:sldChg>
      <pc:sldChg chg="del">
        <pc:chgData name="성현 이" userId="2f0182ffdb5a30a3" providerId="LiveId" clId="{96CFCBFF-3B86-4DA3-8BC4-90A0DDDF2BC8}" dt="2026-05-04T06:43:28.759" v="6" actId="2696"/>
        <pc:sldMkLst>
          <pc:docMk/>
          <pc:sldMk cId="154494591" sldId="267"/>
        </pc:sldMkLst>
      </pc:sldChg>
      <pc:sldChg chg="addSp delSp modSp add mod">
        <pc:chgData name="성현 이" userId="2f0182ffdb5a30a3" providerId="LiveId" clId="{96CFCBFF-3B86-4DA3-8BC4-90A0DDDF2BC8}" dt="2026-05-05T12:24:25.004" v="3196" actId="478"/>
        <pc:sldMkLst>
          <pc:docMk/>
          <pc:sldMk cId="1492569802" sldId="267"/>
        </pc:sldMkLst>
        <pc:spChg chg="mod">
          <ac:chgData name="성현 이" userId="2f0182ffdb5a30a3" providerId="LiveId" clId="{96CFCBFF-3B86-4DA3-8BC4-90A0DDDF2BC8}" dt="2026-05-05T12:24:17.114" v="3192" actId="20577"/>
          <ac:spMkLst>
            <pc:docMk/>
            <pc:sldMk cId="1492569802" sldId="267"/>
            <ac:spMk id="2" creationId="{4FFD4948-E5AF-3A1B-C276-A7CDF99713D8}"/>
          </ac:spMkLst>
        </pc:spChg>
      </pc:sldChg>
      <pc:sldChg chg="addSp delSp modSp new mod">
        <pc:chgData name="성현 이" userId="2f0182ffdb5a30a3" providerId="LiveId" clId="{96CFCBFF-3B86-4DA3-8BC4-90A0DDDF2BC8}" dt="2026-05-06T05:58:13.990" v="3470" actId="20577"/>
        <pc:sldMkLst>
          <pc:docMk/>
          <pc:sldMk cId="2082915085" sldId="268"/>
        </pc:sldMkLst>
        <pc:spChg chg="mod">
          <ac:chgData name="성현 이" userId="2f0182ffdb5a30a3" providerId="LiveId" clId="{96CFCBFF-3B86-4DA3-8BC4-90A0DDDF2BC8}" dt="2026-05-06T05:54:19.003" v="3349" actId="20577"/>
          <ac:spMkLst>
            <pc:docMk/>
            <pc:sldMk cId="2082915085" sldId="268"/>
            <ac:spMk id="2" creationId="{DDA5141F-7510-993C-6B17-06D3867DCFCC}"/>
          </ac:spMkLst>
        </pc:spChg>
        <pc:spChg chg="del mod">
          <ac:chgData name="성현 이" userId="2f0182ffdb5a30a3" providerId="LiveId" clId="{96CFCBFF-3B86-4DA3-8BC4-90A0DDDF2BC8}" dt="2026-05-06T05:54:24.124" v="3351" actId="478"/>
          <ac:spMkLst>
            <pc:docMk/>
            <pc:sldMk cId="2082915085" sldId="268"/>
            <ac:spMk id="3" creationId="{D0A2D92D-1E4A-C34B-62C2-18AF7C1414F4}"/>
          </ac:spMkLst>
        </pc:spChg>
        <pc:spChg chg="add mod">
          <ac:chgData name="성현 이" userId="2f0182ffdb5a30a3" providerId="LiveId" clId="{96CFCBFF-3B86-4DA3-8BC4-90A0DDDF2BC8}" dt="2026-05-06T05:55:03.727" v="3373" actId="20577"/>
          <ac:spMkLst>
            <pc:docMk/>
            <pc:sldMk cId="2082915085" sldId="268"/>
            <ac:spMk id="7" creationId="{94E90278-846A-92ED-0243-7A19FCAB1644}"/>
          </ac:spMkLst>
        </pc:spChg>
        <pc:spChg chg="add mod">
          <ac:chgData name="성현 이" userId="2f0182ffdb5a30a3" providerId="LiveId" clId="{96CFCBFF-3B86-4DA3-8BC4-90A0DDDF2BC8}" dt="2026-05-06T05:55:34.804" v="3387" actId="20577"/>
          <ac:spMkLst>
            <pc:docMk/>
            <pc:sldMk cId="2082915085" sldId="268"/>
            <ac:spMk id="8" creationId="{98D22147-CC45-5B26-59E3-932CBF3F0358}"/>
          </ac:spMkLst>
        </pc:spChg>
        <pc:spChg chg="add mod">
          <ac:chgData name="성현 이" userId="2f0182ffdb5a30a3" providerId="LiveId" clId="{96CFCBFF-3B86-4DA3-8BC4-90A0DDDF2BC8}" dt="2026-05-06T05:56:05.182" v="3401" actId="20577"/>
          <ac:spMkLst>
            <pc:docMk/>
            <pc:sldMk cId="2082915085" sldId="268"/>
            <ac:spMk id="9" creationId="{18EC6E7C-06F4-B326-E6C3-A40BAA9E93FC}"/>
          </ac:spMkLst>
        </pc:spChg>
        <pc:spChg chg="add mod">
          <ac:chgData name="성현 이" userId="2f0182ffdb5a30a3" providerId="LiveId" clId="{96CFCBFF-3B86-4DA3-8BC4-90A0DDDF2BC8}" dt="2026-05-06T05:56:20.194" v="3411" actId="20577"/>
          <ac:spMkLst>
            <pc:docMk/>
            <pc:sldMk cId="2082915085" sldId="268"/>
            <ac:spMk id="10" creationId="{A10B55B6-D9EB-28DA-FDE5-A61C44C479BC}"/>
          </ac:spMkLst>
        </pc:spChg>
        <pc:spChg chg="add mod">
          <ac:chgData name="성현 이" userId="2f0182ffdb5a30a3" providerId="LiveId" clId="{96CFCBFF-3B86-4DA3-8BC4-90A0DDDF2BC8}" dt="2026-05-06T05:56:55.665" v="3427" actId="20577"/>
          <ac:spMkLst>
            <pc:docMk/>
            <pc:sldMk cId="2082915085" sldId="268"/>
            <ac:spMk id="11" creationId="{C3170F37-2CA1-9AA5-41E0-D62F00E418F1}"/>
          </ac:spMkLst>
        </pc:spChg>
        <pc:spChg chg="add mod">
          <ac:chgData name="성현 이" userId="2f0182ffdb5a30a3" providerId="LiveId" clId="{96CFCBFF-3B86-4DA3-8BC4-90A0DDDF2BC8}" dt="2026-05-06T05:57:28.891" v="3444" actId="1076"/>
          <ac:spMkLst>
            <pc:docMk/>
            <pc:sldMk cId="2082915085" sldId="268"/>
            <ac:spMk id="12" creationId="{E862AD11-17E6-B519-B6C0-F3D2786382AA}"/>
          </ac:spMkLst>
        </pc:spChg>
        <pc:spChg chg="add mod">
          <ac:chgData name="성현 이" userId="2f0182ffdb5a30a3" providerId="LiveId" clId="{96CFCBFF-3B86-4DA3-8BC4-90A0DDDF2BC8}" dt="2026-05-06T05:57:50.828" v="3456" actId="20577"/>
          <ac:spMkLst>
            <pc:docMk/>
            <pc:sldMk cId="2082915085" sldId="268"/>
            <ac:spMk id="13" creationId="{77CB45ED-137F-1CB7-90CA-D3CF6F60ABFA}"/>
          </ac:spMkLst>
        </pc:spChg>
        <pc:spChg chg="add mod">
          <ac:chgData name="성현 이" userId="2f0182ffdb5a30a3" providerId="LiveId" clId="{96CFCBFF-3B86-4DA3-8BC4-90A0DDDF2BC8}" dt="2026-05-06T05:58:13.990" v="3470" actId="20577"/>
          <ac:spMkLst>
            <pc:docMk/>
            <pc:sldMk cId="2082915085" sldId="268"/>
            <ac:spMk id="14" creationId="{43C55E12-A67E-40F6-A340-15B46058C2A3}"/>
          </ac:spMkLst>
        </pc:spChg>
        <pc:picChg chg="add mod">
          <ac:chgData name="성현 이" userId="2f0182ffdb5a30a3" providerId="LiveId" clId="{96CFCBFF-3B86-4DA3-8BC4-90A0DDDF2BC8}" dt="2026-05-06T05:54:34.167" v="3358" actId="1076"/>
          <ac:picMkLst>
            <pc:docMk/>
            <pc:sldMk cId="2082915085" sldId="268"/>
            <ac:picMk id="6" creationId="{765F4E10-09EE-60E3-FD71-C7B62EE5AF91}"/>
          </ac:picMkLst>
        </pc:picChg>
      </pc:sldChg>
      <pc:sldChg chg="del">
        <pc:chgData name="성현 이" userId="2f0182ffdb5a30a3" providerId="LiveId" clId="{96CFCBFF-3B86-4DA3-8BC4-90A0DDDF2BC8}" dt="2026-05-04T06:43:27.173" v="5" actId="2696"/>
        <pc:sldMkLst>
          <pc:docMk/>
          <pc:sldMk cId="4236248200" sldId="268"/>
        </pc:sldMkLst>
      </pc:sldChg>
      <pc:sldChg chg="modSp add">
        <pc:chgData name="성현 이" userId="2f0182ffdb5a30a3" providerId="LiveId" clId="{96CFCBFF-3B86-4DA3-8BC4-90A0DDDF2BC8}" dt="2026-05-06T08:10:29.464" v="3527" actId="20577"/>
        <pc:sldMkLst>
          <pc:docMk/>
          <pc:sldMk cId="2310273049" sldId="269"/>
        </pc:sldMkLst>
        <pc:spChg chg="mod">
          <ac:chgData name="성현 이" userId="2f0182ffdb5a30a3" providerId="LiveId" clId="{96CFCBFF-3B86-4DA3-8BC4-90A0DDDF2BC8}" dt="2026-05-06T08:10:29.464" v="3527" actId="20577"/>
          <ac:spMkLst>
            <pc:docMk/>
            <pc:sldMk cId="2310273049" sldId="269"/>
            <ac:spMk id="5" creationId="{86A9492A-6300-50A9-91FE-3EEC3324723B}"/>
          </ac:spMkLst>
        </pc:spChg>
      </pc:sldChg>
      <pc:sldChg chg="modSp new del mod">
        <pc:chgData name="성현 이" userId="2f0182ffdb5a30a3" providerId="LiveId" clId="{96CFCBFF-3B86-4DA3-8BC4-90A0DDDF2BC8}" dt="2026-05-06T08:02:33.757" v="3499" actId="2696"/>
        <pc:sldMkLst>
          <pc:docMk/>
          <pc:sldMk cId="2583610749" sldId="269"/>
        </pc:sldMkLst>
        <pc:spChg chg="mod">
          <ac:chgData name="성현 이" userId="2f0182ffdb5a30a3" providerId="LiveId" clId="{96CFCBFF-3B86-4DA3-8BC4-90A0DDDF2BC8}" dt="2026-05-06T08:02:31.472" v="3498" actId="27636"/>
          <ac:spMkLst>
            <pc:docMk/>
            <pc:sldMk cId="2583610749" sldId="269"/>
            <ac:spMk id="2" creationId="{B6D95054-8B26-33FB-2132-0743871E350D}"/>
          </ac:spMkLst>
        </pc:spChg>
      </pc:sldChg>
      <pc:sldChg chg="del">
        <pc:chgData name="성현 이" userId="2f0182ffdb5a30a3" providerId="LiveId" clId="{96CFCBFF-3B86-4DA3-8BC4-90A0DDDF2BC8}" dt="2026-05-04T06:43:26.427" v="4" actId="2696"/>
        <pc:sldMkLst>
          <pc:docMk/>
          <pc:sldMk cId="3742375540" sldId="269"/>
        </pc:sldMkLst>
      </pc:sldChg>
      <pc:sldChg chg="add del modNotesTx">
        <pc:chgData name="성현 이" userId="2f0182ffdb5a30a3" providerId="LiveId" clId="{96CFCBFF-3B86-4DA3-8BC4-90A0DDDF2BC8}" dt="2026-05-06T08:04:13" v="3501" actId="2696"/>
        <pc:sldMkLst>
          <pc:docMk/>
          <pc:sldMk cId="2310273049" sldId="270"/>
        </pc:sldMkLst>
      </pc:sldChg>
      <pc:sldChg chg="del">
        <pc:chgData name="성현 이" userId="2f0182ffdb5a30a3" providerId="LiveId" clId="{96CFCBFF-3B86-4DA3-8BC4-90A0DDDF2BC8}" dt="2026-05-04T06:43:24.343" v="3" actId="2696"/>
        <pc:sldMkLst>
          <pc:docMk/>
          <pc:sldMk cId="3006226957" sldId="270"/>
        </pc:sldMkLst>
      </pc:sldChg>
      <pc:sldChg chg="del">
        <pc:chgData name="성현 이" userId="2f0182ffdb5a30a3" providerId="LiveId" clId="{96CFCBFF-3B86-4DA3-8BC4-90A0DDDF2BC8}" dt="2026-05-04T06:43:22.279" v="1" actId="2696"/>
        <pc:sldMkLst>
          <pc:docMk/>
          <pc:sldMk cId="294649188" sldId="271"/>
        </pc:sldMkLst>
      </pc:sldChg>
      <pc:sldChg chg="del">
        <pc:chgData name="성현 이" userId="2f0182ffdb5a30a3" providerId="LiveId" clId="{96CFCBFF-3B86-4DA3-8BC4-90A0DDDF2BC8}" dt="2026-05-04T06:43:21.696" v="0" actId="2696"/>
        <pc:sldMkLst>
          <pc:docMk/>
          <pc:sldMk cId="4163256067" sldId="272"/>
        </pc:sldMkLst>
      </pc:sldChg>
      <pc:sldChg chg="del">
        <pc:chgData name="성현 이" userId="2f0182ffdb5a30a3" providerId="LiveId" clId="{96CFCBFF-3B86-4DA3-8BC4-90A0DDDF2BC8}" dt="2026-05-04T06:43:23.617" v="2" actId="2696"/>
        <pc:sldMkLst>
          <pc:docMk/>
          <pc:sldMk cId="1809951398" sldId="273"/>
        </pc:sldMkLst>
      </pc:sldChg>
      <pc:sldChg chg="del">
        <pc:chgData name="성현 이" userId="2f0182ffdb5a30a3" providerId="LiveId" clId="{96CFCBFF-3B86-4DA3-8BC4-90A0DDDF2BC8}" dt="2026-05-04T06:43:34.307" v="13" actId="2696"/>
        <pc:sldMkLst>
          <pc:docMk/>
          <pc:sldMk cId="3760390242" sldId="274"/>
        </pc:sldMkLst>
      </pc:sldChg>
      <pc:sldChg chg="del">
        <pc:chgData name="성현 이" userId="2f0182ffdb5a30a3" providerId="LiveId" clId="{96CFCBFF-3B86-4DA3-8BC4-90A0DDDF2BC8}" dt="2026-05-04T06:43:33.600" v="12" actId="2696"/>
        <pc:sldMkLst>
          <pc:docMk/>
          <pc:sldMk cId="2154389215" sldId="275"/>
        </pc:sldMkLst>
      </pc:sldChg>
      <pc:sldChg chg="del">
        <pc:chgData name="성현 이" userId="2f0182ffdb5a30a3" providerId="LiveId" clId="{96CFCBFF-3B86-4DA3-8BC4-90A0DDDF2BC8}" dt="2026-05-04T06:43:32.873" v="11" actId="2696"/>
        <pc:sldMkLst>
          <pc:docMk/>
          <pc:sldMk cId="3133766332" sldId="276"/>
        </pc:sldMkLst>
      </pc:sldChg>
      <pc:sldChg chg="del">
        <pc:chgData name="성현 이" userId="2f0182ffdb5a30a3" providerId="LiveId" clId="{96CFCBFF-3B86-4DA3-8BC4-90A0DDDF2BC8}" dt="2026-05-04T06:43:32.389" v="10" actId="2696"/>
        <pc:sldMkLst>
          <pc:docMk/>
          <pc:sldMk cId="424863375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5.13245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23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68C7-0912-760B-9CDD-2F11CE60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D3DECE-1C82-1272-3684-209F420E9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8057E60D-A259-0E27-496B-02B4A3FF06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14:m>
                  <m:oMath xmlns:m="http://schemas.openxmlformats.org/officeDocument/2006/math">
                    <m:r>
                      <a:rPr lang="el-GR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b="1" dirty="0"/>
                      <m:t> </m:t>
                    </m:r>
                  </m:oMath>
                </a14:m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8057E60D-A259-0E27-496B-02B4A3FF06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=𝟎.𝟏 , 𝒂=𝟏 </a:t>
                </a:r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44FDB-B41C-646F-997D-59E4D4A43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765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DF87-6E7C-E34D-874D-EC0578FA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D16E7-0E78-F364-5708-40FB64D03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149D52-90B8-3CBB-7462-4CB1E3FE6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FBD0A-63BC-5592-5591-7297B13B6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595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"</a:t>
            </a:r>
            <a:r>
              <a:rPr lang="ko-KR" altLang="en-US"/>
              <a:t>지금 </a:t>
            </a:r>
            <a:r>
              <a:rPr lang="en-US" altLang="ko-KR"/>
              <a:t>fast </a:t>
            </a:r>
            <a:r>
              <a:rPr lang="ko-KR" altLang="en-US"/>
              <a:t>다음 토큰을 예측하는 상황</a:t>
            </a:r>
            <a:r>
              <a:rPr lang="en-US" altLang="ko-KR"/>
              <a:t>" </a:t>
            </a:r>
          </a:p>
          <a:p>
            <a:r>
              <a:rPr lang="en-US" altLang="ko-KR"/>
              <a:t>"Q</a:t>
            </a:r>
            <a:r>
              <a:rPr lang="ko-KR" altLang="en-US"/>
              <a:t>는 현재 토큰인 </a:t>
            </a:r>
            <a:r>
              <a:rPr lang="en-US" altLang="ko-KR"/>
              <a:t>fast </a:t>
            </a:r>
            <a:r>
              <a:rPr lang="ko-KR" altLang="en-US"/>
              <a:t>것만 필요</a:t>
            </a:r>
            <a:r>
              <a:rPr lang="en-US" altLang="ko-KR"/>
              <a:t>" </a:t>
            </a:r>
          </a:p>
          <a:p>
            <a:r>
              <a:rPr lang="en-US" altLang="ko-KR"/>
              <a:t>"</a:t>
            </a:r>
            <a:r>
              <a:rPr lang="ko-KR" altLang="en-US"/>
              <a:t>근데 </a:t>
            </a:r>
            <a:r>
              <a:rPr lang="en-US" altLang="ko-KR"/>
              <a:t>K, V</a:t>
            </a:r>
            <a:r>
              <a:rPr lang="ko-KR" altLang="en-US"/>
              <a:t>는 이전 토큰들 것도 전부 필요 → 왜냐면 </a:t>
            </a:r>
            <a:r>
              <a:rPr lang="en-US" altLang="ko-KR"/>
              <a:t>fast</a:t>
            </a:r>
            <a:r>
              <a:rPr lang="ko-KR" altLang="en-US"/>
              <a:t>가 이전 문맥을 참고해야 하니까</a:t>
            </a:r>
            <a:r>
              <a:rPr lang="en-US" altLang="ko-KR"/>
              <a:t>" </a:t>
            </a:r>
          </a:p>
          <a:p>
            <a:r>
              <a:rPr lang="en-US" altLang="ko-KR"/>
              <a:t>"</a:t>
            </a:r>
            <a:r>
              <a:rPr lang="ko-KR" altLang="en-US"/>
              <a:t>이게 </a:t>
            </a:r>
            <a:r>
              <a:rPr lang="en-US" altLang="ko-KR"/>
              <a:t>KV Cache</a:t>
            </a:r>
            <a:r>
              <a:rPr lang="ko-KR" altLang="en-US"/>
              <a:t>가 필요한 이유</a:t>
            </a:r>
            <a:r>
              <a:rPr lang="en-US" altLang="ko-KR"/>
              <a:t>"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899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"</a:t>
            </a:r>
            <a:r>
              <a:rPr lang="ko-KR" altLang="en-US"/>
              <a:t>빨간</a:t>
            </a:r>
            <a:r>
              <a:rPr lang="en-US" altLang="ko-KR"/>
              <a:t>/</a:t>
            </a:r>
            <a:r>
              <a:rPr lang="ko-KR" altLang="en-US"/>
              <a:t>파란 동그라미 보이죠</a:t>
            </a:r>
            <a:r>
              <a:rPr lang="en-US" altLang="ko-KR"/>
              <a:t>?"</a:t>
            </a:r>
          </a:p>
          <a:p>
            <a:r>
              <a:rPr lang="en-US" altLang="ko-KR"/>
              <a:t>"</a:t>
            </a:r>
            <a:r>
              <a:rPr lang="ko-KR" altLang="en-US"/>
              <a:t>이게 </a:t>
            </a:r>
            <a:r>
              <a:rPr lang="en-US" altLang="ko-KR"/>
              <a:t>Repeated computations, </a:t>
            </a:r>
            <a:r>
              <a:rPr lang="ko-KR" altLang="en-US"/>
              <a:t>즉 중복 계산입니다</a:t>
            </a:r>
            <a:r>
              <a:rPr lang="en-US" altLang="ko-KR"/>
              <a:t>"</a:t>
            </a:r>
          </a:p>
          <a:p>
            <a:r>
              <a:rPr lang="en-US" altLang="ko-KR"/>
              <a:t>"</a:t>
            </a:r>
            <a:r>
              <a:rPr lang="ko-KR" altLang="en-US"/>
              <a:t>다음 슬라이드에서 이걸 어떻게 해결하는지 보겠습니다</a:t>
            </a:r>
            <a:r>
              <a:rPr lang="en-US" altLang="ko-KR"/>
              <a:t>"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239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452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8B</a:t>
            </a:r>
            <a:r>
              <a:rPr lang="ko-KR" altLang="en-US"/>
              <a:t>는 </a:t>
            </a:r>
            <a:r>
              <a:rPr lang="en-US" altLang="ko-KR"/>
              <a:t>80</a:t>
            </a:r>
            <a:r>
              <a:rPr lang="ko-KR" altLang="en-US"/>
              <a:t>억개 파라미터 의미</a:t>
            </a:r>
            <a:endParaRPr lang="en-US" altLang="ko-KR"/>
          </a:p>
          <a:p>
            <a:r>
              <a:rPr lang="en-US" altLang="ko-KR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Llama 3 8B has 32 attention heads. However, thanks to </a:t>
            </a:r>
            <a:r>
              <a:rPr lang="en-US" altLang="ko-KR" sz="1200" b="0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grouped-query attention (GQA)</a:t>
            </a:r>
            <a:r>
              <a:rPr lang="en-US" altLang="ko-KR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only 8 attention heads are used for the keys and values.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234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40.png"/><Relationship Id="rId4" Type="http://schemas.openxmlformats.org/officeDocument/2006/relationships/image" Target="../media/image4.png"/><Relationship Id="rId9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DNAS SNN in Tinyimagenet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05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일 </a:t>
            </a:r>
            <a:endParaRPr lang="ko-KR" altLang="en-US" b="1" dirty="0">
              <a:solidFill>
                <a:srgbClr val="002C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AE83D-E399-7F21-E99B-BD67CAB7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7BD02-B542-F572-4CAE-1AB4931D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A9492A-6300-50A9-91FE-3EEC3324723B}"/>
                  </a:ext>
                </a:extLst>
              </p:cNvPr>
              <p:cNvSpPr txBox="1"/>
              <p:nvPr/>
            </p:nvSpPr>
            <p:spPr>
              <a:xfrm>
                <a:off x="530087" y="5797994"/>
                <a:ext cx="111318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원하는 </a:t>
                </a:r>
                <a:r>
                  <a:rPr lang="en-US" altLang="ko-KR" dirty="0"/>
                  <a:t>hardware constraint(Weight storage</a:t>
                </a:r>
                <a:r>
                  <a:rPr lang="en-US" altLang="ko-KR"/>
                  <a:t>, BitOPs) </a:t>
                </a:r>
                <a:r>
                  <a:rPr lang="ko-KR" altLang="en-US" dirty="0"/>
                  <a:t>을 지정하면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 </a:t>
                </a:r>
                <a:r>
                  <a:rPr lang="en-US" altLang="ko-KR" dirty="0"/>
                  <a:t>hardware </a:t>
                </a:r>
                <a:r>
                  <a:rPr lang="en-US" altLang="ko-KR"/>
                  <a:t>constraint</a:t>
                </a:r>
                <a:r>
                  <a:rPr lang="ko-KR" altLang="en-US"/>
                  <a:t> 이하의 </a:t>
                </a:r>
                <a:r>
                  <a:rPr lang="ko-KR" altLang="en-US" dirty="0"/>
                  <a:t>최적의 레이어별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 조합을 자동 탐색하는 </a:t>
                </a:r>
                <a:r>
                  <a:rPr lang="en-US" altLang="ko-KR" dirty="0"/>
                  <a:t>DNAS framework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A9492A-6300-50A9-91FE-3EEC33247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7" y="5797994"/>
                <a:ext cx="11131826" cy="646331"/>
              </a:xfrm>
              <a:prstGeom prst="rect">
                <a:avLst/>
              </a:prstGeom>
              <a:blipFill>
                <a:blip r:embed="rId3"/>
                <a:stretch>
                  <a:fillRect l="-493" t="-4717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17EF3762-D362-7A6F-1B7E-13E0B0BB07AE}"/>
              </a:ext>
            </a:extLst>
          </p:cNvPr>
          <p:cNvGrpSpPr/>
          <p:nvPr/>
        </p:nvGrpSpPr>
        <p:grpSpPr>
          <a:xfrm>
            <a:off x="2325922" y="1129034"/>
            <a:ext cx="7077157" cy="4445150"/>
            <a:chOff x="1748496" y="787404"/>
            <a:chExt cx="7204876" cy="489468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4D62BDF-74DC-29A8-CE9B-6ED24F3D9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8496" y="787404"/>
              <a:ext cx="7204876" cy="48946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359E0E5-C51F-40DB-25F6-7F2FAAA7B88D}"/>
                    </a:ext>
                  </a:extLst>
                </p:cNvPr>
                <p:cNvSpPr txBox="1"/>
                <p:nvPr/>
              </p:nvSpPr>
              <p:spPr>
                <a:xfrm>
                  <a:off x="6970786" y="1529384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0.164G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DA8B9C7-3659-110F-BC2E-9C1191EAC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0786" y="1529384"/>
                  <a:ext cx="77242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FB2F27B-19E9-819F-EBC1-1A0259EA084B}"/>
                    </a:ext>
                  </a:extLst>
                </p:cNvPr>
                <p:cNvSpPr txBox="1"/>
                <p:nvPr/>
              </p:nvSpPr>
              <p:spPr>
                <a:xfrm>
                  <a:off x="4656512" y="1640835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0.097G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FB2F27B-19E9-819F-EBC1-1A0259EA0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6512" y="1640835"/>
                  <a:ext cx="77242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CD94E49-8ECD-4F78-D4A6-E9E1D9CE22D0}"/>
                    </a:ext>
                  </a:extLst>
                </p:cNvPr>
                <p:cNvSpPr txBox="1"/>
                <p:nvPr/>
              </p:nvSpPr>
              <p:spPr>
                <a:xfrm>
                  <a:off x="3692404" y="2045358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1B48E36-B3BC-EE8C-188D-5A86EA9FC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404" y="2045358"/>
                  <a:ext cx="772424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6C96CB4-4E4E-8882-D394-3F8BA81F39C6}"/>
                    </a:ext>
                  </a:extLst>
                </p:cNvPr>
                <p:cNvSpPr txBox="1"/>
                <p:nvPr/>
              </p:nvSpPr>
              <p:spPr>
                <a:xfrm>
                  <a:off x="3037090" y="2753466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0.047G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6C96CB4-4E4E-8882-D394-3F8BA81F3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7090" y="2753466"/>
                  <a:ext cx="77242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414D695-C55E-4BE3-88F4-18C708607809}"/>
                    </a:ext>
                  </a:extLst>
                </p:cNvPr>
                <p:cNvSpPr txBox="1"/>
                <p:nvPr/>
              </p:nvSpPr>
              <p:spPr>
                <a:xfrm>
                  <a:off x="2999675" y="4383560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0.039G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053BD5-4FDA-0006-0885-B43CC8D62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675" y="4383560"/>
                  <a:ext cx="77242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8340EF-7062-035C-350C-ED40CED1BDB0}"/>
                </a:ext>
              </a:extLst>
            </p:cNvPr>
            <p:cNvSpPr txBox="1"/>
            <p:nvPr/>
          </p:nvSpPr>
          <p:spPr>
            <a:xfrm>
              <a:off x="8090812" y="1074588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0.199G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91.25%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9F86BF-EC89-F0F0-C3B8-15491EE4B377}"/>
                </a:ext>
              </a:extLst>
            </p:cNvPr>
            <p:cNvSpPr txBox="1"/>
            <p:nvPr/>
          </p:nvSpPr>
          <p:spPr>
            <a:xfrm>
              <a:off x="4868494" y="1074588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0.0996G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91.23%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7153CB-9282-3B2E-E2D1-3931E04FD55B}"/>
                </a:ext>
              </a:extLst>
            </p:cNvPr>
            <p:cNvSpPr txBox="1"/>
            <p:nvPr/>
          </p:nvSpPr>
          <p:spPr>
            <a:xfrm>
              <a:off x="3941471" y="1193244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0.0795G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90.96%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6F8A63-C7B1-9211-F415-4C1040937AC2}"/>
                </a:ext>
              </a:extLst>
            </p:cNvPr>
            <p:cNvSpPr txBox="1"/>
            <p:nvPr/>
          </p:nvSpPr>
          <p:spPr>
            <a:xfrm>
              <a:off x="3193999" y="1471558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0.0594G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90.50%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C19CAC-C86C-F39E-37EE-3957E3811609}"/>
                </a:ext>
              </a:extLst>
            </p:cNvPr>
            <p:cNvSpPr txBox="1"/>
            <p:nvPr/>
          </p:nvSpPr>
          <p:spPr>
            <a:xfrm>
              <a:off x="2650877" y="2069231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0.0494G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89.48%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8D627D-4B13-4D09-8AF5-6C095869D97B}"/>
                </a:ext>
              </a:extLst>
            </p:cNvPr>
            <p:cNvSpPr txBox="1"/>
            <p:nvPr/>
          </p:nvSpPr>
          <p:spPr>
            <a:xfrm>
              <a:off x="2416750" y="3363970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0.0398G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87.11%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027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B5124-3E3F-2CCF-B5BC-51B22C2D0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baseline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C3631-665B-C252-D180-914C4681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2576FE1-BF94-5E1E-B8E9-B9421F445C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892027"/>
                  </p:ext>
                </p:extLst>
              </p:nvPr>
            </p:nvGraphicFramePr>
            <p:xfrm>
              <a:off x="2949298" y="3196742"/>
              <a:ext cx="5257200" cy="29372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8021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605193014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060047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6551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48.39%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47.76%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=3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47.42%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45.26%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2.44Mbit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8084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=1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41.65%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1.22Mbit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0.039G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23063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2576FE1-BF94-5E1E-B8E9-B9421F445C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892027"/>
                  </p:ext>
                </p:extLst>
              </p:nvPr>
            </p:nvGraphicFramePr>
            <p:xfrm>
              <a:off x="2949298" y="3196742"/>
              <a:ext cx="5257200" cy="29372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8021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605193014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060047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6551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268657" r="-204930" b="-382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48.39%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404918" r="-204930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47.76%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513333" r="-20493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47.42%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613333" r="-20493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45.26%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2.44Mbit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8084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713333" r="-20493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41.65%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1.22Mbit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0.039G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23063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B4E461-3481-2F2F-8963-AC12B736D7BA}"/>
                  </a:ext>
                </a:extLst>
              </p:cNvPr>
              <p:cNvSpPr txBox="1"/>
              <p:nvPr/>
            </p:nvSpPr>
            <p:spPr>
              <a:xfrm>
                <a:off x="1164772" y="1291509"/>
                <a:ext cx="9862456" cy="150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ko-KR" b="1" dirty="0"/>
                  <a:t>  </a:t>
                </a:r>
                <a:r>
                  <a:rPr lang="ko-KR" altLang="en-US" dirty="0"/>
                  <a:t>일 때의 </a:t>
                </a:r>
                <a:r>
                  <a:rPr lang="en-US" altLang="ko-KR" dirty="0"/>
                  <a:t>[16,8</a:t>
                </a:r>
                <a:r>
                  <a:rPr lang="en-US" altLang="ko-KR"/>
                  <a:t>] </a:t>
                </a:r>
                <a:r>
                  <a:rPr lang="ko-KR" altLang="en-US"/>
                  <a:t> </a:t>
                </a:r>
                <a:r>
                  <a:rPr lang="ko-KR" altLang="en-US" dirty="0"/>
                  <a:t>확률</a:t>
                </a:r>
                <a:r>
                  <a:rPr lang="en-US" altLang="ko-KR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/>
                  <a:t> </a:t>
                </a:r>
                <a:r>
                  <a:rPr lang="ko-KR" altLang="en-US" dirty="0"/>
                  <a:t>을 이용해서 </a:t>
                </a:r>
                <a:r>
                  <a:rPr lang="en-US" altLang="ko-KR" dirty="0"/>
                  <a:t>Phase 2 </a:t>
                </a:r>
                <a:r>
                  <a:rPr lang="ko-KR" altLang="en-US" dirty="0"/>
                  <a:t>진행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/>
                  <a:t>Weight Storage Constraint : 7Mbit / 6Mbit / 5Mbit / 4.5Mbit / 3.5Mbit / 2Mbit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 err="1"/>
                  <a:t>BitOPs</a:t>
                </a:r>
                <a:r>
                  <a:rPr lang="en-US" altLang="ko-KR" dirty="0"/>
                  <a:t> Constraint : 0.2G / 0.1G / 0.08G / 0.06G / 0.05G / 0.04G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B4E461-3481-2F2F-8963-AC12B736D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772" y="1291509"/>
                <a:ext cx="9862456" cy="1503040"/>
              </a:xfrm>
              <a:prstGeom prst="rect">
                <a:avLst/>
              </a:prstGeom>
              <a:blipFill>
                <a:blip r:embed="rId3"/>
                <a:stretch>
                  <a:fillRect l="-494" t="-2846" b="-60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1C90E7-A58B-09F6-5EFC-6BA3127DB5F7}"/>
                  </a:ext>
                </a:extLst>
              </p:cNvPr>
              <p:cNvSpPr txBox="1"/>
              <p:nvPr/>
            </p:nvSpPr>
            <p:spPr>
              <a:xfrm>
                <a:off x="994409" y="761128"/>
                <a:ext cx="9532620" cy="37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+  (1−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1C90E7-A58B-09F6-5EFC-6BA3127DB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09" y="761128"/>
                <a:ext cx="9532620" cy="378950"/>
              </a:xfrm>
              <a:prstGeom prst="rect">
                <a:avLst/>
              </a:prstGeom>
              <a:blipFill>
                <a:blip r:embed="rId4"/>
                <a:stretch>
                  <a:fillRect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14C7E11-AED3-2225-666A-2C8A15CDA224}"/>
              </a:ext>
            </a:extLst>
          </p:cNvPr>
          <p:cNvSpPr txBox="1"/>
          <p:nvPr/>
        </p:nvSpPr>
        <p:spPr>
          <a:xfrm>
            <a:off x="1473346" y="3055979"/>
            <a:ext cx="147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Epoch :100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1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B261-A422-F1FE-B7BE-D5304F39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10EF1-7AFA-32CA-92F2-7A1E7190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 </a:t>
            </a:r>
            <a:r>
              <a:rPr lang="ko-KR" altLang="en-US" dirty="0"/>
              <a:t>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12287-F3F4-473E-F4EE-2724C1BE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ED20B2-2710-B393-8A8B-71BF606E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919751"/>
              </p:ext>
            </p:extLst>
          </p:nvPr>
        </p:nvGraphicFramePr>
        <p:xfrm>
          <a:off x="373380" y="863604"/>
          <a:ext cx="11445240" cy="5650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50">
                  <a:extLst>
                    <a:ext uri="{9D8B030D-6E8A-4147-A177-3AD203B41FA5}">
                      <a16:colId xmlns:a16="http://schemas.microsoft.com/office/drawing/2014/main" val="2256037609"/>
                    </a:ext>
                  </a:extLst>
                </a:gridCol>
                <a:gridCol w="5537129">
                  <a:extLst>
                    <a:ext uri="{9D8B030D-6E8A-4147-A177-3AD203B41FA5}">
                      <a16:colId xmlns:a16="http://schemas.microsoft.com/office/drawing/2014/main" val="276699856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4176876915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185725829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834237975"/>
                    </a:ext>
                  </a:extLst>
                </a:gridCol>
              </a:tblGrid>
              <a:tr h="7755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                   </a:t>
                      </a:r>
                    </a:p>
                    <a:p>
                      <a:pPr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Hardware Constraint</a:t>
                      </a:r>
                      <a:endParaRPr lang="ko-KR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Tau list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Weight storage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Bit-OPs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3357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[5, 4, 6, 6, 6, 5, 6, 4, 6, 4, 5, 3, 4, 3, 2, 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49.05%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0.191G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5312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5777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0904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4.5Mbit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31817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3.5Mbit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[5, 4, 6, 6, 6, 5, 6, 4, 6, 4, 5, 3, 4, 3, 2,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48.73%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3.47Mbit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0.191G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47872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2Mbit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[5, 4, 6, 6, 6, 5, 6, 4, 5, 3, 2, 3, 1, 1,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47.11%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1.99Mbit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0.183G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0802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[5, 4, 6, 6, 6, 5, 6, 4, 6, 4, 5, 3, 4, 3, 2, 2]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49.05%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0.191G </a:t>
                      </a: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09318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[4, 4, 4, 4, 5, 5, 4, 3, 5, 4, 4, 3, 4, 3, 2, 2]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48.33%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3.55Mbit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0.099G </a:t>
                      </a: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21543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[4, 3, 3, 3, 5, 4, 4, 3, 5, 4, 3, 3, 4, 3,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48.12%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3.46Mbit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0.079G 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08881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[3, 2, 2, 2, 4, 3, 3, 3, 5, 4, 2, 3, 4, 3,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47.13%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3.33Mbit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0.0597G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5376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[2, 2, 2, 1, 3, 2, 2, 2, 4, 3, 3, 3, 4, 3,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47.11%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3.23Mbit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0.0496G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70171"/>
                  </a:ext>
                </a:extLst>
              </a:tr>
              <a:tr h="369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[1, 1, 1, 1, 2, 1, 1, 1, 2, 1, 2, 1, 2, 2,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41.93%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2.25Mbit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0.0398G 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314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04B4A-ACD4-116E-0CBD-627639DC110E}"/>
                  </a:ext>
                </a:extLst>
              </p:cNvPr>
              <p:cNvSpPr txBox="1"/>
              <p:nvPr/>
            </p:nvSpPr>
            <p:spPr>
              <a:xfrm>
                <a:off x="3382637" y="388142"/>
                <a:ext cx="7405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04B4A-ACD4-116E-0CBD-627639DC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637" y="388142"/>
                <a:ext cx="74059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49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5141F-7510-993C-6B17-06D3867D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Weight Storage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23124F-9F9B-55F8-17DC-D9DF4ABA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5F4E10-09EE-60E3-FD71-C7B62EE5A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20" y="1032640"/>
            <a:ext cx="8200369" cy="55709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E90278-846A-92ED-0243-7A19FCAB1644}"/>
                  </a:ext>
                </a:extLst>
              </p:cNvPr>
              <p:cNvSpPr txBox="1"/>
              <p:nvPr/>
            </p:nvSpPr>
            <p:spPr>
              <a:xfrm>
                <a:off x="9006499" y="2226133"/>
                <a:ext cx="10913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=5</a:t>
                </a:r>
              </a:p>
              <a:p>
                <a:r>
                  <a:rPr lang="en-US" altLang="ko-KR" sz="1200" dirty="0">
                    <a:solidFill>
                      <a:srgbClr val="FF0000"/>
                    </a:solidFill>
                  </a:rPr>
                  <a:t>6.10Mbit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48.39%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E90278-846A-92ED-0243-7A19FCAB1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499" y="2226133"/>
                <a:ext cx="1091314" cy="646331"/>
              </a:xfrm>
              <a:prstGeom prst="rect">
                <a:avLst/>
              </a:prstGeom>
              <a:blipFill>
                <a:blip r:embed="rId3"/>
                <a:stretch>
                  <a:fillRect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D22147-CC45-5B26-59E3-932CBF3F0358}"/>
                  </a:ext>
                </a:extLst>
              </p:cNvPr>
              <p:cNvSpPr txBox="1"/>
              <p:nvPr/>
            </p:nvSpPr>
            <p:spPr>
              <a:xfrm>
                <a:off x="7627573" y="2437262"/>
                <a:ext cx="10913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=4</a:t>
                </a:r>
              </a:p>
              <a:p>
                <a:r>
                  <a:rPr lang="en-US" altLang="ko-KR" sz="1200" dirty="0">
                    <a:solidFill>
                      <a:srgbClr val="FF0000"/>
                    </a:solidFill>
                  </a:rPr>
                  <a:t>4.88Mbit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47.76%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D22147-CC45-5B26-59E3-932CBF3F0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573" y="2437262"/>
                <a:ext cx="1091313" cy="646331"/>
              </a:xfrm>
              <a:prstGeom prst="rect">
                <a:avLst/>
              </a:prstGeom>
              <a:blipFill>
                <a:blip r:embed="rId4"/>
                <a:stretch>
                  <a:fillRect t="-1887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EC6E7C-06F4-B326-E6C3-A40BAA9E93FC}"/>
                  </a:ext>
                </a:extLst>
              </p:cNvPr>
              <p:cNvSpPr txBox="1"/>
              <p:nvPr/>
            </p:nvSpPr>
            <p:spPr>
              <a:xfrm>
                <a:off x="6096000" y="2681298"/>
                <a:ext cx="13133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=3</a:t>
                </a:r>
              </a:p>
              <a:p>
                <a:r>
                  <a:rPr lang="en-US" altLang="ko-KR" sz="1200" dirty="0">
                    <a:solidFill>
                      <a:srgbClr val="FF0000"/>
                    </a:solidFill>
                  </a:rPr>
                  <a:t>3.66Mbit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47.42%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EC6E7C-06F4-B326-E6C3-A40BAA9E9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81298"/>
                <a:ext cx="1313361" cy="646331"/>
              </a:xfrm>
              <a:prstGeom prst="rect">
                <a:avLst/>
              </a:prstGeom>
              <a:blipFill>
                <a:blip r:embed="rId5"/>
                <a:stretch>
                  <a:fillRect t="-1887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B55B6-D9EB-28DA-FDE5-A61C44C479BC}"/>
                  </a:ext>
                </a:extLst>
              </p:cNvPr>
              <p:cNvSpPr txBox="1"/>
              <p:nvPr/>
            </p:nvSpPr>
            <p:spPr>
              <a:xfrm>
                <a:off x="4782639" y="3645622"/>
                <a:ext cx="13133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=2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2.44Mbit</a:t>
                </a:r>
                <a:endParaRPr lang="en-US" altLang="ko-KR" sz="12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47.42%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B55B6-D9EB-28DA-FDE5-A61C44C47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639" y="3645622"/>
                <a:ext cx="1313361" cy="646331"/>
              </a:xfrm>
              <a:prstGeom prst="rect">
                <a:avLst/>
              </a:prstGeom>
              <a:blipFill>
                <a:blip r:embed="rId6"/>
                <a:stretch>
                  <a:fillRect l="-465"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170F37-2CA1-9AA5-41E0-D62F00E418F1}"/>
                  </a:ext>
                </a:extLst>
              </p:cNvPr>
              <p:cNvSpPr txBox="1"/>
              <p:nvPr/>
            </p:nvSpPr>
            <p:spPr>
              <a:xfrm>
                <a:off x="3358488" y="5248449"/>
                <a:ext cx="13133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=1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1.22Mbit</a:t>
                </a:r>
                <a:endParaRPr lang="en-US" altLang="ko-KR" sz="12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41.65%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170F37-2CA1-9AA5-41E0-D62F00E41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488" y="5248449"/>
                <a:ext cx="1313361" cy="646331"/>
              </a:xfrm>
              <a:prstGeom prst="rect">
                <a:avLst/>
              </a:prstGeom>
              <a:blipFill>
                <a:blip r:embed="rId7"/>
                <a:stretch>
                  <a:fillRect l="-465" t="-1887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862AD11-17E6-B519-B6C0-F3D2786382AA}"/>
              </a:ext>
            </a:extLst>
          </p:cNvPr>
          <p:cNvSpPr txBox="1"/>
          <p:nvPr/>
        </p:nvSpPr>
        <p:spPr>
          <a:xfrm>
            <a:off x="6343451" y="1395304"/>
            <a:ext cx="963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3.73Mbit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49.05%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B45ED-137F-1CB7-90CA-D3CF6F60ABFA}"/>
              </a:ext>
            </a:extLst>
          </p:cNvPr>
          <p:cNvSpPr txBox="1"/>
          <p:nvPr/>
        </p:nvSpPr>
        <p:spPr>
          <a:xfrm>
            <a:off x="5132135" y="1557771"/>
            <a:ext cx="963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3.47Mbit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48.73%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C55E12-A67E-40F6-A340-15B46058C2A3}"/>
              </a:ext>
            </a:extLst>
          </p:cNvPr>
          <p:cNvSpPr txBox="1"/>
          <p:nvPr/>
        </p:nvSpPr>
        <p:spPr>
          <a:xfrm>
            <a:off x="3358488" y="2206429"/>
            <a:ext cx="963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1.99Mbit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47.11%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91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1023-138A-9B5E-54EF-896EABCB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16E551-8082-A926-CA26-0B037EE4F12D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1364816E-355A-D526-509B-946F71881E95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FFD4948-E5AF-3A1B-C276-A7CDF9971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KV Cache 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750A92E8-9231-8AD9-77A3-51C24040F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56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D187A-8549-CBE3-0901-C224E9FB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Attention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DD9C84-A1E3-EF9D-5598-6FA17DF2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600DCF-F837-3168-8D4D-F625F82A5E8F}"/>
                  </a:ext>
                </a:extLst>
              </p:cNvPr>
              <p:cNvSpPr txBox="1"/>
              <p:nvPr/>
            </p:nvSpPr>
            <p:spPr>
              <a:xfrm>
                <a:off x="1726325" y="2904205"/>
                <a:ext cx="7378262" cy="705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Attention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ra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)[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600DCF-F837-3168-8D4D-F625F82A5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325" y="2904205"/>
                <a:ext cx="7378262" cy="7057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9332F45-EE8A-1F29-80CA-72C8642972E2}"/>
              </a:ext>
            </a:extLst>
          </p:cNvPr>
          <p:cNvSpPr txBox="1"/>
          <p:nvPr/>
        </p:nvSpPr>
        <p:spPr>
          <a:xfrm>
            <a:off x="859221" y="1377203"/>
            <a:ext cx="5778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Time file fast  &lt;next&gt;    </a:t>
            </a:r>
          </a:p>
          <a:p>
            <a:endParaRPr lang="en-US" altLang="ko-KR"/>
          </a:p>
          <a:p>
            <a:r>
              <a:rPr lang="en-US" altLang="ko-KR"/>
              <a:t>: “fast” </a:t>
            </a:r>
            <a:r>
              <a:rPr lang="ko-KR" altLang="en-US"/>
              <a:t>다음 </a:t>
            </a:r>
            <a:r>
              <a:rPr lang="en-US" altLang="ko-KR"/>
              <a:t>token </a:t>
            </a:r>
            <a:r>
              <a:rPr lang="ko-KR" altLang="en-US"/>
              <a:t>생성</a:t>
            </a:r>
            <a:endParaRPr lang="en-US" altLang="ko-KR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7A792EA-ED79-7E15-CA74-CE04DCDB567C}"/>
              </a:ext>
            </a:extLst>
          </p:cNvPr>
          <p:cNvSpPr/>
          <p:nvPr/>
        </p:nvSpPr>
        <p:spPr>
          <a:xfrm>
            <a:off x="1813035" y="1313562"/>
            <a:ext cx="496614" cy="4966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80F771-843D-57B9-6236-58A8DF43A4C9}"/>
                  </a:ext>
                </a:extLst>
              </p:cNvPr>
              <p:cNvSpPr txBox="1"/>
              <p:nvPr/>
            </p:nvSpPr>
            <p:spPr>
              <a:xfrm>
                <a:off x="859221" y="4213648"/>
                <a:ext cx="909670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: </a:t>
                </a:r>
                <a:r>
                  <a:rPr lang="ko-KR" altLang="en-US"/>
                  <a:t>현재 토큰</a:t>
                </a:r>
                <a:r>
                  <a:rPr lang="en-US" altLang="ko-KR"/>
                  <a:t>(“fast”)</a:t>
                </a:r>
                <a:r>
                  <a:rPr lang="ko-KR" altLang="en-US"/>
                  <a:t>의 </a:t>
                </a:r>
                <a:r>
                  <a:rPr lang="en-US" altLang="ko-KR"/>
                  <a:t>Query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/>
                  <a:t> : </a:t>
                </a:r>
                <a:r>
                  <a:rPr lang="ko-KR" altLang="en-US"/>
                  <a:t>현재 포함 이전 모든 토큰의 </a:t>
                </a:r>
                <a:r>
                  <a:rPr lang="en-US" altLang="ko-KR"/>
                  <a:t>key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/>
                  <a:t> : </a:t>
                </a:r>
                <a:r>
                  <a:rPr lang="ko-KR" altLang="en-US"/>
                  <a:t>현재 포함 이전 모든 토큰의 </a:t>
                </a:r>
                <a:r>
                  <a:rPr lang="en-US" altLang="ko-KR"/>
                  <a:t>value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80F771-843D-57B9-6236-58A8DF43A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21" y="4213648"/>
                <a:ext cx="9096703" cy="923330"/>
              </a:xfrm>
              <a:prstGeom prst="rect">
                <a:avLst/>
              </a:prstGeom>
              <a:blipFill>
                <a:blip r:embed="rId5"/>
                <a:stretch>
                  <a:fillRect l="-469" t="-3289" b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70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A348B93-8B41-C2CD-00B6-9D8B642DD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32" y="839128"/>
            <a:ext cx="8771468" cy="59384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454C945-D5B4-EAEE-E057-0AD1EA12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Without KV cache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47F876-6CC1-88BD-9399-E204F486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9F3097-4DC8-1A0C-012D-8C41E28CDE60}"/>
                  </a:ext>
                </a:extLst>
              </p:cNvPr>
              <p:cNvSpPr txBox="1"/>
              <p:nvPr/>
            </p:nvSpPr>
            <p:spPr>
              <a:xfrm>
                <a:off x="-1628073" y="6122760"/>
                <a:ext cx="7378262" cy="467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Attention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rad>
                        </m:den>
                      </m:f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)[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9F3097-4DC8-1A0C-012D-8C41E28CD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28073" y="6122760"/>
                <a:ext cx="7378262" cy="4671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41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5E0576E-CECE-4D56-6001-ECDADBB9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137" y="952654"/>
            <a:ext cx="8845263" cy="57775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D4600C-5426-0393-B178-9455CFC7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With KV cache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61DB46-D031-FD17-6594-51893E46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A27C0-D3D0-9971-40F7-BED5EF285FAA}"/>
              </a:ext>
            </a:extLst>
          </p:cNvPr>
          <p:cNvSpPr txBox="1"/>
          <p:nvPr/>
        </p:nvSpPr>
        <p:spPr>
          <a:xfrm>
            <a:off x="541614" y="975282"/>
            <a:ext cx="8552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추론시 중간 단계에 계산된 </a:t>
            </a:r>
            <a:r>
              <a:rPr lang="en-US" altLang="ko-KR"/>
              <a:t>key, value</a:t>
            </a:r>
            <a:r>
              <a:rPr lang="ko-KR" altLang="en-US"/>
              <a:t>를 저장해두고 재사용</a:t>
            </a:r>
          </a:p>
        </p:txBody>
      </p:sp>
    </p:spTree>
    <p:extLst>
      <p:ext uri="{BB962C8B-B14F-4D97-AF65-F5344CB8AC3E}">
        <p14:creationId xmlns:p14="http://schemas.microsoft.com/office/powerpoint/2010/main" val="184278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75D13-58D2-2D04-2DB7-7F47A4A7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Step-by-Step Process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5E015-B59F-7561-BC79-74233D60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D710BE9-BB7E-5CC9-FA2A-0496376FB965}"/>
              </a:ext>
            </a:extLst>
          </p:cNvPr>
          <p:cNvGrpSpPr/>
          <p:nvPr/>
        </p:nvGrpSpPr>
        <p:grpSpPr>
          <a:xfrm>
            <a:off x="331076" y="1052351"/>
            <a:ext cx="11230050" cy="3046682"/>
            <a:chOff x="827690" y="1738151"/>
            <a:chExt cx="11230050" cy="3046682"/>
          </a:xfrm>
        </p:grpSpPr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7274E180-BB21-9F3C-1F0F-FFE793CA2FEF}"/>
                </a:ext>
              </a:extLst>
            </p:cNvPr>
            <p:cNvCxnSpPr>
              <a:cxnSpLocks/>
            </p:cNvCxnSpPr>
            <p:nvPr/>
          </p:nvCxnSpPr>
          <p:spPr>
            <a:xfrm>
              <a:off x="827690" y="4201510"/>
              <a:ext cx="14188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B98B98-8FA8-D414-06DC-3B78771A10F1}"/>
                </a:ext>
              </a:extLst>
            </p:cNvPr>
            <p:cNvSpPr txBox="1"/>
            <p:nvPr/>
          </p:nvSpPr>
          <p:spPr>
            <a:xfrm>
              <a:off x="910459" y="4288221"/>
              <a:ext cx="1336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new input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795C11F-E925-8D3B-621B-08C15EB735F5}"/>
                </a:ext>
              </a:extLst>
            </p:cNvPr>
            <p:cNvSpPr/>
            <p:nvPr/>
          </p:nvSpPr>
          <p:spPr>
            <a:xfrm>
              <a:off x="2364828" y="3752193"/>
              <a:ext cx="2506717" cy="1032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chemeClr val="tx1"/>
                  </a:solidFill>
                </a:rPr>
                <a:t>Calculate and store inital KV values</a:t>
              </a:r>
              <a:endParaRPr lang="ko-KR" alt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DC621EE-AC98-62E6-3300-95D2B9E0C6BA}"/>
                </a:ext>
              </a:extLst>
            </p:cNvPr>
            <p:cNvCxnSpPr>
              <a:cxnSpLocks/>
            </p:cNvCxnSpPr>
            <p:nvPr/>
          </p:nvCxnSpPr>
          <p:spPr>
            <a:xfrm>
              <a:off x="5016063" y="4267199"/>
              <a:ext cx="14188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C9067A-7691-8CFB-3658-EC6824F3C520}"/>
                </a:ext>
              </a:extLst>
            </p:cNvPr>
            <p:cNvSpPr txBox="1"/>
            <p:nvPr/>
          </p:nvSpPr>
          <p:spPr>
            <a:xfrm>
              <a:off x="4811768" y="4346027"/>
              <a:ext cx="20271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first generation</a:t>
              </a:r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39FAF19-C16B-D8CF-F1CA-AECADE4AB896}"/>
                </a:ext>
              </a:extLst>
            </p:cNvPr>
            <p:cNvSpPr/>
            <p:nvPr/>
          </p:nvSpPr>
          <p:spPr>
            <a:xfrm>
              <a:off x="6579477" y="3750879"/>
              <a:ext cx="2506717" cy="1032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chemeClr val="tx1"/>
                  </a:solidFill>
                </a:rPr>
                <a:t>Retrieve KV cache and add new values to them</a:t>
              </a:r>
              <a:endParaRPr lang="ko-KR" alt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872ABE74-B741-F513-0382-F379D1A61918}"/>
                </a:ext>
              </a:extLst>
            </p:cNvPr>
            <p:cNvCxnSpPr>
              <a:cxnSpLocks/>
            </p:cNvCxnSpPr>
            <p:nvPr/>
          </p:nvCxnSpPr>
          <p:spPr>
            <a:xfrm>
              <a:off x="9230710" y="4277709"/>
              <a:ext cx="1573671" cy="1051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D2D1DA09-5493-2264-974F-D821133F60C2}"/>
                </a:ext>
              </a:extLst>
            </p:cNvPr>
            <p:cNvCxnSpPr/>
            <p:nvPr/>
          </p:nvCxnSpPr>
          <p:spPr>
            <a:xfrm flipV="1">
              <a:off x="10804381" y="2871953"/>
              <a:ext cx="0" cy="1416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728BF06-6EE6-B5E4-7B1A-581046F60204}"/>
                </a:ext>
              </a:extLst>
            </p:cNvPr>
            <p:cNvSpPr/>
            <p:nvPr/>
          </p:nvSpPr>
          <p:spPr>
            <a:xfrm>
              <a:off x="9551023" y="1738151"/>
              <a:ext cx="2506717" cy="1032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chemeClr val="tx1"/>
                  </a:solidFill>
                </a:rPr>
                <a:t>calculate attention using the cached K and V along with new values</a:t>
              </a:r>
              <a:endParaRPr lang="ko-KR" alt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BD37D4B7-F683-493A-DA56-11C2090D3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4028" y="2337677"/>
              <a:ext cx="18366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924ED0C-5B17-FE9C-67C5-2CB546090348}"/>
                </a:ext>
              </a:extLst>
            </p:cNvPr>
            <p:cNvSpPr/>
            <p:nvPr/>
          </p:nvSpPr>
          <p:spPr>
            <a:xfrm>
              <a:off x="4645573" y="1738151"/>
              <a:ext cx="2506717" cy="1032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chemeClr val="tx1"/>
                  </a:solidFill>
                </a:rPr>
                <a:t>update input with the newly generated token</a:t>
              </a:r>
              <a:endParaRPr lang="ko-KR" alt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CE5A03D6-0F56-2E74-46A5-F19B5F2DC39B}"/>
                </a:ext>
              </a:extLst>
            </p:cNvPr>
            <p:cNvCxnSpPr/>
            <p:nvPr/>
          </p:nvCxnSpPr>
          <p:spPr>
            <a:xfrm>
              <a:off x="5788573" y="2871953"/>
              <a:ext cx="0" cy="9665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FE8A5EA6-4738-D732-ED1C-2DB368DFABD4}"/>
                </a:ext>
              </a:extLst>
            </p:cNvPr>
            <p:cNvCxnSpPr>
              <a:cxnSpLocks/>
            </p:cNvCxnSpPr>
            <p:nvPr/>
          </p:nvCxnSpPr>
          <p:spPr>
            <a:xfrm>
              <a:off x="5788573" y="3838464"/>
              <a:ext cx="646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75AF35A-D33E-08A0-298E-693B5307F157}"/>
                </a:ext>
              </a:extLst>
            </p:cNvPr>
            <p:cNvSpPr txBox="1"/>
            <p:nvPr/>
          </p:nvSpPr>
          <p:spPr>
            <a:xfrm>
              <a:off x="5825359" y="3167180"/>
              <a:ext cx="3058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newly generated token</a:t>
              </a:r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244190D-3C7F-5D58-96CF-50843DF4A4E1}"/>
              </a:ext>
            </a:extLst>
          </p:cNvPr>
          <p:cNvSpPr txBox="1"/>
          <p:nvPr/>
        </p:nvSpPr>
        <p:spPr>
          <a:xfrm>
            <a:off x="459827" y="4952798"/>
            <a:ext cx="10957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Token 1 : [K1, V1]  -&gt; Cache : [K1, V1]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Token 2 : [K2, V2]  -&gt; Cache : [K1, K2], [V1, V2]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Token 3 : [K3, V3]  -&gt; Cache : [K1, K2, K3], [V1, V2, V3]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Token n : [Kn,Vn]   -&gt; Cache : [K1, K2, ... , Kn] , [V1, V2, ... , Vn]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E99A4D-CF44-987C-BDC4-7EDB69F18988}"/>
                  </a:ext>
                </a:extLst>
              </p:cNvPr>
              <p:cNvSpPr txBox="1"/>
              <p:nvPr/>
            </p:nvSpPr>
            <p:spPr>
              <a:xfrm>
                <a:off x="7462586" y="499753"/>
                <a:ext cx="4558862" cy="501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Attention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@</m:t>
                          </m:r>
                          <m:sSup>
                            <m:sSup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rad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)[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E99A4D-CF44-987C-BDC4-7EDB69F18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86" y="499753"/>
                <a:ext cx="4558862" cy="5012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586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00C97-00CE-5374-2031-B970F341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Memory Consumption of the KV cache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E8F3CA-1014-4257-FC53-6FF2C133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840E98-BBD9-4383-6E68-5A5878E74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934" y="1403261"/>
            <a:ext cx="8868131" cy="818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FF5615-DD13-36EA-26D7-D66849C2E576}"/>
              </a:ext>
            </a:extLst>
          </p:cNvPr>
          <p:cNvSpPr txBox="1"/>
          <p:nvPr/>
        </p:nvSpPr>
        <p:spPr>
          <a:xfrm>
            <a:off x="6095999" y="2090865"/>
            <a:ext cx="56120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Comparative Characterization of KV Cache Management Strategies for LLM Inference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CDD0E-2EE8-245F-74D2-965D3490AC95}"/>
              </a:ext>
            </a:extLst>
          </p:cNvPr>
          <p:cNvSpPr txBox="1"/>
          <p:nvPr/>
        </p:nvSpPr>
        <p:spPr>
          <a:xfrm>
            <a:off x="1140642" y="1194752"/>
            <a:ext cx="5307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Example of </a:t>
            </a:r>
            <a:r>
              <a:rPr lang="en-US" altLang="ko-KR" b="1"/>
              <a:t>Llama 3 8B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3C5270-8FB4-CB13-0933-27F899DC117D}"/>
                  </a:ext>
                </a:extLst>
              </p:cNvPr>
              <p:cNvSpPr txBox="1"/>
              <p:nvPr/>
            </p:nvSpPr>
            <p:spPr>
              <a:xfrm>
                <a:off x="1552037" y="2512672"/>
                <a:ext cx="996275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D : number of layers (32)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kv</m:t>
                        </m:r>
                      </m:sub>
                    </m:sSub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: number of KV attention heads (8)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t : number of token generated so far (full context size of Llama 3 8B , 8192 tokens)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ko-KR"/>
                  <a:t> : dimension of the attention head(embedding vector / number of Q head = 4096 / 32 = 128)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sizeof(dtype) : KV cache usually store tensors in 16 bits, using the float16 or bfloat16 data types(bitwidth / 8 = 16 / 8 = 2 byte)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2 : factor 2 accounts for both keys and 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/>
              </a:p>
              <a:p>
                <a:endParaRPr lang="en-US" altLang="ko-KR"/>
              </a:p>
              <a:p>
                <a:r>
                  <a:rPr lang="en-US" altLang="ko-KR" b="0"/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8 × 8191 × 128 × 2 × 2 ≈ </m:t>
                    </m:r>
                  </m:oMath>
                </a14:m>
                <a:r>
                  <a:rPr lang="ko-KR" altLang="en-US"/>
                  <a:t>약 </a:t>
                </a:r>
                <a:r>
                  <a:rPr lang="en-US" altLang="ko-KR"/>
                  <a:t>1.1 GB</a:t>
                </a:r>
              </a:p>
              <a:p>
                <a:endParaRPr lang="en-US" altLang="ko-KR"/>
              </a:p>
              <a:p>
                <a:r>
                  <a:rPr lang="en-US" altLang="ko-KR"/>
                  <a:t>Memory consumption of one sequence.</a:t>
                </a:r>
              </a:p>
              <a:p>
                <a:r>
                  <a:rPr lang="en-US" altLang="ko-KR"/>
                  <a:t>If we do batch decoding, we have to multiply this value by the batch size.</a:t>
                </a:r>
              </a:p>
              <a:p>
                <a:r>
                  <a:rPr lang="en-US" altLang="ko-KR"/>
                  <a:t>Ex) using a batch size of 32 with Llama 3 8B : 35.2 GB of GPU RAM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3C5270-8FB4-CB13-0933-27F899DC1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037" y="2512672"/>
                <a:ext cx="9962750" cy="4247317"/>
              </a:xfrm>
              <a:prstGeom prst="rect">
                <a:avLst/>
              </a:prstGeom>
              <a:blipFill>
                <a:blip r:embed="rId4"/>
                <a:stretch>
                  <a:fillRect l="-551" t="-717" r="-3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46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29262</TotalTime>
  <Words>1206</Words>
  <Application>Microsoft Office PowerPoint</Application>
  <PresentationFormat>와이드스크린</PresentationFormat>
  <Paragraphs>226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Cambria Math</vt:lpstr>
      <vt:lpstr>Office 테마</vt:lpstr>
      <vt:lpstr>DNAS SNN in Tinyimagenet</vt:lpstr>
      <vt:lpstr>Goal</vt:lpstr>
      <vt:lpstr>baseline</vt:lpstr>
      <vt:lpstr>Phase 2 결과 </vt:lpstr>
      <vt:lpstr>Weight Storage</vt:lpstr>
      <vt:lpstr>KV Cache </vt:lpstr>
      <vt:lpstr>Attention </vt:lpstr>
      <vt:lpstr>Without KV cache</vt:lpstr>
      <vt:lpstr>With KV cache</vt:lpstr>
      <vt:lpstr>Step-by-Step Process</vt:lpstr>
      <vt:lpstr>Memory Consumption of the KV cache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1363</cp:revision>
  <dcterms:created xsi:type="dcterms:W3CDTF">2023-03-06T16:32:37Z</dcterms:created>
  <dcterms:modified xsi:type="dcterms:W3CDTF">2026-05-07T11:32:32Z</dcterms:modified>
</cp:coreProperties>
</file>