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80" r:id="rId4"/>
    <p:sldId id="262" r:id="rId5"/>
    <p:sldId id="258" r:id="rId6"/>
    <p:sldId id="273" r:id="rId7"/>
    <p:sldId id="272" r:id="rId8"/>
    <p:sldId id="276" r:id="rId9"/>
    <p:sldId id="259" r:id="rId10"/>
    <p:sldId id="278" r:id="rId11"/>
    <p:sldId id="275" r:id="rId12"/>
    <p:sldId id="260" r:id="rId13"/>
    <p:sldId id="279" r:id="rId14"/>
    <p:sldId id="28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1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66" d="100"/>
          <a:sy n="66" d="100"/>
        </p:scale>
        <p:origin x="873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3-18T08:13:55.831" v="9713" actId="20577"/>
      <pc:docMkLst>
        <pc:docMk/>
      </pc:docMkLst>
      <pc:sldChg chg="modSp mod">
        <pc:chgData name="성현 이" userId="2f0182ffdb5a30a3" providerId="LiveId" clId="{96CFCBFF-3B86-4DA3-8BC4-90A0DDDF2BC8}" dt="2026-03-13T07:47:10.212" v="5378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3-09T04:42:01.701" v="27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3-13T07:47:10.212" v="5378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addSp modSp del mod">
        <pc:chgData name="성현 이" userId="2f0182ffdb5a30a3" providerId="LiveId" clId="{96CFCBFF-3B86-4DA3-8BC4-90A0DDDF2BC8}" dt="2026-03-16T07:12:01.139" v="7035" actId="2696"/>
        <pc:sldMkLst>
          <pc:docMk/>
          <pc:sldMk cId="1391450139" sldId="257"/>
        </pc:sldMkLst>
      </pc:sldChg>
      <pc:sldChg chg="del">
        <pc:chgData name="성현 이" userId="2f0182ffdb5a30a3" providerId="LiveId" clId="{96CFCBFF-3B86-4DA3-8BC4-90A0DDDF2BC8}" dt="2026-03-09T04:42:25.103" v="38" actId="2696"/>
        <pc:sldMkLst>
          <pc:docMk/>
          <pc:sldMk cId="3618571820" sldId="257"/>
        </pc:sldMkLst>
      </pc:sldChg>
      <pc:sldChg chg="addSp delSp modSp new mod">
        <pc:chgData name="성현 이" userId="2f0182ffdb5a30a3" providerId="LiveId" clId="{96CFCBFF-3B86-4DA3-8BC4-90A0DDDF2BC8}" dt="2026-03-10T11:56:14.688" v="4519"/>
        <pc:sldMkLst>
          <pc:docMk/>
          <pc:sldMk cId="3724380490" sldId="257"/>
        </pc:sldMkLst>
      </pc:sldChg>
      <pc:sldChg chg="addSp delSp modSp new add del mod">
        <pc:chgData name="성현 이" userId="2f0182ffdb5a30a3" providerId="LiveId" clId="{96CFCBFF-3B86-4DA3-8BC4-90A0DDDF2BC8}" dt="2026-03-09T08:25:59.146" v="3985" actId="2696"/>
        <pc:sldMkLst>
          <pc:docMk/>
          <pc:sldMk cId="1116856983" sldId="258"/>
        </pc:sldMkLst>
      </pc:sldChg>
      <pc:sldChg chg="del">
        <pc:chgData name="성현 이" userId="2f0182ffdb5a30a3" providerId="LiveId" clId="{96CFCBFF-3B86-4DA3-8BC4-90A0DDDF2BC8}" dt="2026-03-09T04:42:23.659" v="37" actId="2696"/>
        <pc:sldMkLst>
          <pc:docMk/>
          <pc:sldMk cId="3353636603" sldId="258"/>
        </pc:sldMkLst>
      </pc:sldChg>
      <pc:sldChg chg="addSp delSp modSp new mod">
        <pc:chgData name="성현 이" userId="2f0182ffdb5a30a3" providerId="LiveId" clId="{96CFCBFF-3B86-4DA3-8BC4-90A0DDDF2BC8}" dt="2026-03-17T03:16:49.344" v="9184" actId="20577"/>
        <pc:sldMkLst>
          <pc:docMk/>
          <pc:sldMk cId="3696067596" sldId="258"/>
        </pc:sldMkLst>
        <pc:spChg chg="mod">
          <ac:chgData name="성현 이" userId="2f0182ffdb5a30a3" providerId="LiveId" clId="{96CFCBFF-3B86-4DA3-8BC4-90A0DDDF2BC8}" dt="2026-03-16T08:47:38.002" v="7647" actId="20577"/>
          <ac:spMkLst>
            <pc:docMk/>
            <pc:sldMk cId="3696067596" sldId="258"/>
            <ac:spMk id="2" creationId="{3E1974CB-0581-7706-7EA1-1AE408E8E5F0}"/>
          </ac:spMkLst>
        </pc:spChg>
        <pc:spChg chg="add mod">
          <ac:chgData name="성현 이" userId="2f0182ffdb5a30a3" providerId="LiveId" clId="{96CFCBFF-3B86-4DA3-8BC4-90A0DDDF2BC8}" dt="2026-03-17T02:28:04.397" v="9029" actId="1582"/>
          <ac:spMkLst>
            <pc:docMk/>
            <pc:sldMk cId="3696067596" sldId="258"/>
            <ac:spMk id="3" creationId="{CFE9AAAD-B487-1B27-BE6F-0C2C8FDCD4AA}"/>
          </ac:spMkLst>
        </pc:spChg>
        <pc:spChg chg="add mod">
          <ac:chgData name="성현 이" userId="2f0182ffdb5a30a3" providerId="LiveId" clId="{96CFCBFF-3B86-4DA3-8BC4-90A0DDDF2BC8}" dt="2026-03-16T08:43:23.025" v="7552" actId="1076"/>
          <ac:spMkLst>
            <pc:docMk/>
            <pc:sldMk cId="3696067596" sldId="258"/>
            <ac:spMk id="6" creationId="{9921D77F-6936-D7A1-2F25-B7C15036E8FB}"/>
          </ac:spMkLst>
        </pc:spChg>
        <pc:spChg chg="add del mod">
          <ac:chgData name="성현 이" userId="2f0182ffdb5a30a3" providerId="LiveId" clId="{96CFCBFF-3B86-4DA3-8BC4-90A0DDDF2BC8}" dt="2026-03-16T08:44:12.084" v="7558" actId="1076"/>
          <ac:spMkLst>
            <pc:docMk/>
            <pc:sldMk cId="3696067596" sldId="258"/>
            <ac:spMk id="10" creationId="{EBF3F98B-7E62-FCD3-0FD5-2B7374B48A2D}"/>
          </ac:spMkLst>
        </pc:spChg>
        <pc:graphicFrameChg chg="add mod modGraphic">
          <ac:chgData name="성현 이" userId="2f0182ffdb5a30a3" providerId="LiveId" clId="{96CFCBFF-3B86-4DA3-8BC4-90A0DDDF2BC8}" dt="2026-03-17T03:16:49.344" v="9184" actId="20577"/>
          <ac:graphicFrameMkLst>
            <pc:docMk/>
            <pc:sldMk cId="3696067596" sldId="258"/>
            <ac:graphicFrameMk id="5" creationId="{8E135CE8-F323-B4A1-D176-E9422CA83C53}"/>
          </ac:graphicFrameMkLst>
        </pc:graphicFrameChg>
        <pc:picChg chg="add del mod modCrop">
          <ac:chgData name="성현 이" userId="2f0182ffdb5a30a3" providerId="LiveId" clId="{96CFCBFF-3B86-4DA3-8BC4-90A0DDDF2BC8}" dt="2026-03-16T08:44:12.084" v="7558" actId="1076"/>
          <ac:picMkLst>
            <pc:docMk/>
            <pc:sldMk cId="3696067596" sldId="258"/>
            <ac:picMk id="9" creationId="{E3B46610-8FA0-7FCE-23AC-409511B592A6}"/>
          </ac:picMkLst>
        </pc:picChg>
      </pc:sldChg>
      <pc:sldChg chg="del">
        <pc:chgData name="성현 이" userId="2f0182ffdb5a30a3" providerId="LiveId" clId="{96CFCBFF-3B86-4DA3-8BC4-90A0DDDF2BC8}" dt="2026-03-09T04:42:20.482" v="36" actId="2696"/>
        <pc:sldMkLst>
          <pc:docMk/>
          <pc:sldMk cId="3251251540" sldId="259"/>
        </pc:sldMkLst>
      </pc:sldChg>
      <pc:sldChg chg="addSp delSp modSp new mod ord">
        <pc:chgData name="성현 이" userId="2f0182ffdb5a30a3" providerId="LiveId" clId="{96CFCBFF-3B86-4DA3-8BC4-90A0DDDF2BC8}" dt="2026-03-17T03:16:10.574" v="9180" actId="1582"/>
        <pc:sldMkLst>
          <pc:docMk/>
          <pc:sldMk cId="3263112829" sldId="259"/>
        </pc:sldMkLst>
        <pc:spChg chg="mod">
          <ac:chgData name="성현 이" userId="2f0182ffdb5a30a3" providerId="LiveId" clId="{96CFCBFF-3B86-4DA3-8BC4-90A0DDDF2BC8}" dt="2026-03-13T04:45:01.138" v="4645" actId="20577"/>
          <ac:spMkLst>
            <pc:docMk/>
            <pc:sldMk cId="3263112829" sldId="259"/>
            <ac:spMk id="2" creationId="{46E73F07-765E-1120-2740-EE584794C108}"/>
          </ac:spMkLst>
        </pc:spChg>
        <pc:spChg chg="add mod">
          <ac:chgData name="성현 이" userId="2f0182ffdb5a30a3" providerId="LiveId" clId="{96CFCBFF-3B86-4DA3-8BC4-90A0DDDF2BC8}" dt="2026-03-17T03:14:52.227" v="9175" actId="1076"/>
          <ac:spMkLst>
            <pc:docMk/>
            <pc:sldMk cId="3263112829" sldId="259"/>
            <ac:spMk id="3" creationId="{AECA5EF4-F871-ABF0-C038-BBB313ED73BB}"/>
          </ac:spMkLst>
        </pc:spChg>
        <pc:spChg chg="add mod">
          <ac:chgData name="성현 이" userId="2f0182ffdb5a30a3" providerId="LiveId" clId="{96CFCBFF-3B86-4DA3-8BC4-90A0DDDF2BC8}" dt="2026-03-17T03:14:48.282" v="9174" actId="1076"/>
          <ac:spMkLst>
            <pc:docMk/>
            <pc:sldMk cId="3263112829" sldId="259"/>
            <ac:spMk id="5" creationId="{2DDFBE44-AE37-DCEC-C938-125BF48F9AC2}"/>
          </ac:spMkLst>
        </pc:spChg>
        <pc:spChg chg="add mod">
          <ac:chgData name="성현 이" userId="2f0182ffdb5a30a3" providerId="LiveId" clId="{96CFCBFF-3B86-4DA3-8BC4-90A0DDDF2BC8}" dt="2026-03-17T03:16:10.574" v="9180" actId="1582"/>
          <ac:spMkLst>
            <pc:docMk/>
            <pc:sldMk cId="3263112829" sldId="259"/>
            <ac:spMk id="7" creationId="{2E2FCB8D-E743-60F4-3739-83A29E86EF7D}"/>
          </ac:spMkLst>
        </pc:spChg>
        <pc:graphicFrameChg chg="add mod modGraphic">
          <ac:chgData name="성현 이" userId="2f0182ffdb5a30a3" providerId="LiveId" clId="{96CFCBFF-3B86-4DA3-8BC4-90A0DDDF2BC8}" dt="2026-03-17T03:14:59.612" v="9176" actId="1076"/>
          <ac:graphicFrameMkLst>
            <pc:docMk/>
            <pc:sldMk cId="3263112829" sldId="259"/>
            <ac:graphicFrameMk id="6" creationId="{3F1EA2DA-A263-0B2F-3045-7059A525FD1A}"/>
          </ac:graphicFrameMkLst>
        </pc:graphicFrameChg>
      </pc:sldChg>
      <pc:sldChg chg="addSp delSp modSp add del mod">
        <pc:chgData name="성현 이" userId="2f0182ffdb5a30a3" providerId="LiveId" clId="{96CFCBFF-3B86-4DA3-8BC4-90A0DDDF2BC8}" dt="2026-03-09T08:25:57.059" v="3983" actId="2696"/>
        <pc:sldMkLst>
          <pc:docMk/>
          <pc:sldMk cId="3914679827" sldId="259"/>
        </pc:sldMkLst>
      </pc:sldChg>
      <pc:sldChg chg="del">
        <pc:chgData name="성현 이" userId="2f0182ffdb5a30a3" providerId="LiveId" clId="{96CFCBFF-3B86-4DA3-8BC4-90A0DDDF2BC8}" dt="2026-03-09T04:42:19.889" v="35" actId="2696"/>
        <pc:sldMkLst>
          <pc:docMk/>
          <pc:sldMk cId="133033091" sldId="260"/>
        </pc:sldMkLst>
      </pc:sldChg>
      <pc:sldChg chg="addSp delSp modSp new mod ord">
        <pc:chgData name="성현 이" userId="2f0182ffdb5a30a3" providerId="LiveId" clId="{96CFCBFF-3B86-4DA3-8BC4-90A0DDDF2BC8}" dt="2026-03-17T04:41:52.379" v="9477" actId="20577"/>
        <pc:sldMkLst>
          <pc:docMk/>
          <pc:sldMk cId="593721976" sldId="260"/>
        </pc:sldMkLst>
        <pc:spChg chg="mod">
          <ac:chgData name="성현 이" userId="2f0182ffdb5a30a3" providerId="LiveId" clId="{96CFCBFF-3B86-4DA3-8BC4-90A0DDDF2BC8}" dt="2026-03-13T05:29:19.110" v="4992" actId="20577"/>
          <ac:spMkLst>
            <pc:docMk/>
            <pc:sldMk cId="593721976" sldId="260"/>
            <ac:spMk id="2" creationId="{4156201B-99F2-4DD0-FC7A-B057B7CA9A79}"/>
          </ac:spMkLst>
        </pc:spChg>
        <pc:spChg chg="add mod">
          <ac:chgData name="성현 이" userId="2f0182ffdb5a30a3" providerId="LiveId" clId="{96CFCBFF-3B86-4DA3-8BC4-90A0DDDF2BC8}" dt="2026-03-17T04:41:52.379" v="9477" actId="20577"/>
          <ac:spMkLst>
            <pc:docMk/>
            <pc:sldMk cId="593721976" sldId="260"/>
            <ac:spMk id="5" creationId="{5947C8A9-FADB-5D16-4604-D4FD44B735E6}"/>
          </ac:spMkLst>
        </pc:spChg>
        <pc:graphicFrameChg chg="add mod modGraphic">
          <ac:chgData name="성현 이" userId="2f0182ffdb5a30a3" providerId="LiveId" clId="{96CFCBFF-3B86-4DA3-8BC4-90A0DDDF2BC8}" dt="2026-03-13T05:34:12.378" v="5166" actId="1076"/>
          <ac:graphicFrameMkLst>
            <pc:docMk/>
            <pc:sldMk cId="593721976" sldId="260"/>
            <ac:graphicFrameMk id="7" creationId="{4E6DD374-E85F-69A3-C7F2-E0FB5E9D0AC6}"/>
          </ac:graphicFrameMkLst>
        </pc:graphicFrameChg>
      </pc:sldChg>
      <pc:sldChg chg="addSp delSp modSp add del mod">
        <pc:chgData name="성현 이" userId="2f0182ffdb5a30a3" providerId="LiveId" clId="{96CFCBFF-3B86-4DA3-8BC4-90A0DDDF2BC8}" dt="2026-03-09T08:25:55.833" v="3982" actId="2696"/>
        <pc:sldMkLst>
          <pc:docMk/>
          <pc:sldMk cId="3208733912" sldId="260"/>
        </pc:sldMkLst>
      </pc:sldChg>
      <pc:sldChg chg="modSp add del mod">
        <pc:chgData name="성현 이" userId="2f0182ffdb5a30a3" providerId="LiveId" clId="{96CFCBFF-3B86-4DA3-8BC4-90A0DDDF2BC8}" dt="2026-03-09T08:25:57.670" v="3984" actId="2696"/>
        <pc:sldMkLst>
          <pc:docMk/>
          <pc:sldMk cId="342579824" sldId="261"/>
        </pc:sldMkLst>
      </pc:sldChg>
      <pc:sldChg chg="delSp modSp new del mod">
        <pc:chgData name="성현 이" userId="2f0182ffdb5a30a3" providerId="LiveId" clId="{96CFCBFF-3B86-4DA3-8BC4-90A0DDDF2BC8}" dt="2026-03-16T11:34:26.144" v="8778" actId="2696"/>
        <pc:sldMkLst>
          <pc:docMk/>
          <pc:sldMk cId="2156130029" sldId="261"/>
        </pc:sldMkLst>
      </pc:sldChg>
      <pc:sldChg chg="del">
        <pc:chgData name="성현 이" userId="2f0182ffdb5a30a3" providerId="LiveId" clId="{96CFCBFF-3B86-4DA3-8BC4-90A0DDDF2BC8}" dt="2026-03-09T04:42:19.137" v="34" actId="2696"/>
        <pc:sldMkLst>
          <pc:docMk/>
          <pc:sldMk cId="3219383971" sldId="261"/>
        </pc:sldMkLst>
      </pc:sldChg>
      <pc:sldChg chg="del">
        <pc:chgData name="성현 이" userId="2f0182ffdb5a30a3" providerId="LiveId" clId="{96CFCBFF-3B86-4DA3-8BC4-90A0DDDF2BC8}" dt="2026-03-09T04:42:17.483" v="33" actId="2696"/>
        <pc:sldMkLst>
          <pc:docMk/>
          <pc:sldMk cId="574084233" sldId="262"/>
        </pc:sldMkLst>
      </pc:sldChg>
      <pc:sldChg chg="addSp delSp modSp new mod">
        <pc:chgData name="성현 이" userId="2f0182ffdb5a30a3" providerId="LiveId" clId="{96CFCBFF-3B86-4DA3-8BC4-90A0DDDF2BC8}" dt="2026-03-16T09:00:18.906" v="7738" actId="20577"/>
        <pc:sldMkLst>
          <pc:docMk/>
          <pc:sldMk cId="1841819317" sldId="262"/>
        </pc:sldMkLst>
        <pc:spChg chg="mod">
          <ac:chgData name="성현 이" userId="2f0182ffdb5a30a3" providerId="LiveId" clId="{96CFCBFF-3B86-4DA3-8BC4-90A0DDDF2BC8}" dt="2026-03-16T04:03:57.163" v="5395" actId="20577"/>
          <ac:spMkLst>
            <pc:docMk/>
            <pc:sldMk cId="1841819317" sldId="262"/>
            <ac:spMk id="2" creationId="{E91ABEEB-5734-80E4-2C7D-BF7E065EDF0B}"/>
          </ac:spMkLst>
        </pc:spChg>
        <pc:spChg chg="add mod">
          <ac:chgData name="성현 이" userId="2f0182ffdb5a30a3" providerId="LiveId" clId="{96CFCBFF-3B86-4DA3-8BC4-90A0DDDF2BC8}" dt="2026-03-16T09:00:18.906" v="7738" actId="20577"/>
          <ac:spMkLst>
            <pc:docMk/>
            <pc:sldMk cId="1841819317" sldId="262"/>
            <ac:spMk id="7" creationId="{EB195717-74C8-41FF-EFB2-45EF12E393AF}"/>
          </ac:spMkLst>
        </pc:spChg>
        <pc:spChg chg="add mod">
          <ac:chgData name="성현 이" userId="2f0182ffdb5a30a3" providerId="LiveId" clId="{96CFCBFF-3B86-4DA3-8BC4-90A0DDDF2BC8}" dt="2026-03-16T07:38:28.363" v="7098" actId="1582"/>
          <ac:spMkLst>
            <pc:docMk/>
            <pc:sldMk cId="1841819317" sldId="262"/>
            <ac:spMk id="8" creationId="{005C760B-5C29-360A-648A-D069F2492778}"/>
          </ac:spMkLst>
        </pc:spChg>
        <pc:spChg chg="add mod">
          <ac:chgData name="성현 이" userId="2f0182ffdb5a30a3" providerId="LiveId" clId="{96CFCBFF-3B86-4DA3-8BC4-90A0DDDF2BC8}" dt="2026-03-16T07:38:36.844" v="7101" actId="14100"/>
          <ac:spMkLst>
            <pc:docMk/>
            <pc:sldMk cId="1841819317" sldId="262"/>
            <ac:spMk id="9" creationId="{CD2F597F-DDEB-A193-5599-4B94C3CBEC31}"/>
          </ac:spMkLst>
        </pc:spChg>
        <pc:spChg chg="add mod">
          <ac:chgData name="성현 이" userId="2f0182ffdb5a30a3" providerId="LiveId" clId="{96CFCBFF-3B86-4DA3-8BC4-90A0DDDF2BC8}" dt="2026-03-16T07:38:53.652" v="7108" actId="14100"/>
          <ac:spMkLst>
            <pc:docMk/>
            <pc:sldMk cId="1841819317" sldId="262"/>
            <ac:spMk id="10" creationId="{DE70BF71-2F6A-651E-52E7-ED1D75AD8DEC}"/>
          </ac:spMkLst>
        </pc:spChg>
        <pc:picChg chg="add mod">
          <ac:chgData name="성현 이" userId="2f0182ffdb5a30a3" providerId="LiveId" clId="{96CFCBFF-3B86-4DA3-8BC4-90A0DDDF2BC8}" dt="2026-03-16T07:38:41.885" v="7104" actId="1076"/>
          <ac:picMkLst>
            <pc:docMk/>
            <pc:sldMk cId="1841819317" sldId="262"/>
            <ac:picMk id="6" creationId="{891A798E-F4E9-6946-7F14-74DFF5DE0A1B}"/>
          </ac:picMkLst>
        </pc:picChg>
      </pc:sldChg>
      <pc:sldChg chg="addSp delSp modSp new mod">
        <pc:chgData name="성현 이" userId="2f0182ffdb5a30a3" providerId="LiveId" clId="{96CFCBFF-3B86-4DA3-8BC4-90A0DDDF2BC8}" dt="2026-03-10T11:52:23.127" v="4453" actId="20577"/>
        <pc:sldMkLst>
          <pc:docMk/>
          <pc:sldMk cId="3418556176" sldId="262"/>
        </pc:sldMkLst>
      </pc:sldChg>
      <pc:sldChg chg="addSp delSp modSp new del mod">
        <pc:chgData name="성현 이" userId="2f0182ffdb5a30a3" providerId="LiveId" clId="{96CFCBFF-3B86-4DA3-8BC4-90A0DDDF2BC8}" dt="2026-03-16T08:57:14.097" v="7709" actId="2696"/>
        <pc:sldMkLst>
          <pc:docMk/>
          <pc:sldMk cId="547083327" sldId="263"/>
        </pc:sldMkLst>
      </pc:sldChg>
      <pc:sldChg chg="addSp delSp modSp add mod">
        <pc:chgData name="성현 이" userId="2f0182ffdb5a30a3" providerId="LiveId" clId="{96CFCBFF-3B86-4DA3-8BC4-90A0DDDF2BC8}" dt="2026-03-10T11:52:07.376" v="4435" actId="20577"/>
        <pc:sldMkLst>
          <pc:docMk/>
          <pc:sldMk cId="1062571198" sldId="263"/>
        </pc:sldMkLst>
      </pc:sldChg>
      <pc:sldChg chg="del">
        <pc:chgData name="성현 이" userId="2f0182ffdb5a30a3" providerId="LiveId" clId="{96CFCBFF-3B86-4DA3-8BC4-90A0DDDF2BC8}" dt="2026-03-09T04:42:16.808" v="32" actId="2696"/>
        <pc:sldMkLst>
          <pc:docMk/>
          <pc:sldMk cId="1354386498" sldId="263"/>
        </pc:sldMkLst>
      </pc:sldChg>
      <pc:sldChg chg="addSp delSp modSp new del mod">
        <pc:chgData name="성현 이" userId="2f0182ffdb5a30a3" providerId="LiveId" clId="{96CFCBFF-3B86-4DA3-8BC4-90A0DDDF2BC8}" dt="2026-03-16T08:57:11.544" v="7708" actId="2696"/>
        <pc:sldMkLst>
          <pc:docMk/>
          <pc:sldMk cId="1163402571" sldId="264"/>
        </pc:sldMkLst>
      </pc:sldChg>
      <pc:sldChg chg="new del">
        <pc:chgData name="성현 이" userId="2f0182ffdb5a30a3" providerId="LiveId" clId="{96CFCBFF-3B86-4DA3-8BC4-90A0DDDF2BC8}" dt="2026-03-09T06:56:48.008" v="2808" actId="2696"/>
        <pc:sldMkLst>
          <pc:docMk/>
          <pc:sldMk cId="1558029929" sldId="264"/>
        </pc:sldMkLst>
      </pc:sldChg>
      <pc:sldChg chg="addSp delSp modSp add mod">
        <pc:chgData name="성현 이" userId="2f0182ffdb5a30a3" providerId="LiveId" clId="{96CFCBFF-3B86-4DA3-8BC4-90A0DDDF2BC8}" dt="2026-03-10T11:51:41.794" v="4415" actId="20577"/>
        <pc:sldMkLst>
          <pc:docMk/>
          <pc:sldMk cId="2823120708" sldId="264"/>
        </pc:sldMkLst>
      </pc:sldChg>
      <pc:sldChg chg="addSp delSp modSp new del mod">
        <pc:chgData name="성현 이" userId="2f0182ffdb5a30a3" providerId="LiveId" clId="{96CFCBFF-3B86-4DA3-8BC4-90A0DDDF2BC8}" dt="2026-03-16T08:57:08.264" v="7707" actId="2696"/>
        <pc:sldMkLst>
          <pc:docMk/>
          <pc:sldMk cId="686526313" sldId="265"/>
        </pc:sldMkLst>
      </pc:sldChg>
      <pc:sldChg chg="addSp delSp modSp add mod">
        <pc:chgData name="성현 이" userId="2f0182ffdb5a30a3" providerId="LiveId" clId="{96CFCBFF-3B86-4DA3-8BC4-90A0DDDF2BC8}" dt="2026-03-10T11:53:43.142" v="4513" actId="20577"/>
        <pc:sldMkLst>
          <pc:docMk/>
          <pc:sldMk cId="2457177073" sldId="265"/>
        </pc:sldMkLst>
      </pc:sldChg>
      <pc:sldChg chg="addSp delSp modSp add del mod">
        <pc:chgData name="성현 이" userId="2f0182ffdb5a30a3" providerId="LiveId" clId="{96CFCBFF-3B86-4DA3-8BC4-90A0DDDF2BC8}" dt="2026-03-16T05:10:08.280" v="6486" actId="47"/>
        <pc:sldMkLst>
          <pc:docMk/>
          <pc:sldMk cId="295098101" sldId="266"/>
        </pc:sldMkLst>
      </pc:sldChg>
      <pc:sldChg chg="addSp delSp modSp new mod">
        <pc:chgData name="성현 이" userId="2f0182ffdb5a30a3" providerId="LiveId" clId="{96CFCBFF-3B86-4DA3-8BC4-90A0DDDF2BC8}" dt="2026-03-10T12:00:58.155" v="4538" actId="20577"/>
        <pc:sldMkLst>
          <pc:docMk/>
          <pc:sldMk cId="2845547424" sldId="266"/>
        </pc:sldMkLst>
      </pc:sldChg>
      <pc:sldChg chg="addSp delSp modSp add del mod">
        <pc:chgData name="성현 이" userId="2f0182ffdb5a30a3" providerId="LiveId" clId="{96CFCBFF-3B86-4DA3-8BC4-90A0DDDF2BC8}" dt="2026-03-16T08:57:06.516" v="7706" actId="2696"/>
        <pc:sldMkLst>
          <pc:docMk/>
          <pc:sldMk cId="3169248896" sldId="266"/>
        </pc:sldMkLst>
      </pc:sldChg>
      <pc:sldChg chg="new del">
        <pc:chgData name="성현 이" userId="2f0182ffdb5a30a3" providerId="LiveId" clId="{96CFCBFF-3B86-4DA3-8BC4-90A0DDDF2BC8}" dt="2026-03-16T05:10:17.115" v="6490" actId="2696"/>
        <pc:sldMkLst>
          <pc:docMk/>
          <pc:sldMk cId="744626758" sldId="267"/>
        </pc:sldMkLst>
      </pc:sldChg>
      <pc:sldChg chg="addSp delSp modSp add del mod">
        <pc:chgData name="성현 이" userId="2f0182ffdb5a30a3" providerId="LiveId" clId="{96CFCBFF-3B86-4DA3-8BC4-90A0DDDF2BC8}" dt="2026-03-16T05:10:09.300" v="6487" actId="47"/>
        <pc:sldMkLst>
          <pc:docMk/>
          <pc:sldMk cId="3295666063" sldId="267"/>
        </pc:sldMkLst>
      </pc:sldChg>
      <pc:sldChg chg="addSp delSp modSp add del mod">
        <pc:chgData name="성현 이" userId="2f0182ffdb5a30a3" providerId="LiveId" clId="{96CFCBFF-3B86-4DA3-8BC4-90A0DDDF2BC8}" dt="2026-03-16T08:57:04.152" v="7705" actId="2696"/>
        <pc:sldMkLst>
          <pc:docMk/>
          <pc:sldMk cId="3554300094" sldId="267"/>
        </pc:sldMkLst>
      </pc:sldChg>
      <pc:sldChg chg="addSp delSp modSp new del mod ord">
        <pc:chgData name="성현 이" userId="2f0182ffdb5a30a3" providerId="LiveId" clId="{96CFCBFF-3B86-4DA3-8BC4-90A0DDDF2BC8}" dt="2026-03-16T08:57:15.202" v="7710" actId="2696"/>
        <pc:sldMkLst>
          <pc:docMk/>
          <pc:sldMk cId="2269096740" sldId="268"/>
        </pc:sldMkLst>
      </pc:sldChg>
      <pc:sldChg chg="addSp delSp modSp new mod">
        <pc:chgData name="성현 이" userId="2f0182ffdb5a30a3" providerId="LiveId" clId="{96CFCBFF-3B86-4DA3-8BC4-90A0DDDF2BC8}" dt="2026-03-18T08:13:55.831" v="9713" actId="20577"/>
        <pc:sldMkLst>
          <pc:docMk/>
          <pc:sldMk cId="3849193202" sldId="269"/>
        </pc:sldMkLst>
        <pc:spChg chg="mod">
          <ac:chgData name="성현 이" userId="2f0182ffdb5a30a3" providerId="LiveId" clId="{96CFCBFF-3B86-4DA3-8BC4-90A0DDDF2BC8}" dt="2026-03-16T06:49:45.635" v="6819" actId="20577"/>
          <ac:spMkLst>
            <pc:docMk/>
            <pc:sldMk cId="3849193202" sldId="269"/>
            <ac:spMk id="2" creationId="{92442AD2-7F8E-5810-331D-3EBE0880610E}"/>
          </ac:spMkLst>
        </pc:spChg>
        <pc:spChg chg="add mod">
          <ac:chgData name="성현 이" userId="2f0182ffdb5a30a3" providerId="LiveId" clId="{96CFCBFF-3B86-4DA3-8BC4-90A0DDDF2BC8}" dt="2026-03-17T02:35:28.397" v="9076"/>
          <ac:spMkLst>
            <pc:docMk/>
            <pc:sldMk cId="3849193202" sldId="269"/>
            <ac:spMk id="3" creationId="{BF3F443E-1313-4666-32E0-D30A030294A5}"/>
          </ac:spMkLst>
        </pc:spChg>
        <pc:spChg chg="add mod">
          <ac:chgData name="성현 이" userId="2f0182ffdb5a30a3" providerId="LiveId" clId="{96CFCBFF-3B86-4DA3-8BC4-90A0DDDF2BC8}" dt="2026-03-16T06:54:43.377" v="6874" actId="1076"/>
          <ac:spMkLst>
            <pc:docMk/>
            <pc:sldMk cId="3849193202" sldId="269"/>
            <ac:spMk id="5" creationId="{C70CCC88-97BD-9CC4-6208-728BF245747E}"/>
          </ac:spMkLst>
        </pc:spChg>
        <pc:spChg chg="add mod">
          <ac:chgData name="성현 이" userId="2f0182ffdb5a30a3" providerId="LiveId" clId="{96CFCBFF-3B86-4DA3-8BC4-90A0DDDF2BC8}" dt="2026-03-18T08:13:55.831" v="9713" actId="20577"/>
          <ac:spMkLst>
            <pc:docMk/>
            <pc:sldMk cId="3849193202" sldId="269"/>
            <ac:spMk id="6" creationId="{E06308AA-33F1-75B7-3DB7-F7B29B4136BC}"/>
          </ac:spMkLst>
        </pc:spChg>
        <pc:spChg chg="add mod">
          <ac:chgData name="성현 이" userId="2f0182ffdb5a30a3" providerId="LiveId" clId="{96CFCBFF-3B86-4DA3-8BC4-90A0DDDF2BC8}" dt="2026-03-17T02:38:15.097" v="9100" actId="20577"/>
          <ac:spMkLst>
            <pc:docMk/>
            <pc:sldMk cId="3849193202" sldId="269"/>
            <ac:spMk id="7" creationId="{EFC1BCEF-EE68-8245-09C5-5B85EFAC0015}"/>
          </ac:spMkLst>
        </pc:spChg>
        <pc:spChg chg="add mod">
          <ac:chgData name="성현 이" userId="2f0182ffdb5a30a3" providerId="LiveId" clId="{96CFCBFF-3B86-4DA3-8BC4-90A0DDDF2BC8}" dt="2026-03-18T08:06:49.154" v="9688" actId="20577"/>
          <ac:spMkLst>
            <pc:docMk/>
            <pc:sldMk cId="3849193202" sldId="269"/>
            <ac:spMk id="8" creationId="{C09E430C-DCC5-2F42-98CB-8F36E33E0C31}"/>
          </ac:spMkLst>
        </pc:spChg>
        <pc:spChg chg="add mod">
          <ac:chgData name="성현 이" userId="2f0182ffdb5a30a3" providerId="LiveId" clId="{96CFCBFF-3B86-4DA3-8BC4-90A0DDDF2BC8}" dt="2026-03-16T10:57:03.590" v="8115" actId="20577"/>
          <ac:spMkLst>
            <pc:docMk/>
            <pc:sldMk cId="3849193202" sldId="269"/>
            <ac:spMk id="9" creationId="{DFE0B83A-8CA5-0274-6E94-53E698903D49}"/>
          </ac:spMkLst>
        </pc:spChg>
        <pc:spChg chg="add mod">
          <ac:chgData name="성현 이" userId="2f0182ffdb5a30a3" providerId="LiveId" clId="{96CFCBFF-3B86-4DA3-8BC4-90A0DDDF2BC8}" dt="2026-03-16T07:07:25.779" v="6991" actId="20577"/>
          <ac:spMkLst>
            <pc:docMk/>
            <pc:sldMk cId="3849193202" sldId="269"/>
            <ac:spMk id="10" creationId="{EB976853-FF9C-5EDA-6119-5BBD0783A014}"/>
          </ac:spMkLst>
        </pc:spChg>
        <pc:spChg chg="add mod">
          <ac:chgData name="성현 이" userId="2f0182ffdb5a30a3" providerId="LiveId" clId="{96CFCBFF-3B86-4DA3-8BC4-90A0DDDF2BC8}" dt="2026-03-16T11:05:23.745" v="8293" actId="20577"/>
          <ac:spMkLst>
            <pc:docMk/>
            <pc:sldMk cId="3849193202" sldId="269"/>
            <ac:spMk id="11" creationId="{BD609FE0-1A39-581F-5F38-D01283A3E52A}"/>
          </ac:spMkLst>
        </pc:spChg>
        <pc:spChg chg="add mod">
          <ac:chgData name="성현 이" userId="2f0182ffdb5a30a3" providerId="LiveId" clId="{96CFCBFF-3B86-4DA3-8BC4-90A0DDDF2BC8}" dt="2026-03-17T05:09:26.480" v="9490" actId="1076"/>
          <ac:spMkLst>
            <pc:docMk/>
            <pc:sldMk cId="3849193202" sldId="269"/>
            <ac:spMk id="12" creationId="{8F6C63E3-5C20-A175-0996-F10A1F3FAF04}"/>
          </ac:spMkLst>
        </pc:spChg>
        <pc:spChg chg="add mod">
          <ac:chgData name="성현 이" userId="2f0182ffdb5a30a3" providerId="LiveId" clId="{96CFCBFF-3B86-4DA3-8BC4-90A0DDDF2BC8}" dt="2026-03-16T11:05:33.194" v="8295" actId="20577"/>
          <ac:spMkLst>
            <pc:docMk/>
            <pc:sldMk cId="3849193202" sldId="269"/>
            <ac:spMk id="20" creationId="{3E3FD0AB-DC1A-2D97-1941-28BDCB197B51}"/>
          </ac:spMkLst>
        </pc:spChg>
        <pc:spChg chg="add mod">
          <ac:chgData name="성현 이" userId="2f0182ffdb5a30a3" providerId="LiveId" clId="{96CFCBFF-3B86-4DA3-8BC4-90A0DDDF2BC8}" dt="2026-03-16T11:33:14.097" v="8773" actId="20577"/>
          <ac:spMkLst>
            <pc:docMk/>
            <pc:sldMk cId="3849193202" sldId="269"/>
            <ac:spMk id="21" creationId="{E41A0840-2D33-BE47-5819-65A681911D01}"/>
          </ac:spMkLst>
        </pc:spChg>
        <pc:spChg chg="add mod">
          <ac:chgData name="성현 이" userId="2f0182ffdb5a30a3" providerId="LiveId" clId="{96CFCBFF-3B86-4DA3-8BC4-90A0DDDF2BC8}" dt="2026-03-16T08:57:58.796" v="7736" actId="1076"/>
          <ac:spMkLst>
            <pc:docMk/>
            <pc:sldMk cId="3849193202" sldId="269"/>
            <ac:spMk id="22" creationId="{3154057E-75E5-8ABD-2691-2F6AD603FBFF}"/>
          </ac:spMkLst>
        </pc:spChg>
        <pc:spChg chg="add mod">
          <ac:chgData name="성현 이" userId="2f0182ffdb5a30a3" providerId="LiveId" clId="{96CFCBFF-3B86-4DA3-8BC4-90A0DDDF2BC8}" dt="2026-03-17T03:09:00.168" v="9168" actId="14100"/>
          <ac:spMkLst>
            <pc:docMk/>
            <pc:sldMk cId="3849193202" sldId="269"/>
            <ac:spMk id="31" creationId="{4623A8A9-F503-4E51-BB15-B8A6AF3EA4D9}"/>
          </ac:spMkLst>
        </pc:spChg>
        <pc:spChg chg="add mod">
          <ac:chgData name="성현 이" userId="2f0182ffdb5a30a3" providerId="LiveId" clId="{96CFCBFF-3B86-4DA3-8BC4-90A0DDDF2BC8}" dt="2026-03-17T03:04:04.285" v="9162" actId="20577"/>
          <ac:spMkLst>
            <pc:docMk/>
            <pc:sldMk cId="3849193202" sldId="269"/>
            <ac:spMk id="53" creationId="{9A852083-A300-B269-5774-B31000048953}"/>
          </ac:spMkLst>
        </pc:spChg>
        <pc:spChg chg="add mod">
          <ac:chgData name="성현 이" userId="2f0182ffdb5a30a3" providerId="LiveId" clId="{96CFCBFF-3B86-4DA3-8BC4-90A0DDDF2BC8}" dt="2026-03-16T09:08:46.464" v="7914" actId="20577"/>
          <ac:spMkLst>
            <pc:docMk/>
            <pc:sldMk cId="3849193202" sldId="269"/>
            <ac:spMk id="56" creationId="{1702B45C-8244-58E6-2CBA-16DE7E4F8B39}"/>
          </ac:spMkLst>
        </pc:spChg>
        <pc:spChg chg="add mod">
          <ac:chgData name="성현 이" userId="2f0182ffdb5a30a3" providerId="LiveId" clId="{96CFCBFF-3B86-4DA3-8BC4-90A0DDDF2BC8}" dt="2026-03-16T09:09:11.594" v="7920" actId="1076"/>
          <ac:spMkLst>
            <pc:docMk/>
            <pc:sldMk cId="3849193202" sldId="269"/>
            <ac:spMk id="57" creationId="{37B52619-66BB-A855-D924-5E0C5D9E9C46}"/>
          </ac:spMkLst>
        </pc:spChg>
        <pc:spChg chg="add del mod">
          <ac:chgData name="성현 이" userId="2f0182ffdb5a30a3" providerId="LiveId" clId="{96CFCBFF-3B86-4DA3-8BC4-90A0DDDF2BC8}" dt="2026-03-17T03:04:09.639" v="9163" actId="478"/>
          <ac:spMkLst>
            <pc:docMk/>
            <pc:sldMk cId="3849193202" sldId="269"/>
            <ac:spMk id="58" creationId="{D2CCEBEA-D30F-F4D6-965A-C4E736E2ED49}"/>
          </ac:spMkLst>
        </pc:spChg>
        <pc:cxnChg chg="add mod">
          <ac:chgData name="성현 이" userId="2f0182ffdb5a30a3" providerId="LiveId" clId="{96CFCBFF-3B86-4DA3-8BC4-90A0DDDF2BC8}" dt="2026-03-17T05:09:26.480" v="9490" actId="1076"/>
          <ac:cxnSpMkLst>
            <pc:docMk/>
            <pc:sldMk cId="3849193202" sldId="269"/>
            <ac:cxnSpMk id="14" creationId="{0234481A-08B4-8D7B-74D0-C3B58A912FEC}"/>
          </ac:cxnSpMkLst>
        </pc:cxnChg>
        <pc:cxnChg chg="add mod">
          <ac:chgData name="성현 이" userId="2f0182ffdb5a30a3" providerId="LiveId" clId="{96CFCBFF-3B86-4DA3-8BC4-90A0DDDF2BC8}" dt="2026-03-17T05:09:26.480" v="9490" actId="1076"/>
          <ac:cxnSpMkLst>
            <pc:docMk/>
            <pc:sldMk cId="3849193202" sldId="269"/>
            <ac:cxnSpMk id="15" creationId="{5D9E83D7-FF43-8876-128F-B16452CB5538}"/>
          </ac:cxnSpMkLst>
        </pc:cxnChg>
      </pc:sldChg>
      <pc:sldChg chg="addSp delSp modSp new del mod">
        <pc:chgData name="성현 이" userId="2f0182ffdb5a30a3" providerId="LiveId" clId="{96CFCBFF-3B86-4DA3-8BC4-90A0DDDF2BC8}" dt="2026-03-16T08:57:16.829" v="7711" actId="2696"/>
        <pc:sldMkLst>
          <pc:docMk/>
          <pc:sldMk cId="1541597449" sldId="270"/>
        </pc:sldMkLst>
      </pc:sldChg>
      <pc:sldChg chg="addSp delSp modSp new del mod">
        <pc:chgData name="성현 이" userId="2f0182ffdb5a30a3" providerId="LiveId" clId="{96CFCBFF-3B86-4DA3-8BC4-90A0DDDF2BC8}" dt="2026-03-16T09:02:37.955" v="7765" actId="2696"/>
        <pc:sldMkLst>
          <pc:docMk/>
          <pc:sldMk cId="3385259158" sldId="271"/>
        </pc:sldMkLst>
      </pc:sldChg>
      <pc:sldChg chg="addSp delSp modSp new mod">
        <pc:chgData name="성현 이" userId="2f0182ffdb5a30a3" providerId="LiveId" clId="{96CFCBFF-3B86-4DA3-8BC4-90A0DDDF2BC8}" dt="2026-03-17T03:16:43.388" v="9182" actId="20577"/>
        <pc:sldMkLst>
          <pc:docMk/>
          <pc:sldMk cId="600371417" sldId="272"/>
        </pc:sldMkLst>
        <pc:spChg chg="mod">
          <ac:chgData name="성현 이" userId="2f0182ffdb5a30a3" providerId="LiveId" clId="{96CFCBFF-3B86-4DA3-8BC4-90A0DDDF2BC8}" dt="2026-03-16T08:45:01.749" v="7595" actId="20577"/>
          <ac:spMkLst>
            <pc:docMk/>
            <pc:sldMk cId="600371417" sldId="272"/>
            <ac:spMk id="2" creationId="{9C31FA70-BEEE-FADE-D9B4-77E30409E1C2}"/>
          </ac:spMkLst>
        </pc:spChg>
        <pc:spChg chg="add mod">
          <ac:chgData name="성현 이" userId="2f0182ffdb5a30a3" providerId="LiveId" clId="{96CFCBFF-3B86-4DA3-8BC4-90A0DDDF2BC8}" dt="2026-03-16T08:45:20.617" v="7598" actId="1076"/>
          <ac:spMkLst>
            <pc:docMk/>
            <pc:sldMk cId="600371417" sldId="272"/>
            <ac:spMk id="6" creationId="{837CB64A-D6E9-E848-CDCC-1B9E8387965C}"/>
          </ac:spMkLst>
        </pc:spChg>
        <pc:spChg chg="add mod">
          <ac:chgData name="성현 이" userId="2f0182ffdb5a30a3" providerId="LiveId" clId="{96CFCBFF-3B86-4DA3-8BC4-90A0DDDF2BC8}" dt="2026-03-16T08:46:21.823" v="7607" actId="1076"/>
          <ac:spMkLst>
            <pc:docMk/>
            <pc:sldMk cId="600371417" sldId="272"/>
            <ac:spMk id="8" creationId="{760CE867-56DF-4ADF-C94F-10FD83566866}"/>
          </ac:spMkLst>
        </pc:spChg>
        <pc:spChg chg="add mod">
          <ac:chgData name="성현 이" userId="2f0182ffdb5a30a3" providerId="LiveId" clId="{96CFCBFF-3B86-4DA3-8BC4-90A0DDDF2BC8}" dt="2026-03-16T08:46:25.982" v="7608" actId="1076"/>
          <ac:spMkLst>
            <pc:docMk/>
            <pc:sldMk cId="600371417" sldId="272"/>
            <ac:spMk id="9" creationId="{A5F4B4FE-192B-7027-CD10-94AE757349FA}"/>
          </ac:spMkLst>
        </pc:spChg>
        <pc:spChg chg="add mod">
          <ac:chgData name="성현 이" userId="2f0182ffdb5a30a3" providerId="LiveId" clId="{96CFCBFF-3B86-4DA3-8BC4-90A0DDDF2BC8}" dt="2026-03-17T02:28:56.553" v="9038" actId="1582"/>
          <ac:spMkLst>
            <pc:docMk/>
            <pc:sldMk cId="600371417" sldId="272"/>
            <ac:spMk id="10" creationId="{D524F1D4-03E0-B585-BF3A-7AD20AF17737}"/>
          </ac:spMkLst>
        </pc:spChg>
        <pc:spChg chg="add mod">
          <ac:chgData name="성현 이" userId="2f0182ffdb5a30a3" providerId="LiveId" clId="{96CFCBFF-3B86-4DA3-8BC4-90A0DDDF2BC8}" dt="2026-03-17T02:29:56.302" v="9051" actId="14100"/>
          <ac:spMkLst>
            <pc:docMk/>
            <pc:sldMk cId="600371417" sldId="272"/>
            <ac:spMk id="11" creationId="{5F45431C-BBD2-8039-7727-C4B146DAD11D}"/>
          </ac:spMkLst>
        </pc:spChg>
        <pc:graphicFrameChg chg="add mod modGraphic">
          <ac:chgData name="성현 이" userId="2f0182ffdb5a30a3" providerId="LiveId" clId="{96CFCBFF-3B86-4DA3-8BC4-90A0DDDF2BC8}" dt="2026-03-17T03:16:43.388" v="9182" actId="20577"/>
          <ac:graphicFrameMkLst>
            <pc:docMk/>
            <pc:sldMk cId="600371417" sldId="272"/>
            <ac:graphicFrameMk id="5" creationId="{A0C2DBF3-A362-1E6A-2899-3D1C4E1FFB7B}"/>
          </ac:graphicFrameMkLst>
        </pc:graphicFrameChg>
        <pc:picChg chg="add mod ord">
          <ac:chgData name="성현 이" userId="2f0182ffdb5a30a3" providerId="LiveId" clId="{96CFCBFF-3B86-4DA3-8BC4-90A0DDDF2BC8}" dt="2026-03-17T02:28:35.101" v="9034" actId="167"/>
          <ac:picMkLst>
            <pc:docMk/>
            <pc:sldMk cId="600371417" sldId="272"/>
            <ac:picMk id="3" creationId="{8A120E0A-7F99-BCEE-B904-68D10BC81158}"/>
          </ac:picMkLst>
        </pc:picChg>
        <pc:picChg chg="add del mod modCrop">
          <ac:chgData name="성현 이" userId="2f0182ffdb5a30a3" providerId="LiveId" clId="{96CFCBFF-3B86-4DA3-8BC4-90A0DDDF2BC8}" dt="2026-03-17T02:28:29.792" v="9032" actId="478"/>
          <ac:picMkLst>
            <pc:docMk/>
            <pc:sldMk cId="600371417" sldId="272"/>
            <ac:picMk id="7" creationId="{DAE4974B-021C-0A03-6B0A-C6D5CDC04E56}"/>
          </ac:picMkLst>
        </pc:picChg>
      </pc:sldChg>
      <pc:sldChg chg="addSp delSp modSp new mod">
        <pc:chgData name="성현 이" userId="2f0182ffdb5a30a3" providerId="LiveId" clId="{96CFCBFF-3B86-4DA3-8BC4-90A0DDDF2BC8}" dt="2026-03-16T10:57:33.441" v="8127" actId="20577"/>
        <pc:sldMkLst>
          <pc:docMk/>
          <pc:sldMk cId="1530676296" sldId="273"/>
        </pc:sldMkLst>
        <pc:spChg chg="mod">
          <ac:chgData name="성현 이" userId="2f0182ffdb5a30a3" providerId="LiveId" clId="{96CFCBFF-3B86-4DA3-8BC4-90A0DDDF2BC8}" dt="2026-03-16T08:46:56.372" v="7631" actId="20577"/>
          <ac:spMkLst>
            <pc:docMk/>
            <pc:sldMk cId="1530676296" sldId="273"/>
            <ac:spMk id="2" creationId="{6A229E5A-069A-63D2-2513-EC8B842DC789}"/>
          </ac:spMkLst>
        </pc:spChg>
        <pc:graphicFrameChg chg="add mod modGraphic">
          <ac:chgData name="성현 이" userId="2f0182ffdb5a30a3" providerId="LiveId" clId="{96CFCBFF-3B86-4DA3-8BC4-90A0DDDF2BC8}" dt="2026-03-16T10:57:33.441" v="8127" actId="20577"/>
          <ac:graphicFrameMkLst>
            <pc:docMk/>
            <pc:sldMk cId="1530676296" sldId="273"/>
            <ac:graphicFrameMk id="5" creationId="{0A879C25-8290-E6E5-472E-46EA11137ECC}"/>
          </ac:graphicFrameMkLst>
        </pc:graphicFrameChg>
      </pc:sldChg>
      <pc:sldChg chg="addSp delSp modSp new del mod">
        <pc:chgData name="성현 이" userId="2f0182ffdb5a30a3" providerId="LiveId" clId="{96CFCBFF-3B86-4DA3-8BC4-90A0DDDF2BC8}" dt="2026-03-16T09:03:28.231" v="7773" actId="2696"/>
        <pc:sldMkLst>
          <pc:docMk/>
          <pc:sldMk cId="2766902013" sldId="274"/>
        </pc:sldMkLst>
      </pc:sldChg>
      <pc:sldChg chg="addSp delSp modSp new mod">
        <pc:chgData name="성현 이" userId="2f0182ffdb5a30a3" providerId="LiveId" clId="{96CFCBFF-3B86-4DA3-8BC4-90A0DDDF2BC8}" dt="2026-03-16T11:32:58.374" v="8771" actId="20577"/>
        <pc:sldMkLst>
          <pc:docMk/>
          <pc:sldMk cId="1382215136" sldId="275"/>
        </pc:sldMkLst>
        <pc:spChg chg="mod">
          <ac:chgData name="성현 이" userId="2f0182ffdb5a30a3" providerId="LiveId" clId="{96CFCBFF-3B86-4DA3-8BC4-90A0DDDF2BC8}" dt="2026-03-16T09:23:04.520" v="7980" actId="20577"/>
          <ac:spMkLst>
            <pc:docMk/>
            <pc:sldMk cId="1382215136" sldId="275"/>
            <ac:spMk id="2" creationId="{271779ED-5ED0-6985-85A0-CA74EDCA1329}"/>
          </ac:spMkLst>
        </pc:spChg>
        <pc:graphicFrameChg chg="add mod modGraphic">
          <ac:chgData name="성현 이" userId="2f0182ffdb5a30a3" providerId="LiveId" clId="{96CFCBFF-3B86-4DA3-8BC4-90A0DDDF2BC8}" dt="2026-03-16T11:32:58.374" v="8771" actId="20577"/>
          <ac:graphicFrameMkLst>
            <pc:docMk/>
            <pc:sldMk cId="1382215136" sldId="275"/>
            <ac:graphicFrameMk id="5" creationId="{B9E75E64-6155-284C-704D-92A9DF889585}"/>
          </ac:graphicFrameMkLst>
        </pc:graphicFrameChg>
      </pc:sldChg>
      <pc:sldChg chg="modSp add mod ord">
        <pc:chgData name="성현 이" userId="2f0182ffdb5a30a3" providerId="LiveId" clId="{96CFCBFF-3B86-4DA3-8BC4-90A0DDDF2BC8}" dt="2026-03-16T11:05:17.801" v="8291" actId="20577"/>
        <pc:sldMkLst>
          <pc:docMk/>
          <pc:sldMk cId="1787200236" sldId="276"/>
        </pc:sldMkLst>
        <pc:spChg chg="mod">
          <ac:chgData name="성현 이" userId="2f0182ffdb5a30a3" providerId="LiveId" clId="{96CFCBFF-3B86-4DA3-8BC4-90A0DDDF2BC8}" dt="2026-03-16T09:03:14.042" v="7771"/>
          <ac:spMkLst>
            <pc:docMk/>
            <pc:sldMk cId="1787200236" sldId="276"/>
            <ac:spMk id="2" creationId="{5BCDEC51-AAD7-BB2D-F2C8-1BA26B115CAB}"/>
          </ac:spMkLst>
        </pc:spChg>
        <pc:graphicFrameChg chg="mod modGraphic">
          <ac:chgData name="성현 이" userId="2f0182ffdb5a30a3" providerId="LiveId" clId="{96CFCBFF-3B86-4DA3-8BC4-90A0DDDF2BC8}" dt="2026-03-16T11:05:17.801" v="8291" actId="20577"/>
          <ac:graphicFrameMkLst>
            <pc:docMk/>
            <pc:sldMk cId="1787200236" sldId="276"/>
            <ac:graphicFrameMk id="5" creationId="{E1B43778-6C22-AAC3-509A-638EED134734}"/>
          </ac:graphicFrameMkLst>
        </pc:graphicFrameChg>
      </pc:sldChg>
      <pc:sldChg chg="delSp new del mod">
        <pc:chgData name="성현 이" userId="2f0182ffdb5a30a3" providerId="LiveId" clId="{96CFCBFF-3B86-4DA3-8BC4-90A0DDDF2BC8}" dt="2026-03-16T09:09:45.312" v="7924" actId="2696"/>
        <pc:sldMkLst>
          <pc:docMk/>
          <pc:sldMk cId="2563252510" sldId="277"/>
        </pc:sldMkLst>
      </pc:sldChg>
      <pc:sldChg chg="addSp delSp modSp add mod ord">
        <pc:chgData name="성현 이" userId="2f0182ffdb5a30a3" providerId="LiveId" clId="{96CFCBFF-3B86-4DA3-8BC4-90A0DDDF2BC8}" dt="2026-03-17T10:24:19.737" v="9618" actId="1076"/>
        <pc:sldMkLst>
          <pc:docMk/>
          <pc:sldMk cId="2019148365" sldId="278"/>
        </pc:sldMkLst>
        <pc:spChg chg="mod">
          <ac:chgData name="성현 이" userId="2f0182ffdb5a30a3" providerId="LiveId" clId="{96CFCBFF-3B86-4DA3-8BC4-90A0DDDF2BC8}" dt="2026-03-16T09:04:41.110" v="7798" actId="20577"/>
          <ac:spMkLst>
            <pc:docMk/>
            <pc:sldMk cId="2019148365" sldId="278"/>
            <ac:spMk id="2" creationId="{84D48AFF-5F6B-6566-30FF-E46FB7BC6745}"/>
          </ac:spMkLst>
        </pc:spChg>
        <pc:spChg chg="add mod">
          <ac:chgData name="성현 이" userId="2f0182ffdb5a30a3" providerId="LiveId" clId="{96CFCBFF-3B86-4DA3-8BC4-90A0DDDF2BC8}" dt="2026-03-17T02:30:46.921" v="9070" actId="1582"/>
          <ac:spMkLst>
            <pc:docMk/>
            <pc:sldMk cId="2019148365" sldId="278"/>
            <ac:spMk id="3" creationId="{6CFCBAB9-B954-99FD-C483-6590104D7228}"/>
          </ac:spMkLst>
        </pc:spChg>
        <pc:spChg chg="add mod">
          <ac:chgData name="성현 이" userId="2f0182ffdb5a30a3" providerId="LiveId" clId="{96CFCBFF-3B86-4DA3-8BC4-90A0DDDF2BC8}" dt="2026-03-17T02:31:10.079" v="9074" actId="1582"/>
          <ac:spMkLst>
            <pc:docMk/>
            <pc:sldMk cId="2019148365" sldId="278"/>
            <ac:spMk id="5" creationId="{038E83D9-CEA7-B74F-83FD-174C73A95920}"/>
          </ac:spMkLst>
        </pc:spChg>
        <pc:spChg chg="add mod">
          <ac:chgData name="성현 이" userId="2f0182ffdb5a30a3" providerId="LiveId" clId="{96CFCBFF-3B86-4DA3-8BC4-90A0DDDF2BC8}" dt="2026-03-17T10:24:19.737" v="9618" actId="1076"/>
          <ac:spMkLst>
            <pc:docMk/>
            <pc:sldMk cId="2019148365" sldId="278"/>
            <ac:spMk id="6" creationId="{9515A393-5B17-EABB-AAC7-EEE5DB7274BC}"/>
          </ac:spMkLst>
        </pc:spChg>
        <pc:graphicFrameChg chg="add mod modGraphic">
          <ac:chgData name="성현 이" userId="2f0182ffdb5a30a3" providerId="LiveId" clId="{96CFCBFF-3B86-4DA3-8BC4-90A0DDDF2BC8}" dt="2026-03-17T03:17:02.388" v="9186" actId="20577"/>
          <ac:graphicFrameMkLst>
            <pc:docMk/>
            <pc:sldMk cId="2019148365" sldId="278"/>
            <ac:graphicFrameMk id="11" creationId="{7100B25F-F54E-78CC-CB6D-B51D33E69B6A}"/>
          </ac:graphicFrameMkLst>
        </pc:graphicFrameChg>
        <pc:picChg chg="mod">
          <ac:chgData name="성현 이" userId="2f0182ffdb5a30a3" providerId="LiveId" clId="{96CFCBFF-3B86-4DA3-8BC4-90A0DDDF2BC8}" dt="2026-03-17T02:28:25.866" v="9031" actId="1076"/>
          <ac:picMkLst>
            <pc:docMk/>
            <pc:sldMk cId="2019148365" sldId="278"/>
            <ac:picMk id="7" creationId="{3819EFD5-3C5E-7D3C-F559-C20D591ADC89}"/>
          </ac:picMkLst>
        </pc:picChg>
      </pc:sldChg>
      <pc:sldChg chg="modSp add mod">
        <pc:chgData name="성현 이" userId="2f0182ffdb5a30a3" providerId="LiveId" clId="{96CFCBFF-3B86-4DA3-8BC4-90A0DDDF2BC8}" dt="2026-03-18T02:09:46.994" v="9648" actId="20577"/>
        <pc:sldMkLst>
          <pc:docMk/>
          <pc:sldMk cId="719040686" sldId="279"/>
        </pc:sldMkLst>
        <pc:spChg chg="mod">
          <ac:chgData name="성현 이" userId="2f0182ffdb5a30a3" providerId="LiveId" clId="{96CFCBFF-3B86-4DA3-8BC4-90A0DDDF2BC8}" dt="2026-03-16T11:34:17.158" v="8777"/>
          <ac:spMkLst>
            <pc:docMk/>
            <pc:sldMk cId="719040686" sldId="279"/>
            <ac:spMk id="2" creationId="{76333D08-AB27-BF19-397E-FCFCA38B1CAA}"/>
          </ac:spMkLst>
        </pc:spChg>
        <pc:spChg chg="mod">
          <ac:chgData name="성현 이" userId="2f0182ffdb5a30a3" providerId="LiveId" clId="{96CFCBFF-3B86-4DA3-8BC4-90A0DDDF2BC8}" dt="2026-03-17T04:41:48.738" v="9476" actId="20577"/>
          <ac:spMkLst>
            <pc:docMk/>
            <pc:sldMk cId="719040686" sldId="279"/>
            <ac:spMk id="5" creationId="{40A7A50A-7E8D-C048-4766-0004933E2C86}"/>
          </ac:spMkLst>
        </pc:spChg>
        <pc:graphicFrameChg chg="modGraphic">
          <ac:chgData name="성현 이" userId="2f0182ffdb5a30a3" providerId="LiveId" clId="{96CFCBFF-3B86-4DA3-8BC4-90A0DDDF2BC8}" dt="2026-03-18T02:09:46.994" v="9648" actId="20577"/>
          <ac:graphicFrameMkLst>
            <pc:docMk/>
            <pc:sldMk cId="719040686" sldId="279"/>
            <ac:graphicFrameMk id="7" creationId="{D342619D-A84D-7FB6-EC7E-C34A1D394D09}"/>
          </ac:graphicFrameMkLst>
        </pc:graphicFrameChg>
      </pc:sldChg>
      <pc:sldChg chg="new del">
        <pc:chgData name="성현 이" userId="2f0182ffdb5a30a3" providerId="LiveId" clId="{96CFCBFF-3B86-4DA3-8BC4-90A0DDDF2BC8}" dt="2026-03-16T11:34:04.815" v="8775" actId="680"/>
        <pc:sldMkLst>
          <pc:docMk/>
          <pc:sldMk cId="3826742356" sldId="279"/>
        </pc:sldMkLst>
      </pc:sldChg>
      <pc:sldChg chg="addSp delSp modSp new mod">
        <pc:chgData name="성현 이" userId="2f0182ffdb5a30a3" providerId="LiveId" clId="{96CFCBFF-3B86-4DA3-8BC4-90A0DDDF2BC8}" dt="2026-03-18T08:10:55.823" v="9704" actId="20577"/>
        <pc:sldMkLst>
          <pc:docMk/>
          <pc:sldMk cId="1491560060" sldId="280"/>
        </pc:sldMkLst>
        <pc:spChg chg="mod">
          <ac:chgData name="성현 이" userId="2f0182ffdb5a30a3" providerId="LiveId" clId="{96CFCBFF-3B86-4DA3-8BC4-90A0DDDF2BC8}" dt="2026-03-17T02:40:56.023" v="9140" actId="20577"/>
          <ac:spMkLst>
            <pc:docMk/>
            <pc:sldMk cId="1491560060" sldId="280"/>
            <ac:spMk id="2" creationId="{EBF2BE4F-B89B-D176-C82C-BA2BD2EDD51F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10" creationId="{5A136E2C-8225-1E0C-4232-16C9B3F86AB5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13" creationId="{A6265873-C74B-F8DF-FD63-F0EBEC328B6D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14" creationId="{7B22A092-887F-C839-1046-BC530A6EC03E}"/>
          </ac:spMkLst>
        </pc:spChg>
        <pc:spChg chg="mod">
          <ac:chgData name="성현 이" userId="2f0182ffdb5a30a3" providerId="LiveId" clId="{96CFCBFF-3B86-4DA3-8BC4-90A0DDDF2BC8}" dt="2026-03-16T12:32:56.250" v="8895" actId="1076"/>
          <ac:spMkLst>
            <pc:docMk/>
            <pc:sldMk cId="1491560060" sldId="280"/>
            <ac:spMk id="15" creationId="{9A563D4F-5F33-77C6-7FD4-8A35764CE6D4}"/>
          </ac:spMkLst>
        </pc:spChg>
        <pc:spChg chg="mod">
          <ac:chgData name="성현 이" userId="2f0182ffdb5a30a3" providerId="LiveId" clId="{96CFCBFF-3B86-4DA3-8BC4-90A0DDDF2BC8}" dt="2026-03-16T12:32:52.119" v="8894" actId="1076"/>
          <ac:spMkLst>
            <pc:docMk/>
            <pc:sldMk cId="1491560060" sldId="280"/>
            <ac:spMk id="16" creationId="{1742F2C2-F3FF-4F22-3B45-CB4FB0DEB4A0}"/>
          </ac:spMkLst>
        </pc:spChg>
        <pc:spChg chg="mod">
          <ac:chgData name="성현 이" userId="2f0182ffdb5a30a3" providerId="LiveId" clId="{96CFCBFF-3B86-4DA3-8BC4-90A0DDDF2BC8}" dt="2026-03-16T12:32:42.444" v="8893" actId="20577"/>
          <ac:spMkLst>
            <pc:docMk/>
            <pc:sldMk cId="1491560060" sldId="280"/>
            <ac:spMk id="17" creationId="{0D470E6E-516F-461C-58AA-21F9D2796EC4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21" creationId="{C97AFED0-79A1-2F66-F4C8-81AA2C935FA8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26" creationId="{6DD80E2B-258C-F941-7EE9-400270AE44C2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32" creationId="{72B73728-10BA-319D-ABC6-43DAFF1FA276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33" creationId="{11F382AA-1B88-F4A8-D1A7-BA93DCBD5D80}"/>
          </ac:spMkLst>
        </pc:spChg>
        <pc:spChg chg="mod">
          <ac:chgData name="성현 이" userId="2f0182ffdb5a30a3" providerId="LiveId" clId="{96CFCBFF-3B86-4DA3-8BC4-90A0DDDF2BC8}" dt="2026-03-16T12:39:25.977" v="8972" actId="207"/>
          <ac:spMkLst>
            <pc:docMk/>
            <pc:sldMk cId="1491560060" sldId="280"/>
            <ac:spMk id="36" creationId="{18ABC6B3-CD7D-EA75-45AA-9C2C35C392DF}"/>
          </ac:spMkLst>
        </pc:spChg>
        <pc:spChg chg="mod">
          <ac:chgData name="성현 이" userId="2f0182ffdb5a30a3" providerId="LiveId" clId="{96CFCBFF-3B86-4DA3-8BC4-90A0DDDF2BC8}" dt="2026-03-16T12:39:30.972" v="8973" actId="207"/>
          <ac:spMkLst>
            <pc:docMk/>
            <pc:sldMk cId="1491560060" sldId="280"/>
            <ac:spMk id="43" creationId="{C8BAD511-B9F1-7546-B718-CD942B8EC98B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48" creationId="{84593117-5FC5-76F6-7A40-8C8D165C53A5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49" creationId="{61587805-5A3D-A769-C535-37B581D13DA6}"/>
          </ac:spMkLst>
        </pc:spChg>
        <pc:spChg chg="mod">
          <ac:chgData name="성현 이" userId="2f0182ffdb5a30a3" providerId="LiveId" clId="{96CFCBFF-3B86-4DA3-8BC4-90A0DDDF2BC8}" dt="2026-03-16T12:31:12.503" v="8883"/>
          <ac:spMkLst>
            <pc:docMk/>
            <pc:sldMk cId="1491560060" sldId="280"/>
            <ac:spMk id="51" creationId="{6E6749BE-699B-F8B6-849A-6004D48040FA}"/>
          </ac:spMkLst>
        </pc:spChg>
        <pc:spChg chg="mod">
          <ac:chgData name="성현 이" userId="2f0182ffdb5a30a3" providerId="LiveId" clId="{96CFCBFF-3B86-4DA3-8BC4-90A0DDDF2BC8}" dt="2026-03-16T12:36:29.394" v="8945" actId="20577"/>
          <ac:spMkLst>
            <pc:docMk/>
            <pc:sldMk cId="1491560060" sldId="280"/>
            <ac:spMk id="55" creationId="{C41ACEF5-46C6-7E47-4C43-7AFB393B8512}"/>
          </ac:spMkLst>
        </pc:spChg>
        <pc:spChg chg="mod">
          <ac:chgData name="성현 이" userId="2f0182ffdb5a30a3" providerId="LiveId" clId="{96CFCBFF-3B86-4DA3-8BC4-90A0DDDF2BC8}" dt="2026-03-16T12:36:30.220" v="8947" actId="20577"/>
          <ac:spMkLst>
            <pc:docMk/>
            <pc:sldMk cId="1491560060" sldId="280"/>
            <ac:spMk id="56" creationId="{9A452A06-08A8-4966-4675-2B1930F85A88}"/>
          </ac:spMkLst>
        </pc:spChg>
        <pc:spChg chg="mod">
          <ac:chgData name="성현 이" userId="2f0182ffdb5a30a3" providerId="LiveId" clId="{96CFCBFF-3B86-4DA3-8BC4-90A0DDDF2BC8}" dt="2026-03-16T12:36:30.888" v="8949" actId="20577"/>
          <ac:spMkLst>
            <pc:docMk/>
            <pc:sldMk cId="1491560060" sldId="280"/>
            <ac:spMk id="57" creationId="{8D14F6A8-B249-0D41-9DDD-60323BF5410C}"/>
          </ac:spMkLst>
        </pc:spChg>
        <pc:spChg chg="mod">
          <ac:chgData name="성현 이" userId="2f0182ffdb5a30a3" providerId="LiveId" clId="{96CFCBFF-3B86-4DA3-8BC4-90A0DDDF2BC8}" dt="2026-03-16T12:36:32.117" v="8951" actId="20577"/>
          <ac:spMkLst>
            <pc:docMk/>
            <pc:sldMk cId="1491560060" sldId="280"/>
            <ac:spMk id="58" creationId="{D4B81C64-0A9C-830D-96D6-36EC861B6749}"/>
          </ac:spMkLst>
        </pc:spChg>
        <pc:spChg chg="mod">
          <ac:chgData name="성현 이" userId="2f0182ffdb5a30a3" providerId="LiveId" clId="{96CFCBFF-3B86-4DA3-8BC4-90A0DDDF2BC8}" dt="2026-03-16T12:36:32.811" v="8953" actId="20577"/>
          <ac:spMkLst>
            <pc:docMk/>
            <pc:sldMk cId="1491560060" sldId="280"/>
            <ac:spMk id="59" creationId="{969130A1-9028-0E3B-BDB0-0499A4BDAFF0}"/>
          </ac:spMkLst>
        </pc:spChg>
        <pc:spChg chg="mod">
          <ac:chgData name="성현 이" userId="2f0182ffdb5a30a3" providerId="LiveId" clId="{96CFCBFF-3B86-4DA3-8BC4-90A0DDDF2BC8}" dt="2026-03-16T12:36:33.537" v="8955" actId="20577"/>
          <ac:spMkLst>
            <pc:docMk/>
            <pc:sldMk cId="1491560060" sldId="280"/>
            <ac:spMk id="60" creationId="{DA3BD65B-7476-07BB-BA57-5D7D023BDE56}"/>
          </ac:spMkLst>
        </pc:spChg>
        <pc:spChg chg="mod">
          <ac:chgData name="성현 이" userId="2f0182ffdb5a30a3" providerId="LiveId" clId="{96CFCBFF-3B86-4DA3-8BC4-90A0DDDF2BC8}" dt="2026-03-16T12:36:37.835" v="8961" actId="20577"/>
          <ac:spMkLst>
            <pc:docMk/>
            <pc:sldMk cId="1491560060" sldId="280"/>
            <ac:spMk id="61" creationId="{9E06B99A-9470-849D-9380-C147BDBBA158}"/>
          </ac:spMkLst>
        </pc:spChg>
        <pc:spChg chg="mod">
          <ac:chgData name="성현 이" userId="2f0182ffdb5a30a3" providerId="LiveId" clId="{96CFCBFF-3B86-4DA3-8BC4-90A0DDDF2BC8}" dt="2026-03-16T12:36:35.939" v="8959" actId="20577"/>
          <ac:spMkLst>
            <pc:docMk/>
            <pc:sldMk cId="1491560060" sldId="280"/>
            <ac:spMk id="62" creationId="{4D8D98CD-AB7C-DF9F-4A0E-0409B7359234}"/>
          </ac:spMkLst>
        </pc:spChg>
        <pc:spChg chg="mod">
          <ac:chgData name="성현 이" userId="2f0182ffdb5a30a3" providerId="LiveId" clId="{96CFCBFF-3B86-4DA3-8BC4-90A0DDDF2BC8}" dt="2026-03-16T12:36:34.978" v="8957" actId="20577"/>
          <ac:spMkLst>
            <pc:docMk/>
            <pc:sldMk cId="1491560060" sldId="280"/>
            <ac:spMk id="63" creationId="{BAFDE655-5C5A-BEE8-9CFC-8A9D95341DF6}"/>
          </ac:spMkLst>
        </pc:spChg>
        <pc:spChg chg="add mod">
          <ac:chgData name="성현 이" userId="2f0182ffdb5a30a3" providerId="LiveId" clId="{96CFCBFF-3B86-4DA3-8BC4-90A0DDDF2BC8}" dt="2026-03-17T02:22:00.912" v="9024" actId="113"/>
          <ac:spMkLst>
            <pc:docMk/>
            <pc:sldMk cId="1491560060" sldId="280"/>
            <ac:spMk id="64" creationId="{DCF795C8-E34A-38A8-64FE-9648FFEE7AF6}"/>
          </ac:spMkLst>
        </pc:spChg>
        <pc:spChg chg="add mod">
          <ac:chgData name="성현 이" userId="2f0182ffdb5a30a3" providerId="LiveId" clId="{96CFCBFF-3B86-4DA3-8BC4-90A0DDDF2BC8}" dt="2026-03-17T02:22:04.043" v="9025" actId="113"/>
          <ac:spMkLst>
            <pc:docMk/>
            <pc:sldMk cId="1491560060" sldId="280"/>
            <ac:spMk id="65" creationId="{778F97AC-2E18-1A5C-0516-CB0433903AB6}"/>
          </ac:spMkLst>
        </pc:spChg>
        <pc:spChg chg="add mod">
          <ac:chgData name="성현 이" userId="2f0182ffdb5a30a3" providerId="LiveId" clId="{96CFCBFF-3B86-4DA3-8BC4-90A0DDDF2BC8}" dt="2026-03-17T02:21:57.044" v="9023" actId="1076"/>
          <ac:spMkLst>
            <pc:docMk/>
            <pc:sldMk cId="1491560060" sldId="280"/>
            <ac:spMk id="66" creationId="{C1506C63-8D29-586F-9D43-353CBFEB0ADB}"/>
          </ac:spMkLst>
        </pc:spChg>
        <pc:spChg chg="add mod">
          <ac:chgData name="성현 이" userId="2f0182ffdb5a30a3" providerId="LiveId" clId="{96CFCBFF-3B86-4DA3-8BC4-90A0DDDF2BC8}" dt="2026-03-18T08:10:55.823" v="9704" actId="20577"/>
          <ac:spMkLst>
            <pc:docMk/>
            <pc:sldMk cId="1491560060" sldId="280"/>
            <ac:spMk id="68" creationId="{F0044CD4-0A51-6EEB-763F-670D48E24230}"/>
          </ac:spMkLst>
        </pc:spChg>
        <pc:grpChg chg="mod">
          <ac:chgData name="성현 이" userId="2f0182ffdb5a30a3" providerId="LiveId" clId="{96CFCBFF-3B86-4DA3-8BC4-90A0DDDF2BC8}" dt="2026-03-16T12:31:19.076" v="8885" actId="1076"/>
          <ac:grpSpMkLst>
            <pc:docMk/>
            <pc:sldMk cId="1491560060" sldId="280"/>
            <ac:grpSpMk id="3" creationId="{9FA5BDF4-0D0A-8AA4-2D20-2BF88CC259C3}"/>
          </ac:grpSpMkLst>
        </pc:grpChg>
        <pc:grpChg chg="add mod">
          <ac:chgData name="성현 이" userId="2f0182ffdb5a30a3" providerId="LiveId" clId="{96CFCBFF-3B86-4DA3-8BC4-90A0DDDF2BC8}" dt="2026-03-16T12:33:23.554" v="8897" actId="1076"/>
          <ac:grpSpMkLst>
            <pc:docMk/>
            <pc:sldMk cId="1491560060" sldId="280"/>
            <ac:grpSpMk id="54" creationId="{77FC3598-4E8B-B634-B320-7989FE08F559}"/>
          </ac:grpSpMkLst>
        </pc:grpChg>
        <pc:cxnChg chg="add mod">
          <ac:chgData name="성현 이" userId="2f0182ffdb5a30a3" providerId="LiveId" clId="{96CFCBFF-3B86-4DA3-8BC4-90A0DDDF2BC8}" dt="2026-03-16T12:34:02.065" v="8926" actId="13822"/>
          <ac:cxnSpMkLst>
            <pc:docMk/>
            <pc:sldMk cId="1491560060" sldId="280"/>
            <ac:cxnSpMk id="67" creationId="{624089AA-7149-F0A5-2DB0-77474F21A2B0}"/>
          </ac:cxnSpMkLst>
        </pc:cxnChg>
      </pc:sldChg>
      <pc:sldChg chg="addSp delSp modSp new mod">
        <pc:chgData name="성현 이" userId="2f0182ffdb5a30a3" providerId="LiveId" clId="{96CFCBFF-3B86-4DA3-8BC4-90A0DDDF2BC8}" dt="2026-03-18T08:11:55.886" v="9711" actId="20577"/>
        <pc:sldMkLst>
          <pc:docMk/>
          <pc:sldMk cId="958746664" sldId="281"/>
        </pc:sldMkLst>
        <pc:spChg chg="mod">
          <ac:chgData name="성현 이" userId="2f0182ffdb5a30a3" providerId="LiveId" clId="{96CFCBFF-3B86-4DA3-8BC4-90A0DDDF2BC8}" dt="2026-03-17T04:30:54.905" v="9195" actId="20577"/>
          <ac:spMkLst>
            <pc:docMk/>
            <pc:sldMk cId="958746664" sldId="281"/>
            <ac:spMk id="2" creationId="{DC53D3FD-A708-B695-0A2F-2B4268C06E19}"/>
          </ac:spMkLst>
        </pc:spChg>
        <pc:spChg chg="del mod">
          <ac:chgData name="성현 이" userId="2f0182ffdb5a30a3" providerId="LiveId" clId="{96CFCBFF-3B86-4DA3-8BC4-90A0DDDF2BC8}" dt="2026-03-17T04:31:09.925" v="9199" actId="478"/>
          <ac:spMkLst>
            <pc:docMk/>
            <pc:sldMk cId="958746664" sldId="281"/>
            <ac:spMk id="3" creationId="{5FAA903F-1648-2DB7-7300-8204309B28A1}"/>
          </ac:spMkLst>
        </pc:spChg>
        <pc:spChg chg="add mod">
          <ac:chgData name="성현 이" userId="2f0182ffdb5a30a3" providerId="LiveId" clId="{96CFCBFF-3B86-4DA3-8BC4-90A0DDDF2BC8}" dt="2026-03-18T08:11:55.886" v="9711" actId="20577"/>
          <ac:spMkLst>
            <pc:docMk/>
            <pc:sldMk cId="958746664" sldId="281"/>
            <ac:spMk id="5" creationId="{5A738547-1938-395E-907E-6EED23FD9B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Mixed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SNN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 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03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18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일 </a:t>
            </a: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42AD2-7F8E-5810-331D-3EBE0880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F61B7-6D8C-2457-DB3F-08F2751D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CCC88-97BD-9CC4-6208-728BF245747E}"/>
              </a:ext>
            </a:extLst>
          </p:cNvPr>
          <p:cNvSpPr txBox="1"/>
          <p:nvPr/>
        </p:nvSpPr>
        <p:spPr>
          <a:xfrm>
            <a:off x="1786309" y="859032"/>
            <a:ext cx="13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BNN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6308AA-33F1-75B7-3DB7-F7B29B4136BC}"/>
                  </a:ext>
                </a:extLst>
              </p:cNvPr>
              <p:cNvSpPr txBox="1"/>
              <p:nvPr/>
            </p:nvSpPr>
            <p:spPr>
              <a:xfrm>
                <a:off x="5398770" y="859032"/>
                <a:ext cx="13944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Uniform</a:t>
                </a:r>
              </a:p>
              <a:p>
                <a:r>
                  <a:rPr lang="en-US" altLang="ko-KR" dirty="0"/>
                  <a:t>SNN(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6308AA-33F1-75B7-3DB7-F7B29B41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770" y="859032"/>
                <a:ext cx="1394460" cy="646331"/>
              </a:xfrm>
              <a:prstGeom prst="rect">
                <a:avLst/>
              </a:prstGeom>
              <a:blipFill>
                <a:blip r:embed="rId2"/>
                <a:stretch>
                  <a:fillRect l="-3947" t="-5660" r="-1316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FC1BCEF-EE68-8245-09C5-5B85EFAC0015}"/>
              </a:ext>
            </a:extLst>
          </p:cNvPr>
          <p:cNvSpPr txBox="1"/>
          <p:nvPr/>
        </p:nvSpPr>
        <p:spPr>
          <a:xfrm>
            <a:off x="8826679" y="834903"/>
            <a:ext cx="157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Proposed </a:t>
            </a:r>
          </a:p>
          <a:p>
            <a:r>
              <a:rPr lang="en-US" altLang="ko-KR" dirty="0"/>
              <a:t>(mixed SNN)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FE0B83A-8CA5-0274-6E94-53E698903D49}"/>
              </a:ext>
            </a:extLst>
          </p:cNvPr>
          <p:cNvSpPr/>
          <p:nvPr/>
        </p:nvSpPr>
        <p:spPr>
          <a:xfrm>
            <a:off x="1431217" y="1481234"/>
            <a:ext cx="1569139" cy="156913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1.31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76853-FF9C-5EDA-6119-5BBD0783A014}"/>
              </a:ext>
            </a:extLst>
          </p:cNvPr>
          <p:cNvSpPr txBox="1"/>
          <p:nvPr/>
        </p:nvSpPr>
        <p:spPr>
          <a:xfrm>
            <a:off x="254780" y="1988457"/>
            <a:ext cx="103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storage</a:t>
            </a:r>
          </a:p>
          <a:p>
            <a:r>
              <a:rPr lang="en-US" altLang="ko-KR" dirty="0"/>
              <a:t> (MB)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609FE0-1A39-581F-5F38-D01283A3E52A}"/>
              </a:ext>
            </a:extLst>
          </p:cNvPr>
          <p:cNvSpPr/>
          <p:nvPr/>
        </p:nvSpPr>
        <p:spPr>
          <a:xfrm>
            <a:off x="5111894" y="1655913"/>
            <a:ext cx="1394460" cy="13944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0.73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F6C63E3-5C20-A175-0996-F10A1F3FAF04}"/>
              </a:ext>
            </a:extLst>
          </p:cNvPr>
          <p:cNvSpPr/>
          <p:nvPr/>
        </p:nvSpPr>
        <p:spPr>
          <a:xfrm>
            <a:off x="9163449" y="1910953"/>
            <a:ext cx="1069376" cy="11394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0.65MB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234481A-08B4-8D7B-74D0-C3B58A912FEC}"/>
              </a:ext>
            </a:extLst>
          </p:cNvPr>
          <p:cNvCxnSpPr>
            <a:stCxn id="9" idx="4"/>
            <a:endCxn id="12" idx="4"/>
          </p:cNvCxnSpPr>
          <p:nvPr/>
        </p:nvCxnSpPr>
        <p:spPr>
          <a:xfrm>
            <a:off x="2215787" y="3050373"/>
            <a:ext cx="748235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D9E83D7-FF43-8876-128F-B16452CB5538}"/>
              </a:ext>
            </a:extLst>
          </p:cNvPr>
          <p:cNvCxnSpPr>
            <a:cxnSpLocks/>
            <a:stCxn id="9" idx="0"/>
            <a:endCxn id="12" idx="0"/>
          </p:cNvCxnSpPr>
          <p:nvPr/>
        </p:nvCxnSpPr>
        <p:spPr>
          <a:xfrm>
            <a:off x="2215787" y="1481234"/>
            <a:ext cx="7482350" cy="42971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3FD0AB-DC1A-2D97-1941-28BDCB197B51}"/>
              </a:ext>
            </a:extLst>
          </p:cNvPr>
          <p:cNvSpPr txBox="1"/>
          <p:nvPr/>
        </p:nvSpPr>
        <p:spPr>
          <a:xfrm>
            <a:off x="3663621" y="2081137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1.8x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1A0840-2D33-BE47-5819-65A681911D01}"/>
              </a:ext>
            </a:extLst>
          </p:cNvPr>
          <p:cNvSpPr txBox="1"/>
          <p:nvPr/>
        </p:nvSpPr>
        <p:spPr>
          <a:xfrm>
            <a:off x="7575221" y="2126956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1.12x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54057E-75E5-8ABD-2691-2F6AD603FBFF}"/>
              </a:ext>
            </a:extLst>
          </p:cNvPr>
          <p:cNvSpPr txBox="1"/>
          <p:nvPr/>
        </p:nvSpPr>
        <p:spPr>
          <a:xfrm>
            <a:off x="254780" y="3759641"/>
            <a:ext cx="1196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Accuracy</a:t>
            </a:r>
          </a:p>
          <a:p>
            <a:r>
              <a:rPr lang="en-US" altLang="ko-KR" dirty="0"/>
              <a:t>   (%)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623A8A9-F503-4E51-BB15-B8A6AF3EA4D9}"/>
              </a:ext>
            </a:extLst>
          </p:cNvPr>
          <p:cNvSpPr/>
          <p:nvPr/>
        </p:nvSpPr>
        <p:spPr>
          <a:xfrm>
            <a:off x="1431217" y="3420016"/>
            <a:ext cx="1619110" cy="161911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65.7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A852083-A300-B269-5774-B31000048953}"/>
              </a:ext>
            </a:extLst>
          </p:cNvPr>
          <p:cNvSpPr/>
          <p:nvPr/>
        </p:nvSpPr>
        <p:spPr>
          <a:xfrm>
            <a:off x="5111894" y="3562029"/>
            <a:ext cx="1415108" cy="14467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62.1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1702B45C-8244-58E6-2CBA-16DE7E4F8B39}"/>
              </a:ext>
            </a:extLst>
          </p:cNvPr>
          <p:cNvSpPr/>
          <p:nvPr/>
        </p:nvSpPr>
        <p:spPr>
          <a:xfrm>
            <a:off x="8990583" y="3562029"/>
            <a:ext cx="1415108" cy="14467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similar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B52619-66BB-A855-D924-5E0C5D9E9C46}"/>
                  </a:ext>
                </a:extLst>
              </p:cNvPr>
              <p:cNvSpPr txBox="1"/>
              <p:nvPr/>
            </p:nvSpPr>
            <p:spPr>
              <a:xfrm>
                <a:off x="7286172" y="3962167"/>
                <a:ext cx="1168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B52619-66BB-A855-D924-5E0C5D9E9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172" y="3962167"/>
                <a:ext cx="1168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F3F443E-1313-4666-32E0-D30A030294A5}"/>
              </a:ext>
            </a:extLst>
          </p:cNvPr>
          <p:cNvSpPr txBox="1"/>
          <p:nvPr/>
        </p:nvSpPr>
        <p:spPr>
          <a:xfrm>
            <a:off x="644652" y="6409944"/>
            <a:ext cx="985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Sub-bit Neural Networks: Learning to Compress and Accelerate Binary Neural Networks 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9E430C-DCC5-2F42-98CB-8F36E33E0C31}"/>
              </a:ext>
            </a:extLst>
          </p:cNvPr>
          <p:cNvSpPr txBox="1"/>
          <p:nvPr/>
        </p:nvSpPr>
        <p:spPr>
          <a:xfrm>
            <a:off x="77234" y="3484765"/>
            <a:ext cx="153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Imagenet1K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19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BF2BE4F-B89B-D176-C82C-BA2BD2EDD5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br>
                  <a:rPr lang="en-US" altLang="ko-KR" b="1" dirty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BF2BE4F-B89B-D176-C82C-BA2BD2EDD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3179AA-372D-16CF-D2B8-98B2FF60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FA5BDF4-0D0A-8AA4-2D20-2BF88CC259C3}"/>
              </a:ext>
            </a:extLst>
          </p:cNvPr>
          <p:cNvGrpSpPr/>
          <p:nvPr/>
        </p:nvGrpSpPr>
        <p:grpSpPr>
          <a:xfrm>
            <a:off x="7576458" y="841828"/>
            <a:ext cx="3214447" cy="5174343"/>
            <a:chOff x="8287657" y="529771"/>
            <a:chExt cx="3214447" cy="51743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5A2E56-24DE-182A-55D4-E7B14B92BAE3}"/>
                </a:ext>
              </a:extLst>
            </p:cNvPr>
            <p:cNvSpPr txBox="1"/>
            <p:nvPr/>
          </p:nvSpPr>
          <p:spPr>
            <a:xfrm>
              <a:off x="9325429" y="529771"/>
              <a:ext cx="2075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CodeBook</a:t>
              </a:r>
              <a:endParaRPr lang="ko-KR" altLang="en-US" dirty="0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55367E3-9325-378B-3338-1EC705E90C6E}"/>
                </a:ext>
              </a:extLst>
            </p:cNvPr>
            <p:cNvGrpSpPr/>
            <p:nvPr/>
          </p:nvGrpSpPr>
          <p:grpSpPr>
            <a:xfrm>
              <a:off x="9456084" y="1024970"/>
              <a:ext cx="965173" cy="887022"/>
              <a:chOff x="1776549" y="1103811"/>
              <a:chExt cx="1058094" cy="1058094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70CFD423-0899-D7D7-09A5-8AE5E3AD4852}"/>
                  </a:ext>
                </a:extLst>
              </p:cNvPr>
              <p:cNvSpPr/>
              <p:nvPr/>
            </p:nvSpPr>
            <p:spPr>
              <a:xfrm>
                <a:off x="1776549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0FCC1DD0-AE3B-AD53-D7DB-F20D50164F14}"/>
                  </a:ext>
                </a:extLst>
              </p:cNvPr>
              <p:cNvSpPr/>
              <p:nvPr/>
            </p:nvSpPr>
            <p:spPr>
              <a:xfrm>
                <a:off x="2136406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		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2F79AA07-74E0-DF63-23E2-24AE2C9132FD}"/>
                  </a:ext>
                </a:extLst>
              </p:cNvPr>
              <p:cNvSpPr/>
              <p:nvPr/>
            </p:nvSpPr>
            <p:spPr>
              <a:xfrm>
                <a:off x="2481945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4593117-5FC5-76F6-7A40-8C8D165C53A5}"/>
                  </a:ext>
                </a:extLst>
              </p:cNvPr>
              <p:cNvSpPr/>
              <p:nvPr/>
            </p:nvSpPr>
            <p:spPr>
              <a:xfrm>
                <a:off x="1776549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61587805-5A3D-A769-C535-37B581D13DA6}"/>
                  </a:ext>
                </a:extLst>
              </p:cNvPr>
              <p:cNvSpPr/>
              <p:nvPr/>
            </p:nvSpPr>
            <p:spPr>
              <a:xfrm>
                <a:off x="2129247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86C02D7D-B724-33D9-33AA-834A7DB0C865}"/>
                  </a:ext>
                </a:extLst>
              </p:cNvPr>
              <p:cNvSpPr/>
              <p:nvPr/>
            </p:nvSpPr>
            <p:spPr>
              <a:xfrm>
                <a:off x="2481945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6E6749BE-699B-F8B6-849A-6004D48040FA}"/>
                  </a:ext>
                </a:extLst>
              </p:cNvPr>
              <p:cNvSpPr/>
              <p:nvPr/>
            </p:nvSpPr>
            <p:spPr>
              <a:xfrm>
                <a:off x="1776549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028AF30-AC04-8EFC-BB96-D19EE01DE66F}"/>
                  </a:ext>
                </a:extLst>
              </p:cNvPr>
              <p:cNvSpPr/>
              <p:nvPr/>
            </p:nvSpPr>
            <p:spPr>
              <a:xfrm>
                <a:off x="2129247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DF414310-2A4C-6F77-25F2-2B2488F22AAA}"/>
                  </a:ext>
                </a:extLst>
              </p:cNvPr>
              <p:cNvSpPr/>
              <p:nvPr/>
            </p:nvSpPr>
            <p:spPr>
              <a:xfrm>
                <a:off x="2481945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F5C2675-B4F1-81C0-8C8E-77F29CF79F20}"/>
                </a:ext>
              </a:extLst>
            </p:cNvPr>
            <p:cNvGrpSpPr/>
            <p:nvPr/>
          </p:nvGrpSpPr>
          <p:grpSpPr>
            <a:xfrm>
              <a:off x="9456083" y="2333532"/>
              <a:ext cx="965173" cy="887022"/>
              <a:chOff x="1776549" y="1103811"/>
              <a:chExt cx="1058094" cy="1058094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8ABC6B3-CD7D-EA75-45AA-9C2C35C392DF}"/>
                  </a:ext>
                </a:extLst>
              </p:cNvPr>
              <p:cNvSpPr/>
              <p:nvPr/>
            </p:nvSpPr>
            <p:spPr>
              <a:xfrm>
                <a:off x="1776549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70D5F83-D74F-CA70-BA18-1ECDAB778329}"/>
                  </a:ext>
                </a:extLst>
              </p:cNvPr>
              <p:cNvSpPr/>
              <p:nvPr/>
            </p:nvSpPr>
            <p:spPr>
              <a:xfrm>
                <a:off x="2129247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0966430-1D0A-5F6C-30B6-E0FC65C936FF}"/>
                  </a:ext>
                </a:extLst>
              </p:cNvPr>
              <p:cNvSpPr/>
              <p:nvPr/>
            </p:nvSpPr>
            <p:spPr>
              <a:xfrm>
                <a:off x="2481945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082F8198-EE67-C55E-7885-EB7575F122AF}"/>
                  </a:ext>
                </a:extLst>
              </p:cNvPr>
              <p:cNvSpPr/>
              <p:nvPr/>
            </p:nvSpPr>
            <p:spPr>
              <a:xfrm>
                <a:off x="1776549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9EAC36D-AE7F-2C4B-9DDA-E7158AC8ED87}"/>
                  </a:ext>
                </a:extLst>
              </p:cNvPr>
              <p:cNvSpPr/>
              <p:nvPr/>
            </p:nvSpPr>
            <p:spPr>
              <a:xfrm>
                <a:off x="2129247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36FB22F1-1675-1E0D-DA44-32ACECDD2FBF}"/>
                  </a:ext>
                </a:extLst>
              </p:cNvPr>
              <p:cNvSpPr/>
              <p:nvPr/>
            </p:nvSpPr>
            <p:spPr>
              <a:xfrm>
                <a:off x="2481945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003A19F-83CA-4E1A-959C-2B5696B09E86}"/>
                  </a:ext>
                </a:extLst>
              </p:cNvPr>
              <p:cNvSpPr/>
              <p:nvPr/>
            </p:nvSpPr>
            <p:spPr>
              <a:xfrm>
                <a:off x="1776549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C8BAD511-B9F1-7546-B718-CD942B8EC98B}"/>
                  </a:ext>
                </a:extLst>
              </p:cNvPr>
              <p:cNvSpPr/>
              <p:nvPr/>
            </p:nvSpPr>
            <p:spPr>
              <a:xfrm>
                <a:off x="2129247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49616B26-835B-680F-C981-156161BF39CD}"/>
                  </a:ext>
                </a:extLst>
              </p:cNvPr>
              <p:cNvSpPr/>
              <p:nvPr/>
            </p:nvSpPr>
            <p:spPr>
              <a:xfrm>
                <a:off x="2481945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D907AA-3198-BEA5-9662-30460E3223A7}"/>
                </a:ext>
              </a:extLst>
            </p:cNvPr>
            <p:cNvSpPr txBox="1"/>
            <p:nvPr/>
          </p:nvSpPr>
          <p:spPr>
            <a:xfrm>
              <a:off x="9777807" y="1964200"/>
              <a:ext cx="492443" cy="3693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ko-KR" sz="2000" dirty="0"/>
                <a:t>…</a:t>
              </a:r>
              <a:endParaRPr lang="ko-KR" altLang="en-US" sz="2000" dirty="0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C8BFC53-0162-9CBB-E6D6-2DF3268CC39F}"/>
                </a:ext>
              </a:extLst>
            </p:cNvPr>
            <p:cNvGrpSpPr/>
            <p:nvPr/>
          </p:nvGrpSpPr>
          <p:grpSpPr>
            <a:xfrm>
              <a:off x="9456083" y="3637446"/>
              <a:ext cx="965173" cy="887022"/>
              <a:chOff x="1776549" y="1103811"/>
              <a:chExt cx="1058094" cy="1058094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B6648F9D-3F38-61FC-5AC4-D3323DA1AA16}"/>
                  </a:ext>
                </a:extLst>
              </p:cNvPr>
              <p:cNvSpPr/>
              <p:nvPr/>
            </p:nvSpPr>
            <p:spPr>
              <a:xfrm>
                <a:off x="1776549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4D68A2B3-33BE-6209-63CA-83FFF6B96B7F}"/>
                  </a:ext>
                </a:extLst>
              </p:cNvPr>
              <p:cNvSpPr/>
              <p:nvPr/>
            </p:nvSpPr>
            <p:spPr>
              <a:xfrm>
                <a:off x="2129247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443B0854-B75B-65D8-3BB9-FFBBB2F78A97}"/>
                  </a:ext>
                </a:extLst>
              </p:cNvPr>
              <p:cNvSpPr/>
              <p:nvPr/>
            </p:nvSpPr>
            <p:spPr>
              <a:xfrm>
                <a:off x="2481945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F36AB303-57C8-16F2-C2B2-061408998BE3}"/>
                  </a:ext>
                </a:extLst>
              </p:cNvPr>
              <p:cNvSpPr/>
              <p:nvPr/>
            </p:nvSpPr>
            <p:spPr>
              <a:xfrm>
                <a:off x="1776549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4ACD8068-AF38-4C5E-5BE0-5BA3B68C55E2}"/>
                  </a:ext>
                </a:extLst>
              </p:cNvPr>
              <p:cNvSpPr/>
              <p:nvPr/>
            </p:nvSpPr>
            <p:spPr>
              <a:xfrm>
                <a:off x="2129247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72B73728-10BA-319D-ABC6-43DAFF1FA276}"/>
                  </a:ext>
                </a:extLst>
              </p:cNvPr>
              <p:cNvSpPr/>
              <p:nvPr/>
            </p:nvSpPr>
            <p:spPr>
              <a:xfrm>
                <a:off x="2481945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11F382AA-1B88-F4A8-D1A7-BA93DCBD5D80}"/>
                  </a:ext>
                </a:extLst>
              </p:cNvPr>
              <p:cNvSpPr/>
              <p:nvPr/>
            </p:nvSpPr>
            <p:spPr>
              <a:xfrm>
                <a:off x="1776549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1251E9EC-D3C2-BD2B-29BC-A97523E759B0}"/>
                  </a:ext>
                </a:extLst>
              </p:cNvPr>
              <p:cNvSpPr/>
              <p:nvPr/>
            </p:nvSpPr>
            <p:spPr>
              <a:xfrm>
                <a:off x="2129247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6BC19F0-D126-FC61-F6C1-538A7C219864}"/>
                  </a:ext>
                </a:extLst>
              </p:cNvPr>
              <p:cNvSpPr/>
              <p:nvPr/>
            </p:nvSpPr>
            <p:spPr>
              <a:xfrm>
                <a:off x="2481945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136E2C-8225-1E0C-4232-16C9B3F86AB5}"/>
                </a:ext>
              </a:extLst>
            </p:cNvPr>
            <p:cNvSpPr txBox="1"/>
            <p:nvPr/>
          </p:nvSpPr>
          <p:spPr>
            <a:xfrm>
              <a:off x="9777807" y="3307203"/>
              <a:ext cx="492443" cy="3693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ko-KR" sz="2000" dirty="0"/>
                <a:t>…</a:t>
              </a:r>
              <a:endParaRPr lang="ko-KR" altLang="en-US" sz="2000" dirty="0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D71E71C-5AB8-F474-C096-4575AC820181}"/>
                </a:ext>
              </a:extLst>
            </p:cNvPr>
            <p:cNvGrpSpPr/>
            <p:nvPr/>
          </p:nvGrpSpPr>
          <p:grpSpPr>
            <a:xfrm>
              <a:off x="9456082" y="4719382"/>
              <a:ext cx="965173" cy="887022"/>
              <a:chOff x="1776549" y="1103811"/>
              <a:chExt cx="1058094" cy="1058094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F2D391AD-146F-4DFE-7390-B9C16D3B3DDE}"/>
                  </a:ext>
                </a:extLst>
              </p:cNvPr>
              <p:cNvSpPr/>
              <p:nvPr/>
            </p:nvSpPr>
            <p:spPr>
              <a:xfrm>
                <a:off x="1776549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31BA8B03-B109-C39E-54BE-7D59B4DCDBE4}"/>
                  </a:ext>
                </a:extLst>
              </p:cNvPr>
              <p:cNvSpPr/>
              <p:nvPr/>
            </p:nvSpPr>
            <p:spPr>
              <a:xfrm>
                <a:off x="2129247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8844A45-6853-4D7F-5142-CADA7544CDB8}"/>
                  </a:ext>
                </a:extLst>
              </p:cNvPr>
              <p:cNvSpPr/>
              <p:nvPr/>
            </p:nvSpPr>
            <p:spPr>
              <a:xfrm>
                <a:off x="2481945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97AFED0-79A1-2F66-F4C8-81AA2C935FA8}"/>
                  </a:ext>
                </a:extLst>
              </p:cNvPr>
              <p:cNvSpPr/>
              <p:nvPr/>
            </p:nvSpPr>
            <p:spPr>
              <a:xfrm>
                <a:off x="1776549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818695EC-48BA-A83C-85C2-DAB6E6D4A3D8}"/>
                  </a:ext>
                </a:extLst>
              </p:cNvPr>
              <p:cNvSpPr/>
              <p:nvPr/>
            </p:nvSpPr>
            <p:spPr>
              <a:xfrm>
                <a:off x="2129247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D22E1E00-6153-E17B-AD67-88BE51B8B13D}"/>
                  </a:ext>
                </a:extLst>
              </p:cNvPr>
              <p:cNvSpPr/>
              <p:nvPr/>
            </p:nvSpPr>
            <p:spPr>
              <a:xfrm>
                <a:off x="2481945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3EE5BE1-5519-1118-E0D3-770DB14668B9}"/>
                  </a:ext>
                </a:extLst>
              </p:cNvPr>
              <p:cNvSpPr/>
              <p:nvPr/>
            </p:nvSpPr>
            <p:spPr>
              <a:xfrm>
                <a:off x="1776549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0DEB942C-3DAE-A520-1718-5AA60EDD8BA9}"/>
                  </a:ext>
                </a:extLst>
              </p:cNvPr>
              <p:cNvSpPr/>
              <p:nvPr/>
            </p:nvSpPr>
            <p:spPr>
              <a:xfrm>
                <a:off x="2129247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DD80E2B-258C-F941-7EE9-400270AE44C2}"/>
                  </a:ext>
                </a:extLst>
              </p:cNvPr>
              <p:cNvSpPr/>
              <p:nvPr/>
            </p:nvSpPr>
            <p:spPr>
              <a:xfrm>
                <a:off x="2481945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4494C1F4-AF0A-97E6-3FFA-D3BBBD415CD2}"/>
                </a:ext>
              </a:extLst>
            </p:cNvPr>
            <p:cNvCxnSpPr/>
            <p:nvPr/>
          </p:nvCxnSpPr>
          <p:spPr>
            <a:xfrm>
              <a:off x="10762343" y="1024970"/>
              <a:ext cx="0" cy="467914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6265873-C74B-F8DF-FD63-F0EBEC328B6D}"/>
                    </a:ext>
                  </a:extLst>
                </p:cNvPr>
                <p:cNvSpPr txBox="1"/>
                <p:nvPr/>
              </p:nvSpPr>
              <p:spPr>
                <a:xfrm>
                  <a:off x="10875009" y="3220554"/>
                  <a:ext cx="627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37CC2F79-129F-1BAA-A04E-C9330522F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5009" y="3220554"/>
                  <a:ext cx="62709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22A092-887F-C839-1046-BC530A6EC03E}"/>
                </a:ext>
              </a:extLst>
            </p:cNvPr>
            <p:cNvSpPr txBox="1"/>
            <p:nvPr/>
          </p:nvSpPr>
          <p:spPr>
            <a:xfrm>
              <a:off x="8287657" y="534984"/>
              <a:ext cx="2075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index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563D4F-5F33-77C6-7FD4-8A35764CE6D4}"/>
                </a:ext>
              </a:extLst>
            </p:cNvPr>
            <p:cNvSpPr txBox="1"/>
            <p:nvPr/>
          </p:nvSpPr>
          <p:spPr>
            <a:xfrm>
              <a:off x="8620383" y="1242375"/>
              <a:ext cx="773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742F2C2-F3FF-4F22-3B45-CB4FB0DEB4A0}"/>
                    </a:ext>
                  </a:extLst>
                </p:cNvPr>
                <p:cNvSpPr txBox="1"/>
                <p:nvPr/>
              </p:nvSpPr>
              <p:spPr>
                <a:xfrm>
                  <a:off x="8345829" y="3859462"/>
                  <a:ext cx="9397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742F2C2-F3FF-4F22-3B45-CB4FB0DEB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829" y="3859462"/>
                  <a:ext cx="9397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D470E6E-516F-461C-58AA-21F9D2796EC4}"/>
                    </a:ext>
                  </a:extLst>
                </p:cNvPr>
                <p:cNvSpPr txBox="1"/>
                <p:nvPr/>
              </p:nvSpPr>
              <p:spPr>
                <a:xfrm>
                  <a:off x="8443962" y="4941398"/>
                  <a:ext cx="881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ko-KR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D470E6E-516F-461C-58AA-21F9D2796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3962" y="4941398"/>
                  <a:ext cx="88146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7FC3598-4E8B-B634-B320-7989FE08F559}"/>
              </a:ext>
            </a:extLst>
          </p:cNvPr>
          <p:cNvGrpSpPr/>
          <p:nvPr/>
        </p:nvGrpSpPr>
        <p:grpSpPr>
          <a:xfrm>
            <a:off x="2318762" y="2600035"/>
            <a:ext cx="1613262" cy="1482635"/>
            <a:chOff x="1776549" y="1103811"/>
            <a:chExt cx="1058094" cy="1058094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41ACEF5-46C6-7E47-4C43-7AFB393B8512}"/>
                </a:ext>
              </a:extLst>
            </p:cNvPr>
            <p:cNvSpPr/>
            <p:nvPr/>
          </p:nvSpPr>
          <p:spPr>
            <a:xfrm>
              <a:off x="1776549" y="1103811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A452A06-08A8-4966-4675-2B1930F85A88}"/>
                </a:ext>
              </a:extLst>
            </p:cNvPr>
            <p:cNvSpPr/>
            <p:nvPr/>
          </p:nvSpPr>
          <p:spPr>
            <a:xfrm>
              <a:off x="2129247" y="1103811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D14F6A8-B249-0D41-9DDD-60323BF5410C}"/>
                </a:ext>
              </a:extLst>
            </p:cNvPr>
            <p:cNvSpPr/>
            <p:nvPr/>
          </p:nvSpPr>
          <p:spPr>
            <a:xfrm>
              <a:off x="2481945" y="1103811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D4B81C64-0A9C-830D-96D6-36EC861B6749}"/>
                </a:ext>
              </a:extLst>
            </p:cNvPr>
            <p:cNvSpPr/>
            <p:nvPr/>
          </p:nvSpPr>
          <p:spPr>
            <a:xfrm>
              <a:off x="1776549" y="1456509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69130A1-9028-0E3B-BDB0-0499A4BDAFF0}"/>
                </a:ext>
              </a:extLst>
            </p:cNvPr>
            <p:cNvSpPr/>
            <p:nvPr/>
          </p:nvSpPr>
          <p:spPr>
            <a:xfrm>
              <a:off x="2129247" y="1456509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DA3BD65B-7476-07BB-BA57-5D7D023BDE56}"/>
                </a:ext>
              </a:extLst>
            </p:cNvPr>
            <p:cNvSpPr/>
            <p:nvPr/>
          </p:nvSpPr>
          <p:spPr>
            <a:xfrm>
              <a:off x="2481945" y="1456509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E06B99A-9470-849D-9380-C147BDBBA158}"/>
                </a:ext>
              </a:extLst>
            </p:cNvPr>
            <p:cNvSpPr/>
            <p:nvPr/>
          </p:nvSpPr>
          <p:spPr>
            <a:xfrm>
              <a:off x="1776549" y="1809207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8D98CD-AB7C-DF9F-4A0E-0409B7359234}"/>
                </a:ext>
              </a:extLst>
            </p:cNvPr>
            <p:cNvSpPr/>
            <p:nvPr/>
          </p:nvSpPr>
          <p:spPr>
            <a:xfrm>
              <a:off x="2129247" y="1809207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AFDE655-5C5A-BEE8-9CFC-8A9D95341DF6}"/>
                </a:ext>
              </a:extLst>
            </p:cNvPr>
            <p:cNvSpPr/>
            <p:nvPr/>
          </p:nvSpPr>
          <p:spPr>
            <a:xfrm>
              <a:off x="2481945" y="1809207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F795C8-E34A-38A8-64FE-9648FFEE7AF6}"/>
                  </a:ext>
                </a:extLst>
              </p:cNvPr>
              <p:cNvSpPr txBox="1"/>
              <p:nvPr/>
            </p:nvSpPr>
            <p:spPr>
              <a:xfrm>
                <a:off x="2385215" y="4245177"/>
                <a:ext cx="225935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512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1" dirty="0"/>
                  <a:t> patterns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F795C8-E34A-38A8-64FE-9648FFEE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215" y="4245177"/>
                <a:ext cx="2259356" cy="375552"/>
              </a:xfrm>
              <a:prstGeom prst="rect">
                <a:avLst/>
              </a:prstGeom>
              <a:blipFill>
                <a:blip r:embed="rId7"/>
                <a:stretch>
                  <a:fillRect l="-2156" t="-4839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78F97AC-2E18-1A5C-0516-CB0433903AB6}"/>
                  </a:ext>
                </a:extLst>
              </p:cNvPr>
              <p:cNvSpPr txBox="1"/>
              <p:nvPr/>
            </p:nvSpPr>
            <p:spPr>
              <a:xfrm>
                <a:off x="8460598" y="6167073"/>
                <a:ext cx="1546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altLang="ko-KR" b="1" dirty="0"/>
                  <a:t> patterns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78F97AC-2E18-1A5C-0516-CB0433903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598" y="6167073"/>
                <a:ext cx="1546808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24089AA-7149-F0A5-2DB0-77474F21A2B0}"/>
              </a:ext>
            </a:extLst>
          </p:cNvPr>
          <p:cNvCxnSpPr/>
          <p:nvPr/>
        </p:nvCxnSpPr>
        <p:spPr>
          <a:xfrm>
            <a:off x="4775200" y="3236937"/>
            <a:ext cx="1981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1506C63-8D29-586F-9D43-353CBFEB0ADB}"/>
              </a:ext>
            </a:extLst>
          </p:cNvPr>
          <p:cNvSpPr txBox="1"/>
          <p:nvPr/>
        </p:nvSpPr>
        <p:spPr>
          <a:xfrm>
            <a:off x="5125851" y="2645589"/>
            <a:ext cx="158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compress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0044CD4-0A51-6EEB-763F-670D48E24230}"/>
                  </a:ext>
                </a:extLst>
              </p:cNvPr>
              <p:cNvSpPr txBox="1"/>
              <p:nvPr/>
            </p:nvSpPr>
            <p:spPr>
              <a:xfrm>
                <a:off x="667856" y="5412982"/>
                <a:ext cx="62409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각 레이어에서 </a:t>
                </a:r>
                <a:r>
                  <a:rPr lang="en-US" altLang="ko-KR" dirty="0"/>
                  <a:t>512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patterns </a:t>
                </a:r>
                <a:r>
                  <a:rPr lang="ko-KR" altLang="en-US" dirty="0"/>
                  <a:t>중 특정한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개의 </a:t>
                </a:r>
                <a:r>
                  <a:rPr lang="en-US" altLang="ko-KR" dirty="0"/>
                  <a:t>3x3 binary pattens </a:t>
                </a:r>
                <a:r>
                  <a:rPr lang="ko-KR" altLang="en-US" dirty="0"/>
                  <a:t>모아둔 </a:t>
                </a:r>
                <a:r>
                  <a:rPr lang="en-US" altLang="ko-KR" dirty="0"/>
                  <a:t>subset</a:t>
                </a:r>
                <a:r>
                  <a:rPr lang="ko-KR" altLang="en-US" dirty="0"/>
                  <a:t>의 인덱스 비트 수</a:t>
                </a: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0044CD4-0A51-6EEB-763F-670D48E24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56" y="5412982"/>
                <a:ext cx="6240944" cy="646331"/>
              </a:xfrm>
              <a:prstGeom prst="rect">
                <a:avLst/>
              </a:prstGeom>
              <a:blipFill>
                <a:blip r:embed="rId9"/>
                <a:stretch>
                  <a:fillRect l="-684" t="-5660" r="-1369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56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ABEEB-5734-80E4-2C7D-BF7E065E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Compression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FC1AE5-0BE0-E0AD-1AAE-8716DB6DF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1A798E-F4E9-6946-7F14-74DFF5DE0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459" y="1383835"/>
            <a:ext cx="9156908" cy="4029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195717-74C8-41FF-EFB2-45EF12E393AF}"/>
              </a:ext>
            </a:extLst>
          </p:cNvPr>
          <p:cNvSpPr txBox="1"/>
          <p:nvPr/>
        </p:nvSpPr>
        <p:spPr>
          <a:xfrm>
            <a:off x="644652" y="6409944"/>
            <a:ext cx="985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Sub-bit Neural Networks: Learning to Compress and Accelerate Binary Neural Networks 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5C760B-5C29-360A-648A-D069F2492778}"/>
              </a:ext>
            </a:extLst>
          </p:cNvPr>
          <p:cNvSpPr/>
          <p:nvPr/>
        </p:nvSpPr>
        <p:spPr>
          <a:xfrm>
            <a:off x="3744686" y="4434114"/>
            <a:ext cx="921657" cy="319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2F597F-DDEB-A193-5599-4B94C3CBEC31}"/>
              </a:ext>
            </a:extLst>
          </p:cNvPr>
          <p:cNvSpPr/>
          <p:nvPr/>
        </p:nvSpPr>
        <p:spPr>
          <a:xfrm>
            <a:off x="8055429" y="4434114"/>
            <a:ext cx="1030514" cy="319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70BF71-2F6A-651E-52E7-ED1D75AD8DEC}"/>
              </a:ext>
            </a:extLst>
          </p:cNvPr>
          <p:cNvSpPr/>
          <p:nvPr/>
        </p:nvSpPr>
        <p:spPr>
          <a:xfrm>
            <a:off x="9233898" y="4434114"/>
            <a:ext cx="519702" cy="31931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81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974CB-0581-7706-7EA1-1AE408E8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BNN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3AA2C1-21C8-6C9B-A29B-64CF10FC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8E135CE8-F323-B4A1-D176-E9422CA83C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4709222"/>
                  </p:ext>
                </p:extLst>
              </p:nvPr>
            </p:nvGraphicFramePr>
            <p:xfrm>
              <a:off x="545794" y="1056660"/>
              <a:ext cx="6210614" cy="59610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111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2122814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2884689">
                      <a:extLst>
                        <a:ext uri="{9D8B030D-6E8A-4147-A177-3AD203B41FA5}">
                          <a16:colId xmlns:a16="http://schemas.microsoft.com/office/drawing/2014/main" val="519139321"/>
                        </a:ext>
                      </a:extLst>
                    </a:gridCol>
                  </a:tblGrid>
                  <a:tr h="2840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16-layer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BNN(9-bit)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ko-KR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𝒐𝒖𝒕</m:t>
                                    </m:r>
                                    <m:r>
                                      <a:rPr lang="en-US" altLang="ko-KR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 </m:t>
                                </m:r>
                                <m:sSub>
                                  <m:sSubPr>
                                    <m:ctrlPr>
                                      <a:rPr lang="en-US" altLang="ko-KR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ko-KR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𝒊𝒏</m:t>
                                    </m:r>
                                    <m:r>
                                      <a:rPr lang="en-US" altLang="ko-KR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altLang="ko-KR" sz="16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𝐛𝐢𝐭𝐬</m:t>
                                </m:r>
                              </m:oMath>
                            </m:oMathPara>
                          </a14:m>
                          <a:endParaRPr lang="ko-KR" altLang="en-US" sz="16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conv2_x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 latinLnBrk="1"/>
                          <a:endParaRPr lang="en-US" altLang="ko-KR" sz="13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64 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×64 ×9=36,864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081901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3708460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612637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conv3_x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128 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×64 ×9=73,728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128 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×128 ×9=147,456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663050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0430454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3161639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conv4_x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256 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×128 ×9=294,912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256 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×256 ×9=589,824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304525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15574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6184818"/>
                      </a:ext>
                    </a:extLst>
                  </a:tr>
                  <a:tr h="281844">
                    <a:tc rowSpan="4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1" dirty="0"/>
                            <a:t>conv5_x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512 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×256 ×9=1,179,648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512 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×512 ×9=2,359,296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1446082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2744956"/>
                      </a:ext>
                    </a:extLst>
                  </a:tr>
                  <a:tr h="29179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2888720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dirty="0"/>
                            <a:t>10,979,472bits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300" dirty="0"/>
                            <a:t>약 </a:t>
                          </a:r>
                          <a:r>
                            <a:rPr lang="en-US" altLang="ko-KR" sz="1300" dirty="0"/>
                            <a:t>1.31MB</a:t>
                          </a:r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8E135CE8-F323-B4A1-D176-E9422CA83C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4709222"/>
                  </p:ext>
                </p:extLst>
              </p:nvPr>
            </p:nvGraphicFramePr>
            <p:xfrm>
              <a:off x="545794" y="1056660"/>
              <a:ext cx="6210614" cy="59610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111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2122814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2884689">
                      <a:extLst>
                        <a:ext uri="{9D8B030D-6E8A-4147-A177-3AD203B41FA5}">
                          <a16:colId xmlns:a16="http://schemas.microsoft.com/office/drawing/2014/main" val="519139321"/>
                        </a:ext>
                      </a:extLst>
                    </a:gridCol>
                  </a:tblGrid>
                  <a:tr h="2840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16-layer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BNN(9-bit)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5190" t="-56977" r="-422" b="-983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conv2_x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287234" r="-136782" b="-1700000"/>
                          </a:stretch>
                        </a:blipFill>
                      </a:tcPr>
                    </a:tc>
                    <a:tc rowSpan="4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5190" t="-72973" r="-422" b="-357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395652" r="-136782" b="-16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081901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495652" r="-136782" b="-15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3708460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595652" r="-136782" b="-14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612637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conv3_x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680851" r="-136782" b="-1306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5190" t="-680851" r="-422" b="-1306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797826" r="-136782" b="-123478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5190" t="-265942" r="-422" b="-344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63050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897826" r="-136782" b="-113478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0430454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997826" r="-136782" b="-103478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3161639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conv4_x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1074468" r="-136782" b="-9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5190" t="-1074468" r="-422" b="-9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1200000" r="-136782" b="-83260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5190" t="-400000" r="-422" b="-2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304525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1300000" r="-136782" b="-73260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15574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1400000" r="-136782" b="-63260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6184818"/>
                      </a:ext>
                    </a:extLst>
                  </a:tr>
                  <a:tr h="281844">
                    <a:tc rowSpan="4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1" dirty="0"/>
                            <a:t>conv5_x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1500000" r="-136782" b="-5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5190" t="-1500000" r="-422" b="-53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1600000" r="-136782" b="-43260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5190" t="-525714" r="-422" b="-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446082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1700000" r="-136782" b="-33260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2744956"/>
                      </a:ext>
                    </a:extLst>
                  </a:tr>
                  <a:tr h="29179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897" t="-1725000" r="-136782" b="-21875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2888720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dirty="0"/>
                            <a:t>10,979,472bits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300" dirty="0"/>
                            <a:t>약 </a:t>
                          </a:r>
                          <a:r>
                            <a:rPr lang="en-US" altLang="ko-KR" sz="1300" dirty="0"/>
                            <a:t>1.31MB</a:t>
                          </a:r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21D77F-6936-D7A1-2F25-B7C15036E8FB}"/>
                  </a:ext>
                </a:extLst>
              </p:cNvPr>
              <p:cNvSpPr txBox="1"/>
              <p:nvPr/>
            </p:nvSpPr>
            <p:spPr>
              <a:xfrm>
                <a:off x="170552" y="1466822"/>
                <a:ext cx="41267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𝐞𝐫𝐧𝐞𝐥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𝐬𝐢𝐳𝐞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𝐨𝐮𝐭𝐩𝐮𝐭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𝐜𝐡𝐚𝐧𝐧𝐞𝐥</m:t>
                                </m:r>
                              </m:e>
                              <m:e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𝐢𝐧𝐩𝐮𝐭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𝐜𝐡𝐚𝐧𝐧𝐞𝐥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21D77F-6936-D7A1-2F25-B7C15036E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2" y="1466822"/>
                <a:ext cx="4126778" cy="276999"/>
              </a:xfrm>
              <a:prstGeom prst="rect">
                <a:avLst/>
              </a:prstGeom>
              <a:blipFill>
                <a:blip r:embed="rId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E3B46610-8FA0-7FCE-23AC-409511B5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935" b="10985"/>
          <a:stretch>
            <a:fillRect/>
          </a:stretch>
        </p:blipFill>
        <p:spPr>
          <a:xfrm>
            <a:off x="7474831" y="1253207"/>
            <a:ext cx="4034998" cy="358730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BF3F98B-7E62-FCD3-0FD5-2B7374B48A2D}"/>
              </a:ext>
            </a:extLst>
          </p:cNvPr>
          <p:cNvSpPr/>
          <p:nvPr/>
        </p:nvSpPr>
        <p:spPr>
          <a:xfrm>
            <a:off x="9964058" y="4303486"/>
            <a:ext cx="921657" cy="319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E9AAAD-B487-1B27-BE6F-0C2C8FDCD4AA}"/>
              </a:ext>
            </a:extLst>
          </p:cNvPr>
          <p:cNvSpPr/>
          <p:nvPr/>
        </p:nvSpPr>
        <p:spPr>
          <a:xfrm>
            <a:off x="4390571" y="1386114"/>
            <a:ext cx="1857829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06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29E5A-069A-63D2-2513-EC8B842D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BNN total parameters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904BC8-2508-70DB-607D-D96CCA13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A879C25-8290-E6E5-472E-46EA11137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118421"/>
              </p:ext>
            </p:extLst>
          </p:nvPr>
        </p:nvGraphicFramePr>
        <p:xfrm>
          <a:off x="844099" y="1912167"/>
          <a:ext cx="5397044" cy="3408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522">
                  <a:extLst>
                    <a:ext uri="{9D8B030D-6E8A-4147-A177-3AD203B41FA5}">
                      <a16:colId xmlns:a16="http://schemas.microsoft.com/office/drawing/2014/main" val="2996854117"/>
                    </a:ext>
                  </a:extLst>
                </a:gridCol>
                <a:gridCol w="2698522">
                  <a:extLst>
                    <a:ext uri="{9D8B030D-6E8A-4147-A177-3AD203B41FA5}">
                      <a16:colId xmlns:a16="http://schemas.microsoft.com/office/drawing/2014/main" val="2777012171"/>
                    </a:ext>
                  </a:extLst>
                </a:gridCol>
              </a:tblGrid>
              <a:tr h="553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                     model</a:t>
                      </a:r>
                    </a:p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layer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BNN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279992"/>
                  </a:ext>
                </a:extLst>
              </a:tr>
              <a:tr h="553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conv2_x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147,456bits(0.0176MB)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40973"/>
                  </a:ext>
                </a:extLst>
              </a:tr>
              <a:tr h="5537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conv3_x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516,096bits(0.0615MB)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17361"/>
                  </a:ext>
                </a:extLst>
              </a:tr>
              <a:tr h="5537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conv4_x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2,064,384bits(0.2461MB)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186632"/>
                  </a:ext>
                </a:extLst>
              </a:tr>
              <a:tr h="5537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conv5_x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8,257,536bits(0.9844MB)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687615"/>
                  </a:ext>
                </a:extLst>
              </a:tr>
              <a:tr h="5537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10,979,472bits(1.31MB)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701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676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120E0A-7F99-BCEE-B904-68D10BC81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02" t="-750" r="-17" b="16386"/>
          <a:stretch>
            <a:fillRect/>
          </a:stretch>
        </p:blipFill>
        <p:spPr>
          <a:xfrm>
            <a:off x="7508340" y="1492711"/>
            <a:ext cx="4444686" cy="2961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9C31FA70-BEEE-FADE-D9B4-77E30409E1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 dirty="0"/>
                  <a:t>SNN(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9C31FA70-BEEE-FADE-D9B4-77E30409E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64975-AB26-E94A-1658-DFAB9BCB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0C2DBF3-A362-1E6A-2899-3D1C4E1FFB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1815648"/>
                  </p:ext>
                </p:extLst>
              </p:nvPr>
            </p:nvGraphicFramePr>
            <p:xfrm>
              <a:off x="315149" y="954440"/>
              <a:ext cx="6845387" cy="59616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1573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2102456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2371352">
                      <a:extLst>
                        <a:ext uri="{9D8B030D-6E8A-4147-A177-3AD203B41FA5}">
                          <a16:colId xmlns:a16="http://schemas.microsoft.com/office/drawing/2014/main" val="1188568723"/>
                        </a:ext>
                      </a:extLst>
                    </a:gridCol>
                    <a:gridCol w="1180006">
                      <a:extLst>
                        <a:ext uri="{9D8B030D-6E8A-4147-A177-3AD203B41FA5}">
                          <a16:colId xmlns:a16="http://schemas.microsoft.com/office/drawing/2014/main" val="2475462281"/>
                        </a:ext>
                      </a:extLst>
                    </a:gridCol>
                  </a:tblGrid>
                  <a:tr h="2840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16-layer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SNN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-bit)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𝒐𝒖𝒕</m:t>
                                  </m:r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 </m:t>
                              </m:r>
                              <m:sSub>
                                <m:sSub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𝒊𝒏</m:t>
                                  </m:r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ko-KR" alt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𝝉</m:t>
                              </m:r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sz="1600" b="1" dirty="0">
                              <a:solidFill>
                                <a:schemeClr val="tx1"/>
                              </a:solidFill>
                            </a:rPr>
                            <a:t>bits</a:t>
                          </a:r>
                          <a:endParaRPr lang="ko-KR" altLang="en-US" sz="16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ko-KR" altLang="en-US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𝝉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600" b="1" dirty="0"/>
                            <a:t> </a:t>
                          </a:r>
                          <a:r>
                            <a:rPr lang="en-US" altLang="ko-KR" sz="1600" b="1" dirty="0"/>
                            <a:t>bits</a:t>
                          </a:r>
                          <a:endParaRPr lang="ko-KR" altLang="en-US" sz="1600" b="1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conv2_x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64 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×64 ×5=20,480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81901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3708460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9612637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conv3_x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128 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×64 ×5=40,960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128 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×128 ×5=81,920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663050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0430454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3161639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conv4_x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256 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×128 ×5=163,840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256 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×256×5=327,680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304525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15574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6184818"/>
                      </a:ext>
                    </a:extLst>
                  </a:tr>
                  <a:tr h="281844">
                    <a:tc rowSpan="4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1" dirty="0"/>
                            <a:t>conv5_x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512 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×256 ×5=655,360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512 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×512 ×5=1,310,720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1446082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2744956"/>
                      </a:ext>
                    </a:extLst>
                  </a:tr>
                  <a:tr h="29179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2888720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dirty="0"/>
                            <a:t>6,107,648bits</a:t>
                          </a:r>
                        </a:p>
                        <a:p>
                          <a:pPr algn="ctr" latinLnBrk="1"/>
                          <a:r>
                            <a:rPr lang="ko-KR" altLang="en-US" sz="1300" dirty="0"/>
                            <a:t>약 </a:t>
                          </a:r>
                          <a:r>
                            <a:rPr lang="en-US" altLang="ko-KR" sz="1300" dirty="0"/>
                            <a:t>0.76MB</a:t>
                          </a:r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0C2DBF3-A362-1E6A-2899-3D1C4E1FFB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1815648"/>
                  </p:ext>
                </p:extLst>
              </p:nvPr>
            </p:nvGraphicFramePr>
            <p:xfrm>
              <a:off x="315149" y="954440"/>
              <a:ext cx="6845387" cy="59616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1573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2102456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2371352">
                      <a:extLst>
                        <a:ext uri="{9D8B030D-6E8A-4147-A177-3AD203B41FA5}">
                          <a16:colId xmlns:a16="http://schemas.microsoft.com/office/drawing/2014/main" val="1188568723"/>
                        </a:ext>
                      </a:extLst>
                    </a:gridCol>
                    <a:gridCol w="1180006">
                      <a:extLst>
                        <a:ext uri="{9D8B030D-6E8A-4147-A177-3AD203B41FA5}">
                          <a16:colId xmlns:a16="http://schemas.microsoft.com/office/drawing/2014/main" val="2475462281"/>
                        </a:ext>
                      </a:extLst>
                    </a:gridCol>
                  </a:tblGrid>
                  <a:tr h="2846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16-layer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796" t="-4255" r="-343" b="-198297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075" t="-56977" r="-50386" b="-983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56977" r="-1031" b="-983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conv2_x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287234" r="-169565" b="-1700000"/>
                          </a:stretch>
                        </a:blipFill>
                      </a:tcPr>
                    </a:tc>
                    <a:tc rowSpan="4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075" t="-72973" r="-50386" b="-357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287234" r="-1031" b="-1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395652" r="-169565" b="-16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131884" r="-1031" b="-4789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81901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495652" r="-169565" b="-15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3708460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595652" r="-169565" b="-14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9612637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conv3_x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680851" r="-169565" b="-1306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075" t="-680851" r="-50386" b="-1306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680851" r="-1031" b="-1306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797826" r="-169565" b="-123478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075" t="-265942" r="-50386" b="-344928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265942" r="-1031" b="-344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63050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897826" r="-169565" b="-113478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0430454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997826" r="-169565" b="-103478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3161639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conv4_x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1074468" r="-169565" b="-9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075" t="-1074468" r="-50386" b="-9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1074468" r="-1031" b="-9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1200000" r="-169565" b="-83260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075" t="-400000" r="-50386" b="-21087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400000" r="-1031" b="-2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304525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1300000" r="-169565" b="-73260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15574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1400000" r="-169565" b="-63260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6809" marR="86809" marT="43404" marB="43404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6184818"/>
                      </a:ext>
                    </a:extLst>
                  </a:tr>
                  <a:tr h="281844">
                    <a:tc rowSpan="4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1" dirty="0"/>
                            <a:t>conv5_x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1500000" r="-169565" b="-5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075" t="-1500000" r="-50386" b="-5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1500000" r="-1031" b="-53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1600000" r="-169565" b="-43260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075" t="-525714" r="-50386" b="-7500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9381" t="-525714" r="-1031" b="-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446082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1700000" r="-169565" b="-33260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2744956"/>
                      </a:ext>
                    </a:extLst>
                  </a:tr>
                  <a:tr h="29179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12" t="-1725000" r="-169565" b="-21875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 marL="82150" marR="82150" marT="41076" marB="4107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2888720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dirty="0"/>
                            <a:t>6,107,648bits</a:t>
                          </a:r>
                        </a:p>
                        <a:p>
                          <a:pPr algn="ctr" latinLnBrk="1"/>
                          <a:r>
                            <a:rPr lang="ko-KR" altLang="en-US" sz="1300" dirty="0"/>
                            <a:t>약 </a:t>
                          </a:r>
                          <a:r>
                            <a:rPr lang="en-US" altLang="ko-KR" sz="1300" dirty="0"/>
                            <a:t>0.76MB</a:t>
                          </a:r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7CB64A-D6E9-E848-CDCC-1B9E8387965C}"/>
                  </a:ext>
                </a:extLst>
              </p:cNvPr>
              <p:cNvSpPr txBox="1"/>
              <p:nvPr/>
            </p:nvSpPr>
            <p:spPr>
              <a:xfrm>
                <a:off x="-97969" y="1353596"/>
                <a:ext cx="41267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𝐞𝐫𝐧𝐞𝐥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𝐬𝐢𝐳𝐞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𝐨𝐮𝐭𝐩𝐮𝐭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𝐜𝐡𝐚𝐧𝐧𝐞𝐥</m:t>
                                </m:r>
                              </m:e>
                              <m:e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𝐢𝐧𝐩𝐮𝐭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200" b="1" i="0" smtClean="0">
                                    <a:latin typeface="Cambria Math" panose="02040503050406030204" pitchFamily="18" charset="0"/>
                                  </a:rPr>
                                  <m:t>𝐜𝐡𝐚𝐧𝐧𝐞𝐥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7CB64A-D6E9-E848-CDCC-1B9E83879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7969" y="1353596"/>
                <a:ext cx="4126778" cy="276999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760CE867-56DF-4ADF-C94F-10FD83566866}"/>
              </a:ext>
            </a:extLst>
          </p:cNvPr>
          <p:cNvSpPr/>
          <p:nvPr/>
        </p:nvSpPr>
        <p:spPr>
          <a:xfrm>
            <a:off x="9899358" y="4148652"/>
            <a:ext cx="889790" cy="2781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F4B4FE-192B-7027-CD10-94AE757349FA}"/>
              </a:ext>
            </a:extLst>
          </p:cNvPr>
          <p:cNvSpPr/>
          <p:nvPr/>
        </p:nvSpPr>
        <p:spPr>
          <a:xfrm>
            <a:off x="10922355" y="4176471"/>
            <a:ext cx="448732" cy="27818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24F1D4-03E0-B585-BF3A-7AD20AF17737}"/>
              </a:ext>
            </a:extLst>
          </p:cNvPr>
          <p:cNvSpPr/>
          <p:nvPr/>
        </p:nvSpPr>
        <p:spPr>
          <a:xfrm>
            <a:off x="3875314" y="1262743"/>
            <a:ext cx="1807029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45431C-BBD2-8039-7727-C4B146DAD11D}"/>
              </a:ext>
            </a:extLst>
          </p:cNvPr>
          <p:cNvSpPr/>
          <p:nvPr/>
        </p:nvSpPr>
        <p:spPr>
          <a:xfrm>
            <a:off x="6030147" y="1262743"/>
            <a:ext cx="1031053" cy="27699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371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E573-2A85-7F88-605F-1E333646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DEC51-AAD7-BB2D-F2C8-1BA26B11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BNN &amp; SNN total parameters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4F0F5B-CDCF-A7C5-9BD5-1B74B2F3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E1B43778-6C22-AAC3-509A-638EED1347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152263"/>
                  </p:ext>
                </p:extLst>
              </p:nvPr>
            </p:nvGraphicFramePr>
            <p:xfrm>
              <a:off x="738868" y="1878113"/>
              <a:ext cx="8122104" cy="3408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368">
                      <a:extLst>
                        <a:ext uri="{9D8B030D-6E8A-4147-A177-3AD203B41FA5}">
                          <a16:colId xmlns:a16="http://schemas.microsoft.com/office/drawing/2014/main" val="2996854117"/>
                        </a:ext>
                      </a:extLst>
                    </a:gridCol>
                    <a:gridCol w="2707368">
                      <a:extLst>
                        <a:ext uri="{9D8B030D-6E8A-4147-A177-3AD203B41FA5}">
                          <a16:colId xmlns:a16="http://schemas.microsoft.com/office/drawing/2014/main" val="2777012171"/>
                        </a:ext>
                      </a:extLst>
                    </a:gridCol>
                    <a:gridCol w="2707368">
                      <a:extLst>
                        <a:ext uri="{9D8B030D-6E8A-4147-A177-3AD203B41FA5}">
                          <a16:colId xmlns:a16="http://schemas.microsoft.com/office/drawing/2014/main" val="181964199"/>
                        </a:ext>
                      </a:extLst>
                    </a:gridCol>
                  </a:tblGrid>
                  <a:tr h="55373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                      model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BNN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=5)</m:t>
                              </m:r>
                            </m:oMath>
                          </a14:m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0279992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conv2_x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147,456bits(0.0176MB)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83,072bits(0.0099MB)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240973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conv3_x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516,096bits(0.0615MB)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287,872bits(0.0343MB)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53617361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conv4_x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2,064,384bits(0.2461MB)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1,148,032bits(0.1369MB)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4186632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conv5_x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8,257,536bits(0.9844MB)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4,588,672bits(0.547MB)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7687615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total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10,979,472bits(1.31MB)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6,107,648bits(0.73MB)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60471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E1B43778-6C22-AAC3-509A-638EED1347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152263"/>
                  </p:ext>
                </p:extLst>
              </p:nvPr>
            </p:nvGraphicFramePr>
            <p:xfrm>
              <a:off x="738868" y="1878113"/>
              <a:ext cx="8122104" cy="3408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368">
                      <a:extLst>
                        <a:ext uri="{9D8B030D-6E8A-4147-A177-3AD203B41FA5}">
                          <a16:colId xmlns:a16="http://schemas.microsoft.com/office/drawing/2014/main" val="2996854117"/>
                        </a:ext>
                      </a:extLst>
                    </a:gridCol>
                    <a:gridCol w="2707368">
                      <a:extLst>
                        <a:ext uri="{9D8B030D-6E8A-4147-A177-3AD203B41FA5}">
                          <a16:colId xmlns:a16="http://schemas.microsoft.com/office/drawing/2014/main" val="2777012171"/>
                        </a:ext>
                      </a:extLst>
                    </a:gridCol>
                    <a:gridCol w="2707368">
                      <a:extLst>
                        <a:ext uri="{9D8B030D-6E8A-4147-A177-3AD203B41FA5}">
                          <a16:colId xmlns:a16="http://schemas.microsoft.com/office/drawing/2014/main" val="18196419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                      model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BNN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50" t="-4762" r="-450" b="-43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0279992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conv2_x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147,456bits(0.0176MB)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83,072bits(0.0099MB)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240973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conv3_x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516,096bits(0.0615MB)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287,872bits(0.0343MB)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53617361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conv4_x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2,064,384bits(0.2461MB)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1,148,032bits(0.1369MB)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4186632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conv5_x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8,257,536bits(0.9844MB)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4,588,672bits(0.547MB)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7687615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total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10,979,472bits(1.31MB)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6,107,648bits(0.73MB)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60471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87200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73F07-765E-1120-2740-EE584794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Mixed SNN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270749-384E-A539-407E-45173DBA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DFBE44-AE37-DCEC-C938-125BF48F9AC2}"/>
                  </a:ext>
                </a:extLst>
              </p:cNvPr>
              <p:cNvSpPr txBox="1"/>
              <p:nvPr/>
            </p:nvSpPr>
            <p:spPr>
              <a:xfrm>
                <a:off x="1441678" y="5357859"/>
                <a:ext cx="870857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Mixed SNN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Tau list = [5,5,6,6 ,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4</a:t>
                </a:r>
                <a:r>
                  <a:rPr lang="en-US" altLang="ko-KR" dirty="0"/>
                  <a:t>,6,6,6,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4</a:t>
                </a:r>
                <a:r>
                  <a:rPr lang="en-US" altLang="ko-KR" dirty="0"/>
                  <a:t>,5,5,5,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4</a:t>
                </a:r>
                <a:r>
                  <a:rPr lang="en-US" altLang="ko-KR" dirty="0"/>
                  <a:t>,4,5,4]  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5,466,800 bits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dirty="0"/>
                  <a:t> 0.65MB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Average 5-bit</a:t>
                </a:r>
              </a:p>
              <a:p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DFBE44-AE37-DCEC-C938-125BF48F9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678" y="5357859"/>
                <a:ext cx="8708572" cy="1477328"/>
              </a:xfrm>
              <a:prstGeom prst="rect">
                <a:avLst/>
              </a:prstGeom>
              <a:blipFill>
                <a:blip r:embed="rId2"/>
                <a:stretch>
                  <a:fillRect l="-420" t="-24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ECA5EF4-F871-ABF0-C038-BBB313ED73BB}"/>
              </a:ext>
            </a:extLst>
          </p:cNvPr>
          <p:cNvSpPr txBox="1"/>
          <p:nvPr/>
        </p:nvSpPr>
        <p:spPr>
          <a:xfrm>
            <a:off x="1441678" y="4320817"/>
            <a:ext cx="9534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conv3_1 , conv4_1, conv5_1 </a:t>
            </a:r>
            <a:r>
              <a:rPr lang="ko-KR" altLang="en-US" dirty="0"/>
              <a:t>같이 </a:t>
            </a:r>
            <a:r>
              <a:rPr lang="en-US" altLang="ko-KR" dirty="0" err="1"/>
              <a:t>Downsampling</a:t>
            </a:r>
            <a:r>
              <a:rPr lang="ko-KR" altLang="en-US" dirty="0"/>
              <a:t>하는 </a:t>
            </a:r>
            <a:r>
              <a:rPr lang="en-US" altLang="ko-KR" dirty="0"/>
              <a:t>layer</a:t>
            </a:r>
            <a:r>
              <a:rPr lang="ko-KR" altLang="en-US" dirty="0"/>
              <a:t>은 </a:t>
            </a:r>
            <a:r>
              <a:rPr lang="en-US" altLang="ko-KR" dirty="0"/>
              <a:t>clustering</a:t>
            </a:r>
            <a:r>
              <a:rPr lang="ko-KR" altLang="en-US" dirty="0"/>
              <a:t>이 큼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conv5_x </a:t>
            </a:r>
            <a:r>
              <a:rPr lang="ko-KR" altLang="en-US" dirty="0"/>
              <a:t>이 전체적으로 </a:t>
            </a:r>
            <a:r>
              <a:rPr lang="en-US" altLang="ko-KR" dirty="0"/>
              <a:t>clustering</a:t>
            </a:r>
            <a:r>
              <a:rPr lang="ko-KR" altLang="en-US" dirty="0"/>
              <a:t>이 큼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F1EA2DA-A263-0B2F-3045-7059A525FD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488925"/>
                  </p:ext>
                </p:extLst>
              </p:nvPr>
            </p:nvGraphicFramePr>
            <p:xfrm>
              <a:off x="1782251" y="946643"/>
              <a:ext cx="7637741" cy="3181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296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6403445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</a:tblGrid>
                  <a:tr h="30644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solidFill>
                                <a:schemeClr val="tx1"/>
                              </a:solidFill>
                            </a:rPr>
                            <a:t>18-layer</a:t>
                          </a:r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3107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dirty="0"/>
                            <a:t>conv1</a:t>
                          </a:r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7 </m:t>
                              </m:r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×7 </m:t>
                              </m:r>
                            </m:oMath>
                          </a14:m>
                          <a:r>
                            <a:rPr lang="en-US" altLang="ko-KR" sz="1500" dirty="0"/>
                            <a:t>, 64 ,stride 2</a:t>
                          </a:r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6245020"/>
                      </a:ext>
                    </a:extLst>
                  </a:tr>
                  <a:tr h="310702">
                    <a:tc rowSpan="2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500" b="1" dirty="0"/>
                            <a:t>conv2_x</a:t>
                          </a:r>
                          <a:endParaRPr lang="ko-KR" altLang="en-US" sz="1500" b="1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3 </m:t>
                              </m:r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×3 </m:t>
                              </m:r>
                            </m:oMath>
                          </a14:m>
                          <a:r>
                            <a:rPr lang="en-US" altLang="ko-KR" sz="1500" dirty="0"/>
                            <a:t> max pool, stride 2</a:t>
                          </a:r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2924495"/>
                      </a:ext>
                    </a:extLst>
                  </a:tr>
                  <a:tr h="485632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5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48563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1" dirty="0"/>
                            <a:t>conv3_x</a:t>
                          </a:r>
                          <a:endParaRPr lang="ko-KR" altLang="en-US" sz="1500" b="1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5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48563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1" dirty="0"/>
                            <a:t>conv4_x</a:t>
                          </a:r>
                          <a:endParaRPr lang="ko-KR" altLang="en-US" sz="1500" b="1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5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48563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1" dirty="0"/>
                            <a:t>conv5_x</a:t>
                          </a:r>
                          <a:endParaRPr lang="ko-KR" altLang="en-US" sz="1500" b="1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5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5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31070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dirty="0"/>
                            <a:t>average pool , 1000-d fc, </a:t>
                          </a:r>
                          <a:r>
                            <a:rPr lang="en-US" altLang="ko-KR" sz="1500" dirty="0" err="1"/>
                            <a:t>softmax</a:t>
                          </a:r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1386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F1EA2DA-A263-0B2F-3045-7059A525FD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488925"/>
                  </p:ext>
                </p:extLst>
              </p:nvPr>
            </p:nvGraphicFramePr>
            <p:xfrm>
              <a:off x="1782251" y="946643"/>
              <a:ext cx="7637741" cy="3181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296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6403445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</a:tblGrid>
                  <a:tr h="30644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solidFill>
                                <a:schemeClr val="tx1"/>
                              </a:solidFill>
                            </a:rPr>
                            <a:t>18-layer</a:t>
                          </a:r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3107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dirty="0"/>
                            <a:t>conv1</a:t>
                          </a:r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315" t="-103922" r="-95" b="-84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6245020"/>
                      </a:ext>
                    </a:extLst>
                  </a:tr>
                  <a:tr h="310702">
                    <a:tc rowSpan="2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500" b="1" dirty="0"/>
                            <a:t>conv2_x</a:t>
                          </a:r>
                          <a:endParaRPr lang="ko-KR" altLang="en-US" sz="1500" b="1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315" t="-200000" r="-95" b="-7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2924495"/>
                      </a:ext>
                    </a:extLst>
                  </a:tr>
                  <a:tr h="485632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315" t="-197468" r="-95" b="-3810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48563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1" dirty="0"/>
                            <a:t>conv3_x</a:t>
                          </a:r>
                          <a:endParaRPr lang="ko-KR" altLang="en-US" sz="1500" b="1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315" t="-293750" r="-95" b="-27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48563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1" dirty="0"/>
                            <a:t>conv4_x</a:t>
                          </a:r>
                          <a:endParaRPr lang="ko-KR" altLang="en-US" sz="1500" b="1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315" t="-393750" r="-95" b="-17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48563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1" dirty="0"/>
                            <a:t>conv5_x</a:t>
                          </a:r>
                          <a:endParaRPr lang="ko-KR" altLang="en-US" sz="1500" b="1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315" t="-493750" r="-95" b="-7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31070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dirty="0"/>
                            <a:t>average pool , 1000-d fc, </a:t>
                          </a:r>
                          <a:r>
                            <a:rPr lang="en-US" altLang="ko-KR" sz="1500" dirty="0" err="1"/>
                            <a:t>softmax</a:t>
                          </a:r>
                          <a:endParaRPr lang="ko-KR" altLang="en-US" sz="1500" dirty="0"/>
                        </a:p>
                      </a:txBody>
                      <a:tcPr marL="76612" marR="76612" marT="38306" marB="38306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13869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2E2FCB8D-E743-60F4-3739-83A29E86EF7D}"/>
              </a:ext>
            </a:extLst>
          </p:cNvPr>
          <p:cNvSpPr/>
          <p:nvPr/>
        </p:nvSpPr>
        <p:spPr>
          <a:xfrm>
            <a:off x="5493380" y="1856721"/>
            <a:ext cx="1570535" cy="19544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112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4537-321C-F739-EC84-D403B3961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48AFF-5F6B-6566-30FF-E46FB7BC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Mixed SNN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48D3AB-2A7F-BF5E-8B47-DE111DB0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19EFD5-3C5E-7D3C-F559-C20D591AD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02" t="-750" r="-17" b="16386"/>
          <a:stretch>
            <a:fillRect/>
          </a:stretch>
        </p:blipFill>
        <p:spPr>
          <a:xfrm>
            <a:off x="7508340" y="1492711"/>
            <a:ext cx="4444686" cy="296194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7BA1588-BDEA-2F3A-EDCA-657E55F38DCF}"/>
              </a:ext>
            </a:extLst>
          </p:cNvPr>
          <p:cNvSpPr/>
          <p:nvPr/>
        </p:nvSpPr>
        <p:spPr>
          <a:xfrm>
            <a:off x="9899358" y="4148652"/>
            <a:ext cx="889790" cy="2781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8EA701-57C4-D110-86F9-140F901F610F}"/>
              </a:ext>
            </a:extLst>
          </p:cNvPr>
          <p:cNvSpPr/>
          <p:nvPr/>
        </p:nvSpPr>
        <p:spPr>
          <a:xfrm>
            <a:off x="10922355" y="4176471"/>
            <a:ext cx="448732" cy="27818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7100B25F-F54E-78CC-CB6D-B51D33E69B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0002433"/>
                  </p:ext>
                </p:extLst>
              </p:nvPr>
            </p:nvGraphicFramePr>
            <p:xfrm>
              <a:off x="315149" y="954440"/>
              <a:ext cx="6845387" cy="596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1573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2102456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2371352">
                      <a:extLst>
                        <a:ext uri="{9D8B030D-6E8A-4147-A177-3AD203B41FA5}">
                          <a16:colId xmlns:a16="http://schemas.microsoft.com/office/drawing/2014/main" val="1188568723"/>
                        </a:ext>
                      </a:extLst>
                    </a:gridCol>
                    <a:gridCol w="1180006">
                      <a:extLst>
                        <a:ext uri="{9D8B030D-6E8A-4147-A177-3AD203B41FA5}">
                          <a16:colId xmlns:a16="http://schemas.microsoft.com/office/drawing/2014/main" val="2475462281"/>
                        </a:ext>
                      </a:extLst>
                    </a:gridCol>
                  </a:tblGrid>
                  <a:tr h="2840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16-layer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SNN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-bit)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𝒐𝒖𝒕</m:t>
                                  </m:r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 </m:t>
                              </m:r>
                              <m:sSub>
                                <m:sSub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𝒊𝒏</m:t>
                                  </m:r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ko-KR" alt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𝝉</m:t>
                              </m:r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sz="1600" b="1" dirty="0">
                              <a:solidFill>
                                <a:schemeClr val="tx1"/>
                              </a:solidFill>
                            </a:rPr>
                            <a:t>bits</a:t>
                          </a:r>
                          <a:endParaRPr lang="ko-KR" altLang="en-US" sz="16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ko-KR" altLang="en-US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𝝉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600" b="1" dirty="0"/>
                            <a:t> </a:t>
                          </a:r>
                          <a:r>
                            <a:rPr lang="en-US" altLang="ko-KR" sz="1600" b="1" dirty="0"/>
                            <a:t>bits</a:t>
                          </a:r>
                          <a:endParaRPr lang="ko-KR" altLang="en-US" sz="1600" b="1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conv2_x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64 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×64 ×5=20,480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81901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64 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×64 ×6=24,576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3708460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9612637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conv3_x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128 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×64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32,768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128 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×128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98,304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63050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430454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161639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conv4_x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256 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×128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131,072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256 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256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327,680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304525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15574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6184818"/>
                      </a:ext>
                    </a:extLst>
                  </a:tr>
                  <a:tr h="281844">
                    <a:tc rowSpan="4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1" dirty="0"/>
                            <a:t>conv5_x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512 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×256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524,288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  <a:p>
                          <a:pPr latinLnBrk="1"/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512 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512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1,048,576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446082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512 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512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1,310,720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2744956"/>
                      </a:ext>
                    </a:extLst>
                  </a:tr>
                  <a:tr h="29179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>
                                              <a:latin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512 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512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1,048,576</m:t>
                                </m:r>
                              </m:oMath>
                            </m:oMathPara>
                          </a14:m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ko-KR" sz="1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2888720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5,466,800bits</a:t>
                          </a:r>
                        </a:p>
                        <a:p>
                          <a:pPr algn="ctr" latinLnBrk="1"/>
                          <a:r>
                            <a:rPr lang="ko-KR" altLang="en-US" sz="1300" dirty="0"/>
                            <a:t>약 </a:t>
                          </a:r>
                          <a:r>
                            <a:rPr lang="en-US" altLang="ko-KR" sz="1300" dirty="0"/>
                            <a:t>0.65MB</a:t>
                          </a:r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7100B25F-F54E-78CC-CB6D-B51D33E69B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0002433"/>
                  </p:ext>
                </p:extLst>
              </p:nvPr>
            </p:nvGraphicFramePr>
            <p:xfrm>
              <a:off x="315149" y="954440"/>
              <a:ext cx="6845387" cy="596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1573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2102456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2371352">
                      <a:extLst>
                        <a:ext uri="{9D8B030D-6E8A-4147-A177-3AD203B41FA5}">
                          <a16:colId xmlns:a16="http://schemas.microsoft.com/office/drawing/2014/main" val="1188568723"/>
                        </a:ext>
                      </a:extLst>
                    </a:gridCol>
                    <a:gridCol w="1180006">
                      <a:extLst>
                        <a:ext uri="{9D8B030D-6E8A-4147-A177-3AD203B41FA5}">
                          <a16:colId xmlns:a16="http://schemas.microsoft.com/office/drawing/2014/main" val="2475462281"/>
                        </a:ext>
                      </a:extLst>
                    </a:gridCol>
                  </a:tblGrid>
                  <a:tr h="2846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16-layer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2796" t="-4255" r="-343" b="-198510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56322" r="-50386" b="-97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56322" r="-1031" b="-9724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conv2_x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289362" r="-169565" b="-17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146237" r="-50386" b="-80967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146237" r="-1031" b="-8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397826" r="-169565" b="-16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81901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508889" r="-169565" b="-1573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251648" r="-50386" b="-7274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251648" r="-1031" b="-7274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3708460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595652" r="-169565" b="-143913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9612637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conv3_x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680851" r="-169565" b="-1308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680851" r="-50386" b="-1308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680851" r="-1031" b="-1308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797826" r="-169565" b="-123695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265942" r="-50386" b="-34565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265942" r="-1031" b="-34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63050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897826" r="-169565" b="-11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430454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997826" r="-169565" b="-10369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161639"/>
                      </a:ext>
                    </a:extLst>
                  </a:tr>
                  <a:tr h="286249">
                    <a:tc rowSpan="4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300000"/>
                            </a:lnSpc>
                          </a:pPr>
                          <a:r>
                            <a:rPr lang="en-US" altLang="ko-KR" sz="1300" b="1" dirty="0"/>
                            <a:t>conv4_x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1074468" r="-169565" b="-9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1074468" r="-50386" b="-9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1074468" r="-1031" b="-9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1200000" r="-169565" b="-83478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400000" r="-50386" b="-211594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400000" r="-1031" b="-211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3045253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1300000" r="-169565" b="-73478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155745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1400000" r="-169565" b="-63478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300" dirty="0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6184818"/>
                      </a:ext>
                    </a:extLst>
                  </a:tr>
                  <a:tr h="281844">
                    <a:tc rowSpan="4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1" dirty="0"/>
                            <a:t>conv5_x</a:t>
                          </a:r>
                          <a:endParaRPr lang="ko-KR" altLang="en-US" sz="1300" b="1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1500000" r="-169565" b="-53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1500000" r="-50386" b="-53478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750000" r="-1031" b="-2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2796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1600000" r="-169565" b="-43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1600000" r="-50386" b="-43478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en-US" altLang="ko-KR" sz="130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446082"/>
                      </a:ext>
                    </a:extLst>
                  </a:tr>
                  <a:tr h="282546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1663830" r="-169565" b="-325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1663830" r="-50386" b="-325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1663830" r="-1031" b="-3255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744956"/>
                      </a:ext>
                    </a:extLst>
                  </a:tr>
                  <a:tr h="29179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812" t="-1727083" r="-169565" b="-2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075" t="-1727083" r="-50386" b="-2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9381" t="-1727083" r="-1031" b="-2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2888720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5,466,800bits</a:t>
                          </a:r>
                        </a:p>
                        <a:p>
                          <a:pPr algn="ctr" latinLnBrk="1"/>
                          <a:r>
                            <a:rPr lang="ko-KR" altLang="en-US" sz="1300" dirty="0"/>
                            <a:t>약 </a:t>
                          </a:r>
                          <a:r>
                            <a:rPr lang="en-US" altLang="ko-KR" sz="1300" dirty="0"/>
                            <a:t>0.65MB</a:t>
                          </a:r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6CFCBAB9-B954-99FD-C483-6590104D7228}"/>
              </a:ext>
            </a:extLst>
          </p:cNvPr>
          <p:cNvSpPr/>
          <p:nvPr/>
        </p:nvSpPr>
        <p:spPr>
          <a:xfrm>
            <a:off x="3853543" y="1240971"/>
            <a:ext cx="1821543" cy="3120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8E83D9-CEA7-B74F-83FD-174C73A95920}"/>
              </a:ext>
            </a:extLst>
          </p:cNvPr>
          <p:cNvSpPr/>
          <p:nvPr/>
        </p:nvSpPr>
        <p:spPr>
          <a:xfrm>
            <a:off x="6016171" y="1240971"/>
            <a:ext cx="1066800" cy="31205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5A393-5B17-EABB-AAC7-EEE5DB7274BC}"/>
              </a:ext>
            </a:extLst>
          </p:cNvPr>
          <p:cNvSpPr txBox="1"/>
          <p:nvPr/>
        </p:nvSpPr>
        <p:spPr>
          <a:xfrm>
            <a:off x="7282543" y="991964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Tau list = [5,5,6,6 ,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,6,6,6, 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,5,5,5, 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,4,5,4]   </a:t>
            </a:r>
          </a:p>
        </p:txBody>
      </p:sp>
    </p:spTree>
    <p:extLst>
      <p:ext uri="{BB962C8B-B14F-4D97-AF65-F5344CB8AC3E}">
        <p14:creationId xmlns:p14="http://schemas.microsoft.com/office/powerpoint/2010/main" val="2019148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779ED-5ED0-6985-85A0-CA74EDCA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Total parameters of three models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DFF068-B178-C0BF-376F-72C22169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9E75E64-6155-284C-704D-92A9DF8895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936199"/>
                  </p:ext>
                </p:extLst>
              </p:nvPr>
            </p:nvGraphicFramePr>
            <p:xfrm>
              <a:off x="738866" y="1878113"/>
              <a:ext cx="10727420" cy="3408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81855">
                      <a:extLst>
                        <a:ext uri="{9D8B030D-6E8A-4147-A177-3AD203B41FA5}">
                          <a16:colId xmlns:a16="http://schemas.microsoft.com/office/drawing/2014/main" val="2996854117"/>
                        </a:ext>
                      </a:extLst>
                    </a:gridCol>
                    <a:gridCol w="2681855">
                      <a:extLst>
                        <a:ext uri="{9D8B030D-6E8A-4147-A177-3AD203B41FA5}">
                          <a16:colId xmlns:a16="http://schemas.microsoft.com/office/drawing/2014/main" val="2777012171"/>
                        </a:ext>
                      </a:extLst>
                    </a:gridCol>
                    <a:gridCol w="2681855">
                      <a:extLst>
                        <a:ext uri="{9D8B030D-6E8A-4147-A177-3AD203B41FA5}">
                          <a16:colId xmlns:a16="http://schemas.microsoft.com/office/drawing/2014/main" val="181964199"/>
                        </a:ext>
                      </a:extLst>
                    </a:gridCol>
                    <a:gridCol w="2681855">
                      <a:extLst>
                        <a:ext uri="{9D8B030D-6E8A-4147-A177-3AD203B41FA5}">
                          <a16:colId xmlns:a16="http://schemas.microsoft.com/office/drawing/2014/main" val="1358118671"/>
                        </a:ext>
                      </a:extLst>
                    </a:gridCol>
                  </a:tblGrid>
                  <a:tr h="55373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                      model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BNN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=5)</m:t>
                              </m:r>
                            </m:oMath>
                          </a14:m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Mixed SNN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0279992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conv2_x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147,456bits(0.0176MB)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83,072bits(0.0099MB)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90,976bits(0.0108MB)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240973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conv3_x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516,096bits(0.0615MB)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287,872bits(0.0343MB)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328,400bits(0.0391MB)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53617361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conv4_x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2,064,384bits(0.2461MB)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1,148,032bits(0.1369MB)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1,114,544bits(0.1329MB)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4186632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conv5_x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8,257,536bits(0.9844MB)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4,588,672bits(0.547MB)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3,932,880bits(0.4688MB)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7687615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total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10,979,472bits(1.31MB)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6,107,648bits(0.73MB)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5,466,800bits(0.65MB)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9209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9E75E64-6155-284C-704D-92A9DF8895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936199"/>
                  </p:ext>
                </p:extLst>
              </p:nvPr>
            </p:nvGraphicFramePr>
            <p:xfrm>
              <a:off x="738866" y="1878113"/>
              <a:ext cx="10727420" cy="3408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81855">
                      <a:extLst>
                        <a:ext uri="{9D8B030D-6E8A-4147-A177-3AD203B41FA5}">
                          <a16:colId xmlns:a16="http://schemas.microsoft.com/office/drawing/2014/main" val="2996854117"/>
                        </a:ext>
                      </a:extLst>
                    </a:gridCol>
                    <a:gridCol w="2681855">
                      <a:extLst>
                        <a:ext uri="{9D8B030D-6E8A-4147-A177-3AD203B41FA5}">
                          <a16:colId xmlns:a16="http://schemas.microsoft.com/office/drawing/2014/main" val="2777012171"/>
                        </a:ext>
                      </a:extLst>
                    </a:gridCol>
                    <a:gridCol w="2681855">
                      <a:extLst>
                        <a:ext uri="{9D8B030D-6E8A-4147-A177-3AD203B41FA5}">
                          <a16:colId xmlns:a16="http://schemas.microsoft.com/office/drawing/2014/main" val="181964199"/>
                        </a:ext>
                      </a:extLst>
                    </a:gridCol>
                    <a:gridCol w="2681855">
                      <a:extLst>
                        <a:ext uri="{9D8B030D-6E8A-4147-A177-3AD203B41FA5}">
                          <a16:colId xmlns:a16="http://schemas.microsoft.com/office/drawing/2014/main" val="1358118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                      model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layer name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BNN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27" t="-4762" r="-100682" b="-43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Mixed SNN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0279992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conv2_x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147,456bits(0.0176MB)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83,072bits(0.0099MB)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90,976bits(0.0108MB)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240973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conv3_x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516,096bits(0.0615MB)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287,872bits(0.0343MB)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328,400bits(0.0391MB)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53617361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conv4_x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2,064,384bits(0.2461MB)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1,148,032bits(0.1369MB)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1,114,544bits(0.1329MB)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4186632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conv5_x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8,257,536bits(0.9844MB)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4,588,672bits(0.547MB)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3,932,880bits(0.4688MB)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7687615"/>
                      </a:ext>
                    </a:extLst>
                  </a:tr>
                  <a:tr h="5537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total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10,979,472bits(1.31MB)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6,107,648bits(0.73MB)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5,466,800bits(0.65MB)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9209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2215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6201B-99F2-4DD0-FC7A-B057B7CA9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CIFAR10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74696E-3F5B-6335-AF62-AEA7A618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7C8A9-FADB-5D16-4604-D4FD44B735E6}"/>
              </a:ext>
            </a:extLst>
          </p:cNvPr>
          <p:cNvSpPr txBox="1"/>
          <p:nvPr/>
        </p:nvSpPr>
        <p:spPr>
          <a:xfrm>
            <a:off x="893459" y="1403011"/>
            <a:ext cx="8562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SNN(5-bit)   vs  Mixed SNN(Tau list = [5,5,6,6 ,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,6,6,6, 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,5,5,5, 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,4,5,4] )   </a:t>
            </a:r>
          </a:p>
          <a:p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E6DD374-E85F-69A3-C7F2-E0FB5E9D0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822333"/>
              </p:ext>
            </p:extLst>
          </p:nvPr>
        </p:nvGraphicFramePr>
        <p:xfrm>
          <a:off x="1040043" y="1941197"/>
          <a:ext cx="907419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732">
                  <a:extLst>
                    <a:ext uri="{9D8B030D-6E8A-4147-A177-3AD203B41FA5}">
                      <a16:colId xmlns:a16="http://schemas.microsoft.com/office/drawing/2014/main" val="2996854117"/>
                    </a:ext>
                  </a:extLst>
                </a:gridCol>
                <a:gridCol w="3024732">
                  <a:extLst>
                    <a:ext uri="{9D8B030D-6E8A-4147-A177-3AD203B41FA5}">
                      <a16:colId xmlns:a16="http://schemas.microsoft.com/office/drawing/2014/main" val="2777012171"/>
                    </a:ext>
                  </a:extLst>
                </a:gridCol>
                <a:gridCol w="3024732">
                  <a:extLst>
                    <a:ext uri="{9D8B030D-6E8A-4147-A177-3AD203B41FA5}">
                      <a16:colId xmlns:a16="http://schemas.microsoft.com/office/drawing/2014/main" val="181964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Top-1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Top-5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27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SNN(5-bit) 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91.93%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99.11%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40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Mixed SNN(Average 5-bit)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91.78%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99.10%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17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721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C29BE-0BA4-F73B-2CE9-2DE4593E6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33D08-AB27-BF19-397E-FCFCA38B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Tiny </a:t>
            </a:r>
            <a:r>
              <a:rPr lang="en-US" altLang="ko-KR" dirty="0" err="1"/>
              <a:t>imagenet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B9C91C-AD23-E8F3-3CA4-D58D69D7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7A50A-7E8D-C048-4766-0004933E2C86}"/>
              </a:ext>
            </a:extLst>
          </p:cNvPr>
          <p:cNvSpPr txBox="1"/>
          <p:nvPr/>
        </p:nvSpPr>
        <p:spPr>
          <a:xfrm>
            <a:off x="893459" y="1403011"/>
            <a:ext cx="7851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SNN(5-bit)   vs  Mixed SNN(Tau list = [5,5,6,6 ,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,6,6,6, 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,5,5,5, 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en-US" altLang="ko-KR" dirty="0"/>
              <a:t>,4,5,4] ) 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342619D-A84D-7FB6-EC7E-C34A1D394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21766"/>
              </p:ext>
            </p:extLst>
          </p:nvPr>
        </p:nvGraphicFramePr>
        <p:xfrm>
          <a:off x="1040043" y="1941197"/>
          <a:ext cx="907419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732">
                  <a:extLst>
                    <a:ext uri="{9D8B030D-6E8A-4147-A177-3AD203B41FA5}">
                      <a16:colId xmlns:a16="http://schemas.microsoft.com/office/drawing/2014/main" val="2996854117"/>
                    </a:ext>
                  </a:extLst>
                </a:gridCol>
                <a:gridCol w="3024732">
                  <a:extLst>
                    <a:ext uri="{9D8B030D-6E8A-4147-A177-3AD203B41FA5}">
                      <a16:colId xmlns:a16="http://schemas.microsoft.com/office/drawing/2014/main" val="2777012171"/>
                    </a:ext>
                  </a:extLst>
                </a:gridCol>
                <a:gridCol w="3024732">
                  <a:extLst>
                    <a:ext uri="{9D8B030D-6E8A-4147-A177-3AD203B41FA5}">
                      <a16:colId xmlns:a16="http://schemas.microsoft.com/office/drawing/2014/main" val="181964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Top-1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Top-5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27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SNN(5-bit) 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49.10%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72.85%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40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Mixed SNN(Average 5-bit)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48.99%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72.46%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17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040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3D3FD-A708-B695-0A2F-2B4268C0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CBB178-B30D-9A1D-D376-2DB34880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738547-1938-395E-907E-6EED23FD9BD3}"/>
                  </a:ext>
                </a:extLst>
              </p:cNvPr>
              <p:cNvSpPr txBox="1"/>
              <p:nvPr/>
            </p:nvSpPr>
            <p:spPr>
              <a:xfrm>
                <a:off x="1132114" y="1632857"/>
                <a:ext cx="10007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altLang="ko-KR" dirty="0"/>
                  <a:t>tau_list = [5, 5, 5, 5, </a:t>
                </a:r>
                <a:r>
                  <a:rPr lang="fr-FR" altLang="ko-KR" dirty="0">
                    <a:solidFill>
                      <a:srgbClr val="FF0000"/>
                    </a:solidFill>
                  </a:rPr>
                  <a:t>4</a:t>
                </a:r>
                <a:r>
                  <a:rPr lang="fr-FR" altLang="ko-KR" dirty="0"/>
                  <a:t>, 5, 5, 5, </a:t>
                </a:r>
                <a:r>
                  <a:rPr lang="fr-FR" altLang="ko-KR" dirty="0">
                    <a:solidFill>
                      <a:srgbClr val="FF0000"/>
                    </a:solidFill>
                  </a:rPr>
                  <a:t>4</a:t>
                </a:r>
                <a:r>
                  <a:rPr lang="fr-FR" altLang="ko-KR" dirty="0"/>
                  <a:t>, 5, 5, 5, </a:t>
                </a:r>
                <a:r>
                  <a:rPr lang="fr-FR" altLang="ko-KR" dirty="0">
                    <a:solidFill>
                      <a:srgbClr val="FF0000"/>
                    </a:solidFill>
                  </a:rPr>
                  <a:t>3</a:t>
                </a:r>
                <a:r>
                  <a:rPr lang="fr-FR" altLang="ko-KR" dirty="0"/>
                  <a:t>, </a:t>
                </a:r>
                <a:r>
                  <a:rPr lang="fr-FR" altLang="ko-KR" dirty="0">
                    <a:solidFill>
                      <a:srgbClr val="FF0000"/>
                    </a:solidFill>
                  </a:rPr>
                  <a:t>4</a:t>
                </a:r>
                <a:r>
                  <a:rPr lang="fr-FR" altLang="ko-KR" dirty="0"/>
                  <a:t>, </a:t>
                </a:r>
                <a:r>
                  <a:rPr lang="fr-FR" altLang="ko-KR" dirty="0">
                    <a:solidFill>
                      <a:srgbClr val="FF0000"/>
                    </a:solidFill>
                  </a:rPr>
                  <a:t>4</a:t>
                </a:r>
                <a:r>
                  <a:rPr lang="fr-FR" altLang="ko-KR" dirty="0"/>
                  <a:t>, </a:t>
                </a:r>
                <a:r>
                  <a:rPr lang="fr-FR" altLang="ko-KR" dirty="0">
                    <a:solidFill>
                      <a:srgbClr val="FF0000"/>
                    </a:solidFill>
                  </a:rPr>
                  <a:t>4</a:t>
                </a:r>
                <a:r>
                  <a:rPr lang="fr-FR" altLang="ko-KR" dirty="0"/>
                  <a:t>] </a:t>
                </a:r>
                <a:r>
                  <a:rPr lang="ko-KR" altLang="en-US" dirty="0"/>
                  <a:t>로 </a:t>
                </a:r>
                <a:r>
                  <a:rPr lang="en-US" altLang="ko-KR" dirty="0"/>
                  <a:t>cifar10, Tiny-</a:t>
                </a:r>
                <a:r>
                  <a:rPr lang="en-US" altLang="ko-KR" dirty="0" err="1"/>
                  <a:t>imagenet</a:t>
                </a:r>
                <a:r>
                  <a:rPr lang="en-US" altLang="ko-KR" dirty="0"/>
                  <a:t> Test</a:t>
                </a:r>
              </a:p>
              <a:p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기존에 제안한 </a:t>
                </a:r>
                <a:r>
                  <a:rPr lang="en-US" altLang="ko-KR" dirty="0" err="1"/>
                  <a:t>tau_list</a:t>
                </a:r>
                <a:r>
                  <a:rPr lang="ko-KR" altLang="en-US" dirty="0"/>
                  <a:t>보다 더 공격적인 압축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약</a:t>
                </a:r>
                <a:r>
                  <a:rPr lang="en-US" altLang="ko-KR" dirty="0"/>
                  <a:t>0.5981MB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bits operation </a:t>
                </a:r>
                <a:r>
                  <a:rPr lang="ko-KR" altLang="en-US" dirty="0"/>
                  <a:t>계산 </a:t>
                </a:r>
                <a:r>
                  <a:rPr lang="en-US" altLang="ko-KR" dirty="0"/>
                  <a:t>{BNN vs SNN(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ko-KR" dirty="0"/>
                  <a:t>) vs mixed SNN}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738547-1938-395E-907E-6EED23FD9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14" y="1632857"/>
                <a:ext cx="10007600" cy="1200329"/>
              </a:xfrm>
              <a:prstGeom prst="rect">
                <a:avLst/>
              </a:prstGeom>
              <a:blipFill>
                <a:blip r:embed="rId2"/>
                <a:stretch>
                  <a:fillRect l="-548" t="-3046" b="-76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746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14785</TotalTime>
  <Words>922</Words>
  <Application>Microsoft Office PowerPoint</Application>
  <PresentationFormat>와이드스크린</PresentationFormat>
  <Paragraphs>314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Cambria Math</vt:lpstr>
      <vt:lpstr>Office 테마</vt:lpstr>
      <vt:lpstr>Mixed SNN   </vt:lpstr>
      <vt:lpstr>Goal</vt:lpstr>
      <vt:lpstr>τ </vt:lpstr>
      <vt:lpstr>Compression</vt:lpstr>
      <vt:lpstr>BNN </vt:lpstr>
      <vt:lpstr>BNN total parameters</vt:lpstr>
      <vt:lpstr>SNN(τ=5)</vt:lpstr>
      <vt:lpstr>BNN &amp; SNN total parameters</vt:lpstr>
      <vt:lpstr>Mixed SNN</vt:lpstr>
      <vt:lpstr>Mixed SNN</vt:lpstr>
      <vt:lpstr>Total parameters of three models</vt:lpstr>
      <vt:lpstr>CIFAR10</vt:lpstr>
      <vt:lpstr>Tiny imagenet</vt:lpstr>
      <vt:lpstr>To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1354</cp:revision>
  <dcterms:created xsi:type="dcterms:W3CDTF">2023-03-06T16:32:37Z</dcterms:created>
  <dcterms:modified xsi:type="dcterms:W3CDTF">2026-03-18T08:14:00Z</dcterms:modified>
</cp:coreProperties>
</file>