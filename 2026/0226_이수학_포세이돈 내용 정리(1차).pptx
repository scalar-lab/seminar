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20"/>
  </p:notesMasterIdLst>
  <p:sldIdLst>
    <p:sldId id="256" r:id="rId2"/>
    <p:sldId id="301" r:id="rId3"/>
    <p:sldId id="356" r:id="rId4"/>
    <p:sldId id="360" r:id="rId5"/>
    <p:sldId id="363" r:id="rId6"/>
    <p:sldId id="294" r:id="rId7"/>
    <p:sldId id="364" r:id="rId8"/>
    <p:sldId id="365" r:id="rId9"/>
    <p:sldId id="341" r:id="rId10"/>
    <p:sldId id="366" r:id="rId11"/>
    <p:sldId id="367" r:id="rId12"/>
    <p:sldId id="370" r:id="rId13"/>
    <p:sldId id="344" r:id="rId14"/>
    <p:sldId id="369" r:id="rId15"/>
    <p:sldId id="371" r:id="rId16"/>
    <p:sldId id="348" r:id="rId17"/>
    <p:sldId id="372" r:id="rId18"/>
    <p:sldId id="36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2C62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86" d="100"/>
          <a:sy n="86" d="100"/>
        </p:scale>
        <p:origin x="102" y="11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D3D0-FE31-077C-59B9-CBDEC59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FD872C-C0A9-BFB5-65C0-FCBE782B3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788384-DC60-9316-F200-CC00A31D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4D277-44D3-A93F-E5F2-DA5FD35D5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62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02ED-0BEA-9D72-546E-9721487D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34467-EBC7-80D4-9D9F-C03ED76CD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05CDC9-E513-0065-1C93-E10855060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3463DB-4942-9173-6F84-EB7146FDB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49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83D1-22F0-A769-B4A8-B00CCB80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E52718-0C11-76A2-5A11-B4ED88933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1F9D4D-64C2-272E-56B9-CD7FEFD5A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A695F4-F15A-160A-B5D8-A2F8C540E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48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8EAEB-08A4-6529-C5A0-9745AD39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9564BC-BB41-F7E0-05E1-2CD2D8508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557CA-8229-1B34-E0A8-E1C9FD054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45BF-BF9F-9F77-B8EA-52A8CDC6A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889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B458-5653-EEB1-A686-EE8BD2B3A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F4376A-5399-519A-EEBC-C39D93235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50515D-1CF8-571F-CFF7-7711CC9C3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6C9FA1-8515-0FF7-1812-73706C881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54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797F-E465-1A34-0571-311895CF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8F3286-9757-A623-9A1E-4A125D387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3AD50A-9A8D-BE15-6B17-CF1535B07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E28B3-61CE-3CFE-F792-1BEBB267E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643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F4D6-F4C2-3054-A06D-2904DD54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A7C411-B56C-7264-3ADC-C9CD408B1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AA4FE8-48AB-6DB7-C571-CD4EE92C5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3A5D7A-0FFC-557E-C726-1C2980978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721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FFDF-802C-9026-6E65-57D12721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7A5A32-AA47-5FD2-8AA9-BBF5B01C5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C93D67-AC14-2A3F-A5C8-95DE9BE6D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CEB820-D211-2632-8941-BDDA7051A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345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FEFF-2071-D316-9212-00FEFEBB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383625-AD79-E9F3-B68F-CBCF4E71D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466FDC-5B55-B95D-4E82-8CC4F221E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37760-FAA1-3807-972A-0C23604ED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798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09580-38D3-19CD-79B9-EC9C3218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2A1130-B0E1-57AA-04CB-F497F6731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C93F05-8F15-DA4B-D0D6-6867403DA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24BFD-926F-ECB8-8758-D2486316F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899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7C039-31F3-CA9C-AB76-03C41AD1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FCE607-4CA9-0647-A0F3-190F2F8BF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CC5BF1-A4ED-E498-18B6-722D05237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AFBF7A-D55B-24BF-6026-B84609BB8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703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202D-2780-8D0A-C637-1E7E9082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C592C2-0CAA-5E15-57D2-81F396F34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3865BF-E768-BF2C-D2BA-C8AA95734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BA69E7-DE93-7D5F-AFDC-13AC6614D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80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27CE-6488-3AD7-C57A-F72622892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331DBB-C402-B154-02AA-C9CEEE026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59228E-50A5-B1FC-CC2B-B7882F5F8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60CA5F-24F3-F43F-2668-C8CE06D94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4160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3656-A589-0916-CC2C-C5D1F97C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1F0763-F6DE-97E8-C111-75D6D000E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C41654-F14F-6F8A-7DA6-7A946DCA3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C9DC98-7663-A680-A8A5-50337623C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741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3749-7508-A015-D7B0-929463732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0A05B9-5088-E653-5A35-0E4862730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E17428-B3C0-1D7B-4632-771587CEF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AF191-2B20-6F44-E0ED-08CB18D51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7939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523C7-B442-D780-BBF6-D6AE17F5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443090-7F6C-F929-273D-09A3AA7AC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8F46E-A4A1-000B-6448-815B03EA0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E26D0D-8A91-053B-835F-BEAA1440E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9001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2F8ED-779B-9DCE-4C8F-1D87F163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6296B5-FFCA-117F-B1FE-97645C36F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006E12-3F16-3005-7558-86E8059A0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3BC0F2-3BF8-2355-81AC-1D771793C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31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60.png"/><Relationship Id="rId18" Type="http://schemas.openxmlformats.org/officeDocument/2006/relationships/image" Target="../media/image111.png"/><Relationship Id="rId26" Type="http://schemas.openxmlformats.org/officeDocument/2006/relationships/image" Target="../media/image19.png"/><Relationship Id="rId21" Type="http://schemas.openxmlformats.org/officeDocument/2006/relationships/image" Target="../media/image14.png"/><Relationship Id="rId7" Type="http://schemas.openxmlformats.org/officeDocument/2006/relationships/image" Target="../media/image43.png"/><Relationship Id="rId12" Type="http://schemas.openxmlformats.org/officeDocument/2006/relationships/image" Target="../media/image56.png"/><Relationship Id="rId17" Type="http://schemas.openxmlformats.org/officeDocument/2006/relationships/image" Target="../media/image101.png"/><Relationship Id="rId25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1.png"/><Relationship Id="rId20" Type="http://schemas.openxmlformats.org/officeDocument/2006/relationships/image" Target="../media/image13.png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10.png"/><Relationship Id="rId24" Type="http://schemas.openxmlformats.org/officeDocument/2006/relationships/image" Target="../media/image17.png"/><Relationship Id="rId15" Type="http://schemas.openxmlformats.org/officeDocument/2006/relationships/image" Target="../media/image81.png"/><Relationship Id="rId23" Type="http://schemas.openxmlformats.org/officeDocument/2006/relationships/image" Target="../media/image16.png"/><Relationship Id="rId28" Type="http://schemas.openxmlformats.org/officeDocument/2006/relationships/image" Target="../media/image21.png"/><Relationship Id="rId10" Type="http://schemas.openxmlformats.org/officeDocument/2006/relationships/image" Target="../media/image45.png"/><Relationship Id="rId19" Type="http://schemas.openxmlformats.org/officeDocument/2006/relationships/image" Target="../media/image12.png"/><Relationship Id="rId31" Type="http://schemas.openxmlformats.org/officeDocument/2006/relationships/image" Target="../media/image24.png"/><Relationship Id="rId14" Type="http://schemas.openxmlformats.org/officeDocument/2006/relationships/image" Target="../media/image71.png"/><Relationship Id="rId22" Type="http://schemas.openxmlformats.org/officeDocument/2006/relationships/image" Target="../media/image15.png"/><Relationship Id="rId27" Type="http://schemas.openxmlformats.org/officeDocument/2006/relationships/image" Target="../media/image20.png"/><Relationship Id="rId9" Type="http://schemas.openxmlformats.org/officeDocument/2006/relationships/image" Target="../media/image310.png"/><Relationship Id="rId30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8.png"/><Relationship Id="rId7" Type="http://schemas.openxmlformats.org/officeDocument/2006/relationships/image" Target="../media/image43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9" Type="http://schemas.openxmlformats.org/officeDocument/2006/relationships/image" Target="../media/image3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5.png"/><Relationship Id="rId3" Type="http://schemas.openxmlformats.org/officeDocument/2006/relationships/image" Target="../media/image52.png"/><Relationship Id="rId7" Type="http://schemas.openxmlformats.org/officeDocument/2006/relationships/image" Target="../media/image43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4" Type="http://schemas.openxmlformats.org/officeDocument/2006/relationships/image" Target="../media/image53.png"/><Relationship Id="rId9" Type="http://schemas.openxmlformats.org/officeDocument/2006/relationships/image" Target="../media/image3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18" Type="http://schemas.openxmlformats.org/officeDocument/2006/relationships/image" Target="../media/image75.png"/><Relationship Id="rId26" Type="http://schemas.openxmlformats.org/officeDocument/2006/relationships/image" Target="../media/image84.png"/><Relationship Id="rId39" Type="http://schemas.openxmlformats.org/officeDocument/2006/relationships/image" Target="../media/image98.png"/><Relationship Id="rId21" Type="http://schemas.openxmlformats.org/officeDocument/2006/relationships/image" Target="../media/image78.png"/><Relationship Id="rId34" Type="http://schemas.openxmlformats.org/officeDocument/2006/relationships/image" Target="../media/image93.png"/><Relationship Id="rId42" Type="http://schemas.openxmlformats.org/officeDocument/2006/relationships/image" Target="../media/image102.png"/><Relationship Id="rId47" Type="http://schemas.openxmlformats.org/officeDocument/2006/relationships/image" Target="../media/image107.png"/><Relationship Id="rId50" Type="http://schemas.openxmlformats.org/officeDocument/2006/relationships/image" Target="../media/image11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73.png"/><Relationship Id="rId29" Type="http://schemas.openxmlformats.org/officeDocument/2006/relationships/image" Target="../media/image87.png"/><Relationship Id="rId11" Type="http://schemas.openxmlformats.org/officeDocument/2006/relationships/image" Target="../media/image67.png"/><Relationship Id="rId24" Type="http://schemas.openxmlformats.org/officeDocument/2006/relationships/image" Target="../media/image82.png"/><Relationship Id="rId32" Type="http://schemas.openxmlformats.org/officeDocument/2006/relationships/image" Target="../media/image90.png"/><Relationship Id="rId37" Type="http://schemas.openxmlformats.org/officeDocument/2006/relationships/image" Target="../media/image96.png"/><Relationship Id="rId40" Type="http://schemas.openxmlformats.org/officeDocument/2006/relationships/image" Target="../media/image99.png"/><Relationship Id="rId45" Type="http://schemas.openxmlformats.org/officeDocument/2006/relationships/image" Target="../media/image105.png"/><Relationship Id="rId5" Type="http://schemas.openxmlformats.org/officeDocument/2006/relationships/image" Target="../media/image61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28" Type="http://schemas.openxmlformats.org/officeDocument/2006/relationships/image" Target="../media/image86.png"/><Relationship Id="rId36" Type="http://schemas.openxmlformats.org/officeDocument/2006/relationships/image" Target="../media/image95.png"/><Relationship Id="rId49" Type="http://schemas.openxmlformats.org/officeDocument/2006/relationships/image" Target="../media/image109.png"/><Relationship Id="rId10" Type="http://schemas.openxmlformats.org/officeDocument/2006/relationships/image" Target="../media/image66.png"/><Relationship Id="rId19" Type="http://schemas.openxmlformats.org/officeDocument/2006/relationships/image" Target="../media/image76.png"/><Relationship Id="rId31" Type="http://schemas.openxmlformats.org/officeDocument/2006/relationships/image" Target="../media/image89.png"/><Relationship Id="rId44" Type="http://schemas.openxmlformats.org/officeDocument/2006/relationships/image" Target="../media/image104.png"/><Relationship Id="rId4" Type="http://schemas.openxmlformats.org/officeDocument/2006/relationships/image" Target="../media/image59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9.png"/><Relationship Id="rId27" Type="http://schemas.openxmlformats.org/officeDocument/2006/relationships/image" Target="../media/image85.png"/><Relationship Id="rId30" Type="http://schemas.openxmlformats.org/officeDocument/2006/relationships/image" Target="../media/image88.png"/><Relationship Id="rId35" Type="http://schemas.openxmlformats.org/officeDocument/2006/relationships/image" Target="../media/image94.png"/><Relationship Id="rId43" Type="http://schemas.openxmlformats.org/officeDocument/2006/relationships/image" Target="../media/image103.png"/><Relationship Id="rId48" Type="http://schemas.openxmlformats.org/officeDocument/2006/relationships/image" Target="../media/image108.png"/><Relationship Id="rId8" Type="http://schemas.openxmlformats.org/officeDocument/2006/relationships/image" Target="../media/image64.png"/><Relationship Id="rId51" Type="http://schemas.openxmlformats.org/officeDocument/2006/relationships/image" Target="../media/image112.png"/><Relationship Id="rId3" Type="http://schemas.openxmlformats.org/officeDocument/2006/relationships/image" Target="../media/image58.png"/><Relationship Id="rId12" Type="http://schemas.openxmlformats.org/officeDocument/2006/relationships/image" Target="../media/image68.png"/><Relationship Id="rId17" Type="http://schemas.openxmlformats.org/officeDocument/2006/relationships/image" Target="../media/image74.png"/><Relationship Id="rId25" Type="http://schemas.openxmlformats.org/officeDocument/2006/relationships/image" Target="../media/image83.png"/><Relationship Id="rId33" Type="http://schemas.openxmlformats.org/officeDocument/2006/relationships/image" Target="../media/image92.png"/><Relationship Id="rId38" Type="http://schemas.openxmlformats.org/officeDocument/2006/relationships/image" Target="../media/image97.png"/><Relationship Id="rId46" Type="http://schemas.openxmlformats.org/officeDocument/2006/relationships/image" Target="../media/image106.png"/><Relationship Id="rId20" Type="http://schemas.openxmlformats.org/officeDocument/2006/relationships/image" Target="../media/image77.png"/><Relationship Id="rId41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정리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26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5247-679E-DB70-58EF-37D55D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20608-5D4D-7C48-E43D-1732607F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문제 제기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3663A-587E-CCA0-AC66-6084388D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8" name="그림 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76D1C6-92E0-9067-9A67-8BA57EB1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169" y="1761001"/>
            <a:ext cx="5435919" cy="33359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7FD510-AE79-706B-49CE-ED332FA30688}"/>
              </a:ext>
            </a:extLst>
          </p:cNvPr>
          <p:cNvSpPr txBox="1"/>
          <p:nvPr/>
        </p:nvSpPr>
        <p:spPr>
          <a:xfrm>
            <a:off x="373912" y="2521058"/>
            <a:ext cx="56871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Poseidon-128/256</a:t>
            </a:r>
            <a:r>
              <a:rPr lang="ko-KR" altLang="en-US" sz="1400" dirty="0"/>
              <a:t>은 </a:t>
            </a:r>
            <a:r>
              <a:rPr lang="en-US" altLang="ko-KR" sz="1400" dirty="0"/>
              <a:t>Finite Field(BN254, BLS12-381) </a:t>
            </a:r>
            <a:r>
              <a:rPr lang="ko-KR" altLang="en-US" sz="1400" dirty="0"/>
              <a:t>위에서 정의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BN254</a:t>
            </a:r>
            <a:r>
              <a:rPr lang="ko-KR" altLang="en-US" sz="1400" dirty="0"/>
              <a:t>를 사용하는 경우 </a:t>
            </a:r>
            <a:r>
              <a:rPr lang="en-US" altLang="ko-KR" sz="1400" dirty="0"/>
              <a:t>output</a:t>
            </a:r>
            <a:r>
              <a:rPr lang="ko-KR" altLang="en-US" sz="1400" dirty="0"/>
              <a:t>은 약 </a:t>
            </a:r>
            <a:r>
              <a:rPr lang="en-US" altLang="ko-KR" sz="1400" dirty="0"/>
              <a:t>254-bit </a:t>
            </a:r>
            <a:r>
              <a:rPr lang="ko-KR" altLang="en-US" sz="1400" dirty="0"/>
              <a:t>크기의 값으로 출력</a:t>
            </a:r>
            <a:endParaRPr lang="en-US" altLang="ko-KR" sz="1400" dirty="0"/>
          </a:p>
          <a:p>
            <a:endParaRPr lang="ko-KR" altLang="en-US" sz="1400" dirty="0"/>
          </a:p>
          <a:p>
            <a:r>
              <a:rPr lang="ko-KR" altLang="en-US" sz="1400" dirty="0"/>
              <a:t>외부 시스템</a:t>
            </a:r>
            <a:r>
              <a:rPr lang="en-US" altLang="ko-KR" sz="1400" dirty="0"/>
              <a:t>(</a:t>
            </a:r>
            <a:r>
              <a:rPr lang="en-US" altLang="ko-KR" sz="1400" dirty="0" err="1"/>
              <a:t>Etherium</a:t>
            </a:r>
            <a:r>
              <a:rPr lang="en-US" altLang="ko-KR" sz="1400" dirty="0"/>
              <a:t> EVM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에서는 표준 규격에 맞춰 </a:t>
            </a:r>
            <a:r>
              <a:rPr lang="en-US" altLang="ko-KR" sz="1400" dirty="0"/>
              <a:t>uint256 </a:t>
            </a:r>
            <a:r>
              <a:rPr lang="ko-KR" altLang="en-US" sz="1400" dirty="0"/>
              <a:t>형태로 보관 및 전송</a:t>
            </a:r>
            <a:endParaRPr lang="en-US" altLang="ko-KR" sz="1400" dirty="0"/>
          </a:p>
          <a:p>
            <a:endParaRPr lang="ko-KR" altLang="en-US" sz="1400" dirty="0"/>
          </a:p>
          <a:p>
            <a:r>
              <a:rPr lang="ko-KR" altLang="en-US" sz="1400" dirty="0"/>
              <a:t>보통 부족한 비트는 ‘</a:t>
            </a:r>
            <a:r>
              <a:rPr lang="en-US" altLang="ko-KR" sz="1400" dirty="0"/>
              <a:t>0’</a:t>
            </a:r>
            <a:r>
              <a:rPr lang="ko-KR" altLang="en-US" sz="1400" dirty="0"/>
              <a:t>으로 </a:t>
            </a:r>
            <a:r>
              <a:rPr lang="en-US" altLang="ko-KR" sz="1400" dirty="0"/>
              <a:t>padding</a:t>
            </a:r>
          </a:p>
        </p:txBody>
      </p:sp>
    </p:spTree>
    <p:extLst>
      <p:ext uri="{BB962C8B-B14F-4D97-AF65-F5344CB8AC3E}">
        <p14:creationId xmlns:p14="http://schemas.microsoft.com/office/powerpoint/2010/main" val="94763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892D8-E657-7597-ACE0-3DEB0B18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0D8B7-FC54-F518-69FE-89E9A5225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문제 제기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374634-140A-4735-8633-B5B0F9E1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D57C3-3D32-556B-3A44-0609548C112A}"/>
              </a:ext>
            </a:extLst>
          </p:cNvPr>
          <p:cNvSpPr txBox="1"/>
          <p:nvPr/>
        </p:nvSpPr>
        <p:spPr>
          <a:xfrm>
            <a:off x="1185312" y="1886427"/>
            <a:ext cx="958676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0-Padding</a:t>
            </a:r>
            <a:r>
              <a:rPr lang="ko-KR" altLang="en-US" b="1" dirty="0"/>
              <a:t>의 문제점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데이터 밀도 저하 </a:t>
            </a:r>
            <a:r>
              <a:rPr lang="en-US" altLang="ko-KR" sz="1400" dirty="0"/>
              <a:t>: 256-bit </a:t>
            </a:r>
            <a:r>
              <a:rPr lang="ko-KR" altLang="en-US" sz="1400" dirty="0"/>
              <a:t>스토리지 비용을 지불하면서 실제 정보는 </a:t>
            </a:r>
            <a:r>
              <a:rPr lang="en-US" altLang="ko-KR" sz="1400" dirty="0"/>
              <a:t>254-bit</a:t>
            </a:r>
            <a:r>
              <a:rPr lang="ko-KR" altLang="en-US" sz="1400" dirty="0"/>
              <a:t>만 사용</a:t>
            </a:r>
            <a:r>
              <a:rPr lang="en-US" altLang="ko-KR" sz="1400" dirty="0"/>
              <a:t>(</a:t>
            </a:r>
            <a:r>
              <a:rPr lang="ko-KR" altLang="en-US" sz="1400" dirty="0"/>
              <a:t>자원 낭비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결정론적인</a:t>
            </a:r>
            <a:r>
              <a:rPr lang="ko-KR" altLang="en-US" sz="1400" dirty="0"/>
              <a:t> 규격 부재 </a:t>
            </a:r>
            <a:r>
              <a:rPr lang="en-US" altLang="ko-KR" sz="1400" dirty="0"/>
              <a:t>: 0-padding</a:t>
            </a:r>
            <a:r>
              <a:rPr lang="ko-KR" altLang="en-US" sz="1400" dirty="0"/>
              <a:t>에 관련된 </a:t>
            </a:r>
            <a:r>
              <a:rPr lang="en-US" altLang="ko-KR" sz="1400" dirty="0"/>
              <a:t>MSB, LSB </a:t>
            </a:r>
            <a:r>
              <a:rPr lang="ko-KR" altLang="en-US" sz="1400" dirty="0"/>
              <a:t>선택 표준이 존재하지 않음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⇒ 보안강도를 유지하며 인터페이스 규격에 맞게 </a:t>
            </a:r>
            <a:r>
              <a:rPr lang="en-US" altLang="ko-KR" sz="1400" dirty="0"/>
              <a:t>256-bit/512-bit </a:t>
            </a:r>
            <a:r>
              <a:rPr lang="ko-KR" altLang="en-US" sz="1400" dirty="0"/>
              <a:t>생성하는 방법들 정리 및 제시</a:t>
            </a:r>
            <a:endParaRPr lang="en-US" altLang="ko-KR" sz="1400" dirty="0"/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1179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92E927-9A22-BA70-734B-0ED35532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91B75-533D-D849-EE27-39CB1856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SPN </a:t>
            </a:r>
            <a:r>
              <a:rPr lang="ko-KR" altLang="en-US" dirty="0"/>
              <a:t>설계</a:t>
            </a:r>
            <a:r>
              <a:rPr lang="en-US" altLang="ko-KR" dirty="0"/>
              <a:t>, HADES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FC9774-5B7C-DF30-D8F6-4100DB1E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D6DC04-3CD6-B293-6151-9AE2809AEEBD}"/>
              </a:ext>
            </a:extLst>
          </p:cNvPr>
          <p:cNvSpPr txBox="1"/>
          <p:nvPr/>
        </p:nvSpPr>
        <p:spPr>
          <a:xfrm>
            <a:off x="799372" y="1819543"/>
            <a:ext cx="1076379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SPN(Substitution-Permutation Network)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치환</a:t>
            </a:r>
            <a:r>
              <a:rPr lang="en-US" altLang="ko-KR" sz="1400" dirty="0"/>
              <a:t>(Substitution)</a:t>
            </a:r>
            <a:r>
              <a:rPr lang="ko-KR" altLang="en-US" sz="1400" dirty="0"/>
              <a:t>과 순열</a:t>
            </a:r>
            <a:r>
              <a:rPr lang="en-US" altLang="ko-KR" sz="1400" dirty="0"/>
              <a:t>(Permutation)</a:t>
            </a:r>
            <a:r>
              <a:rPr lang="ko-KR" altLang="en-US" sz="1400" dirty="0"/>
              <a:t>을 반복적으로 적용하여 </a:t>
            </a:r>
            <a:r>
              <a:rPr lang="ko-KR" altLang="en-US" sz="1400" dirty="0" err="1"/>
              <a:t>평문을</a:t>
            </a:r>
            <a:r>
              <a:rPr lang="ko-KR" altLang="en-US" sz="1400" dirty="0"/>
              <a:t> 암호문으로 변환하는 구조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작은 블록을 </a:t>
            </a:r>
            <a:r>
              <a:rPr lang="en-US" altLang="ko-KR" sz="1400" dirty="0"/>
              <a:t>S-BOX</a:t>
            </a:r>
            <a:r>
              <a:rPr lang="ko-KR" altLang="en-US" sz="1400" dirty="0"/>
              <a:t>로 치환하고 그 결과 값을 </a:t>
            </a:r>
            <a:r>
              <a:rPr lang="en-US" altLang="ko-KR" sz="1400" dirty="0"/>
              <a:t>Permutation </a:t>
            </a:r>
            <a:r>
              <a:rPr lang="ko-KR" altLang="en-US" sz="1400" dirty="0"/>
              <a:t>연산을 진행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Ex) AES</a:t>
            </a:r>
          </a:p>
          <a:p>
            <a:endParaRPr lang="en-US" altLang="ko-KR" sz="1400" dirty="0"/>
          </a:p>
          <a:p>
            <a:r>
              <a:rPr lang="en-US" altLang="ko-KR" sz="1600" b="1" dirty="0"/>
              <a:t>HADES </a:t>
            </a:r>
            <a:r>
              <a:rPr lang="ko-KR" altLang="en-US" sz="1600" b="1" dirty="0"/>
              <a:t>구조</a:t>
            </a:r>
            <a:endParaRPr lang="en-US" altLang="ko-KR" sz="16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일반적인 </a:t>
            </a:r>
            <a:r>
              <a:rPr lang="en-US" altLang="ko-KR" sz="1400" dirty="0"/>
              <a:t>SPN </a:t>
            </a:r>
            <a:r>
              <a:rPr lang="ko-KR" altLang="en-US" sz="1400" dirty="0"/>
              <a:t>구조는 여러 라운드로 구성</a:t>
            </a:r>
            <a:r>
              <a:rPr lang="en-US" altLang="ko-KR" sz="1400" dirty="0"/>
              <a:t>, </a:t>
            </a:r>
            <a:r>
              <a:rPr lang="ko-KR" altLang="en-US" sz="1400" dirty="0"/>
              <a:t>모든 라운드가 동일한 </a:t>
            </a:r>
            <a:r>
              <a:rPr lang="en-US" altLang="ko-KR" sz="1400" dirty="0"/>
              <a:t>SPN </a:t>
            </a:r>
            <a:r>
              <a:rPr lang="ko-KR" altLang="en-US" sz="1400" dirty="0"/>
              <a:t>구조를 적용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HADES </a:t>
            </a:r>
            <a:r>
              <a:rPr lang="ko-KR" altLang="en-US" sz="1400" dirty="0"/>
              <a:t>구조는 </a:t>
            </a:r>
            <a:r>
              <a:rPr lang="en-US" altLang="ko-KR" sz="1400" dirty="0"/>
              <a:t>Round </a:t>
            </a:r>
            <a:r>
              <a:rPr lang="ko-KR" altLang="en-US" sz="1400" dirty="0"/>
              <a:t>마다 일부 구조가 다르게 구성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Ex) POSEIDON</a:t>
            </a:r>
            <a:r>
              <a:rPr lang="ko-KR" altLang="en-US" sz="1400" dirty="0"/>
              <a:t>의 </a:t>
            </a:r>
            <a:r>
              <a:rPr lang="en-US" altLang="ko-KR" sz="1400" dirty="0"/>
              <a:t>HADES </a:t>
            </a:r>
            <a:r>
              <a:rPr lang="ko-KR" altLang="en-US" sz="1400" dirty="0"/>
              <a:t>구조</a:t>
            </a:r>
            <a:r>
              <a:rPr lang="en-US" altLang="ko-KR" sz="1400" dirty="0"/>
              <a:t>(Full Round, Partial Round)</a:t>
            </a:r>
          </a:p>
          <a:p>
            <a:pPr lvl="1"/>
            <a:endParaRPr lang="en-US" altLang="ko-KR" sz="1400" dirty="0"/>
          </a:p>
        </p:txBody>
      </p:sp>
      <p:pic>
        <p:nvPicPr>
          <p:cNvPr id="5" name="그림 4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8D3026-6E55-D5F1-B084-72EF15081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18" y="3081131"/>
            <a:ext cx="4331622" cy="30168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60C38-1F40-38BF-E40B-28D4C1B55848}"/>
              </a:ext>
            </a:extLst>
          </p:cNvPr>
          <p:cNvSpPr txBox="1"/>
          <p:nvPr/>
        </p:nvSpPr>
        <p:spPr>
          <a:xfrm>
            <a:off x="8468140" y="6225545"/>
            <a:ext cx="3170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한 라운드에 적용되는 </a:t>
            </a:r>
            <a:r>
              <a:rPr lang="en-US" altLang="ko-KR" sz="1100" dirty="0"/>
              <a:t>SPN</a:t>
            </a:r>
            <a:r>
              <a:rPr lang="ko-KR" altLang="en-US" sz="1100" dirty="0"/>
              <a:t> 구조 예시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96586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3A0C8DC-4E02-285E-2520-FB8FF7E6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54A5C-4B33-BFC9-15D2-8A6667A2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CA08B6-270F-52E2-C6FD-1A9EB9FC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E18BDD-51FA-132E-CB3E-E16D1A01F04C}"/>
              </a:ext>
            </a:extLst>
          </p:cNvPr>
          <p:cNvSpPr txBox="1"/>
          <p:nvPr/>
        </p:nvSpPr>
        <p:spPr>
          <a:xfrm>
            <a:off x="584895" y="2000991"/>
            <a:ext cx="107637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lt"/>
              </a:rPr>
              <a:t>𝐏𝐎𝐒𝐄𝐈𝐃𝐎𝐍𝛑 </a:t>
            </a:r>
            <a:endParaRPr lang="en-US" altLang="ko-KR" sz="1400" dirty="0">
              <a:latin typeface="+mj-lt"/>
            </a:endParaRP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한 라운드 당 </a:t>
            </a:r>
            <a:r>
              <a:rPr lang="en-US" altLang="ko-KR" sz="1400" dirty="0"/>
              <a:t>3</a:t>
            </a:r>
            <a:r>
              <a:rPr lang="ko-KR" altLang="en-US" sz="1400" dirty="0"/>
              <a:t>단계의 연속된 함수</a:t>
            </a:r>
            <a:r>
              <a:rPr lang="en-US" altLang="ko-KR" sz="1400" dirty="0"/>
              <a:t>(ARC, SB, M)</a:t>
            </a:r>
            <a:r>
              <a:rPr lang="ko-KR" altLang="en-US" sz="1400" dirty="0"/>
              <a:t>로 구성된 고정키 </a:t>
            </a:r>
            <a:r>
              <a:rPr lang="en-US" altLang="ko-KR" sz="1400" dirty="0"/>
              <a:t>permutation </a:t>
            </a:r>
            <a:r>
              <a:rPr lang="ko-KR" altLang="en-US" sz="1400" dirty="0"/>
              <a:t>연산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Input Absorb </a:t>
            </a:r>
            <a:r>
              <a:rPr lang="ko-KR" altLang="en-US" sz="1400" dirty="0"/>
              <a:t>및 </a:t>
            </a:r>
            <a:r>
              <a:rPr lang="en-US" altLang="ko-KR" sz="1400" dirty="0"/>
              <a:t>Output Squeezing </a:t>
            </a:r>
            <a:r>
              <a:rPr lang="ko-KR" altLang="en-US" sz="1400" dirty="0"/>
              <a:t>단계 사이에 </a:t>
            </a:r>
            <a:r>
              <a:rPr lang="en-US" altLang="ko-KR" sz="1400" dirty="0"/>
              <a:t>Permutation</a:t>
            </a:r>
            <a:r>
              <a:rPr lang="ko-KR" altLang="en-US" sz="1400" dirty="0"/>
              <a:t> 연산</a:t>
            </a:r>
            <a:r>
              <a:rPr lang="en-US" altLang="ko-KR" sz="1400" dirty="0"/>
              <a:t>(</a:t>
            </a:r>
            <a:r>
              <a:rPr lang="ko-KR" altLang="en-US" sz="1400" dirty="0"/>
              <a:t>𝐏𝐎𝐒𝐄𝐈𝐃𝐎𝐍𝛑</a:t>
            </a:r>
            <a:r>
              <a:rPr lang="en-US" altLang="ko-KR" sz="1400" dirty="0"/>
              <a:t>)</a:t>
            </a:r>
            <a:r>
              <a:rPr lang="ko-KR" altLang="en-US" sz="1400" dirty="0"/>
              <a:t> 적용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모든 </a:t>
            </a:r>
            <a:r>
              <a:rPr lang="en-US" altLang="ko-KR" sz="1400" dirty="0"/>
              <a:t>Round</a:t>
            </a:r>
            <a:r>
              <a:rPr lang="ko-KR" altLang="en-US" sz="1400" dirty="0"/>
              <a:t>는 </a:t>
            </a:r>
            <a:r>
              <a:rPr lang="en-US" altLang="ko-KR" sz="1400" dirty="0"/>
              <a:t>ARC, SB, M</a:t>
            </a:r>
            <a:r>
              <a:rPr lang="ko-KR" altLang="en-US" sz="1400" dirty="0"/>
              <a:t> 함수를 연속적으로 적용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전체 </a:t>
            </a:r>
            <a:r>
              <a:rPr lang="en-US" altLang="ko-KR" sz="1400" dirty="0"/>
              <a:t>Rounds = Full Rounds + Partial Rounds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Full Round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Full</a:t>
            </a:r>
            <a:r>
              <a:rPr lang="ko-KR" altLang="en-US" sz="1400" dirty="0"/>
              <a:t> </a:t>
            </a:r>
            <a:r>
              <a:rPr lang="en-US" altLang="ko-KR" sz="1400" dirty="0"/>
              <a:t>Round</a:t>
            </a:r>
            <a:r>
              <a:rPr lang="ko-KR" altLang="en-US" sz="1400" dirty="0"/>
              <a:t>의 절반은 초반 </a:t>
            </a:r>
            <a:r>
              <a:rPr lang="en-US" altLang="ko-KR" sz="1400" dirty="0"/>
              <a:t>Round, </a:t>
            </a:r>
            <a:r>
              <a:rPr lang="ko-KR" altLang="en-US" sz="1400" dirty="0"/>
              <a:t>나머지 절반은 마지막 </a:t>
            </a:r>
            <a:r>
              <a:rPr lang="en-US" altLang="ko-KR" sz="1400" dirty="0"/>
              <a:t>Round</a:t>
            </a:r>
            <a:r>
              <a:rPr lang="ko-KR" altLang="en-US" sz="1400" dirty="0"/>
              <a:t>에 적용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모든 </a:t>
            </a:r>
            <a:r>
              <a:rPr lang="en-US" altLang="ko-KR" sz="1400" dirty="0"/>
              <a:t>state</a:t>
            </a:r>
            <a:r>
              <a:rPr lang="ko-KR" altLang="en-US" sz="1400" dirty="0"/>
              <a:t>에 대해서 </a:t>
            </a:r>
            <a:r>
              <a:rPr lang="en-US" altLang="ko-KR" sz="1400" dirty="0"/>
              <a:t>S-Box </a:t>
            </a:r>
            <a:r>
              <a:rPr lang="ko-KR" altLang="en-US" sz="1400" dirty="0"/>
              <a:t>연산을 취함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Partial Round : </a:t>
            </a:r>
            <a:r>
              <a:rPr lang="ko-KR" altLang="en-US" sz="1400" dirty="0"/>
              <a:t>가장 마지막 </a:t>
            </a:r>
            <a:r>
              <a:rPr lang="en-US" altLang="ko-KR" sz="1400" dirty="0"/>
              <a:t>state</a:t>
            </a:r>
            <a:r>
              <a:rPr lang="ko-KR" altLang="en-US" sz="1400" dirty="0"/>
              <a:t>에 대해서만 </a:t>
            </a:r>
            <a:r>
              <a:rPr lang="en-US" altLang="ko-KR" sz="1400" dirty="0"/>
              <a:t>S-Box(SB) </a:t>
            </a:r>
            <a:r>
              <a:rPr lang="ko-KR" altLang="en-US" sz="1400" dirty="0"/>
              <a:t>연산을 취함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Full Round</a:t>
            </a:r>
            <a:r>
              <a:rPr lang="ko-KR" altLang="en-US" sz="1400" dirty="0"/>
              <a:t>는 통계적 안정성을 위해서 최소 조건이 존재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Partial Round</a:t>
            </a:r>
            <a:r>
              <a:rPr lang="ko-KR" altLang="en-US" sz="1400" dirty="0"/>
              <a:t>는 계산 비용 감소 등 효율성 충족을 위해 사용</a:t>
            </a:r>
            <a:r>
              <a:rPr lang="en-US" altLang="ko-KR" sz="1400" dirty="0"/>
              <a:t>, </a:t>
            </a:r>
            <a:r>
              <a:rPr lang="ko-KR" altLang="en-US" sz="1400" dirty="0"/>
              <a:t>대수적 공격에 대한 저항성이 </a:t>
            </a:r>
            <a:r>
              <a:rPr lang="en-US" altLang="ko-KR" sz="1400" dirty="0"/>
              <a:t>full round</a:t>
            </a:r>
            <a:r>
              <a:rPr lang="ko-KR" altLang="en-US" sz="1400" dirty="0"/>
              <a:t>와 유사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 </a:t>
            </a:r>
            <a:r>
              <a:rPr lang="ko-KR" altLang="en-US" sz="1400" dirty="0"/>
              <a:t>전체 함수의 차수 증가를 위해 사용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전체 </a:t>
            </a:r>
            <a:r>
              <a:rPr lang="en-US" altLang="ko-KR" sz="1400" dirty="0"/>
              <a:t>Round </a:t>
            </a:r>
            <a:r>
              <a:rPr lang="ko-KR" altLang="en-US" sz="1400" dirty="0"/>
              <a:t>수는 </a:t>
            </a:r>
            <a:r>
              <a:rPr lang="en-US" altLang="ko-KR" sz="1400" dirty="0"/>
              <a:t>Security Margin</a:t>
            </a:r>
            <a:r>
              <a:rPr lang="ko-KR" altLang="en-US" sz="1400" dirty="0"/>
              <a:t>을 고려하여 선택 가능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Permutation</a:t>
            </a:r>
            <a:r>
              <a:rPr lang="ko-KR" altLang="en-US" sz="1400" dirty="0"/>
              <a:t>이 랜덤하게 선택된 무작위 함수처럼 동작할 경우</a:t>
            </a:r>
            <a:r>
              <a:rPr lang="en-US" altLang="ko-KR" sz="1400" dirty="0"/>
              <a:t>, sponge </a:t>
            </a:r>
            <a:r>
              <a:rPr lang="ko-KR" altLang="en-US" sz="1400" dirty="0"/>
              <a:t>함수는 </a:t>
            </a:r>
            <a:r>
              <a:rPr lang="en-US" altLang="ko-KR" sz="1400" dirty="0"/>
              <a:t>random oracle</a:t>
            </a:r>
            <a:r>
              <a:rPr lang="ko-KR" altLang="en-US" sz="1400" dirty="0"/>
              <a:t>과 구분 불가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409A64-E807-F2FF-4970-4015CB1BC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6154" y="2392588"/>
            <a:ext cx="2591586" cy="25069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4BCFF-7535-59F9-EF3C-51604C800B16}"/>
                  </a:ext>
                </a:extLst>
              </p:cNvPr>
              <p:cNvSpPr txBox="1"/>
              <p:nvPr/>
            </p:nvSpPr>
            <p:spPr>
              <a:xfrm>
                <a:off x="9940256" y="4899581"/>
                <a:ext cx="13817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𝑃𝑂𝑆𝐸𝐼𝐷𝑂𝑁</m:t>
                        </m:r>
                      </m:e>
                      <m:sup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구</m:t>
                    </m:r>
                  </m:oMath>
                </a14:m>
                <a:r>
                  <a:rPr lang="ko-KR" altLang="en-US" sz="1100" dirty="0"/>
                  <a:t>조</a:t>
                </a:r>
                <a:endParaRPr lang="en-US" altLang="ko-KR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4BCFF-7535-59F9-EF3C-51604C800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0256" y="4899581"/>
                <a:ext cx="1381794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08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77E85C0-2626-3CC3-BDFD-4C58BDD2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D9D84F9C-2660-DD8A-F984-24A67616EC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70552" y="176443"/>
                <a:ext cx="12021437" cy="71255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𝐏𝐎𝐒𝐄𝐈𝐃𝐎𝐍</m:t>
                        </m:r>
                      </m:e>
                      <m:sup>
                        <m:r>
                          <a:rPr lang="ko-KR" altLang="en-US" b="1" i="0">
                            <a:latin typeface="Cambria Math" panose="02040503050406030204" pitchFamily="18" charset="0"/>
                          </a:rPr>
                          <m:t>𝛑</m:t>
                        </m:r>
                      </m:sup>
                    </m:sSup>
                  </m:oMath>
                </a14:m>
                <a:r>
                  <a:rPr lang="ko-KR" altLang="en-US" dirty="0"/>
                  <a:t> 구성 함수</a:t>
                </a: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D9D84F9C-2660-DD8A-F984-24A67616E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70552" y="176443"/>
                <a:ext cx="12021437" cy="712557"/>
              </a:xfrm>
              <a:blipFill>
                <a:blip r:embed="rId3"/>
                <a:stretch>
                  <a:fillRect t="-26496"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1BD2E-EA46-380C-7FAD-2757A0F9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16432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E8E01-6335-DAF8-B6C5-2AE23C39CB10}"/>
                  </a:ext>
                </a:extLst>
              </p:cNvPr>
              <p:cNvSpPr txBox="1"/>
              <p:nvPr/>
            </p:nvSpPr>
            <p:spPr>
              <a:xfrm>
                <a:off x="900608" y="1746238"/>
                <a:ext cx="6427447" cy="3512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ARC(Add Round Constants)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State</a:t>
                </a:r>
                <a:r>
                  <a:rPr lang="ko-KR" altLang="en-US" sz="1400" dirty="0"/>
                  <a:t> 내의 모든 </a:t>
                </a:r>
                <a:r>
                  <a:rPr lang="en-US" altLang="ko-KR" sz="1400" dirty="0"/>
                  <a:t>word</a:t>
                </a:r>
                <a:r>
                  <a:rPr lang="ko-KR" altLang="en-US" sz="1400" dirty="0"/>
                  <a:t>에 라운드 별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를 더함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라운드 별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는 </a:t>
                </a:r>
                <a:r>
                  <a:rPr lang="en-US" altLang="ko-KR" sz="1400" dirty="0"/>
                  <a:t>constant table</a:t>
                </a:r>
                <a:r>
                  <a:rPr lang="ko-KR" altLang="en-US" sz="1400" dirty="0"/>
                  <a:t>에 정의 되어있음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매 라운드마다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가 다름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b="1" dirty="0"/>
                  <a:t>S(Sub Words)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Word </a:t>
                </a:r>
                <a:r>
                  <a:rPr lang="ko-KR" altLang="en-US" sz="1400" dirty="0"/>
                  <a:t>단위로 </a:t>
                </a:r>
                <a:r>
                  <a:rPr lang="en-US" altLang="ko-KR" sz="1400" dirty="0"/>
                  <a:t>table</a:t>
                </a:r>
                <a:r>
                  <a:rPr lang="ko-KR" altLang="en-US" sz="1400" dirty="0"/>
                  <a:t>에 해당하는 값으로 </a:t>
                </a:r>
                <a:r>
                  <a:rPr lang="en-US" altLang="ko-KR" sz="1400" dirty="0"/>
                  <a:t>substitution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비선형성 부여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일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반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적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으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로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400" dirty="0"/>
                  <a:t>를 사용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ex) AES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S-box</a:t>
                </a:r>
              </a:p>
              <a:p>
                <a:endParaRPr lang="en-US" altLang="ko-KR" sz="1400" dirty="0"/>
              </a:p>
              <a:p>
                <a:r>
                  <a:rPr lang="en-US" altLang="ko-KR" b="1" dirty="0"/>
                  <a:t>M(Mix Layer)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State </a:t>
                </a:r>
                <a:r>
                  <a:rPr lang="ko-KR" altLang="en-US" sz="1400" dirty="0"/>
                  <a:t>벡터 전체에 </a:t>
                </a:r>
                <a:r>
                  <a:rPr lang="en-US" altLang="ko-KR" sz="1400" dirty="0"/>
                  <a:t>t x t MDS </a:t>
                </a:r>
                <a:r>
                  <a:rPr lang="ko-KR" altLang="en-US" sz="1400" dirty="0"/>
                  <a:t>행렬을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곱함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Linear layer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Cauchy </a:t>
                </a:r>
                <a:r>
                  <a:rPr lang="ko-KR" altLang="en-US" sz="1400" dirty="0"/>
                  <a:t>행렬이라는 방법을 이용하여 </a:t>
                </a:r>
                <a:r>
                  <a:rPr lang="en-US" altLang="ko-KR" sz="1400" dirty="0"/>
                  <a:t>MDS </a:t>
                </a:r>
                <a:r>
                  <a:rPr lang="ko-KR" altLang="en-US" sz="1400" dirty="0" err="1"/>
                  <a:t>행렬값</a:t>
                </a:r>
                <a:r>
                  <a:rPr lang="ko-KR" altLang="en-US" sz="1400" dirty="0"/>
                  <a:t> 결정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E8E01-6335-DAF8-B6C5-2AE23C39C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08" y="1746238"/>
                <a:ext cx="6427447" cy="3512693"/>
              </a:xfrm>
              <a:prstGeom prst="rect">
                <a:avLst/>
              </a:prstGeom>
              <a:blipFill>
                <a:blip r:embed="rId4"/>
                <a:stretch>
                  <a:fillRect l="-854" t="-867" b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7C49947-83D5-AA4F-C74C-AF9D0F95B7E2}"/>
              </a:ext>
            </a:extLst>
          </p:cNvPr>
          <p:cNvSpPr txBox="1"/>
          <p:nvPr/>
        </p:nvSpPr>
        <p:spPr>
          <a:xfrm>
            <a:off x="8752946" y="5383488"/>
            <a:ext cx="175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MDS matrix </a:t>
            </a:r>
            <a:r>
              <a:rPr lang="ko-KR" altLang="en-US" sz="1200" dirty="0"/>
              <a:t>예시</a:t>
            </a: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376F51-B85E-B1B8-DC89-2CE95CE16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269" y="3494391"/>
            <a:ext cx="3674123" cy="18228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D0122A-436E-16B9-F49F-3D166B79405A}"/>
              </a:ext>
            </a:extLst>
          </p:cNvPr>
          <p:cNvSpPr txBox="1"/>
          <p:nvPr/>
        </p:nvSpPr>
        <p:spPr>
          <a:xfrm>
            <a:off x="8469086" y="2886313"/>
            <a:ext cx="1991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Round constant </a:t>
            </a:r>
            <a:r>
              <a:rPr lang="ko-KR" altLang="en-US" sz="1200" dirty="0"/>
              <a:t>예시</a:t>
            </a:r>
            <a:r>
              <a:rPr lang="en-US" altLang="ko-KR" sz="1200" dirty="0"/>
              <a:t>(</a:t>
            </a:r>
            <a:r>
              <a:rPr lang="ko-KR" altLang="en-US" sz="1200" dirty="0"/>
              <a:t>일부</a:t>
            </a:r>
            <a:r>
              <a:rPr lang="en-US" altLang="ko-KR" sz="1200" dirty="0"/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AB40B9-1182-C57E-BC76-6026A7D07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055" y="1473425"/>
            <a:ext cx="3726589" cy="136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1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9D7B69-D97A-23CA-E092-00F51186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326DB-01BC-FF18-2094-502440DCB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SPONGE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824231-BFDE-BE4B-89E0-C455982E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8CE27-1CF4-42C9-7A7A-249740CD3D5C}"/>
                  </a:ext>
                </a:extLst>
              </p:cNvPr>
              <p:cNvSpPr txBox="1"/>
              <p:nvPr/>
            </p:nvSpPr>
            <p:spPr>
              <a:xfrm>
                <a:off x="799372" y="1819543"/>
                <a:ext cx="10763796" cy="4316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SPONGE </a:t>
                </a:r>
                <a:r>
                  <a:rPr lang="ko-KR" altLang="en-US" b="1" dirty="0"/>
                  <a:t>구조란</a:t>
                </a:r>
                <a:r>
                  <a:rPr lang="en-US" altLang="ko-KR" b="1" dirty="0"/>
                  <a:t>?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임의의 길이를 가진 입력 데이터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메시지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를 받아 고정된 크기 또는 임의의 길이의 </a:t>
                </a:r>
                <a:r>
                  <a:rPr lang="ko-KR" altLang="en-US" sz="1400" dirty="0" err="1"/>
                  <a:t>해시값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출력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을 생성하는 암호학적 구조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고정되고 공개된 </a:t>
                </a:r>
                <a:r>
                  <a:rPr lang="ko-KR" altLang="en-US" sz="1400" dirty="0" err="1"/>
                  <a:t>키값</a:t>
                </a:r>
                <a:r>
                  <a:rPr lang="en-US" altLang="ko-KR" sz="1400" dirty="0"/>
                  <a:t>(constants matrix, MDS </a:t>
                </a:r>
                <a:r>
                  <a:rPr lang="ko-KR" altLang="en-US" sz="1400" dirty="0"/>
                  <a:t>행렬 값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 사용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전체 구조는 </a:t>
                </a:r>
                <a:r>
                  <a:rPr lang="en-US" altLang="ko-KR" sz="1400" dirty="0"/>
                  <a:t>rate</a:t>
                </a:r>
                <a:r>
                  <a:rPr lang="ko-KR" altLang="en-US" sz="1400" dirty="0"/>
                  <a:t>와 </a:t>
                </a:r>
                <a:r>
                  <a:rPr lang="en-US" altLang="ko-KR" sz="1400" dirty="0"/>
                  <a:t>capacity</a:t>
                </a:r>
                <a:r>
                  <a:rPr lang="ko-KR" altLang="en-US" sz="1400" dirty="0"/>
                  <a:t>로 나뉨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Rate : </a:t>
                </a:r>
                <a:r>
                  <a:rPr lang="ko-KR" altLang="en-US" sz="1400" dirty="0"/>
                  <a:t>입력을 받고 출력을 내보내는 영역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처리량과 직결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Capacity : </a:t>
                </a:r>
                <a:r>
                  <a:rPr lang="ko-KR" altLang="en-US" sz="1400" dirty="0"/>
                  <a:t>외부 입력을 직접적으로 받지 않고 함수로만 접근 가능한 영역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보안 수준에 핵심적인 역할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P : Permutation </a:t>
                </a:r>
                <a:r>
                  <a:rPr lang="ko-KR" altLang="en-US" sz="1400" dirty="0"/>
                  <a:t>연산</a:t>
                </a:r>
                <a:r>
                  <a:rPr lang="en-US" altLang="ko-KR" sz="1400" dirty="0"/>
                  <a:t>(POSEIDON</a:t>
                </a:r>
                <a:r>
                  <a:rPr lang="el-GR" altLang="ko-KR" sz="1400" dirty="0"/>
                  <a:t>π</a:t>
                </a:r>
                <a:r>
                  <a:rPr lang="en-US" altLang="ko-KR" sz="14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무작위로 선택된 순열로 모델링 하는 경우</a:t>
                </a:r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altLang="ko-KR" sz="1400" dirty="0"/>
                  <a:t>-bit(c : capacity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bit </a:t>
                </a:r>
                <a:r>
                  <a:rPr lang="ko-KR" altLang="en-US" sz="1400" dirty="0"/>
                  <a:t>크기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의 충돌 저항성 및 역상 저항성 제공 가능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r>
                  <a:rPr lang="en-US" altLang="ko-KR" b="1" dirty="0"/>
                  <a:t>SPONGE </a:t>
                </a:r>
                <a:r>
                  <a:rPr lang="ko-KR" altLang="en-US" b="1" dirty="0"/>
                  <a:t>구조 동작 순서</a:t>
                </a:r>
                <a:r>
                  <a:rPr lang="en-US" altLang="ko-KR" b="1" dirty="0"/>
                  <a:t>(POSEIDON-128)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1. </a:t>
                </a:r>
                <a:r>
                  <a:rPr lang="ko-KR" altLang="en-US" sz="1400" dirty="0"/>
                  <a:t>초기 </a:t>
                </a:r>
                <a:r>
                  <a:rPr lang="en-US" altLang="ko-KR" sz="1400" dirty="0"/>
                  <a:t>state 0</a:t>
                </a:r>
                <a:r>
                  <a:rPr lang="ko-KR" altLang="en-US" sz="1400" dirty="0"/>
                  <a:t>으로 초기화</a:t>
                </a:r>
                <a:endParaRPr lang="en-US" altLang="ko-KR" sz="1400" dirty="0"/>
              </a:p>
              <a:p>
                <a:r>
                  <a:rPr lang="en-US" altLang="ko-KR" sz="1400" dirty="0"/>
                  <a:t>2. </a:t>
                </a:r>
                <a:r>
                  <a:rPr lang="ko-KR" altLang="en-US" sz="1400" dirty="0"/>
                  <a:t>메시지를 </a:t>
                </a:r>
                <a:r>
                  <a:rPr lang="en-US" altLang="ko-KR" sz="1400" dirty="0"/>
                  <a:t>256-bit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chunk</a:t>
                </a:r>
                <a:r>
                  <a:rPr lang="ko-KR" altLang="en-US" sz="1400" dirty="0"/>
                  <a:t>로 자름</a:t>
                </a:r>
                <a:endParaRPr lang="en-US" altLang="ko-KR" sz="1400" dirty="0"/>
              </a:p>
              <a:p>
                <a:r>
                  <a:rPr lang="en-US" altLang="ko-KR" sz="1400" dirty="0"/>
                  <a:t>3. Chunk</a:t>
                </a:r>
                <a:r>
                  <a:rPr lang="ko-KR" altLang="en-US" sz="1400" dirty="0"/>
                  <a:t>와 </a:t>
                </a:r>
                <a:r>
                  <a:rPr lang="en-US" altLang="ko-KR" sz="1400" dirty="0"/>
                  <a:t>rate</a:t>
                </a:r>
                <a:r>
                  <a:rPr lang="ko-KR" altLang="en-US" sz="1400" dirty="0"/>
                  <a:t> 부분의 값을 </a:t>
                </a:r>
                <a:r>
                  <a:rPr lang="en-US" altLang="ko-KR" sz="1400" dirty="0"/>
                  <a:t>XOR</a:t>
                </a:r>
                <a:r>
                  <a:rPr lang="ko-KR" altLang="en-US" sz="1400" dirty="0"/>
                  <a:t> 연산을 통해 흡수</a:t>
                </a:r>
                <a:endParaRPr lang="en-US" altLang="ko-KR" sz="1400" dirty="0"/>
              </a:p>
              <a:p>
                <a:r>
                  <a:rPr lang="en-US" altLang="ko-KR" sz="1400" dirty="0"/>
                  <a:t>4. Permutation </a:t>
                </a:r>
                <a:r>
                  <a:rPr lang="ko-KR" altLang="en-US" sz="1400" dirty="0"/>
                  <a:t>연산 진행</a:t>
                </a:r>
                <a:endParaRPr lang="en-US" altLang="ko-KR" sz="1400" dirty="0"/>
              </a:p>
              <a:p>
                <a:r>
                  <a:rPr lang="en-US" altLang="ko-KR" sz="1400" dirty="0"/>
                  <a:t>5. 3~4</a:t>
                </a:r>
                <a:r>
                  <a:rPr lang="ko-KR" altLang="en-US" sz="1400" dirty="0"/>
                  <a:t>번을 모든 </a:t>
                </a:r>
                <a:r>
                  <a:rPr lang="en-US" altLang="ko-KR" sz="1400" dirty="0"/>
                  <a:t>chunk</a:t>
                </a:r>
                <a:r>
                  <a:rPr lang="ko-KR" altLang="en-US" sz="1400" dirty="0"/>
                  <a:t>가 흡수될 때 까지 반복</a:t>
                </a:r>
                <a:endParaRPr lang="en-US" altLang="ko-KR" sz="1400" dirty="0"/>
              </a:p>
              <a:p>
                <a:r>
                  <a:rPr lang="en-US" altLang="ko-KR" sz="1400" dirty="0"/>
                  <a:t>6. </a:t>
                </a:r>
                <a:r>
                  <a:rPr lang="ko-KR" altLang="en-US" sz="1400" dirty="0"/>
                  <a:t>결과값을 추출</a:t>
                </a:r>
                <a:endParaRPr lang="en-US" altLang="ko-KR" sz="1400" dirty="0"/>
              </a:p>
              <a:p>
                <a:r>
                  <a:rPr lang="en-US" altLang="ko-KR" sz="1400" dirty="0"/>
                  <a:t>(</a:t>
                </a:r>
                <a:r>
                  <a:rPr lang="ko-KR" altLang="en-US" sz="1400" dirty="0"/>
                  <a:t>필요시</a:t>
                </a:r>
                <a:r>
                  <a:rPr lang="en-US" altLang="ko-KR" sz="1400" dirty="0"/>
                  <a:t>) 7. Permutation </a:t>
                </a:r>
                <a:r>
                  <a:rPr lang="ko-KR" altLang="en-US" sz="1400" dirty="0"/>
                  <a:t>연산 후 추가 </a:t>
                </a:r>
                <a:r>
                  <a:rPr lang="en-US" altLang="ko-KR" sz="1400" dirty="0"/>
                  <a:t>Output </a:t>
                </a:r>
                <a:r>
                  <a:rPr lang="ko-KR" altLang="en-US" sz="1400" dirty="0"/>
                  <a:t>추출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8CE27-1CF4-42C9-7A7A-249740CD3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72" y="1819543"/>
                <a:ext cx="10763796" cy="4316887"/>
              </a:xfrm>
              <a:prstGeom prst="rect">
                <a:avLst/>
              </a:prstGeom>
              <a:blipFill>
                <a:blip r:embed="rId3"/>
                <a:stretch>
                  <a:fillRect l="-453" t="-705" b="-5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4A57AB58-49B2-D9F3-BC3A-EC1169112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065" y="4264289"/>
            <a:ext cx="4459250" cy="1684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CDB93-72D1-B9D6-1EF8-55AC71C8AC5C}"/>
              </a:ext>
            </a:extLst>
          </p:cNvPr>
          <p:cNvSpPr txBox="1"/>
          <p:nvPr/>
        </p:nvSpPr>
        <p:spPr>
          <a:xfrm>
            <a:off x="9174840" y="5917348"/>
            <a:ext cx="1133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sponge</a:t>
            </a:r>
            <a:r>
              <a:rPr lang="ko-KR" altLang="en-US" sz="1100" dirty="0"/>
              <a:t>구조</a:t>
            </a:r>
            <a:r>
              <a:rPr lang="en-US" altLang="ko-KR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354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1C55FB-ABEF-490B-2F56-EBE3CC3C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E0D89-B4D3-2F70-C94D-FE97BF4F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712557"/>
          </a:xfrm>
        </p:spPr>
        <p:txBody>
          <a:bodyPr>
            <a:normAutofit/>
          </a:bodyPr>
          <a:lstStyle/>
          <a:p>
            <a:r>
              <a:rPr lang="en-US" altLang="ko-KR" dirty="0"/>
              <a:t>Sponge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ko-KR" altLang="en-US" dirty="0"/>
              <a:t>동작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D0D43-7AA0-797C-F520-CD205DEA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16432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3D105-40BB-0D18-0E00-C01F9174B132}"/>
              </a:ext>
            </a:extLst>
          </p:cNvPr>
          <p:cNvSpPr txBox="1"/>
          <p:nvPr/>
        </p:nvSpPr>
        <p:spPr>
          <a:xfrm>
            <a:off x="975373" y="1235809"/>
            <a:ext cx="6698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Sponge </a:t>
            </a:r>
            <a:r>
              <a:rPr lang="ko-KR" altLang="en-US" b="1" dirty="0"/>
              <a:t>구조 동작 예시</a:t>
            </a:r>
            <a:endParaRPr lang="en-US" altLang="ko-KR" sz="1400" dirty="0"/>
          </a:p>
          <a:p>
            <a:r>
              <a:rPr lang="ko-KR" altLang="en-US" sz="1400" dirty="0"/>
              <a:t>한 </a:t>
            </a:r>
            <a:r>
              <a:rPr lang="en-US" altLang="ko-KR" sz="1400" dirty="0"/>
              <a:t>Field </a:t>
            </a:r>
            <a:r>
              <a:rPr lang="ko-KR" altLang="en-US" sz="1400" dirty="0"/>
              <a:t>당 약 </a:t>
            </a:r>
            <a:r>
              <a:rPr lang="en-US" altLang="ko-KR" sz="1400" dirty="0"/>
              <a:t>254-bit</a:t>
            </a:r>
          </a:p>
          <a:p>
            <a:r>
              <a:rPr lang="en-US" altLang="ko-KR" sz="1400" dirty="0"/>
              <a:t>- Input : [ 5, 7, 9, 4, 2 ]</a:t>
            </a:r>
          </a:p>
          <a:p>
            <a:r>
              <a:rPr lang="en-US" altLang="ko-KR" sz="1400" dirty="0"/>
              <a:t>*permutation</a:t>
            </a:r>
            <a:r>
              <a:rPr lang="ko-KR" altLang="en-US" sz="1400" dirty="0"/>
              <a:t> 값은  임의로 설정</a:t>
            </a:r>
            <a:r>
              <a:rPr lang="en-US" altLang="ko-KR" sz="1400" dirty="0"/>
              <a:t>(</a:t>
            </a:r>
            <a:r>
              <a:rPr lang="ko-KR" altLang="en-US" sz="1400" dirty="0"/>
              <a:t>실제로는 연산</a:t>
            </a:r>
            <a:r>
              <a:rPr lang="en-US" altLang="ko-KR" sz="1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140B8-8652-1CB2-F27A-DAFCDDF82E83}"/>
              </a:ext>
            </a:extLst>
          </p:cNvPr>
          <p:cNvSpPr txBox="1"/>
          <p:nvPr/>
        </p:nvSpPr>
        <p:spPr>
          <a:xfrm>
            <a:off x="5717838" y="4344260"/>
            <a:ext cx="1418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Absorbing </a:t>
            </a:r>
            <a:r>
              <a:rPr lang="ko-KR" altLang="en-US" sz="1400" dirty="0"/>
              <a:t>예시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8B4380F-7537-790A-9C6E-5B2F441A67A3}"/>
              </a:ext>
            </a:extLst>
          </p:cNvPr>
          <p:cNvGraphicFramePr>
            <a:graphicFrameLocks noGrp="1"/>
          </p:cNvGraphicFramePr>
          <p:nvPr/>
        </p:nvGraphicFramePr>
        <p:xfrm>
          <a:off x="2161267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9B27E6D4-4CE8-6388-A660-B5D2C9E839F6}"/>
              </a:ext>
            </a:extLst>
          </p:cNvPr>
          <p:cNvSpPr/>
          <p:nvPr/>
        </p:nvSpPr>
        <p:spPr>
          <a:xfrm>
            <a:off x="1935842" y="2864403"/>
            <a:ext cx="136525" cy="88371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8026D-3DD5-A292-9FE8-2AEF96DE9E1D}"/>
              </a:ext>
            </a:extLst>
          </p:cNvPr>
          <p:cNvSpPr txBox="1"/>
          <p:nvPr/>
        </p:nvSpPr>
        <p:spPr>
          <a:xfrm>
            <a:off x="975373" y="3152369"/>
            <a:ext cx="871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3B38605C-4C64-DBA7-B085-24AC9BBD9E47}"/>
              </a:ext>
            </a:extLst>
          </p:cNvPr>
          <p:cNvSpPr/>
          <p:nvPr/>
        </p:nvSpPr>
        <p:spPr>
          <a:xfrm>
            <a:off x="1942192" y="3824098"/>
            <a:ext cx="136525" cy="421439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F7C63-B919-082C-0CC9-D8338FBEAB83}"/>
              </a:ext>
            </a:extLst>
          </p:cNvPr>
          <p:cNvSpPr txBox="1"/>
          <p:nvPr/>
        </p:nvSpPr>
        <p:spPr>
          <a:xfrm>
            <a:off x="824593" y="3824098"/>
            <a:ext cx="1067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1A49BC5E-1C15-9A20-8446-EFB377CBFF64}"/>
              </a:ext>
            </a:extLst>
          </p:cNvPr>
          <p:cNvSpPr/>
          <p:nvPr/>
        </p:nvSpPr>
        <p:spPr>
          <a:xfrm>
            <a:off x="2910980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F571384-A945-11D8-9E75-741F313B4D29}"/>
              </a:ext>
            </a:extLst>
          </p:cNvPr>
          <p:cNvGraphicFramePr>
            <a:graphicFrameLocks noGrp="1"/>
          </p:cNvGraphicFramePr>
          <p:nvPr/>
        </p:nvGraphicFramePr>
        <p:xfrm>
          <a:off x="3508293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E6E4334-21F9-02FD-DE06-DD684022DCEE}"/>
              </a:ext>
            </a:extLst>
          </p:cNvPr>
          <p:cNvSpPr/>
          <p:nvPr/>
        </p:nvSpPr>
        <p:spPr>
          <a:xfrm>
            <a:off x="4258006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C220B5-196C-875C-46F6-4ACDA51EB469}"/>
              </a:ext>
            </a:extLst>
          </p:cNvPr>
          <p:cNvSpPr txBox="1"/>
          <p:nvPr/>
        </p:nvSpPr>
        <p:spPr>
          <a:xfrm>
            <a:off x="2809495" y="2513522"/>
            <a:ext cx="700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[ 5, 7 ]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A69C91B-89AF-359B-C684-39999DA86154}"/>
              </a:ext>
            </a:extLst>
          </p:cNvPr>
          <p:cNvCxnSpPr>
            <a:cxnSpLocks/>
          </p:cNvCxnSpPr>
          <p:nvPr/>
        </p:nvCxnSpPr>
        <p:spPr>
          <a:xfrm>
            <a:off x="3121175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순서도: 논리합 21">
            <a:extLst>
              <a:ext uri="{FF2B5EF4-FFF2-40B4-BE49-F238E27FC236}">
                <a16:creationId xmlns:a16="http://schemas.microsoft.com/office/drawing/2014/main" id="{8EBD7D4B-CEFA-AFDA-848A-2A09A1C6387F}"/>
              </a:ext>
            </a:extLst>
          </p:cNvPr>
          <p:cNvSpPr/>
          <p:nvPr/>
        </p:nvSpPr>
        <p:spPr>
          <a:xfrm>
            <a:off x="3160336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B483E0D-B1BC-BAF1-C78B-47CEA61F710C}"/>
              </a:ext>
            </a:extLst>
          </p:cNvPr>
          <p:cNvGraphicFramePr>
            <a:graphicFrameLocks noGrp="1"/>
          </p:cNvGraphicFramePr>
          <p:nvPr/>
        </p:nvGraphicFramePr>
        <p:xfrm>
          <a:off x="4855319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C56344E-F04D-3419-06B2-AF63EFAC030A}"/>
              </a:ext>
            </a:extLst>
          </p:cNvPr>
          <p:cNvSpPr/>
          <p:nvPr/>
        </p:nvSpPr>
        <p:spPr>
          <a:xfrm>
            <a:off x="5605032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63B197-CB5A-63FC-4437-4C83CF18FF50}"/>
              </a:ext>
            </a:extLst>
          </p:cNvPr>
          <p:cNvSpPr txBox="1"/>
          <p:nvPr/>
        </p:nvSpPr>
        <p:spPr>
          <a:xfrm>
            <a:off x="3916247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7DCC68F-52EA-2A4A-C87D-3B33AF20B710}"/>
              </a:ext>
            </a:extLst>
          </p:cNvPr>
          <p:cNvGraphicFramePr>
            <a:graphicFrameLocks noGrp="1"/>
          </p:cNvGraphicFramePr>
          <p:nvPr/>
        </p:nvGraphicFramePr>
        <p:xfrm>
          <a:off x="6202345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B82BD31-8A94-CE78-1E28-4AD60CD6DFA4}"/>
              </a:ext>
            </a:extLst>
          </p:cNvPr>
          <p:cNvSpPr/>
          <p:nvPr/>
        </p:nvSpPr>
        <p:spPr>
          <a:xfrm>
            <a:off x="6952058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DDC0B9-F118-E0F4-6AA8-A2427E8A8E48}"/>
              </a:ext>
            </a:extLst>
          </p:cNvPr>
          <p:cNvSpPr txBox="1"/>
          <p:nvPr/>
        </p:nvSpPr>
        <p:spPr>
          <a:xfrm>
            <a:off x="5499162" y="2513522"/>
            <a:ext cx="75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[ 9, 4 ]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A7CAD48-2FBB-4748-FFFC-303BDD79068F}"/>
              </a:ext>
            </a:extLst>
          </p:cNvPr>
          <p:cNvCxnSpPr>
            <a:cxnSpLocks/>
          </p:cNvCxnSpPr>
          <p:nvPr/>
        </p:nvCxnSpPr>
        <p:spPr>
          <a:xfrm>
            <a:off x="5810842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순서도: 논리합 30">
            <a:extLst>
              <a:ext uri="{FF2B5EF4-FFF2-40B4-BE49-F238E27FC236}">
                <a16:creationId xmlns:a16="http://schemas.microsoft.com/office/drawing/2014/main" id="{178A6C90-5D0B-ABD6-87DD-0BF4006AE355}"/>
              </a:ext>
            </a:extLst>
          </p:cNvPr>
          <p:cNvSpPr/>
          <p:nvPr/>
        </p:nvSpPr>
        <p:spPr>
          <a:xfrm>
            <a:off x="5850003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6D9A47BC-0CFB-1DE3-13B4-AF339AF281C6}"/>
              </a:ext>
            </a:extLst>
          </p:cNvPr>
          <p:cNvGraphicFramePr>
            <a:graphicFrameLocks noGrp="1"/>
          </p:cNvGraphicFramePr>
          <p:nvPr/>
        </p:nvGraphicFramePr>
        <p:xfrm>
          <a:off x="7549371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8C24AEA-B741-EFB9-9D3E-03FEFE198630}"/>
              </a:ext>
            </a:extLst>
          </p:cNvPr>
          <p:cNvSpPr txBox="1"/>
          <p:nvPr/>
        </p:nvSpPr>
        <p:spPr>
          <a:xfrm>
            <a:off x="6637664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1F782C2D-DA36-026D-0534-A9A5523903AB}"/>
              </a:ext>
            </a:extLst>
          </p:cNvPr>
          <p:cNvSpPr/>
          <p:nvPr/>
        </p:nvSpPr>
        <p:spPr>
          <a:xfrm>
            <a:off x="8299084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569334D3-20F5-0DCD-EA6F-A337B93DBA6D}"/>
              </a:ext>
            </a:extLst>
          </p:cNvPr>
          <p:cNvGraphicFramePr>
            <a:graphicFrameLocks noGrp="1"/>
          </p:cNvGraphicFramePr>
          <p:nvPr/>
        </p:nvGraphicFramePr>
        <p:xfrm>
          <a:off x="8896397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0A73ACD3-75DB-3982-79B7-53BB020E1475}"/>
              </a:ext>
            </a:extLst>
          </p:cNvPr>
          <p:cNvSpPr/>
          <p:nvPr/>
        </p:nvSpPr>
        <p:spPr>
          <a:xfrm>
            <a:off x="9646110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46B29D-73BF-7A95-76FF-BFEC7803AD9D}"/>
              </a:ext>
            </a:extLst>
          </p:cNvPr>
          <p:cNvSpPr txBox="1"/>
          <p:nvPr/>
        </p:nvSpPr>
        <p:spPr>
          <a:xfrm>
            <a:off x="8188975" y="2513522"/>
            <a:ext cx="75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[ 2, 0 ]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8A9B96F-5E5D-941E-1F3C-D6DAB204AC20}"/>
              </a:ext>
            </a:extLst>
          </p:cNvPr>
          <p:cNvCxnSpPr>
            <a:cxnSpLocks/>
          </p:cNvCxnSpPr>
          <p:nvPr/>
        </p:nvCxnSpPr>
        <p:spPr>
          <a:xfrm>
            <a:off x="8500655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순서도: 논리합 39">
            <a:extLst>
              <a:ext uri="{FF2B5EF4-FFF2-40B4-BE49-F238E27FC236}">
                <a16:creationId xmlns:a16="http://schemas.microsoft.com/office/drawing/2014/main" id="{58DAB4FE-50A0-943D-1797-F4FEF9400D30}"/>
              </a:ext>
            </a:extLst>
          </p:cNvPr>
          <p:cNvSpPr/>
          <p:nvPr/>
        </p:nvSpPr>
        <p:spPr>
          <a:xfrm>
            <a:off x="8539816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A86E6DE9-D4C8-E211-D064-1B342286EEF4}"/>
              </a:ext>
            </a:extLst>
          </p:cNvPr>
          <p:cNvGraphicFramePr>
            <a:graphicFrameLocks noGrp="1"/>
          </p:cNvGraphicFramePr>
          <p:nvPr/>
        </p:nvGraphicFramePr>
        <p:xfrm>
          <a:off x="10243428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30BD97E3-2796-2D63-8EF2-FE879F59D71E}"/>
              </a:ext>
            </a:extLst>
          </p:cNvPr>
          <p:cNvSpPr txBox="1"/>
          <p:nvPr/>
        </p:nvSpPr>
        <p:spPr>
          <a:xfrm>
            <a:off x="9284842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844921-133B-60F1-81DB-62626550D8BF}"/>
              </a:ext>
            </a:extLst>
          </p:cNvPr>
          <p:cNvSpPr txBox="1"/>
          <p:nvPr/>
        </p:nvSpPr>
        <p:spPr>
          <a:xfrm>
            <a:off x="5717838" y="6517069"/>
            <a:ext cx="1510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Squeezing </a:t>
            </a:r>
            <a:r>
              <a:rPr lang="ko-KR" altLang="en-US" sz="1400" dirty="0"/>
              <a:t>예시</a:t>
            </a:r>
            <a:endParaRPr lang="en-US" altLang="ko-KR" sz="1400" dirty="0"/>
          </a:p>
        </p:txBody>
      </p: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59C4E22B-7BF5-E9CB-940C-4470A2FC31B7}"/>
              </a:ext>
            </a:extLst>
          </p:cNvPr>
          <p:cNvGraphicFramePr>
            <a:graphicFrameLocks noGrp="1"/>
          </p:cNvGraphicFramePr>
          <p:nvPr/>
        </p:nvGraphicFramePr>
        <p:xfrm>
          <a:off x="2161267" y="5118706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78" name="왼쪽 중괄호 77">
            <a:extLst>
              <a:ext uri="{FF2B5EF4-FFF2-40B4-BE49-F238E27FC236}">
                <a16:creationId xmlns:a16="http://schemas.microsoft.com/office/drawing/2014/main" id="{4DBF0AA4-1DE7-73EC-B959-A8B30F5F0BB7}"/>
              </a:ext>
            </a:extLst>
          </p:cNvPr>
          <p:cNvSpPr/>
          <p:nvPr/>
        </p:nvSpPr>
        <p:spPr>
          <a:xfrm>
            <a:off x="1935842" y="5124297"/>
            <a:ext cx="136525" cy="88371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DC7449-74E4-6807-7695-203976B2BE2E}"/>
              </a:ext>
            </a:extLst>
          </p:cNvPr>
          <p:cNvSpPr txBox="1"/>
          <p:nvPr/>
        </p:nvSpPr>
        <p:spPr>
          <a:xfrm>
            <a:off x="975373" y="5412263"/>
            <a:ext cx="871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80" name="왼쪽 중괄호 79">
            <a:extLst>
              <a:ext uri="{FF2B5EF4-FFF2-40B4-BE49-F238E27FC236}">
                <a16:creationId xmlns:a16="http://schemas.microsoft.com/office/drawing/2014/main" id="{38490FF3-AA36-3278-76A2-6B4356B7FF4E}"/>
              </a:ext>
            </a:extLst>
          </p:cNvPr>
          <p:cNvSpPr/>
          <p:nvPr/>
        </p:nvSpPr>
        <p:spPr>
          <a:xfrm>
            <a:off x="1942192" y="6083992"/>
            <a:ext cx="136525" cy="421439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1637ED-A7D6-9A98-F822-CF47A08D1769}"/>
              </a:ext>
            </a:extLst>
          </p:cNvPr>
          <p:cNvSpPr txBox="1"/>
          <p:nvPr/>
        </p:nvSpPr>
        <p:spPr>
          <a:xfrm>
            <a:off x="824593" y="6083992"/>
            <a:ext cx="1067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DBA4899D-87FB-287D-7F0F-9061630E13E7}"/>
              </a:ext>
            </a:extLst>
          </p:cNvPr>
          <p:cNvSpPr/>
          <p:nvPr/>
        </p:nvSpPr>
        <p:spPr>
          <a:xfrm>
            <a:off x="2910980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10A9ECFE-2CC5-2F1D-E1F5-B091C5B659A1}"/>
              </a:ext>
            </a:extLst>
          </p:cNvPr>
          <p:cNvGraphicFramePr>
            <a:graphicFrameLocks noGrp="1"/>
          </p:cNvGraphicFramePr>
          <p:nvPr/>
        </p:nvGraphicFramePr>
        <p:xfrm>
          <a:off x="3508293" y="5118706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84" name="화살표: 오른쪽 83">
            <a:extLst>
              <a:ext uri="{FF2B5EF4-FFF2-40B4-BE49-F238E27FC236}">
                <a16:creationId xmlns:a16="http://schemas.microsoft.com/office/drawing/2014/main" id="{E91EDC1A-E5FF-6CE4-8F17-A72C5164CAC7}"/>
              </a:ext>
            </a:extLst>
          </p:cNvPr>
          <p:cNvSpPr/>
          <p:nvPr/>
        </p:nvSpPr>
        <p:spPr>
          <a:xfrm>
            <a:off x="4258006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100317-5121-553D-EDAC-A43322A7EF45}"/>
              </a:ext>
            </a:extLst>
          </p:cNvPr>
          <p:cNvSpPr txBox="1"/>
          <p:nvPr/>
        </p:nvSpPr>
        <p:spPr>
          <a:xfrm>
            <a:off x="2634343" y="4795187"/>
            <a:ext cx="947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[ 77, 88 ]</a:t>
            </a: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14159B10-4F10-4DC6-7BDD-06E056D4F12E}"/>
              </a:ext>
            </a:extLst>
          </p:cNvPr>
          <p:cNvGraphicFramePr>
            <a:graphicFrameLocks noGrp="1"/>
          </p:cNvGraphicFramePr>
          <p:nvPr/>
        </p:nvGraphicFramePr>
        <p:xfrm>
          <a:off x="4855319" y="5118706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222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89" name="화살표: 오른쪽 88">
            <a:extLst>
              <a:ext uri="{FF2B5EF4-FFF2-40B4-BE49-F238E27FC236}">
                <a16:creationId xmlns:a16="http://schemas.microsoft.com/office/drawing/2014/main" id="{69AA7957-0EBB-3503-A199-4B1203678C3C}"/>
              </a:ext>
            </a:extLst>
          </p:cNvPr>
          <p:cNvSpPr/>
          <p:nvPr/>
        </p:nvSpPr>
        <p:spPr>
          <a:xfrm>
            <a:off x="5605032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914B1BB-FC74-A007-4F85-4A001D708AC2}"/>
              </a:ext>
            </a:extLst>
          </p:cNvPr>
          <p:cNvSpPr txBox="1"/>
          <p:nvPr/>
        </p:nvSpPr>
        <p:spPr>
          <a:xfrm>
            <a:off x="3916247" y="4795186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08EFD77B-378D-7FD3-D282-D659D05FFD17}"/>
              </a:ext>
            </a:extLst>
          </p:cNvPr>
          <p:cNvSpPr/>
          <p:nvPr/>
        </p:nvSpPr>
        <p:spPr>
          <a:xfrm>
            <a:off x="6952058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3ED636D-0E4F-B80C-C6C1-3FC3D49F592F}"/>
              </a:ext>
            </a:extLst>
          </p:cNvPr>
          <p:cNvSpPr txBox="1"/>
          <p:nvPr/>
        </p:nvSpPr>
        <p:spPr>
          <a:xfrm>
            <a:off x="5277059" y="4795187"/>
            <a:ext cx="1039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[ 111, 222 ]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466F7DA5-BC82-7ACA-34A5-F6F48CA07CC6}"/>
              </a:ext>
            </a:extLst>
          </p:cNvPr>
          <p:cNvCxnSpPr>
            <a:cxnSpLocks/>
          </p:cNvCxnSpPr>
          <p:nvPr/>
        </p:nvCxnSpPr>
        <p:spPr>
          <a:xfrm flipV="1">
            <a:off x="5810842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CBAC4EC-EFBF-E432-EB33-8FD821F90AA8}"/>
              </a:ext>
            </a:extLst>
          </p:cNvPr>
          <p:cNvSpPr txBox="1"/>
          <p:nvPr/>
        </p:nvSpPr>
        <p:spPr>
          <a:xfrm>
            <a:off x="6637664" y="4795186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36D54057-6856-A009-F8FE-FC380C52D74F}"/>
              </a:ext>
            </a:extLst>
          </p:cNvPr>
          <p:cNvSpPr/>
          <p:nvPr/>
        </p:nvSpPr>
        <p:spPr>
          <a:xfrm>
            <a:off x="8299084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CB5386E-9368-D16B-3F27-2DE3564140E1}"/>
              </a:ext>
            </a:extLst>
          </p:cNvPr>
          <p:cNvSpPr txBox="1"/>
          <p:nvPr/>
        </p:nvSpPr>
        <p:spPr>
          <a:xfrm>
            <a:off x="7931800" y="4795187"/>
            <a:ext cx="112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[ 444,  555 ]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50D6B7D6-9556-1F07-5812-E248625B985E}"/>
              </a:ext>
            </a:extLst>
          </p:cNvPr>
          <p:cNvCxnSpPr>
            <a:cxnSpLocks/>
          </p:cNvCxnSpPr>
          <p:nvPr/>
        </p:nvCxnSpPr>
        <p:spPr>
          <a:xfrm flipV="1">
            <a:off x="8500655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F95C3DDA-3059-9FC4-00B6-A8F7F18C43A9}"/>
              </a:ext>
            </a:extLst>
          </p:cNvPr>
          <p:cNvCxnSpPr>
            <a:cxnSpLocks/>
          </p:cNvCxnSpPr>
          <p:nvPr/>
        </p:nvCxnSpPr>
        <p:spPr>
          <a:xfrm flipV="1">
            <a:off x="3102125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57372045-A0AE-9859-292F-F321FDE58747}"/>
              </a:ext>
            </a:extLst>
          </p:cNvPr>
          <p:cNvGraphicFramePr>
            <a:graphicFrameLocks noGrp="1"/>
          </p:cNvGraphicFramePr>
          <p:nvPr/>
        </p:nvGraphicFramePr>
        <p:xfrm>
          <a:off x="7455920" y="510749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graphicFrame>
        <p:nvGraphicFramePr>
          <p:cNvPr id="108" name="표 107">
            <a:extLst>
              <a:ext uri="{FF2B5EF4-FFF2-40B4-BE49-F238E27FC236}">
                <a16:creationId xmlns:a16="http://schemas.microsoft.com/office/drawing/2014/main" id="{E94056AD-868F-B76F-E366-04357DD6D746}"/>
              </a:ext>
            </a:extLst>
          </p:cNvPr>
          <p:cNvGraphicFramePr>
            <a:graphicFrameLocks noGrp="1"/>
          </p:cNvGraphicFramePr>
          <p:nvPr/>
        </p:nvGraphicFramePr>
        <p:xfrm>
          <a:off x="6103370" y="512654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222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156B1E66-B3E3-AF45-EF2E-CE4B3230EDBD}"/>
              </a:ext>
            </a:extLst>
          </p:cNvPr>
          <p:cNvGraphicFramePr>
            <a:graphicFrameLocks noGrp="1"/>
          </p:cNvGraphicFramePr>
          <p:nvPr/>
        </p:nvGraphicFramePr>
        <p:xfrm>
          <a:off x="8932295" y="510749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BF14F5EF-2783-3B7B-456B-5C41EA5E83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18259" y="2194255"/>
            <a:ext cx="740822" cy="324588"/>
          </a:xfrm>
          <a:prstGeom prst="bentConnector3">
            <a:avLst>
              <a:gd name="adj1" fmla="val 1002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22D1923-1DFE-4D85-93B3-60FE0B2E9023}"/>
              </a:ext>
            </a:extLst>
          </p:cNvPr>
          <p:cNvSpPr txBox="1"/>
          <p:nvPr/>
        </p:nvSpPr>
        <p:spPr>
          <a:xfrm>
            <a:off x="9321962" y="2028492"/>
            <a:ext cx="1368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0</a:t>
            </a:r>
            <a:r>
              <a:rPr lang="ko-KR" altLang="en-US" sz="1400" dirty="0">
                <a:solidFill>
                  <a:srgbClr val="FF0000"/>
                </a:solidFill>
              </a:rPr>
              <a:t>으로 </a:t>
            </a:r>
            <a:r>
              <a:rPr lang="en-US" altLang="ko-KR" sz="1400" dirty="0">
                <a:solidFill>
                  <a:srgbClr val="FF0000"/>
                </a:solidFill>
              </a:rPr>
              <a:t>padding</a:t>
            </a:r>
          </a:p>
        </p:txBody>
      </p:sp>
    </p:spTree>
    <p:extLst>
      <p:ext uri="{BB962C8B-B14F-4D97-AF65-F5344CB8AC3E}">
        <p14:creationId xmlns:p14="http://schemas.microsoft.com/office/powerpoint/2010/main" val="94257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FE376-0AB5-C805-8890-2F6499C1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C20D5-72F2-9BC4-E8E7-DF220CAC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DCBCF-9CD4-3FE6-BAEA-E8660029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491" name="화살표: 오른쪽 490">
            <a:extLst>
              <a:ext uri="{FF2B5EF4-FFF2-40B4-BE49-F238E27FC236}">
                <a16:creationId xmlns:a16="http://schemas.microsoft.com/office/drawing/2014/main" id="{F50787B7-E292-4C9E-A603-A0498FE13EC6}"/>
              </a:ext>
            </a:extLst>
          </p:cNvPr>
          <p:cNvSpPr/>
          <p:nvPr/>
        </p:nvSpPr>
        <p:spPr>
          <a:xfrm>
            <a:off x="3596983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87D45C0E-ACB3-1B40-09C0-45856925189D}"/>
              </a:ext>
            </a:extLst>
          </p:cNvPr>
          <p:cNvSpPr txBox="1"/>
          <p:nvPr/>
        </p:nvSpPr>
        <p:spPr>
          <a:xfrm>
            <a:off x="2869001" y="6216334"/>
            <a:ext cx="3443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Poseidon-128</a:t>
            </a:r>
            <a:r>
              <a:rPr lang="ko-KR" altLang="en-US" sz="1200" dirty="0"/>
              <a:t>의 </a:t>
            </a:r>
            <a:r>
              <a:rPr lang="en-US" altLang="ko-KR" sz="1200" dirty="0"/>
              <a:t>sponge</a:t>
            </a:r>
            <a:r>
              <a:rPr lang="ko-KR" altLang="en-US" sz="1200" dirty="0"/>
              <a:t> 구조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각 </a:t>
            </a:r>
            <a:r>
              <a:rPr lang="en-US" altLang="ko-KR" sz="1200" dirty="0"/>
              <a:t>state(s)</a:t>
            </a:r>
            <a:r>
              <a:rPr lang="ko-KR" altLang="en-US" sz="1200" dirty="0"/>
              <a:t>는 </a:t>
            </a:r>
            <a:r>
              <a:rPr lang="en-US" altLang="ko-KR" sz="1200" dirty="0"/>
              <a:t>BN254 </a:t>
            </a:r>
            <a:r>
              <a:rPr lang="ko-KR" altLang="en-US" sz="1200" dirty="0"/>
              <a:t>위에서 동작</a:t>
            </a:r>
            <a:r>
              <a:rPr lang="en-US" altLang="ko-KR" sz="1200" dirty="0"/>
              <a:t>)</a:t>
            </a:r>
          </a:p>
        </p:txBody>
      </p:sp>
      <p:sp>
        <p:nvSpPr>
          <p:cNvPr id="68" name="오른쪽 중괄호 67">
            <a:extLst>
              <a:ext uri="{FF2B5EF4-FFF2-40B4-BE49-F238E27FC236}">
                <a16:creationId xmlns:a16="http://schemas.microsoft.com/office/drawing/2014/main" id="{2644DCA5-A2B9-62EF-8D35-2EE63B4E3078}"/>
              </a:ext>
            </a:extLst>
          </p:cNvPr>
          <p:cNvSpPr/>
          <p:nvPr/>
        </p:nvSpPr>
        <p:spPr>
          <a:xfrm rot="5400000">
            <a:off x="5684051" y="-1640025"/>
            <a:ext cx="1164982" cy="11488057"/>
          </a:xfrm>
          <a:prstGeom prst="rightBrace">
            <a:avLst>
              <a:gd name="adj1" fmla="val 8333"/>
              <a:gd name="adj2" fmla="val 4838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2E672748-ECC2-36F2-ECAF-7F2E39534A71}"/>
              </a:ext>
            </a:extLst>
          </p:cNvPr>
          <p:cNvCxnSpPr>
            <a:cxnSpLocks/>
          </p:cNvCxnSpPr>
          <p:nvPr/>
        </p:nvCxnSpPr>
        <p:spPr>
          <a:xfrm>
            <a:off x="3870524" y="2345914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2EAFFEC2-AC2E-1110-9141-6A6E350FDEA0}"/>
              </a:ext>
            </a:extLst>
          </p:cNvPr>
          <p:cNvSpPr txBox="1"/>
          <p:nvPr/>
        </p:nvSpPr>
        <p:spPr>
          <a:xfrm>
            <a:off x="1299539" y="3288839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03AB3E66-4661-CE5E-0159-9A78B4B9B255}"/>
              </a:ext>
            </a:extLst>
          </p:cNvPr>
          <p:cNvGrpSpPr/>
          <p:nvPr/>
        </p:nvGrpSpPr>
        <p:grpSpPr>
          <a:xfrm>
            <a:off x="4476427" y="1770588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2" name="직사각형 431">
                  <a:extLst>
                    <a:ext uri="{FF2B5EF4-FFF2-40B4-BE49-F238E27FC236}">
                      <a16:creationId xmlns:a16="http://schemas.microsoft.com/office/drawing/2014/main" id="{989A6EF6-E59F-1565-741D-DFCD17A5A351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3" name="직사각형 432">
                  <a:extLst>
                    <a:ext uri="{FF2B5EF4-FFF2-40B4-BE49-F238E27FC236}">
                      <a16:creationId xmlns:a16="http://schemas.microsoft.com/office/drawing/2014/main" id="{BC8334B6-4EF1-8E06-3B40-D6F03291F800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4" name="직사각형 433">
                  <a:extLst>
                    <a:ext uri="{FF2B5EF4-FFF2-40B4-BE49-F238E27FC236}">
                      <a16:creationId xmlns:a16="http://schemas.microsoft.com/office/drawing/2014/main" id="{D9B9454D-5EA7-4948-0DFB-7C93A3EED91D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그룹 400">
            <a:extLst>
              <a:ext uri="{FF2B5EF4-FFF2-40B4-BE49-F238E27FC236}">
                <a16:creationId xmlns:a16="http://schemas.microsoft.com/office/drawing/2014/main" id="{2F14D3EB-1823-C7A2-3D07-BA922C142E9B}"/>
              </a:ext>
            </a:extLst>
          </p:cNvPr>
          <p:cNvGrpSpPr/>
          <p:nvPr/>
        </p:nvGrpSpPr>
        <p:grpSpPr>
          <a:xfrm>
            <a:off x="5596570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2434A0AC-1ABD-2C36-360A-B33535CCBE14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D0DBD3C5-C681-B0D7-D3CE-56AE86EBB801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3CD3E8BC-0DC0-AC6C-FFD5-6466F7B3B998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BBE76A2F-D4F4-5B74-E34B-FF30DDD74D2B}"/>
              </a:ext>
            </a:extLst>
          </p:cNvPr>
          <p:cNvGrpSpPr/>
          <p:nvPr/>
        </p:nvGrpSpPr>
        <p:grpSpPr>
          <a:xfrm>
            <a:off x="6752496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2" name="직사각형 421">
                  <a:extLst>
                    <a:ext uri="{FF2B5EF4-FFF2-40B4-BE49-F238E27FC236}">
                      <a16:creationId xmlns:a16="http://schemas.microsoft.com/office/drawing/2014/main" id="{52E1C48B-68A0-B350-2126-053EA35CD72C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3" name="직사각형 422">
                  <a:extLst>
                    <a:ext uri="{FF2B5EF4-FFF2-40B4-BE49-F238E27FC236}">
                      <a16:creationId xmlns:a16="http://schemas.microsoft.com/office/drawing/2014/main" id="{431A80E7-AE31-E3F6-B299-06D13F81A41E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4" name="직사각형 423">
                  <a:extLst>
                    <a:ext uri="{FF2B5EF4-FFF2-40B4-BE49-F238E27FC236}">
                      <a16:creationId xmlns:a16="http://schemas.microsoft.com/office/drawing/2014/main" id="{E46A9964-8D6F-11B8-9E17-49406BA830BA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448337-ABD5-FD5C-3B71-90FD94F8278F}"/>
              </a:ext>
            </a:extLst>
          </p:cNvPr>
          <p:cNvGrpSpPr/>
          <p:nvPr/>
        </p:nvGrpSpPr>
        <p:grpSpPr>
          <a:xfrm>
            <a:off x="6075552" y="2677891"/>
            <a:ext cx="643311" cy="260571"/>
            <a:chOff x="5574293" y="4874701"/>
            <a:chExt cx="1423401" cy="431074"/>
          </a:xfrm>
        </p:grpSpPr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A87A2E34-8AB9-826A-4435-82D66790B4EF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415" name="직사각형 414">
                <a:extLst>
                  <a:ext uri="{FF2B5EF4-FFF2-40B4-BE49-F238E27FC236}">
                    <a16:creationId xmlns:a16="http://schemas.microsoft.com/office/drawing/2014/main" id="{61BA396E-9E60-56EA-8E61-F8A39AE683FE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98D88F1E-6E50-FD8C-6B29-98707373F8CC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3" name="화살표: 오른쪽 412">
              <a:extLst>
                <a:ext uri="{FF2B5EF4-FFF2-40B4-BE49-F238E27FC236}">
                  <a16:creationId xmlns:a16="http://schemas.microsoft.com/office/drawing/2014/main" id="{90A24866-9FA4-2FB2-DACA-15C265BD2291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" name="화살표: 오른쪽 413">
              <a:extLst>
                <a:ext uri="{FF2B5EF4-FFF2-40B4-BE49-F238E27FC236}">
                  <a16:creationId xmlns:a16="http://schemas.microsoft.com/office/drawing/2014/main" id="{A9D118F6-DF07-EB16-EBC5-E69EE533F2F1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5" name="곱하기 기호 404">
            <a:extLst>
              <a:ext uri="{FF2B5EF4-FFF2-40B4-BE49-F238E27FC236}">
                <a16:creationId xmlns:a16="http://schemas.microsoft.com/office/drawing/2014/main" id="{DAF6FEA0-C744-F067-857F-A771210ACB73}"/>
              </a:ext>
            </a:extLst>
          </p:cNvPr>
          <p:cNvSpPr/>
          <p:nvPr/>
        </p:nvSpPr>
        <p:spPr>
          <a:xfrm>
            <a:off x="7260750" y="2345068"/>
            <a:ext cx="142592" cy="144079"/>
          </a:xfrm>
          <a:prstGeom prst="mathMultiply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79E7DBEC-D900-882B-2767-AF0DB0E296F3}"/>
              </a:ext>
            </a:extLst>
          </p:cNvPr>
          <p:cNvSpPr/>
          <p:nvPr/>
        </p:nvSpPr>
        <p:spPr>
          <a:xfrm>
            <a:off x="7445497" y="2345418"/>
            <a:ext cx="151659" cy="155755"/>
          </a:xfrm>
          <a:prstGeom prst="rect">
            <a:avLst/>
          </a:prstGeom>
          <a:solidFill>
            <a:srgbClr val="CC99FF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7" name="직선 연결선 406">
            <a:extLst>
              <a:ext uri="{FF2B5EF4-FFF2-40B4-BE49-F238E27FC236}">
                <a16:creationId xmlns:a16="http://schemas.microsoft.com/office/drawing/2014/main" id="{7A7380EE-D025-9D86-FD5B-1CAEE52EE315}"/>
              </a:ext>
            </a:extLst>
          </p:cNvPr>
          <p:cNvCxnSpPr>
            <a:cxnSpLocks/>
          </p:cNvCxnSpPr>
          <p:nvPr/>
        </p:nvCxnSpPr>
        <p:spPr>
          <a:xfrm>
            <a:off x="7494484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>
            <a:extLst>
              <a:ext uri="{FF2B5EF4-FFF2-40B4-BE49-F238E27FC236}">
                <a16:creationId xmlns:a16="http://schemas.microsoft.com/office/drawing/2014/main" id="{B08A6174-2EC0-7029-F98A-D61E19A9F125}"/>
              </a:ext>
            </a:extLst>
          </p:cNvPr>
          <p:cNvCxnSpPr>
            <a:cxnSpLocks/>
          </p:cNvCxnSpPr>
          <p:nvPr/>
        </p:nvCxnSpPr>
        <p:spPr>
          <a:xfrm flipH="1">
            <a:off x="7453342" y="2450139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TextBox 408">
            <a:extLst>
              <a:ext uri="{FF2B5EF4-FFF2-40B4-BE49-F238E27FC236}">
                <a16:creationId xmlns:a16="http://schemas.microsoft.com/office/drawing/2014/main" id="{DE1E77BC-268A-BD79-82FB-7A1AB5660F39}"/>
              </a:ext>
            </a:extLst>
          </p:cNvPr>
          <p:cNvSpPr txBox="1"/>
          <p:nvPr/>
        </p:nvSpPr>
        <p:spPr>
          <a:xfrm>
            <a:off x="7063003" y="2581725"/>
            <a:ext cx="963397" cy="22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3x3</a:t>
            </a:r>
            <a:r>
              <a:rPr lang="ko-KR" altLang="en-US" sz="1000" dirty="0"/>
              <a:t> </a:t>
            </a:r>
            <a:r>
              <a:rPr lang="en-US" altLang="ko-KR" sz="1000" dirty="0"/>
              <a:t>MDS</a:t>
            </a:r>
            <a:r>
              <a:rPr lang="ko-KR" altLang="en-US" sz="1000" dirty="0"/>
              <a:t>행렬</a:t>
            </a:r>
            <a:endParaRPr lang="en-US" altLang="ko-KR" sz="1000" dirty="0"/>
          </a:p>
        </p:txBody>
      </p:sp>
      <p:cxnSp>
        <p:nvCxnSpPr>
          <p:cNvPr id="410" name="직선 연결선 409">
            <a:extLst>
              <a:ext uri="{FF2B5EF4-FFF2-40B4-BE49-F238E27FC236}">
                <a16:creationId xmlns:a16="http://schemas.microsoft.com/office/drawing/2014/main" id="{6A6D0E88-847E-1A87-F297-C3FA9BC5CA62}"/>
              </a:ext>
            </a:extLst>
          </p:cNvPr>
          <p:cNvCxnSpPr>
            <a:cxnSpLocks/>
          </p:cNvCxnSpPr>
          <p:nvPr/>
        </p:nvCxnSpPr>
        <p:spPr>
          <a:xfrm flipH="1">
            <a:off x="7452954" y="2405442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A4F0739E-2719-1055-C697-83582DC4E60E}"/>
              </a:ext>
            </a:extLst>
          </p:cNvPr>
          <p:cNvCxnSpPr>
            <a:cxnSpLocks/>
          </p:cNvCxnSpPr>
          <p:nvPr/>
        </p:nvCxnSpPr>
        <p:spPr>
          <a:xfrm>
            <a:off x="7544702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7" name="화살표: 오른쪽 576">
            <a:extLst>
              <a:ext uri="{FF2B5EF4-FFF2-40B4-BE49-F238E27FC236}">
                <a16:creationId xmlns:a16="http://schemas.microsoft.com/office/drawing/2014/main" id="{68D6DA8D-0CC0-9524-A921-E137C803D8B0}"/>
              </a:ext>
            </a:extLst>
          </p:cNvPr>
          <p:cNvSpPr/>
          <p:nvPr/>
        </p:nvSpPr>
        <p:spPr>
          <a:xfrm>
            <a:off x="6132262" y="1898426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9" name="화살표: 오른쪽 578">
            <a:extLst>
              <a:ext uri="{FF2B5EF4-FFF2-40B4-BE49-F238E27FC236}">
                <a16:creationId xmlns:a16="http://schemas.microsoft.com/office/drawing/2014/main" id="{E8D4BDE4-411C-F209-A247-0723B491E2C4}"/>
              </a:ext>
            </a:extLst>
          </p:cNvPr>
          <p:cNvSpPr/>
          <p:nvPr/>
        </p:nvSpPr>
        <p:spPr>
          <a:xfrm>
            <a:off x="6127605" y="2304728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9F56E818-7594-93AD-CB4B-8A6C29BA9367}"/>
              </a:ext>
            </a:extLst>
          </p:cNvPr>
          <p:cNvSpPr txBox="1"/>
          <p:nvPr/>
        </p:nvSpPr>
        <p:spPr>
          <a:xfrm>
            <a:off x="9897439" y="3239171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5121C41-751F-4112-F6D3-57D0B8997BAA}"/>
              </a:ext>
            </a:extLst>
          </p:cNvPr>
          <p:cNvSpPr txBox="1"/>
          <p:nvPr/>
        </p:nvSpPr>
        <p:spPr>
          <a:xfrm>
            <a:off x="5508207" y="3280721"/>
            <a:ext cx="1486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56</a:t>
            </a:r>
            <a:r>
              <a:rPr lang="ko-KR" altLang="en-US" sz="1100" dirty="0"/>
              <a:t>번의 </a:t>
            </a:r>
            <a:r>
              <a:rPr lang="en-US" altLang="ko-KR" sz="1100" dirty="0"/>
              <a:t>partial round</a:t>
            </a:r>
          </a:p>
        </p:txBody>
      </p:sp>
      <p:sp>
        <p:nvSpPr>
          <p:cNvPr id="583" name="화살표: 오른쪽 582">
            <a:extLst>
              <a:ext uri="{FF2B5EF4-FFF2-40B4-BE49-F238E27FC236}">
                <a16:creationId xmlns:a16="http://schemas.microsoft.com/office/drawing/2014/main" id="{9749F7D3-C0DE-7C8F-A08A-EC50BD211202}"/>
              </a:ext>
            </a:extLst>
          </p:cNvPr>
          <p:cNvSpPr/>
          <p:nvPr/>
        </p:nvSpPr>
        <p:spPr>
          <a:xfrm>
            <a:off x="4140994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화살표: 오른쪽 583">
            <a:extLst>
              <a:ext uri="{FF2B5EF4-FFF2-40B4-BE49-F238E27FC236}">
                <a16:creationId xmlns:a16="http://schemas.microsoft.com/office/drawing/2014/main" id="{5B155B3E-3A5F-3261-6B80-7C82238E1954}"/>
              </a:ext>
            </a:extLst>
          </p:cNvPr>
          <p:cNvSpPr/>
          <p:nvPr/>
        </p:nvSpPr>
        <p:spPr>
          <a:xfrm>
            <a:off x="7823728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5" name="화살표: 오른쪽 584">
            <a:extLst>
              <a:ext uri="{FF2B5EF4-FFF2-40B4-BE49-F238E27FC236}">
                <a16:creationId xmlns:a16="http://schemas.microsoft.com/office/drawing/2014/main" id="{39ABD13E-9571-678A-111B-EA6FFBC4C4CB}"/>
              </a:ext>
            </a:extLst>
          </p:cNvPr>
          <p:cNvSpPr/>
          <p:nvPr/>
        </p:nvSpPr>
        <p:spPr>
          <a:xfrm>
            <a:off x="8367739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0DA764A8-E8F4-D222-E20A-CD48AC4BA9A7}"/>
              </a:ext>
            </a:extLst>
          </p:cNvPr>
          <p:cNvSpPr txBox="1"/>
          <p:nvPr/>
        </p:nvSpPr>
        <p:spPr>
          <a:xfrm>
            <a:off x="3880188" y="2301990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9B7AE052-CC43-D951-F8E4-70B68C242F89}"/>
              </a:ext>
            </a:extLst>
          </p:cNvPr>
          <p:cNvSpPr txBox="1"/>
          <p:nvPr/>
        </p:nvSpPr>
        <p:spPr>
          <a:xfrm>
            <a:off x="8126327" y="2274637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grpSp>
        <p:nvGrpSpPr>
          <p:cNvPr id="541" name="그룹 540">
            <a:extLst>
              <a:ext uri="{FF2B5EF4-FFF2-40B4-BE49-F238E27FC236}">
                <a16:creationId xmlns:a16="http://schemas.microsoft.com/office/drawing/2014/main" id="{36C1480B-A87F-C035-E3D1-6B5BDA23A7C5}"/>
              </a:ext>
            </a:extLst>
          </p:cNvPr>
          <p:cNvGrpSpPr/>
          <p:nvPr/>
        </p:nvGrpSpPr>
        <p:grpSpPr>
          <a:xfrm>
            <a:off x="101277" y="1771080"/>
            <a:ext cx="3549973" cy="1217083"/>
            <a:chOff x="101277" y="1771080"/>
            <a:chExt cx="3549973" cy="1217083"/>
          </a:xfrm>
        </p:grpSpPr>
        <p:sp>
          <p:nvSpPr>
            <p:cNvPr id="468" name="사다리꼴 467">
              <a:extLst>
                <a:ext uri="{FF2B5EF4-FFF2-40B4-BE49-F238E27FC236}">
                  <a16:creationId xmlns:a16="http://schemas.microsoft.com/office/drawing/2014/main" id="{33286190-2B5E-63C4-A23F-CEAF5069B415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C2773ABF-FD13-AB0F-DC42-45E1357DB801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509C02C-5AE0-BAAB-55EA-20C750C8584F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105" name="화살표: 오른쪽 104">
                <a:extLst>
                  <a:ext uri="{FF2B5EF4-FFF2-40B4-BE49-F238E27FC236}">
                    <a16:creationId xmlns:a16="http://schemas.microsoft.com/office/drawing/2014/main" id="{DAFF45A8-52CA-C3A7-19D6-E8BC27EFF9B1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화살표: 오른쪽 121">
                <a:extLst>
                  <a:ext uri="{FF2B5EF4-FFF2-40B4-BE49-F238E27FC236}">
                    <a16:creationId xmlns:a16="http://schemas.microsoft.com/office/drawing/2014/main" id="{142473AB-A43E-2790-B326-70546A53D209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CFBE3978-D330-E37A-BAD6-D1CB58226CCF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6D6739A1-9861-B2D8-3FE2-C92EBE3F2467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4" name="곱하기 기호 223">
              <a:extLst>
                <a:ext uri="{FF2B5EF4-FFF2-40B4-BE49-F238E27FC236}">
                  <a16:creationId xmlns:a16="http://schemas.microsoft.com/office/drawing/2014/main" id="{BB5ECA58-B8A6-7441-9961-2E6104D08811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1A856775-5E5E-3C3C-66A6-1F61A12C8BEE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B8EDDE38-3613-DC9E-3506-B3CA266EEDF8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09841F28-2177-07C1-D2B0-A33315061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914CA12-45B8-71B9-51BF-36D00E3FF47E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0AF530B6-A9E9-B916-FC07-E4C866B4C8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4545A55-F47F-B764-0EDA-FF496E41B2F9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3" name="화살표: 오른쪽 2">
                <a:extLst>
                  <a:ext uri="{FF2B5EF4-FFF2-40B4-BE49-F238E27FC236}">
                    <a16:creationId xmlns:a16="http://schemas.microsoft.com/office/drawing/2014/main" id="{71A7431E-0616-1A80-EB45-A92D26403A36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화살표: 오른쪽 4">
                <a:extLst>
                  <a:ext uri="{FF2B5EF4-FFF2-40B4-BE49-F238E27FC236}">
                    <a16:creationId xmlns:a16="http://schemas.microsoft.com/office/drawing/2014/main" id="{C4BB5462-FFB9-95A1-4844-7E09A751A376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DBE3627F-EE7F-8331-0830-F128E840E6C5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CB6B0CA1-8672-FEF2-CD59-BB33C5F445B1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106" name="화살표: 오른쪽 105">
                  <a:extLst>
                    <a:ext uri="{FF2B5EF4-FFF2-40B4-BE49-F238E27FC236}">
                      <a16:creationId xmlns:a16="http://schemas.microsoft.com/office/drawing/2014/main" id="{256B3AE7-2E3E-C154-CB8A-5A4B3A178B23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화살표: 오른쪽 122">
                  <a:extLst>
                    <a:ext uri="{FF2B5EF4-FFF2-40B4-BE49-F238E27FC236}">
                      <a16:creationId xmlns:a16="http://schemas.microsoft.com/office/drawing/2014/main" id="{812EE2D0-F94D-279E-1FA0-FEDD4FF6FA63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사다리꼴 8">
                <a:extLst>
                  <a:ext uri="{FF2B5EF4-FFF2-40B4-BE49-F238E27FC236}">
                    <a16:creationId xmlns:a16="http://schemas.microsoft.com/office/drawing/2014/main" id="{0C1C5E04-0E64-89C9-6C6D-DCCCF3017445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사다리꼴 9">
              <a:extLst>
                <a:ext uri="{FF2B5EF4-FFF2-40B4-BE49-F238E27FC236}">
                  <a16:creationId xmlns:a16="http://schemas.microsoft.com/office/drawing/2014/main" id="{64C3F3A5-B296-3210-49A8-3602730783D2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F2B40EF5-8956-9C98-58CE-4190BCB4B865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9F542B8F-7587-8BC0-28E7-14CFD550B65F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4561F449-B2EE-CECD-0015-EBCD6F255863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14" name="직사각형 213">
                    <a:extLst>
                      <a:ext uri="{FF2B5EF4-FFF2-40B4-BE49-F238E27FC236}">
                        <a16:creationId xmlns:a16="http://schemas.microsoft.com/office/drawing/2014/main" id="{5E546731-F9B6-0E84-03A5-16EF561A99F6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5" name="직사각형 214">
                    <a:extLst>
                      <a:ext uri="{FF2B5EF4-FFF2-40B4-BE49-F238E27FC236}">
                        <a16:creationId xmlns:a16="http://schemas.microsoft.com/office/drawing/2014/main" id="{0BE4C30E-C59F-BEC1-6BD6-3C456FDE761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2" name="화살표: 오른쪽 211">
                  <a:extLst>
                    <a:ext uri="{FF2B5EF4-FFF2-40B4-BE49-F238E27FC236}">
                      <a16:creationId xmlns:a16="http://schemas.microsoft.com/office/drawing/2014/main" id="{6DE837AB-2353-CDB5-BC9A-1656084778C7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화살표: 오른쪽 212">
                  <a:extLst>
                    <a:ext uri="{FF2B5EF4-FFF2-40B4-BE49-F238E27FC236}">
                      <a16:creationId xmlns:a16="http://schemas.microsoft.com/office/drawing/2014/main" id="{9E4E14E2-FFC5-CEB2-CEA0-7A5D6FBCB289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6" name="그룹 215">
                <a:extLst>
                  <a:ext uri="{FF2B5EF4-FFF2-40B4-BE49-F238E27FC236}">
                    <a16:creationId xmlns:a16="http://schemas.microsoft.com/office/drawing/2014/main" id="{3F57437C-8A89-349A-48FD-B0BBB6B7F174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7" name="그룹 216">
                  <a:extLst>
                    <a:ext uri="{FF2B5EF4-FFF2-40B4-BE49-F238E27FC236}">
                      <a16:creationId xmlns:a16="http://schemas.microsoft.com/office/drawing/2014/main" id="{E20D99DB-AC79-0445-F744-1BCC05F8806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20" name="직사각형 219">
                    <a:extLst>
                      <a:ext uri="{FF2B5EF4-FFF2-40B4-BE49-F238E27FC236}">
                        <a16:creationId xmlns:a16="http://schemas.microsoft.com/office/drawing/2014/main" id="{C921BB47-4CD0-7405-4726-4F2942630D3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직사각형 220">
                    <a:extLst>
                      <a:ext uri="{FF2B5EF4-FFF2-40B4-BE49-F238E27FC236}">
                        <a16:creationId xmlns:a16="http://schemas.microsoft.com/office/drawing/2014/main" id="{9520C26C-1740-1FDD-8D3A-AD71AD9F17A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8" name="화살표: 오른쪽 217">
                  <a:extLst>
                    <a:ext uri="{FF2B5EF4-FFF2-40B4-BE49-F238E27FC236}">
                      <a16:creationId xmlns:a16="http://schemas.microsoft.com/office/drawing/2014/main" id="{BDCB876B-3FB7-5B1D-7BD8-6F79C81332AA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9" name="화살표: 오른쪽 218">
                  <a:extLst>
                    <a:ext uri="{FF2B5EF4-FFF2-40B4-BE49-F238E27FC236}">
                      <a16:creationId xmlns:a16="http://schemas.microsoft.com/office/drawing/2014/main" id="{BD5E4FCF-CE7D-03D1-114E-DD64F4DAEFFC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F97B8DED-7F5F-D77B-9961-442F9A87DDC0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6CE2C03E-EE77-0FEB-B16C-D01B246E8A26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86A66B03-98BC-A0DD-623C-7292DB614DDD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DE408432-B2F7-CC5E-6AEA-BB8369069C00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3" name="화살표: 오른쪽 12">
                  <a:extLst>
                    <a:ext uri="{FF2B5EF4-FFF2-40B4-BE49-F238E27FC236}">
                      <a16:creationId xmlns:a16="http://schemas.microsoft.com/office/drawing/2014/main" id="{38B893E9-5E69-186B-EBD3-69A51C8E233D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화살표: 오른쪽 13">
                  <a:extLst>
                    <a:ext uri="{FF2B5EF4-FFF2-40B4-BE49-F238E27FC236}">
                      <a16:creationId xmlns:a16="http://schemas.microsoft.com/office/drawing/2014/main" id="{8585F8A0-92BE-9D76-20D0-5B0968FEA6B5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56" name="사다리꼴 55">
            <a:extLst>
              <a:ext uri="{FF2B5EF4-FFF2-40B4-BE49-F238E27FC236}">
                <a16:creationId xmlns:a16="http://schemas.microsoft.com/office/drawing/2014/main" id="{C5105C34-7518-48C6-3C4E-B826F985C9C2}"/>
              </a:ext>
            </a:extLst>
          </p:cNvPr>
          <p:cNvSpPr/>
          <p:nvPr/>
        </p:nvSpPr>
        <p:spPr>
          <a:xfrm rot="5400000">
            <a:off x="5114296" y="1853107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1088AA2-F65A-942F-A470-F11C9E0AA6FD}"/>
              </a:ext>
            </a:extLst>
          </p:cNvPr>
          <p:cNvGrpSpPr/>
          <p:nvPr/>
        </p:nvGrpSpPr>
        <p:grpSpPr>
          <a:xfrm>
            <a:off x="4963794" y="1892264"/>
            <a:ext cx="602940" cy="153317"/>
            <a:chOff x="577254" y="1892264"/>
            <a:chExt cx="602940" cy="153317"/>
          </a:xfrm>
        </p:grpSpPr>
        <p:sp>
          <p:nvSpPr>
            <p:cNvPr id="58" name="화살표: 오른쪽 57">
              <a:extLst>
                <a:ext uri="{FF2B5EF4-FFF2-40B4-BE49-F238E27FC236}">
                  <a16:creationId xmlns:a16="http://schemas.microsoft.com/office/drawing/2014/main" id="{F4FA4FE1-00B9-6C11-FCDE-540F2EFF6358}"/>
                </a:ext>
              </a:extLst>
            </p:cNvPr>
            <p:cNvSpPr/>
            <p:nvPr/>
          </p:nvSpPr>
          <p:spPr>
            <a:xfrm>
              <a:off x="577254" y="1892264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화살표: 오른쪽 58">
              <a:extLst>
                <a:ext uri="{FF2B5EF4-FFF2-40B4-BE49-F238E27FC236}">
                  <a16:creationId xmlns:a16="http://schemas.microsoft.com/office/drawing/2014/main" id="{9B411D58-9AB8-81D0-7B04-FD5B4F83DB75}"/>
                </a:ext>
              </a:extLst>
            </p:cNvPr>
            <p:cNvSpPr/>
            <p:nvPr/>
          </p:nvSpPr>
          <p:spPr>
            <a:xfrm>
              <a:off x="1035495" y="1901347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B10DDA2-F737-EA48-25A9-83982B2AB821}"/>
              </a:ext>
            </a:extLst>
          </p:cNvPr>
          <p:cNvGrpSpPr/>
          <p:nvPr/>
        </p:nvGrpSpPr>
        <p:grpSpPr>
          <a:xfrm>
            <a:off x="4963270" y="2308684"/>
            <a:ext cx="602940" cy="153317"/>
            <a:chOff x="576730" y="2312609"/>
            <a:chExt cx="602940" cy="153317"/>
          </a:xfrm>
        </p:grpSpPr>
        <p:sp>
          <p:nvSpPr>
            <p:cNvPr id="61" name="화살표: 오른쪽 60">
              <a:extLst>
                <a:ext uri="{FF2B5EF4-FFF2-40B4-BE49-F238E27FC236}">
                  <a16:creationId xmlns:a16="http://schemas.microsoft.com/office/drawing/2014/main" id="{10C0ACFE-6E99-44D4-3858-2D2B825B5720}"/>
                </a:ext>
              </a:extLst>
            </p:cNvPr>
            <p:cNvSpPr/>
            <p:nvPr/>
          </p:nvSpPr>
          <p:spPr>
            <a:xfrm>
              <a:off x="576730" y="2312609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화살표: 오른쪽 61">
              <a:extLst>
                <a:ext uri="{FF2B5EF4-FFF2-40B4-BE49-F238E27FC236}">
                  <a16:creationId xmlns:a16="http://schemas.microsoft.com/office/drawing/2014/main" id="{5DD43501-7CDB-E826-62AB-442FB38476FA}"/>
                </a:ext>
              </a:extLst>
            </p:cNvPr>
            <p:cNvSpPr/>
            <p:nvPr/>
          </p:nvSpPr>
          <p:spPr>
            <a:xfrm>
              <a:off x="1034971" y="2321692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FFEE1A7-D32E-46AE-7935-862C4DAB974F}"/>
              </a:ext>
            </a:extLst>
          </p:cNvPr>
          <p:cNvGrpSpPr/>
          <p:nvPr/>
        </p:nvGrpSpPr>
        <p:grpSpPr>
          <a:xfrm>
            <a:off x="4956774" y="2665043"/>
            <a:ext cx="602940" cy="284257"/>
            <a:chOff x="570234" y="2665043"/>
            <a:chExt cx="602940" cy="284257"/>
          </a:xfrm>
        </p:grpSpPr>
        <p:grpSp>
          <p:nvGrpSpPr>
            <p:cNvPr id="448" name="그룹 447">
              <a:extLst>
                <a:ext uri="{FF2B5EF4-FFF2-40B4-BE49-F238E27FC236}">
                  <a16:creationId xmlns:a16="http://schemas.microsoft.com/office/drawing/2014/main" id="{C1F89BDB-46EC-F865-7A8E-1AB369EBE61B}"/>
                </a:ext>
              </a:extLst>
            </p:cNvPr>
            <p:cNvGrpSpPr/>
            <p:nvPr/>
          </p:nvGrpSpPr>
          <p:grpSpPr>
            <a:xfrm>
              <a:off x="570234" y="2725104"/>
              <a:ext cx="602940" cy="153317"/>
              <a:chOff x="570234" y="2725104"/>
              <a:chExt cx="602940" cy="153317"/>
            </a:xfrm>
          </p:grpSpPr>
          <p:sp>
            <p:nvSpPr>
              <p:cNvPr id="450" name="화살표: 오른쪽 449">
                <a:extLst>
                  <a:ext uri="{FF2B5EF4-FFF2-40B4-BE49-F238E27FC236}">
                    <a16:creationId xmlns:a16="http://schemas.microsoft.com/office/drawing/2014/main" id="{D5FB00A8-5F67-2C0C-3B1E-F27CC63E830F}"/>
                  </a:ext>
                </a:extLst>
              </p:cNvPr>
              <p:cNvSpPr/>
              <p:nvPr/>
            </p:nvSpPr>
            <p:spPr>
              <a:xfrm>
                <a:off x="570234" y="272510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화살표: 오른쪽 450">
                <a:extLst>
                  <a:ext uri="{FF2B5EF4-FFF2-40B4-BE49-F238E27FC236}">
                    <a16:creationId xmlns:a16="http://schemas.microsoft.com/office/drawing/2014/main" id="{A6B9A7BE-560D-410D-933D-F74E923166B0}"/>
                  </a:ext>
                </a:extLst>
              </p:cNvPr>
              <p:cNvSpPr/>
              <p:nvPr/>
            </p:nvSpPr>
            <p:spPr>
              <a:xfrm>
                <a:off x="1028475" y="273418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9" name="사다리꼴 448">
              <a:extLst>
                <a:ext uri="{FF2B5EF4-FFF2-40B4-BE49-F238E27FC236}">
                  <a16:creationId xmlns:a16="http://schemas.microsoft.com/office/drawing/2014/main" id="{1692E981-CB4E-D2D0-66B1-75E44FD2D732}"/>
                </a:ext>
              </a:extLst>
            </p:cNvPr>
            <p:cNvSpPr/>
            <p:nvPr/>
          </p:nvSpPr>
          <p:spPr>
            <a:xfrm rot="5400000">
              <a:off x="727757" y="268495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52" name="사다리꼴 451">
            <a:extLst>
              <a:ext uri="{FF2B5EF4-FFF2-40B4-BE49-F238E27FC236}">
                <a16:creationId xmlns:a16="http://schemas.microsoft.com/office/drawing/2014/main" id="{D8B71239-1D5D-5AC7-F77B-367731F5CF54}"/>
              </a:ext>
            </a:extLst>
          </p:cNvPr>
          <p:cNvSpPr/>
          <p:nvPr/>
        </p:nvSpPr>
        <p:spPr>
          <a:xfrm rot="5400000">
            <a:off x="5120420" y="2269032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42" name="그룹 541">
            <a:extLst>
              <a:ext uri="{FF2B5EF4-FFF2-40B4-BE49-F238E27FC236}">
                <a16:creationId xmlns:a16="http://schemas.microsoft.com/office/drawing/2014/main" id="{0B7F9863-0FE6-01CA-8650-D5AD6BA81AE9}"/>
              </a:ext>
            </a:extLst>
          </p:cNvPr>
          <p:cNvGrpSpPr/>
          <p:nvPr/>
        </p:nvGrpSpPr>
        <p:grpSpPr>
          <a:xfrm>
            <a:off x="8685781" y="1770590"/>
            <a:ext cx="3549973" cy="1217083"/>
            <a:chOff x="101277" y="1771080"/>
            <a:chExt cx="3549973" cy="1217083"/>
          </a:xfrm>
        </p:grpSpPr>
        <p:sp>
          <p:nvSpPr>
            <p:cNvPr id="543" name="사다리꼴 542">
              <a:extLst>
                <a:ext uri="{FF2B5EF4-FFF2-40B4-BE49-F238E27FC236}">
                  <a16:creationId xmlns:a16="http://schemas.microsoft.com/office/drawing/2014/main" id="{C5B56E8C-8607-BDEF-3FDE-1CD9A6477D76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44" name="그룹 543">
              <a:extLst>
                <a:ext uri="{FF2B5EF4-FFF2-40B4-BE49-F238E27FC236}">
                  <a16:creationId xmlns:a16="http://schemas.microsoft.com/office/drawing/2014/main" id="{FD1E4B65-E6E0-CBC1-8A63-E9DB56CE4E20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5" name="그룹 544">
              <a:extLst>
                <a:ext uri="{FF2B5EF4-FFF2-40B4-BE49-F238E27FC236}">
                  <a16:creationId xmlns:a16="http://schemas.microsoft.com/office/drawing/2014/main" id="{58C2F18C-32DE-71A3-F2B9-6FB0824AFCF2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598" name="화살표: 오른쪽 597">
                <a:extLst>
                  <a:ext uri="{FF2B5EF4-FFF2-40B4-BE49-F238E27FC236}">
                    <a16:creationId xmlns:a16="http://schemas.microsoft.com/office/drawing/2014/main" id="{8FB25485-7270-865C-EB04-E6058460F4C4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9" name="화살표: 오른쪽 598">
                <a:extLst>
                  <a:ext uri="{FF2B5EF4-FFF2-40B4-BE49-F238E27FC236}">
                    <a16:creationId xmlns:a16="http://schemas.microsoft.com/office/drawing/2014/main" id="{D9F8F41D-D937-36F1-1554-693E9A4C5432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6" name="그룹 545">
              <a:extLst>
                <a:ext uri="{FF2B5EF4-FFF2-40B4-BE49-F238E27FC236}">
                  <a16:creationId xmlns:a16="http://schemas.microsoft.com/office/drawing/2014/main" id="{55A9B447-022C-360E-C4F0-99CEA4162346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7" name="그룹 546">
              <a:extLst>
                <a:ext uri="{FF2B5EF4-FFF2-40B4-BE49-F238E27FC236}">
                  <a16:creationId xmlns:a16="http://schemas.microsoft.com/office/drawing/2014/main" id="{16C7CC91-A0B2-32D4-2F75-D21A1111C768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8" name="곱하기 기호 547">
              <a:extLst>
                <a:ext uri="{FF2B5EF4-FFF2-40B4-BE49-F238E27FC236}">
                  <a16:creationId xmlns:a16="http://schemas.microsoft.com/office/drawing/2014/main" id="{9954098D-DEB0-3127-9BCB-E3D05E39C393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9" name="직사각형 548">
              <a:extLst>
                <a:ext uri="{FF2B5EF4-FFF2-40B4-BE49-F238E27FC236}">
                  <a16:creationId xmlns:a16="http://schemas.microsoft.com/office/drawing/2014/main" id="{054F0074-7784-9493-E70A-BDE7E4E44137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550" name="직선 연결선 549">
              <a:extLst>
                <a:ext uri="{FF2B5EF4-FFF2-40B4-BE49-F238E27FC236}">
                  <a16:creationId xmlns:a16="http://schemas.microsoft.com/office/drawing/2014/main" id="{7B61714F-E85C-7ACD-E6FD-A519893DB57D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직선 연결선 550">
              <a:extLst>
                <a:ext uri="{FF2B5EF4-FFF2-40B4-BE49-F238E27FC236}">
                  <a16:creationId xmlns:a16="http://schemas.microsoft.com/office/drawing/2014/main" id="{762E1E52-CAC6-1418-CD1C-7BFD1E152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D8ACD1A0-ED44-3A7F-FD80-6925DB187C2F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553" name="직선 연결선 552">
              <a:extLst>
                <a:ext uri="{FF2B5EF4-FFF2-40B4-BE49-F238E27FC236}">
                  <a16:creationId xmlns:a16="http://schemas.microsoft.com/office/drawing/2014/main" id="{9B0FBD64-CE62-4CFB-4B66-EB9383B0DF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4" name="그룹 553">
              <a:extLst>
                <a:ext uri="{FF2B5EF4-FFF2-40B4-BE49-F238E27FC236}">
                  <a16:creationId xmlns:a16="http://schemas.microsoft.com/office/drawing/2014/main" id="{8FD0BE71-64A3-239B-B869-390DF0254C20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590" name="화살표: 오른쪽 589">
                <a:extLst>
                  <a:ext uri="{FF2B5EF4-FFF2-40B4-BE49-F238E27FC236}">
                    <a16:creationId xmlns:a16="http://schemas.microsoft.com/office/drawing/2014/main" id="{F22CE37D-D979-8EC7-4919-656535EE14BD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1" name="화살표: 오른쪽 590">
                <a:extLst>
                  <a:ext uri="{FF2B5EF4-FFF2-40B4-BE49-F238E27FC236}">
                    <a16:creationId xmlns:a16="http://schemas.microsoft.com/office/drawing/2014/main" id="{81061AC7-2870-A34B-693B-F57C38D78982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3658A11E-4C50-9728-744E-EC52C19EA2EF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576" name="그룹 575">
                <a:extLst>
                  <a:ext uri="{FF2B5EF4-FFF2-40B4-BE49-F238E27FC236}">
                    <a16:creationId xmlns:a16="http://schemas.microsoft.com/office/drawing/2014/main" id="{025126ED-D54D-EC3C-855B-E3BDED6ACF42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588" name="화살표: 오른쪽 587">
                  <a:extLst>
                    <a:ext uri="{FF2B5EF4-FFF2-40B4-BE49-F238E27FC236}">
                      <a16:creationId xmlns:a16="http://schemas.microsoft.com/office/drawing/2014/main" id="{FD768B96-9C2E-14E5-BFF5-A9A800CB320B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9" name="화살표: 오른쪽 588">
                  <a:extLst>
                    <a:ext uri="{FF2B5EF4-FFF2-40B4-BE49-F238E27FC236}">
                      <a16:creationId xmlns:a16="http://schemas.microsoft.com/office/drawing/2014/main" id="{D48AA2A8-B634-B787-62D0-F352B8BF5898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78" name="사다리꼴 577">
                <a:extLst>
                  <a:ext uri="{FF2B5EF4-FFF2-40B4-BE49-F238E27FC236}">
                    <a16:creationId xmlns:a16="http://schemas.microsoft.com/office/drawing/2014/main" id="{C9C5D5CF-25C3-0EA3-107B-DA8893D7EAFC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6" name="사다리꼴 555">
              <a:extLst>
                <a:ext uri="{FF2B5EF4-FFF2-40B4-BE49-F238E27FC236}">
                  <a16:creationId xmlns:a16="http://schemas.microsoft.com/office/drawing/2014/main" id="{BED70FD6-E175-D686-FDEF-F36E44A8198D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57" name="그룹 556">
              <a:extLst>
                <a:ext uri="{FF2B5EF4-FFF2-40B4-BE49-F238E27FC236}">
                  <a16:creationId xmlns:a16="http://schemas.microsoft.com/office/drawing/2014/main" id="{DBB6FA18-BBCC-716E-8E0F-9B413004A8C0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558" name="그룹 557">
                <a:extLst>
                  <a:ext uri="{FF2B5EF4-FFF2-40B4-BE49-F238E27FC236}">
                    <a16:creationId xmlns:a16="http://schemas.microsoft.com/office/drawing/2014/main" id="{98941448-BE9F-160F-108D-CF4FD354377D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71" name="그룹 570">
                  <a:extLst>
                    <a:ext uri="{FF2B5EF4-FFF2-40B4-BE49-F238E27FC236}">
                      <a16:creationId xmlns:a16="http://schemas.microsoft.com/office/drawing/2014/main" id="{6B71EB73-51B5-4670-0DF2-CCCEE5ACACD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74" name="직사각형 573">
                    <a:extLst>
                      <a:ext uri="{FF2B5EF4-FFF2-40B4-BE49-F238E27FC236}">
                        <a16:creationId xmlns:a16="http://schemas.microsoft.com/office/drawing/2014/main" id="{DF5FB31B-38A8-1F13-ED85-5468D276AC78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5" name="직사각형 574">
                    <a:extLst>
                      <a:ext uri="{FF2B5EF4-FFF2-40B4-BE49-F238E27FC236}">
                        <a16:creationId xmlns:a16="http://schemas.microsoft.com/office/drawing/2014/main" id="{DB62E380-2C3A-628C-66A5-E510048C217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2" name="화살표: 오른쪽 571">
                  <a:extLst>
                    <a:ext uri="{FF2B5EF4-FFF2-40B4-BE49-F238E27FC236}">
                      <a16:creationId xmlns:a16="http://schemas.microsoft.com/office/drawing/2014/main" id="{DB1241EE-0D1E-477C-0CB6-9C39DA497F0B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3" name="화살표: 오른쪽 572">
                  <a:extLst>
                    <a:ext uri="{FF2B5EF4-FFF2-40B4-BE49-F238E27FC236}">
                      <a16:creationId xmlns:a16="http://schemas.microsoft.com/office/drawing/2014/main" id="{8DF72873-B335-18F9-8797-DC6F496E422F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9" name="그룹 558">
                <a:extLst>
                  <a:ext uri="{FF2B5EF4-FFF2-40B4-BE49-F238E27FC236}">
                    <a16:creationId xmlns:a16="http://schemas.microsoft.com/office/drawing/2014/main" id="{9F62F646-F777-3B1F-B05B-57CDF1D96869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6" name="그룹 565">
                  <a:extLst>
                    <a:ext uri="{FF2B5EF4-FFF2-40B4-BE49-F238E27FC236}">
                      <a16:creationId xmlns:a16="http://schemas.microsoft.com/office/drawing/2014/main" id="{7CF0BF0D-1418-334E-5DC1-3A63D42A8B07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9" name="직사각형 568">
                    <a:extLst>
                      <a:ext uri="{FF2B5EF4-FFF2-40B4-BE49-F238E27FC236}">
                        <a16:creationId xmlns:a16="http://schemas.microsoft.com/office/drawing/2014/main" id="{DD3E8317-C3B6-8F7F-7C81-7CA151AE8C8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직사각형 569">
                    <a:extLst>
                      <a:ext uri="{FF2B5EF4-FFF2-40B4-BE49-F238E27FC236}">
                        <a16:creationId xmlns:a16="http://schemas.microsoft.com/office/drawing/2014/main" id="{543AA0AC-5C7D-EB5B-52B3-BFF78F01269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7" name="화살표: 오른쪽 566">
                  <a:extLst>
                    <a:ext uri="{FF2B5EF4-FFF2-40B4-BE49-F238E27FC236}">
                      <a16:creationId xmlns:a16="http://schemas.microsoft.com/office/drawing/2014/main" id="{105C56A4-B194-2A90-B479-5B7A2474A4DC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8" name="화살표: 오른쪽 567">
                  <a:extLst>
                    <a:ext uri="{FF2B5EF4-FFF2-40B4-BE49-F238E27FC236}">
                      <a16:creationId xmlns:a16="http://schemas.microsoft.com/office/drawing/2014/main" id="{50C9215A-37FA-A321-3683-BAEBBDE23732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0" name="그룹 559">
                <a:extLst>
                  <a:ext uri="{FF2B5EF4-FFF2-40B4-BE49-F238E27FC236}">
                    <a16:creationId xmlns:a16="http://schemas.microsoft.com/office/drawing/2014/main" id="{2DD91ECD-2499-DF47-46A4-5564AEF82838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1" name="그룹 560">
                  <a:extLst>
                    <a:ext uri="{FF2B5EF4-FFF2-40B4-BE49-F238E27FC236}">
                      <a16:creationId xmlns:a16="http://schemas.microsoft.com/office/drawing/2014/main" id="{A3FEC117-3406-0B88-3268-920A37412481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4" name="직사각형 563">
                    <a:extLst>
                      <a:ext uri="{FF2B5EF4-FFF2-40B4-BE49-F238E27FC236}">
                        <a16:creationId xmlns:a16="http://schemas.microsoft.com/office/drawing/2014/main" id="{5D866364-9E0E-935F-7F3F-CBB79B5E97FF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5" name="직사각형 564">
                    <a:extLst>
                      <a:ext uri="{FF2B5EF4-FFF2-40B4-BE49-F238E27FC236}">
                        <a16:creationId xmlns:a16="http://schemas.microsoft.com/office/drawing/2014/main" id="{9036D619-786F-0F7A-2CFC-84BE5880F5C5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2" name="화살표: 오른쪽 561">
                  <a:extLst>
                    <a:ext uri="{FF2B5EF4-FFF2-40B4-BE49-F238E27FC236}">
                      <a16:creationId xmlns:a16="http://schemas.microsoft.com/office/drawing/2014/main" id="{7ED124B9-7385-1260-EC58-DB699D16F1D2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3" name="화살표: 오른쪽 562">
                  <a:extLst>
                    <a:ext uri="{FF2B5EF4-FFF2-40B4-BE49-F238E27FC236}">
                      <a16:creationId xmlns:a16="http://schemas.microsoft.com/office/drawing/2014/main" id="{61F89850-4B25-9C53-7506-A32AA8C1DD8B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cxnSp>
        <p:nvCxnSpPr>
          <p:cNvPr id="605" name="연결선: 꺾임 604">
            <a:extLst>
              <a:ext uri="{FF2B5EF4-FFF2-40B4-BE49-F238E27FC236}">
                <a16:creationId xmlns:a16="http://schemas.microsoft.com/office/drawing/2014/main" id="{D7343182-E542-D068-E53B-5CBE97B1B0BA}"/>
              </a:ext>
            </a:extLst>
          </p:cNvPr>
          <p:cNvCxnSpPr>
            <a:cxnSpLocks/>
            <a:stCxn id="501" idx="3"/>
            <a:endCxn id="606" idx="1"/>
          </p:cNvCxnSpPr>
          <p:nvPr/>
        </p:nvCxnSpPr>
        <p:spPr>
          <a:xfrm>
            <a:off x="7695400" y="4929785"/>
            <a:ext cx="374162" cy="99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TextBox 605">
                <a:extLst>
                  <a:ext uri="{FF2B5EF4-FFF2-40B4-BE49-F238E27FC236}">
                    <a16:creationId xmlns:a16="http://schemas.microsoft.com/office/drawing/2014/main" id="{6E96C69F-9BCB-8DE9-CB24-6BAAC7E9B51B}"/>
                  </a:ext>
                </a:extLst>
              </p:cNvPr>
              <p:cNvSpPr txBox="1"/>
              <p:nvPr/>
            </p:nvSpPr>
            <p:spPr>
              <a:xfrm>
                <a:off x="8069562" y="4761499"/>
                <a:ext cx="38491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606" name="TextBox 605">
                <a:extLst>
                  <a:ext uri="{FF2B5EF4-FFF2-40B4-BE49-F238E27FC236}">
                    <a16:creationId xmlns:a16="http://schemas.microsoft.com/office/drawing/2014/main" id="{6E96C69F-9BCB-8DE9-CB24-6BAAC7E9B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562" y="4761499"/>
                <a:ext cx="3849153" cy="338554"/>
              </a:xfrm>
              <a:prstGeom prst="rect">
                <a:avLst/>
              </a:prstGeom>
              <a:blipFill>
                <a:blip r:embed="rId29"/>
                <a:stretch>
                  <a:fillRect l="-951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34A70D63-16AD-095E-1E61-B7EDC5F2D2E3}"/>
              </a:ext>
            </a:extLst>
          </p:cNvPr>
          <p:cNvSpPr txBox="1"/>
          <p:nvPr/>
        </p:nvSpPr>
        <p:spPr>
          <a:xfrm>
            <a:off x="170552" y="1139666"/>
            <a:ext cx="66381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2</a:t>
            </a:r>
            <a:r>
              <a:rPr lang="ko-KR" altLang="en-US" sz="1600" b="1" dirty="0"/>
              <a:t>개의 </a:t>
            </a:r>
            <a:r>
              <a:rPr lang="en-US" altLang="ko-KR" sz="1600" b="1" dirty="0"/>
              <a:t>256-bit Input</a:t>
            </a:r>
            <a:r>
              <a:rPr lang="ko-KR" altLang="en-US" sz="1600" b="1" dirty="0"/>
              <a:t>을 받아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개의 </a:t>
            </a:r>
            <a:r>
              <a:rPr lang="en-US" altLang="ko-KR" sz="1600" b="1" dirty="0"/>
              <a:t>output(</a:t>
            </a:r>
            <a:r>
              <a:rPr lang="ko-KR" altLang="en-US" sz="1600" b="1" dirty="0"/>
              <a:t>약 </a:t>
            </a:r>
            <a:r>
              <a:rPr lang="en-US" altLang="ko-KR" sz="1600" b="1" dirty="0"/>
              <a:t>254-bit) </a:t>
            </a:r>
            <a:r>
              <a:rPr lang="ko-KR" altLang="en-US" sz="1600" b="1" dirty="0"/>
              <a:t>생성하는 과정</a:t>
            </a:r>
            <a:endParaRPr lang="en-US" altLang="ko-KR" sz="1600" b="1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64A39EB-8EC6-08AD-A1C9-C01CAB8D2962}"/>
              </a:ext>
            </a:extLst>
          </p:cNvPr>
          <p:cNvGrpSpPr/>
          <p:nvPr/>
        </p:nvGrpSpPr>
        <p:grpSpPr>
          <a:xfrm>
            <a:off x="20427" y="4715332"/>
            <a:ext cx="7678805" cy="1375224"/>
            <a:chOff x="20427" y="4715332"/>
            <a:chExt cx="7678805" cy="1375224"/>
          </a:xfrm>
        </p:grpSpPr>
        <p:sp>
          <p:nvSpPr>
            <p:cNvPr id="506" name="왼쪽 중괄호 505">
              <a:extLst>
                <a:ext uri="{FF2B5EF4-FFF2-40B4-BE49-F238E27FC236}">
                  <a16:creationId xmlns:a16="http://schemas.microsoft.com/office/drawing/2014/main" id="{A8454898-BA4F-D367-D560-5D7E1E431773}"/>
                </a:ext>
              </a:extLst>
            </p:cNvPr>
            <p:cNvSpPr/>
            <p:nvPr/>
          </p:nvSpPr>
          <p:spPr>
            <a:xfrm>
              <a:off x="1035579" y="471961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EB95BBAE-A0A5-A341-AF69-0B488AB9D86A}"/>
                </a:ext>
              </a:extLst>
            </p:cNvPr>
            <p:cNvSpPr txBox="1"/>
            <p:nvPr/>
          </p:nvSpPr>
          <p:spPr>
            <a:xfrm>
              <a:off x="114299" y="502347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508" name="왼쪽 중괄호 507">
              <a:extLst>
                <a:ext uri="{FF2B5EF4-FFF2-40B4-BE49-F238E27FC236}">
                  <a16:creationId xmlns:a16="http://schemas.microsoft.com/office/drawing/2014/main" id="{6D007EFF-98EF-33BA-1574-87A4A6938464}"/>
                </a:ext>
              </a:extLst>
            </p:cNvPr>
            <p:cNvSpPr/>
            <p:nvPr/>
          </p:nvSpPr>
          <p:spPr>
            <a:xfrm>
              <a:off x="1041929" y="567948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39C62284-5A3C-74AD-7E88-C8317ACE1700}"/>
                </a:ext>
              </a:extLst>
            </p:cNvPr>
            <p:cNvSpPr txBox="1"/>
            <p:nvPr/>
          </p:nvSpPr>
          <p:spPr>
            <a:xfrm>
              <a:off x="20427" y="570320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497" name="그룹 496">
              <a:extLst>
                <a:ext uri="{FF2B5EF4-FFF2-40B4-BE49-F238E27FC236}">
                  <a16:creationId xmlns:a16="http://schemas.microsoft.com/office/drawing/2014/main" id="{D418B043-ADAD-49F5-8C2F-7804D23CFEBD}"/>
                </a:ext>
              </a:extLst>
            </p:cNvPr>
            <p:cNvGrpSpPr/>
            <p:nvPr/>
          </p:nvGrpSpPr>
          <p:grpSpPr>
            <a:xfrm>
              <a:off x="7181382" y="4719616"/>
              <a:ext cx="517850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1" name="직사각형 500">
                    <a:extLst>
                      <a:ext uri="{FF2B5EF4-FFF2-40B4-BE49-F238E27FC236}">
                        <a16:creationId xmlns:a16="http://schemas.microsoft.com/office/drawing/2014/main" id="{BF73EA44-06FB-B18F-C0DE-154CA1B1B57D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2" name="직사각형 501">
                    <a:extLst>
                      <a:ext uri="{FF2B5EF4-FFF2-40B4-BE49-F238E27FC236}">
                        <a16:creationId xmlns:a16="http://schemas.microsoft.com/office/drawing/2014/main" id="{24298E52-4C48-EEFD-D40A-ECED5A908DEF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3" name="직사각형 502">
                    <a:extLst>
                      <a:ext uri="{FF2B5EF4-FFF2-40B4-BE49-F238E27FC236}">
                        <a16:creationId xmlns:a16="http://schemas.microsoft.com/office/drawing/2014/main" id="{B5FEA8AD-17AB-5497-1BB6-43BF08D472FA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3" name="직사각형 502">
                    <a:extLst>
                      <a:ext uri="{FF2B5EF4-FFF2-40B4-BE49-F238E27FC236}">
                        <a16:creationId xmlns:a16="http://schemas.microsoft.com/office/drawing/2014/main" id="{B5FEA8AD-17AB-5497-1BB6-43BF08D472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F038B16-863C-CDA9-009E-143F37AB5A52}"/>
                </a:ext>
              </a:extLst>
            </p:cNvPr>
            <p:cNvGrpSpPr/>
            <p:nvPr/>
          </p:nvGrpSpPr>
          <p:grpSpPr>
            <a:xfrm>
              <a:off x="5869531" y="4736436"/>
              <a:ext cx="1171882" cy="1354120"/>
              <a:chOff x="5869531" y="4736436"/>
              <a:chExt cx="1171882" cy="1354120"/>
            </a:xfrm>
          </p:grpSpPr>
          <p:sp>
            <p:nvSpPr>
              <p:cNvPr id="612" name="사각형: 둥근 모서리 611">
                <a:extLst>
                  <a:ext uri="{FF2B5EF4-FFF2-40B4-BE49-F238E27FC236}">
                    <a16:creationId xmlns:a16="http://schemas.microsoft.com/office/drawing/2014/main" id="{4A1BEC5F-75EE-25B5-AEDB-5A903C069177}"/>
                  </a:ext>
                </a:extLst>
              </p:cNvPr>
              <p:cNvSpPr/>
              <p:nvPr/>
            </p:nvSpPr>
            <p:spPr>
              <a:xfrm>
                <a:off x="6295468" y="4736436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13" name="그룹 612">
                <a:extLst>
                  <a:ext uri="{FF2B5EF4-FFF2-40B4-BE49-F238E27FC236}">
                    <a16:creationId xmlns:a16="http://schemas.microsoft.com/office/drawing/2014/main" id="{28350D3D-8A39-371D-CAA6-FE32548674EC}"/>
                  </a:ext>
                </a:extLst>
              </p:cNvPr>
              <p:cNvGrpSpPr/>
              <p:nvPr/>
            </p:nvGrpSpPr>
            <p:grpSpPr>
              <a:xfrm>
                <a:off x="5869531" y="4834375"/>
                <a:ext cx="382218" cy="1120218"/>
                <a:chOff x="2844153" y="3567767"/>
                <a:chExt cx="382218" cy="1120218"/>
              </a:xfrm>
            </p:grpSpPr>
            <p:sp>
              <p:nvSpPr>
                <p:cNvPr id="618" name="화살표: 오른쪽 617">
                  <a:extLst>
                    <a:ext uri="{FF2B5EF4-FFF2-40B4-BE49-F238E27FC236}">
                      <a16:creationId xmlns:a16="http://schemas.microsoft.com/office/drawing/2014/main" id="{E3BCA6F7-6728-1AA0-BC90-F3C507B2B681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9" name="화살표: 오른쪽 618">
                  <a:extLst>
                    <a:ext uri="{FF2B5EF4-FFF2-40B4-BE49-F238E27FC236}">
                      <a16:creationId xmlns:a16="http://schemas.microsoft.com/office/drawing/2014/main" id="{90A90B82-13AC-AFB7-0130-7FE5637C8E65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0" name="화살표: 오른쪽 619">
                  <a:extLst>
                    <a:ext uri="{FF2B5EF4-FFF2-40B4-BE49-F238E27FC236}">
                      <a16:creationId xmlns:a16="http://schemas.microsoft.com/office/drawing/2014/main" id="{1429ADA4-B7FE-E9F5-79CF-EF62E5807A03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614" name="그룹 613">
                <a:extLst>
                  <a:ext uri="{FF2B5EF4-FFF2-40B4-BE49-F238E27FC236}">
                    <a16:creationId xmlns:a16="http://schemas.microsoft.com/office/drawing/2014/main" id="{52913240-36E5-BD7C-CA0E-D1F4A42AFFDA}"/>
                  </a:ext>
                </a:extLst>
              </p:cNvPr>
              <p:cNvGrpSpPr/>
              <p:nvPr/>
            </p:nvGrpSpPr>
            <p:grpSpPr>
              <a:xfrm>
                <a:off x="6659195" y="4835633"/>
                <a:ext cx="382218" cy="1120218"/>
                <a:chOff x="2844153" y="3567767"/>
                <a:chExt cx="382218" cy="1120218"/>
              </a:xfrm>
            </p:grpSpPr>
            <p:sp>
              <p:nvSpPr>
                <p:cNvPr id="615" name="화살표: 오른쪽 614">
                  <a:extLst>
                    <a:ext uri="{FF2B5EF4-FFF2-40B4-BE49-F238E27FC236}">
                      <a16:creationId xmlns:a16="http://schemas.microsoft.com/office/drawing/2014/main" id="{7CA4A815-CCAA-7762-8F9F-151E3668B0FD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6" name="화살표: 오른쪽 615">
                  <a:extLst>
                    <a:ext uri="{FF2B5EF4-FFF2-40B4-BE49-F238E27FC236}">
                      <a16:creationId xmlns:a16="http://schemas.microsoft.com/office/drawing/2014/main" id="{747BBDCA-E270-3062-40BA-D0E3A2402F38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7" name="화살표: 오른쪽 616">
                  <a:extLst>
                    <a:ext uri="{FF2B5EF4-FFF2-40B4-BE49-F238E27FC236}">
                      <a16:creationId xmlns:a16="http://schemas.microsoft.com/office/drawing/2014/main" id="{12D45C41-39E4-CE50-F1FB-A9B55FF9E101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B762F5E-A8C2-B586-6C13-849D26EF2A1F}"/>
                </a:ext>
              </a:extLst>
            </p:cNvPr>
            <p:cNvGrpSpPr/>
            <p:nvPr/>
          </p:nvGrpSpPr>
          <p:grpSpPr>
            <a:xfrm>
              <a:off x="1267415" y="4718109"/>
              <a:ext cx="517850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직사각형 17">
                    <a:extLst>
                      <a:ext uri="{FF2B5EF4-FFF2-40B4-BE49-F238E27FC236}">
                        <a16:creationId xmlns:a16="http://schemas.microsoft.com/office/drawing/2014/main" id="{525483B9-696C-1C9F-C89D-FC2BE3803612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직사각형 18">
                    <a:extLst>
                      <a:ext uri="{FF2B5EF4-FFF2-40B4-BE49-F238E27FC236}">
                        <a16:creationId xmlns:a16="http://schemas.microsoft.com/office/drawing/2014/main" id="{8E97A769-C2F4-2D36-D86B-74D80697013F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직사각형 19">
                    <a:extLst>
                      <a:ext uri="{FF2B5EF4-FFF2-40B4-BE49-F238E27FC236}">
                        <a16:creationId xmlns:a16="http://schemas.microsoft.com/office/drawing/2014/main" id="{93B92FA8-3A23-835A-8E1B-8267C83E5087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3" name="직사각형 502">
                    <a:extLst>
                      <a:ext uri="{FF2B5EF4-FFF2-40B4-BE49-F238E27FC236}">
                        <a16:creationId xmlns:a16="http://schemas.microsoft.com/office/drawing/2014/main" id="{B5FEA8AD-17AB-5497-1BB6-43BF08D472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91D79CE-4536-C4BD-61FD-BDB576614451}"/>
                </a:ext>
              </a:extLst>
            </p:cNvPr>
            <p:cNvGrpSpPr/>
            <p:nvPr/>
          </p:nvGrpSpPr>
          <p:grpSpPr>
            <a:xfrm>
              <a:off x="5315531" y="4717988"/>
              <a:ext cx="517850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63822F11-6F8C-901C-FBB9-F0AB27760FFE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FC5279B2-D447-595D-E29F-54E16FB46914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직사각형 23">
                    <a:extLst>
                      <a:ext uri="{FF2B5EF4-FFF2-40B4-BE49-F238E27FC236}">
                        <a16:creationId xmlns:a16="http://schemas.microsoft.com/office/drawing/2014/main" id="{DC83CA86-A4CA-6B34-E2CB-CF530F3A4717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3" name="직사각형 502">
                    <a:extLst>
                      <a:ext uri="{FF2B5EF4-FFF2-40B4-BE49-F238E27FC236}">
                        <a16:creationId xmlns:a16="http://schemas.microsoft.com/office/drawing/2014/main" id="{B5FEA8AD-17AB-5497-1BB6-43BF08D472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8AE71CD6-A168-6BFF-C7DD-DFE1B0A0C6EB}"/>
                </a:ext>
              </a:extLst>
            </p:cNvPr>
            <p:cNvGrpSpPr/>
            <p:nvPr/>
          </p:nvGrpSpPr>
          <p:grpSpPr>
            <a:xfrm>
              <a:off x="1897886" y="4715332"/>
              <a:ext cx="3378209" cy="1247122"/>
              <a:chOff x="1897886" y="4715332"/>
              <a:chExt cx="3378209" cy="12471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28EC16C3-7746-FED7-F1A3-EDE4540C9CF1}"/>
                      </a:ext>
                    </a:extLst>
                  </p:cNvPr>
                  <p:cNvSpPr txBox="1"/>
                  <p:nvPr/>
                </p:nvSpPr>
                <p:spPr>
                  <a:xfrm>
                    <a:off x="2181829" y="4715332"/>
                    <a:ext cx="276691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600" dirty="0"/>
                      <a:t>Input(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en-US" altLang="ko-KR" sz="1600" dirty="0"/>
                      <a:t>) :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255</m:t>
                            </m:r>
                          </m:sub>
                        </m:sSub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ko-KR" sz="1600" dirty="0"/>
                      <a:t>(256-bit)</a:t>
                    </a: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28EC16C3-7746-FED7-F1A3-EDE4540C9C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81829" y="4715332"/>
                    <a:ext cx="2766917" cy="33855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1322" t="-5455" b="-2363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2E55DC55-C9EF-0483-0183-310D9F33A571}"/>
                      </a:ext>
                    </a:extLst>
                  </p:cNvPr>
                  <p:cNvSpPr txBox="1"/>
                  <p:nvPr/>
                </p:nvSpPr>
                <p:spPr>
                  <a:xfrm>
                    <a:off x="2181829" y="5210292"/>
                    <a:ext cx="276691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600" dirty="0"/>
                      <a:t>Input(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en-US" altLang="ko-KR" sz="1600" dirty="0"/>
                      <a:t>) :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255</m:t>
                            </m:r>
                          </m:sub>
                        </m:sSub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ko-KR" sz="1600" dirty="0"/>
                      <a:t>(256-bit)</a:t>
                    </a: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2E55DC55-C9EF-0483-0183-310D9F33A5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81829" y="5210292"/>
                    <a:ext cx="2766917" cy="338554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322" t="-5455" b="-2363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순서도: 논리합 32">
                <a:extLst>
                  <a:ext uri="{FF2B5EF4-FFF2-40B4-BE49-F238E27FC236}">
                    <a16:creationId xmlns:a16="http://schemas.microsoft.com/office/drawing/2014/main" id="{701A6DAF-4639-A29E-8EBF-7FC758400A15}"/>
                  </a:ext>
                </a:extLst>
              </p:cNvPr>
              <p:cNvSpPr/>
              <p:nvPr/>
            </p:nvSpPr>
            <p:spPr>
              <a:xfrm>
                <a:off x="1897886" y="4771476"/>
                <a:ext cx="252000" cy="252000"/>
              </a:xfrm>
              <a:prstGeom prst="flowChartOr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" name="순서도: 논리합 35">
                <a:extLst>
                  <a:ext uri="{FF2B5EF4-FFF2-40B4-BE49-F238E27FC236}">
                    <a16:creationId xmlns:a16="http://schemas.microsoft.com/office/drawing/2014/main" id="{EC56B869-950B-663F-5EE0-0EC994A233EA}"/>
                  </a:ext>
                </a:extLst>
              </p:cNvPr>
              <p:cNvSpPr/>
              <p:nvPr/>
            </p:nvSpPr>
            <p:spPr>
              <a:xfrm>
                <a:off x="1897886" y="5258706"/>
                <a:ext cx="252000" cy="252000"/>
              </a:xfrm>
              <a:prstGeom prst="flowChartOr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0E76C3AC-40A0-53B7-2970-9FEE62C27D52}"/>
                  </a:ext>
                </a:extLst>
              </p:cNvPr>
              <p:cNvGrpSpPr/>
              <p:nvPr/>
            </p:nvGrpSpPr>
            <p:grpSpPr>
              <a:xfrm>
                <a:off x="1897886" y="4842236"/>
                <a:ext cx="3378209" cy="1120218"/>
                <a:chOff x="1897886" y="4842236"/>
                <a:chExt cx="3378209" cy="1120218"/>
              </a:xfrm>
            </p:grpSpPr>
            <p:sp>
              <p:nvSpPr>
                <p:cNvPr id="39" name="화살표: 오른쪽 38">
                  <a:extLst>
                    <a:ext uri="{FF2B5EF4-FFF2-40B4-BE49-F238E27FC236}">
                      <a16:creationId xmlns:a16="http://schemas.microsoft.com/office/drawing/2014/main" id="{CF689924-4E5C-E7AD-04A5-E5CDCE2C69BD}"/>
                    </a:ext>
                  </a:extLst>
                </p:cNvPr>
                <p:cNvSpPr/>
                <p:nvPr/>
              </p:nvSpPr>
              <p:spPr>
                <a:xfrm>
                  <a:off x="4893877" y="4842236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화살표: 오른쪽 39">
                  <a:extLst>
                    <a:ext uri="{FF2B5EF4-FFF2-40B4-BE49-F238E27FC236}">
                      <a16:creationId xmlns:a16="http://schemas.microsoft.com/office/drawing/2014/main" id="{425B4D72-5273-4167-DFE4-75EC005196C8}"/>
                    </a:ext>
                  </a:extLst>
                </p:cNvPr>
                <p:cNvSpPr/>
                <p:nvPr/>
              </p:nvSpPr>
              <p:spPr>
                <a:xfrm>
                  <a:off x="1897886" y="5801089"/>
                  <a:ext cx="3374070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화살표: 오른쪽 40">
                  <a:extLst>
                    <a:ext uri="{FF2B5EF4-FFF2-40B4-BE49-F238E27FC236}">
                      <a16:creationId xmlns:a16="http://schemas.microsoft.com/office/drawing/2014/main" id="{EF825C7E-5FF3-E30F-C4AF-B421CB2CD792}"/>
                    </a:ext>
                  </a:extLst>
                </p:cNvPr>
                <p:cNvSpPr/>
                <p:nvPr/>
              </p:nvSpPr>
              <p:spPr>
                <a:xfrm>
                  <a:off x="4899577" y="5321662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05314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3474D-42AE-B332-DA80-5F5E12A1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CA60D-247B-7CF3-DA4E-66B93F43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Poseidon-256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4ED35E-2781-D882-FD63-A4D69CAF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605" name="연결선: 꺾임 604">
            <a:extLst>
              <a:ext uri="{FF2B5EF4-FFF2-40B4-BE49-F238E27FC236}">
                <a16:creationId xmlns:a16="http://schemas.microsoft.com/office/drawing/2014/main" id="{0DEEB4C6-1920-1739-EA7F-AE7C575109F8}"/>
              </a:ext>
            </a:extLst>
          </p:cNvPr>
          <p:cNvCxnSpPr>
            <a:cxnSpLocks/>
            <a:stCxn id="455" idx="3"/>
            <a:endCxn id="606" idx="1"/>
          </p:cNvCxnSpPr>
          <p:nvPr/>
        </p:nvCxnSpPr>
        <p:spPr>
          <a:xfrm>
            <a:off x="8379620" y="2150922"/>
            <a:ext cx="634050" cy="101971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TextBox 605">
                <a:extLst>
                  <a:ext uri="{FF2B5EF4-FFF2-40B4-BE49-F238E27FC236}">
                    <a16:creationId xmlns:a16="http://schemas.microsoft.com/office/drawing/2014/main" id="{37A65D82-0244-69BD-B335-E85EC8978035}"/>
                  </a:ext>
                </a:extLst>
              </p:cNvPr>
              <p:cNvSpPr txBox="1"/>
              <p:nvPr/>
            </p:nvSpPr>
            <p:spPr>
              <a:xfrm>
                <a:off x="9013670" y="3001358"/>
                <a:ext cx="39725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606" name="TextBox 605">
                <a:extLst>
                  <a:ext uri="{FF2B5EF4-FFF2-40B4-BE49-F238E27FC236}">
                    <a16:creationId xmlns:a16="http://schemas.microsoft.com/office/drawing/2014/main" id="{37A65D82-0244-69BD-B335-E85EC8978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670" y="3001358"/>
                <a:ext cx="3972551" cy="338554"/>
              </a:xfrm>
              <a:prstGeom prst="rect">
                <a:avLst/>
              </a:prstGeom>
              <a:blipFill>
                <a:blip r:embed="rId3"/>
                <a:stretch>
                  <a:fillRect l="-922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2" name="사각형: 둥근 모서리 611">
            <a:extLst>
              <a:ext uri="{FF2B5EF4-FFF2-40B4-BE49-F238E27FC236}">
                <a16:creationId xmlns:a16="http://schemas.microsoft.com/office/drawing/2014/main" id="{1E80631D-22A9-4882-A759-AD37FC444EB4}"/>
              </a:ext>
            </a:extLst>
          </p:cNvPr>
          <p:cNvSpPr/>
          <p:nvPr/>
        </p:nvSpPr>
        <p:spPr>
          <a:xfrm>
            <a:off x="6810743" y="1904382"/>
            <a:ext cx="282388" cy="186751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06" name="왼쪽 중괄호 505">
            <a:extLst>
              <a:ext uri="{FF2B5EF4-FFF2-40B4-BE49-F238E27FC236}">
                <a16:creationId xmlns:a16="http://schemas.microsoft.com/office/drawing/2014/main" id="{3FA49FA1-E925-93BB-CD8D-58CC3D879ADE}"/>
              </a:ext>
            </a:extLst>
          </p:cNvPr>
          <p:cNvSpPr/>
          <p:nvPr/>
        </p:nvSpPr>
        <p:spPr>
          <a:xfrm>
            <a:off x="1185704" y="1993366"/>
            <a:ext cx="136525" cy="862961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D39D52F9-0C26-DE3A-2CE1-1DFAA254574E}"/>
              </a:ext>
            </a:extLst>
          </p:cNvPr>
          <p:cNvSpPr txBox="1"/>
          <p:nvPr/>
        </p:nvSpPr>
        <p:spPr>
          <a:xfrm>
            <a:off x="264424" y="2297226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508" name="왼쪽 중괄호 507">
            <a:extLst>
              <a:ext uri="{FF2B5EF4-FFF2-40B4-BE49-F238E27FC236}">
                <a16:creationId xmlns:a16="http://schemas.microsoft.com/office/drawing/2014/main" id="{3589C4ED-6343-6EFD-0CCF-E9803BC72AD6}"/>
              </a:ext>
            </a:extLst>
          </p:cNvPr>
          <p:cNvSpPr/>
          <p:nvPr/>
        </p:nvSpPr>
        <p:spPr>
          <a:xfrm>
            <a:off x="1192054" y="2953231"/>
            <a:ext cx="130175" cy="862961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64B90D07-422D-AA33-8F08-7A80D51FB202}"/>
              </a:ext>
            </a:extLst>
          </p:cNvPr>
          <p:cNvSpPr txBox="1"/>
          <p:nvPr/>
        </p:nvSpPr>
        <p:spPr>
          <a:xfrm>
            <a:off x="170552" y="2976953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8AD09D-3F6B-E1C5-158B-441A02C1092B}"/>
                  </a:ext>
                </a:extLst>
              </p:cNvPr>
              <p:cNvSpPr txBox="1"/>
              <p:nvPr/>
            </p:nvSpPr>
            <p:spPr>
              <a:xfrm>
                <a:off x="2331954" y="1989082"/>
                <a:ext cx="2766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Input(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8AD09D-3F6B-E1C5-158B-441A02C10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954" y="1989082"/>
                <a:ext cx="2766917" cy="338554"/>
              </a:xfrm>
              <a:prstGeom prst="rect">
                <a:avLst/>
              </a:prstGeom>
              <a:blipFill>
                <a:blip r:embed="rId4"/>
                <a:stretch>
                  <a:fillRect l="-1325" t="-5357" r="-221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1220DA-3941-8685-3164-80E72F562508}"/>
                  </a:ext>
                </a:extLst>
              </p:cNvPr>
              <p:cNvSpPr txBox="1"/>
              <p:nvPr/>
            </p:nvSpPr>
            <p:spPr>
              <a:xfrm>
                <a:off x="2331954" y="2484042"/>
                <a:ext cx="2766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Input(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1220DA-3941-8685-3164-80E72F562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954" y="2484042"/>
                <a:ext cx="2766917" cy="338554"/>
              </a:xfrm>
              <a:prstGeom prst="rect">
                <a:avLst/>
              </a:prstGeom>
              <a:blipFill>
                <a:blip r:embed="rId5"/>
                <a:stretch>
                  <a:fillRect l="-1325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순서도: 논리합 32">
            <a:extLst>
              <a:ext uri="{FF2B5EF4-FFF2-40B4-BE49-F238E27FC236}">
                <a16:creationId xmlns:a16="http://schemas.microsoft.com/office/drawing/2014/main" id="{A7353F71-80E1-F9B1-D54C-9B0D7F24F1BA}"/>
              </a:ext>
            </a:extLst>
          </p:cNvPr>
          <p:cNvSpPr/>
          <p:nvPr/>
        </p:nvSpPr>
        <p:spPr>
          <a:xfrm>
            <a:off x="2048011" y="2045226"/>
            <a:ext cx="252000" cy="252000"/>
          </a:xfrm>
          <a:prstGeom prst="flowChar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순서도: 논리합 35">
            <a:extLst>
              <a:ext uri="{FF2B5EF4-FFF2-40B4-BE49-F238E27FC236}">
                <a16:creationId xmlns:a16="http://schemas.microsoft.com/office/drawing/2014/main" id="{55619DA3-6214-1FF3-E453-E3018BE704E9}"/>
              </a:ext>
            </a:extLst>
          </p:cNvPr>
          <p:cNvSpPr/>
          <p:nvPr/>
        </p:nvSpPr>
        <p:spPr>
          <a:xfrm>
            <a:off x="2048011" y="2532456"/>
            <a:ext cx="252000" cy="252000"/>
          </a:xfrm>
          <a:prstGeom prst="flowChar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1CE55-86BF-D5C6-0197-2491F73381A2}"/>
              </a:ext>
            </a:extLst>
          </p:cNvPr>
          <p:cNvSpPr txBox="1"/>
          <p:nvPr/>
        </p:nvSpPr>
        <p:spPr>
          <a:xfrm>
            <a:off x="444500" y="1321129"/>
            <a:ext cx="7091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</a:t>
            </a:r>
            <a:r>
              <a:rPr lang="ko-KR" altLang="en-US" b="1" dirty="0"/>
              <a:t>개의 </a:t>
            </a:r>
            <a:r>
              <a:rPr lang="en-US" altLang="ko-KR" b="1" dirty="0"/>
              <a:t>256-bit Input</a:t>
            </a:r>
            <a:r>
              <a:rPr lang="ko-KR" altLang="en-US" b="1" dirty="0"/>
              <a:t>을 받아 </a:t>
            </a:r>
            <a:r>
              <a:rPr lang="en-US" altLang="ko-KR" b="1" dirty="0"/>
              <a:t>2</a:t>
            </a:r>
            <a:r>
              <a:rPr lang="ko-KR" altLang="en-US" b="1" dirty="0"/>
              <a:t>개의 </a:t>
            </a:r>
            <a:r>
              <a:rPr lang="en-US" altLang="ko-KR" b="1" dirty="0"/>
              <a:t>output(</a:t>
            </a:r>
            <a:r>
              <a:rPr lang="ko-KR" altLang="en-US" b="1" dirty="0"/>
              <a:t>약 </a:t>
            </a:r>
            <a:r>
              <a:rPr lang="en-US" altLang="ko-KR" b="1" dirty="0"/>
              <a:t>508-bit) </a:t>
            </a:r>
            <a:r>
              <a:rPr lang="ko-KR" altLang="en-US" b="1" dirty="0"/>
              <a:t>생성하는 과정</a:t>
            </a:r>
            <a:endParaRPr lang="en-US" altLang="ko-K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C611A5-BF33-02DE-966F-0601598496FF}"/>
                  </a:ext>
                </a:extLst>
              </p:cNvPr>
              <p:cNvSpPr txBox="1"/>
              <p:nvPr/>
            </p:nvSpPr>
            <p:spPr>
              <a:xfrm>
                <a:off x="8943348" y="3339222"/>
                <a:ext cx="31622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…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C611A5-BF33-02DE-966F-060159849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348" y="3339222"/>
                <a:ext cx="3162215" cy="338554"/>
              </a:xfrm>
              <a:prstGeom prst="rect">
                <a:avLst/>
              </a:prstGeom>
              <a:blipFill>
                <a:blip r:embed="rId6"/>
                <a:stretch>
                  <a:fillRect l="-963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3F1CCE17-D766-3F8F-E686-9EB7BB2D940B}"/>
              </a:ext>
            </a:extLst>
          </p:cNvPr>
          <p:cNvCxnSpPr>
            <a:cxnSpLocks/>
            <a:stCxn id="456" idx="3"/>
            <a:endCxn id="25" idx="1"/>
          </p:cNvCxnSpPr>
          <p:nvPr/>
        </p:nvCxnSpPr>
        <p:spPr>
          <a:xfrm>
            <a:off x="8380259" y="2616234"/>
            <a:ext cx="563089" cy="892265"/>
          </a:xfrm>
          <a:prstGeom prst="bentConnector3">
            <a:avLst>
              <a:gd name="adj1" fmla="val 2519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3B47BAF-0572-6F62-A783-254000248E35}"/>
              </a:ext>
            </a:extLst>
          </p:cNvPr>
          <p:cNvGrpSpPr/>
          <p:nvPr/>
        </p:nvGrpSpPr>
        <p:grpSpPr>
          <a:xfrm>
            <a:off x="1417540" y="1991859"/>
            <a:ext cx="517850" cy="1831147"/>
            <a:chOff x="1417540" y="1991859"/>
            <a:chExt cx="517850" cy="18311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90CA9E70-BA01-60E8-013A-212960DD429B}"/>
                    </a:ext>
                  </a:extLst>
                </p:cNvPr>
                <p:cNvSpPr/>
                <p:nvPr/>
              </p:nvSpPr>
              <p:spPr>
                <a:xfrm>
                  <a:off x="1417540" y="1991859"/>
                  <a:ext cx="51401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90CA9E70-BA01-60E8-013A-212960DD42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540" y="1991859"/>
                  <a:ext cx="51401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C5AEBFA9-C76D-74FF-5350-9ACCBFB1BA36}"/>
                    </a:ext>
                  </a:extLst>
                </p:cNvPr>
                <p:cNvSpPr/>
                <p:nvPr/>
              </p:nvSpPr>
              <p:spPr>
                <a:xfrm>
                  <a:off x="1418179" y="2457171"/>
                  <a:ext cx="51401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C5AEBFA9-C76D-74FF-5350-9ACCBFB1BA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79" y="2457171"/>
                  <a:ext cx="51401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AA63653B-6353-0A4A-9B3A-D2BD0C97D429}"/>
                    </a:ext>
                  </a:extLst>
                </p:cNvPr>
                <p:cNvSpPr/>
                <p:nvPr/>
              </p:nvSpPr>
              <p:spPr>
                <a:xfrm>
                  <a:off x="1421372" y="2925643"/>
                  <a:ext cx="51401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AA63653B-6353-0A4A-9B3A-D2BD0C97D4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1372" y="2925643"/>
                  <a:ext cx="51401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83214C3B-FEC4-09CB-2682-8CD42EE45F87}"/>
                    </a:ext>
                  </a:extLst>
                </p:cNvPr>
                <p:cNvSpPr/>
                <p:nvPr/>
              </p:nvSpPr>
              <p:spPr>
                <a:xfrm>
                  <a:off x="1417540" y="3402669"/>
                  <a:ext cx="51401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83214C3B-FEC4-09CB-2682-8CD42EE45F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540" y="3402669"/>
                  <a:ext cx="51401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72A2166-A7C9-1E39-89CD-39F86DCBAAB5}"/>
              </a:ext>
            </a:extLst>
          </p:cNvPr>
          <p:cNvGrpSpPr/>
          <p:nvPr/>
        </p:nvGrpSpPr>
        <p:grpSpPr>
          <a:xfrm>
            <a:off x="5696902" y="1941613"/>
            <a:ext cx="517850" cy="1831147"/>
            <a:chOff x="1417540" y="1991859"/>
            <a:chExt cx="517850" cy="18311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DCB929B9-914B-9271-C6EC-458A000B3373}"/>
                    </a:ext>
                  </a:extLst>
                </p:cNvPr>
                <p:cNvSpPr/>
                <p:nvPr/>
              </p:nvSpPr>
              <p:spPr>
                <a:xfrm>
                  <a:off x="1417540" y="1991859"/>
                  <a:ext cx="51401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DCB929B9-914B-9271-C6EC-458A000B33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540" y="1991859"/>
                  <a:ext cx="51401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26158400-1868-20A7-1F8D-CF1E23663163}"/>
                    </a:ext>
                  </a:extLst>
                </p:cNvPr>
                <p:cNvSpPr/>
                <p:nvPr/>
              </p:nvSpPr>
              <p:spPr>
                <a:xfrm>
                  <a:off x="1418179" y="2457171"/>
                  <a:ext cx="51401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26158400-1868-20A7-1F8D-CF1E236631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79" y="2457171"/>
                  <a:ext cx="51401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68E3F54A-D1DB-DFFB-5E3A-D5E00DA0507C}"/>
                    </a:ext>
                  </a:extLst>
                </p:cNvPr>
                <p:cNvSpPr/>
                <p:nvPr/>
              </p:nvSpPr>
              <p:spPr>
                <a:xfrm>
                  <a:off x="1421372" y="2925643"/>
                  <a:ext cx="51401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68E3F54A-D1DB-DFFB-5E3A-D5E00DA050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1372" y="2925643"/>
                  <a:ext cx="51401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98E38144-12C4-2B17-2674-E7F780706157}"/>
                    </a:ext>
                  </a:extLst>
                </p:cNvPr>
                <p:cNvSpPr/>
                <p:nvPr/>
              </p:nvSpPr>
              <p:spPr>
                <a:xfrm>
                  <a:off x="1417540" y="3402669"/>
                  <a:ext cx="51401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98E38144-12C4-2B17-2674-E7F7807061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540" y="3402669"/>
                  <a:ext cx="51401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6979D89D-EC38-F207-BBC6-7781D3E5FA52}"/>
              </a:ext>
            </a:extLst>
          </p:cNvPr>
          <p:cNvGrpSpPr/>
          <p:nvPr/>
        </p:nvGrpSpPr>
        <p:grpSpPr>
          <a:xfrm>
            <a:off x="2048011" y="2064274"/>
            <a:ext cx="3505581" cy="1589732"/>
            <a:chOff x="2048011" y="2064274"/>
            <a:chExt cx="3505581" cy="1589732"/>
          </a:xfrm>
        </p:grpSpPr>
        <p:sp>
          <p:nvSpPr>
            <p:cNvPr id="615" name="화살표: 오른쪽 614">
              <a:extLst>
                <a:ext uri="{FF2B5EF4-FFF2-40B4-BE49-F238E27FC236}">
                  <a16:creationId xmlns:a16="http://schemas.microsoft.com/office/drawing/2014/main" id="{EC2A9021-1E36-E21D-D933-3FF6E71D2F16}"/>
                </a:ext>
              </a:extLst>
            </p:cNvPr>
            <p:cNvSpPr/>
            <p:nvPr/>
          </p:nvSpPr>
          <p:spPr>
            <a:xfrm>
              <a:off x="5177074" y="2064274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" name="화살표: 오른쪽 615">
              <a:extLst>
                <a:ext uri="{FF2B5EF4-FFF2-40B4-BE49-F238E27FC236}">
                  <a16:creationId xmlns:a16="http://schemas.microsoft.com/office/drawing/2014/main" id="{299CB0C3-80DF-8023-9FE7-1FA9C1734786}"/>
                </a:ext>
              </a:extLst>
            </p:cNvPr>
            <p:cNvSpPr/>
            <p:nvPr/>
          </p:nvSpPr>
          <p:spPr>
            <a:xfrm>
              <a:off x="2048011" y="3023128"/>
              <a:ext cx="3505581" cy="1562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" name="화살표: 오른쪽 616">
              <a:extLst>
                <a:ext uri="{FF2B5EF4-FFF2-40B4-BE49-F238E27FC236}">
                  <a16:creationId xmlns:a16="http://schemas.microsoft.com/office/drawing/2014/main" id="{43438668-1DDA-11B8-3A7F-DA5F0AAF993E}"/>
                </a:ext>
              </a:extLst>
            </p:cNvPr>
            <p:cNvSpPr/>
            <p:nvPr/>
          </p:nvSpPr>
          <p:spPr>
            <a:xfrm>
              <a:off x="5177074" y="2543700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화살표: 오른쪽 42">
              <a:extLst>
                <a:ext uri="{FF2B5EF4-FFF2-40B4-BE49-F238E27FC236}">
                  <a16:creationId xmlns:a16="http://schemas.microsoft.com/office/drawing/2014/main" id="{FD2D081A-F4A8-2DEF-7008-C85760185003}"/>
                </a:ext>
              </a:extLst>
            </p:cNvPr>
            <p:cNvSpPr/>
            <p:nvPr/>
          </p:nvSpPr>
          <p:spPr>
            <a:xfrm>
              <a:off x="2048011" y="3497750"/>
              <a:ext cx="3505581" cy="1562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8849844-3FCB-64E9-D38E-840E69798D3E}"/>
              </a:ext>
            </a:extLst>
          </p:cNvPr>
          <p:cNvGrpSpPr/>
          <p:nvPr/>
        </p:nvGrpSpPr>
        <p:grpSpPr>
          <a:xfrm>
            <a:off x="6320074" y="2064274"/>
            <a:ext cx="376518" cy="1594840"/>
            <a:chOff x="5177074" y="2064274"/>
            <a:chExt cx="376518" cy="1594840"/>
          </a:xfrm>
        </p:grpSpPr>
        <p:sp>
          <p:nvSpPr>
            <p:cNvPr id="52" name="화살표: 오른쪽 51">
              <a:extLst>
                <a:ext uri="{FF2B5EF4-FFF2-40B4-BE49-F238E27FC236}">
                  <a16:creationId xmlns:a16="http://schemas.microsoft.com/office/drawing/2014/main" id="{ED91BFE5-07E3-D392-A9D3-A7A3F41078CA}"/>
                </a:ext>
              </a:extLst>
            </p:cNvPr>
            <p:cNvSpPr/>
            <p:nvPr/>
          </p:nvSpPr>
          <p:spPr>
            <a:xfrm>
              <a:off x="5177074" y="2064274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화살표: 오른쪽 52">
              <a:extLst>
                <a:ext uri="{FF2B5EF4-FFF2-40B4-BE49-F238E27FC236}">
                  <a16:creationId xmlns:a16="http://schemas.microsoft.com/office/drawing/2014/main" id="{3EFF589E-7AE1-B54F-8A78-DEFCD2504718}"/>
                </a:ext>
              </a:extLst>
            </p:cNvPr>
            <p:cNvSpPr/>
            <p:nvPr/>
          </p:nvSpPr>
          <p:spPr>
            <a:xfrm>
              <a:off x="5177074" y="3023127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화살표: 오른쪽 53">
              <a:extLst>
                <a:ext uri="{FF2B5EF4-FFF2-40B4-BE49-F238E27FC236}">
                  <a16:creationId xmlns:a16="http://schemas.microsoft.com/office/drawing/2014/main" id="{4D29F1FB-9FBE-6A26-FDF8-9B43A5257641}"/>
                </a:ext>
              </a:extLst>
            </p:cNvPr>
            <p:cNvSpPr/>
            <p:nvPr/>
          </p:nvSpPr>
          <p:spPr>
            <a:xfrm>
              <a:off x="5177074" y="2543700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" name="화살표: 오른쪽 452">
              <a:extLst>
                <a:ext uri="{FF2B5EF4-FFF2-40B4-BE49-F238E27FC236}">
                  <a16:creationId xmlns:a16="http://schemas.microsoft.com/office/drawing/2014/main" id="{CD41B0A3-2EDC-6C8D-C21E-973333316BF5}"/>
                </a:ext>
              </a:extLst>
            </p:cNvPr>
            <p:cNvSpPr/>
            <p:nvPr/>
          </p:nvSpPr>
          <p:spPr>
            <a:xfrm>
              <a:off x="5177074" y="3497749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4" name="그룹 453">
            <a:extLst>
              <a:ext uri="{FF2B5EF4-FFF2-40B4-BE49-F238E27FC236}">
                <a16:creationId xmlns:a16="http://schemas.microsoft.com/office/drawing/2014/main" id="{4D8BF6C8-50DF-376C-1488-82C282336BC1}"/>
              </a:ext>
            </a:extLst>
          </p:cNvPr>
          <p:cNvGrpSpPr/>
          <p:nvPr/>
        </p:nvGrpSpPr>
        <p:grpSpPr>
          <a:xfrm>
            <a:off x="7865602" y="1940753"/>
            <a:ext cx="517850" cy="1831147"/>
            <a:chOff x="1417540" y="1991859"/>
            <a:chExt cx="517850" cy="18311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5" name="직사각형 454">
                  <a:extLst>
                    <a:ext uri="{FF2B5EF4-FFF2-40B4-BE49-F238E27FC236}">
                      <a16:creationId xmlns:a16="http://schemas.microsoft.com/office/drawing/2014/main" id="{B1D0055A-AB52-DC08-8F5A-926FDAA7A9A2}"/>
                    </a:ext>
                  </a:extLst>
                </p:cNvPr>
                <p:cNvSpPr/>
                <p:nvPr/>
              </p:nvSpPr>
              <p:spPr>
                <a:xfrm>
                  <a:off x="1417540" y="1991859"/>
                  <a:ext cx="51401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5" name="직사각형 454">
                  <a:extLst>
                    <a:ext uri="{FF2B5EF4-FFF2-40B4-BE49-F238E27FC236}">
                      <a16:creationId xmlns:a16="http://schemas.microsoft.com/office/drawing/2014/main" id="{B1D0055A-AB52-DC08-8F5A-926FDAA7A9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540" y="1991859"/>
                  <a:ext cx="51401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직사각형 455">
                  <a:extLst>
                    <a:ext uri="{FF2B5EF4-FFF2-40B4-BE49-F238E27FC236}">
                      <a16:creationId xmlns:a16="http://schemas.microsoft.com/office/drawing/2014/main" id="{B2E381BE-DEC3-7BDF-9BAF-9893EBFF7B16}"/>
                    </a:ext>
                  </a:extLst>
                </p:cNvPr>
                <p:cNvSpPr/>
                <p:nvPr/>
              </p:nvSpPr>
              <p:spPr>
                <a:xfrm>
                  <a:off x="1418179" y="2457171"/>
                  <a:ext cx="51401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6" name="직사각형 455">
                  <a:extLst>
                    <a:ext uri="{FF2B5EF4-FFF2-40B4-BE49-F238E27FC236}">
                      <a16:creationId xmlns:a16="http://schemas.microsoft.com/office/drawing/2014/main" id="{B2E381BE-DEC3-7BDF-9BAF-9893EBFF7B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79" y="2457171"/>
                  <a:ext cx="51401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직사각형 456">
                  <a:extLst>
                    <a:ext uri="{FF2B5EF4-FFF2-40B4-BE49-F238E27FC236}">
                      <a16:creationId xmlns:a16="http://schemas.microsoft.com/office/drawing/2014/main" id="{7FBA341B-DA72-ADB5-2F2F-6C0761E16A5E}"/>
                    </a:ext>
                  </a:extLst>
                </p:cNvPr>
                <p:cNvSpPr/>
                <p:nvPr/>
              </p:nvSpPr>
              <p:spPr>
                <a:xfrm>
                  <a:off x="1421372" y="2925643"/>
                  <a:ext cx="51401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7" name="직사각형 456">
                  <a:extLst>
                    <a:ext uri="{FF2B5EF4-FFF2-40B4-BE49-F238E27FC236}">
                      <a16:creationId xmlns:a16="http://schemas.microsoft.com/office/drawing/2014/main" id="{7FBA341B-DA72-ADB5-2F2F-6C0761E16A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1372" y="2925643"/>
                  <a:ext cx="51401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8" name="직사각형 457">
                  <a:extLst>
                    <a:ext uri="{FF2B5EF4-FFF2-40B4-BE49-F238E27FC236}">
                      <a16:creationId xmlns:a16="http://schemas.microsoft.com/office/drawing/2014/main" id="{52C3A72B-1983-ECE7-BC4E-A8C5B38E96F8}"/>
                    </a:ext>
                  </a:extLst>
                </p:cNvPr>
                <p:cNvSpPr/>
                <p:nvPr/>
              </p:nvSpPr>
              <p:spPr>
                <a:xfrm>
                  <a:off x="1417540" y="3402669"/>
                  <a:ext cx="51401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8" name="직사각형 457">
                  <a:extLst>
                    <a:ext uri="{FF2B5EF4-FFF2-40B4-BE49-F238E27FC236}">
                      <a16:creationId xmlns:a16="http://schemas.microsoft.com/office/drawing/2014/main" id="{52C3A72B-1983-ECE7-BC4E-A8C5B38E96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540" y="3402669"/>
                  <a:ext cx="51401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9" name="그룹 458">
            <a:extLst>
              <a:ext uri="{FF2B5EF4-FFF2-40B4-BE49-F238E27FC236}">
                <a16:creationId xmlns:a16="http://schemas.microsoft.com/office/drawing/2014/main" id="{D5E129C1-76CD-C8E3-9B8F-DC705BF55F4F}"/>
              </a:ext>
            </a:extLst>
          </p:cNvPr>
          <p:cNvGrpSpPr/>
          <p:nvPr/>
        </p:nvGrpSpPr>
        <p:grpSpPr>
          <a:xfrm>
            <a:off x="7289192" y="2059165"/>
            <a:ext cx="376518" cy="1594840"/>
            <a:chOff x="5177074" y="2064274"/>
            <a:chExt cx="376518" cy="1594840"/>
          </a:xfrm>
        </p:grpSpPr>
        <p:sp>
          <p:nvSpPr>
            <p:cNvPr id="460" name="화살표: 오른쪽 459">
              <a:extLst>
                <a:ext uri="{FF2B5EF4-FFF2-40B4-BE49-F238E27FC236}">
                  <a16:creationId xmlns:a16="http://schemas.microsoft.com/office/drawing/2014/main" id="{13A0BC0A-EE58-99C6-9767-364970B3276A}"/>
                </a:ext>
              </a:extLst>
            </p:cNvPr>
            <p:cNvSpPr/>
            <p:nvPr/>
          </p:nvSpPr>
          <p:spPr>
            <a:xfrm>
              <a:off x="5177074" y="2064274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" name="화살표: 오른쪽 460">
              <a:extLst>
                <a:ext uri="{FF2B5EF4-FFF2-40B4-BE49-F238E27FC236}">
                  <a16:creationId xmlns:a16="http://schemas.microsoft.com/office/drawing/2014/main" id="{C4584247-734E-CFC9-490B-E6806FD2F84F}"/>
                </a:ext>
              </a:extLst>
            </p:cNvPr>
            <p:cNvSpPr/>
            <p:nvPr/>
          </p:nvSpPr>
          <p:spPr>
            <a:xfrm>
              <a:off x="5177074" y="3023127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화살표: 오른쪽 461">
              <a:extLst>
                <a:ext uri="{FF2B5EF4-FFF2-40B4-BE49-F238E27FC236}">
                  <a16:creationId xmlns:a16="http://schemas.microsoft.com/office/drawing/2014/main" id="{46CD02DA-0DA0-780A-6AB3-58CB27DECEB1}"/>
                </a:ext>
              </a:extLst>
            </p:cNvPr>
            <p:cNvSpPr/>
            <p:nvPr/>
          </p:nvSpPr>
          <p:spPr>
            <a:xfrm>
              <a:off x="5177074" y="2543700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" name="화살표: 오른쪽 462">
              <a:extLst>
                <a:ext uri="{FF2B5EF4-FFF2-40B4-BE49-F238E27FC236}">
                  <a16:creationId xmlns:a16="http://schemas.microsoft.com/office/drawing/2014/main" id="{7EF58AAA-83AD-EDA0-54DE-FF4455E33BF8}"/>
                </a:ext>
              </a:extLst>
            </p:cNvPr>
            <p:cNvSpPr/>
            <p:nvPr/>
          </p:nvSpPr>
          <p:spPr>
            <a:xfrm>
              <a:off x="5177074" y="3497749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7" name="TextBox 476">
                <a:extLst>
                  <a:ext uri="{FF2B5EF4-FFF2-40B4-BE49-F238E27FC236}">
                    <a16:creationId xmlns:a16="http://schemas.microsoft.com/office/drawing/2014/main" id="{DB2A7623-DE6B-383F-ED47-6FB3C007635C}"/>
                  </a:ext>
                </a:extLst>
              </p:cNvPr>
              <p:cNvSpPr txBox="1"/>
              <p:nvPr/>
            </p:nvSpPr>
            <p:spPr>
              <a:xfrm>
                <a:off x="444500" y="4597796"/>
                <a:ext cx="9191134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Poseidon-128</a:t>
                </a:r>
                <a:r>
                  <a:rPr lang="ko-KR" altLang="en-US" b="1" dirty="0"/>
                  <a:t>과 </a:t>
                </a:r>
                <a:r>
                  <a:rPr lang="en-US" altLang="ko-KR" b="1" dirty="0"/>
                  <a:t>Poseidon-256</a:t>
                </a:r>
                <a:r>
                  <a:rPr lang="ko-KR" altLang="en-US" b="1" dirty="0"/>
                  <a:t>의 차이점</a:t>
                </a:r>
                <a:endParaRPr lang="en-US" altLang="ko-KR" b="1" dirty="0"/>
              </a:p>
              <a:p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Partial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Rounds </a:t>
                </a:r>
                <a:r>
                  <a:rPr lang="ko-KR" altLang="en-US" sz="1400" dirty="0"/>
                  <a:t>증가</a:t>
                </a:r>
                <a:r>
                  <a:rPr lang="en-US" altLang="ko-KR" sz="1400" dirty="0"/>
                  <a:t>( 57 </a:t>
                </a:r>
                <a:r>
                  <a:rPr lang="ko-KR" altLang="en-US" sz="1400" dirty="0"/>
                  <a:t>→ </a:t>
                </a:r>
                <a:r>
                  <a:rPr lang="en-US" altLang="ko-KR" sz="1400" dirty="0"/>
                  <a:t>120)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MDS</a:t>
                </a:r>
                <a:r>
                  <a:rPr lang="ko-KR" altLang="en-US" sz="1400" dirty="0"/>
                  <a:t> 행렬 크기 증가 </a:t>
                </a:r>
                <a:r>
                  <a:rPr lang="en-US" altLang="ko-KR" sz="1400" dirty="0"/>
                  <a:t>(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→</a:t>
                </a: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ko-KR" sz="14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Capacity state </a:t>
                </a:r>
                <a:r>
                  <a:rPr lang="ko-KR" altLang="en-US" sz="1400" dirty="0"/>
                  <a:t>수 증가 </a:t>
                </a:r>
                <a:r>
                  <a:rPr lang="en-US" altLang="ko-KR" sz="1400" dirty="0"/>
                  <a:t>( 1 </a:t>
                </a:r>
                <a:r>
                  <a:rPr lang="ko-KR" altLang="en-US" sz="1400" dirty="0"/>
                  <a:t>→</a:t>
                </a:r>
                <a:r>
                  <a:rPr lang="en-US" altLang="ko-KR" sz="1400" dirty="0"/>
                  <a:t> 2 )</a:t>
                </a:r>
              </a:p>
            </p:txBody>
          </p:sp>
        </mc:Choice>
        <mc:Fallback xmlns="">
          <p:sp>
            <p:nvSpPr>
              <p:cNvPr id="477" name="TextBox 476">
                <a:extLst>
                  <a:ext uri="{FF2B5EF4-FFF2-40B4-BE49-F238E27FC236}">
                    <a16:creationId xmlns:a16="http://schemas.microsoft.com/office/drawing/2014/main" id="{DB2A7623-DE6B-383F-ED47-6FB3C0076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" y="4597796"/>
                <a:ext cx="9191134" cy="1231106"/>
              </a:xfrm>
              <a:prstGeom prst="rect">
                <a:avLst/>
              </a:prstGeom>
              <a:blipFill>
                <a:blip r:embed="rId19"/>
                <a:stretch>
                  <a:fillRect l="-597" t="-2475" b="-4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8" name="TextBox 477">
                <a:extLst>
                  <a:ext uri="{FF2B5EF4-FFF2-40B4-BE49-F238E27FC236}">
                    <a16:creationId xmlns:a16="http://schemas.microsoft.com/office/drawing/2014/main" id="{E744BC0A-3ABC-140E-E5F2-7E7B6914D930}"/>
                  </a:ext>
                </a:extLst>
              </p:cNvPr>
              <p:cNvSpPr txBox="1"/>
              <p:nvPr/>
            </p:nvSpPr>
            <p:spPr>
              <a:xfrm>
                <a:off x="7687648" y="3887213"/>
                <a:ext cx="45043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…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…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(508</m:t>
                    </m:r>
                  </m:oMath>
                </a14:m>
                <a:r>
                  <a:rPr lang="en-US" altLang="ko-KR" sz="1600" dirty="0"/>
                  <a:t>-bit)</a:t>
                </a:r>
              </a:p>
            </p:txBody>
          </p:sp>
        </mc:Choice>
        <mc:Fallback xmlns="">
          <p:sp>
            <p:nvSpPr>
              <p:cNvPr id="478" name="TextBox 477">
                <a:extLst>
                  <a:ext uri="{FF2B5EF4-FFF2-40B4-BE49-F238E27FC236}">
                    <a16:creationId xmlns:a16="http://schemas.microsoft.com/office/drawing/2014/main" id="{E744BC0A-3ABC-140E-E5F2-7E7B6914D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648" y="3887213"/>
                <a:ext cx="4504352" cy="338554"/>
              </a:xfrm>
              <a:prstGeom prst="rect">
                <a:avLst/>
              </a:prstGeom>
              <a:blipFill>
                <a:blip r:embed="rId20"/>
                <a:stretch>
                  <a:fillRect l="-677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3" name="직선 연결선 482">
            <a:extLst>
              <a:ext uri="{FF2B5EF4-FFF2-40B4-BE49-F238E27FC236}">
                <a16:creationId xmlns:a16="http://schemas.microsoft.com/office/drawing/2014/main" id="{D17B4152-F98B-74CF-5E5B-F9FC03F395AE}"/>
              </a:ext>
            </a:extLst>
          </p:cNvPr>
          <p:cNvCxnSpPr>
            <a:cxnSpLocks/>
          </p:cNvCxnSpPr>
          <p:nvPr/>
        </p:nvCxnSpPr>
        <p:spPr>
          <a:xfrm>
            <a:off x="9013670" y="3861106"/>
            <a:ext cx="30440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610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BA6A-112A-2198-CE22-0ACD4486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02235-D067-82EA-39A1-6754004D0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보안강도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6EE8F8-E835-135F-6CD6-0425A7A0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7" name="TextBox 476">
                <a:extLst>
                  <a:ext uri="{FF2B5EF4-FFF2-40B4-BE49-F238E27FC236}">
                    <a16:creationId xmlns:a16="http://schemas.microsoft.com/office/drawing/2014/main" id="{2122BBDA-9799-9E49-0268-C264A1369C82}"/>
                  </a:ext>
                </a:extLst>
              </p:cNvPr>
              <p:cNvSpPr txBox="1"/>
              <p:nvPr/>
            </p:nvSpPr>
            <p:spPr>
              <a:xfrm>
                <a:off x="722324" y="1072165"/>
                <a:ext cx="9586765" cy="5698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</a:t>
                </a:r>
                <a:r>
                  <a:rPr lang="ko-KR" altLang="en-US" b="1" dirty="0"/>
                  <a:t>의 보안 강도</a:t>
                </a:r>
                <a:endParaRPr lang="en-US" altLang="ko-KR" b="1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충돌 저항성 </a:t>
                </a:r>
                <a:r>
                  <a:rPr lang="en-US" altLang="ko-KR" sz="1400" dirty="0"/>
                  <a:t>: </a:t>
                </a:r>
                <a:r>
                  <a:rPr lang="ko-KR" altLang="en-US" sz="1400" dirty="0"/>
                  <a:t>두 개의 서로 다른 입력이 같은 출력 값을 내는 것을 찾는 공격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Birthday Attack : </a:t>
                </a:r>
                <a:r>
                  <a:rPr lang="ko-KR" altLang="en-US" sz="1400" dirty="0"/>
                  <a:t>가능한 경우의 수가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ko-KR" altLang="en-US" sz="1400" dirty="0"/>
                  <a:t>인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경우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약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ko-KR" altLang="en-US" sz="1400" dirty="0"/>
                  <a:t>만 시도해도 충돌을 찾을 확률이 높음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Output : </a:t>
                </a:r>
                <a:r>
                  <a:rPr lang="ko-KR" altLang="en-US" sz="1400" dirty="0"/>
                  <a:t>출력이 </a:t>
                </a:r>
                <a:r>
                  <a:rPr lang="en-US" altLang="ko-KR" sz="1400" dirty="0"/>
                  <a:t>256-bit</a:t>
                </a:r>
                <a:r>
                  <a:rPr lang="ko-KR" altLang="en-US" sz="1400" dirty="0"/>
                  <a:t>인 경우</a:t>
                </a:r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ko-KR" altLang="en-US" sz="1400" dirty="0"/>
                  <a:t>번 시도하여 충돌 찾기 가능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Capacity : sponge </a:t>
                </a:r>
                <a:r>
                  <a:rPr lang="ko-KR" altLang="en-US" sz="1400" dirty="0"/>
                  <a:t>구조 내부의 </a:t>
                </a:r>
                <a:r>
                  <a:rPr lang="en-US" altLang="ko-KR" sz="1400" dirty="0"/>
                  <a:t>capacity </a:t>
                </a:r>
                <a:r>
                  <a:rPr lang="ko-KR" altLang="en-US" sz="1400" dirty="0"/>
                  <a:t>부분에서 충돌이 발생하면 출력도 </a:t>
                </a:r>
                <a:r>
                  <a:rPr lang="ko-KR" altLang="en-US" sz="1400" dirty="0" err="1"/>
                  <a:t>같아짐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lvl="1"/>
                <a:r>
                  <a:rPr lang="ko-KR" altLang="en-US" sz="1400" dirty="0"/>
                  <a:t>충돌 저항성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𝑐𝑎𝑝𝑎𝑐𝑖𝑡𝑦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sz="1400" i="1">
                                    <a:latin typeface="Cambria Math" panose="02040503050406030204" pitchFamily="18" charset="0"/>
                                  </a:rPr>
                                  <m:t>크</m:t>
                                </m:r>
                                <m:r>
                                  <a:rPr lang="ko-KR" altLang="en-US" sz="1400" i="1" smtClean="0">
                                    <a:latin typeface="Cambria Math" panose="02040503050406030204" pitchFamily="18" charset="0"/>
                                  </a:rPr>
                                  <m:t>기</m:t>
                                </m:r>
                              </m:num>
                              <m:den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f>
                              <m:f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𝑜𝑢𝑡𝑝𝑢𝑡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sz="1400" i="1">
                                    <a:latin typeface="Cambria Math" panose="02040503050406030204" pitchFamily="18" charset="0"/>
                                  </a:rPr>
                                  <m:t>길</m:t>
                                </m:r>
                                <m:r>
                                  <a:rPr lang="ko-KR" altLang="en-US" sz="1400" i="1" smtClean="0">
                                    <a:latin typeface="Cambria Math" panose="02040503050406030204" pitchFamily="18" charset="0"/>
                                  </a:rPr>
                                  <m:t>이</m:t>
                                </m:r>
                              </m:num>
                              <m:den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역상 저항성 </a:t>
                </a:r>
                <a:r>
                  <a:rPr lang="en-US" altLang="ko-KR" sz="1400" dirty="0"/>
                  <a:t>: </a:t>
                </a:r>
                <a:r>
                  <a:rPr lang="ko-KR" altLang="en-US" sz="1400" dirty="0"/>
                  <a:t>결과값을 보고 </a:t>
                </a:r>
                <a:r>
                  <a:rPr lang="ko-KR" altLang="en-US" sz="1400" dirty="0" err="1"/>
                  <a:t>입력값을</a:t>
                </a:r>
                <a:r>
                  <a:rPr lang="ko-KR" altLang="en-US" sz="1400" dirty="0"/>
                  <a:t> 맞추는 공격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Brute Force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Output : n-bit </a:t>
                </a:r>
                <a:r>
                  <a:rPr lang="ko-KR" altLang="en-US" sz="1400" dirty="0"/>
                  <a:t>출력을 맞추기 위해서는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ko-KR" altLang="en-US" sz="1400" dirty="0"/>
                  <a:t>번 시도 필요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Capacity : sponge </a:t>
                </a:r>
                <a:r>
                  <a:rPr lang="ko-KR" altLang="en-US" sz="1400" dirty="0"/>
                  <a:t>구조 특성으로 인하여 </a:t>
                </a:r>
                <a:r>
                  <a:rPr lang="en-US" altLang="ko-KR" sz="1400" dirty="0"/>
                  <a:t>capacity </a:t>
                </a:r>
                <a:r>
                  <a:rPr lang="ko-KR" altLang="en-US" sz="1400" dirty="0"/>
                  <a:t>값을 알아내면 </a:t>
                </a:r>
                <a:r>
                  <a:rPr lang="ko-KR" altLang="en-US" sz="1400" dirty="0" err="1"/>
                  <a:t>역추적</a:t>
                </a:r>
                <a:r>
                  <a:rPr lang="ko-KR" altLang="en-US" sz="1400" dirty="0"/>
                  <a:t> 가능</a:t>
                </a:r>
                <a:r>
                  <a:rPr lang="en-US" altLang="ko-KR" sz="1400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𝑐𝑎𝑝𝑎𝑐𝑖𝑡𝑦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크기</m:t>
                        </m:r>
                      </m:sup>
                    </m:sSup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연산 필요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lvl="1"/>
                <a:r>
                  <a:rPr lang="ko-KR" altLang="en-US" sz="1400" dirty="0"/>
                  <a:t>역상 저항성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𝑐𝑎𝑝𝑎𝑐𝑖𝑡𝑦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크기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𝑜𝑢𝑡𝑝𝑢𝑡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길이</m:t>
                            </m:r>
                          </m:e>
                        </m:d>
                      </m:e>
                    </m:func>
                  </m:oMath>
                </a14:m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보안 강도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충돌저항성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역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  <m:t>상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저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  <m:t>항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성</m:t>
                            </m:r>
                          </m:e>
                        </m:d>
                      </m:e>
                    </m:func>
                  </m:oMath>
                </a14:m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</p:txBody>
          </p:sp>
        </mc:Choice>
        <mc:Fallback xmlns="">
          <p:sp>
            <p:nvSpPr>
              <p:cNvPr id="477" name="TextBox 476">
                <a:extLst>
                  <a:ext uri="{FF2B5EF4-FFF2-40B4-BE49-F238E27FC236}">
                    <a16:creationId xmlns:a16="http://schemas.microsoft.com/office/drawing/2014/main" id="{2122BBDA-9799-9E49-0268-C264A1369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24" y="1072165"/>
                <a:ext cx="9586765" cy="5698611"/>
              </a:xfrm>
              <a:prstGeom prst="rect">
                <a:avLst/>
              </a:prstGeom>
              <a:blipFill>
                <a:blip r:embed="rId3"/>
                <a:stretch>
                  <a:fillRect l="-509" t="-6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183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9E151-4914-D816-8EB6-BA7D172F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32802-B302-4F7F-E1E8-2B6999589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보안강도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5A0C1-1F3F-3E02-2FB3-60C3217F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7" name="TextBox 476">
                <a:extLst>
                  <a:ext uri="{FF2B5EF4-FFF2-40B4-BE49-F238E27FC236}">
                    <a16:creationId xmlns:a16="http://schemas.microsoft.com/office/drawing/2014/main" id="{C0F9FC04-331D-2CB7-B6C3-37F3D3BC6A6F}"/>
                  </a:ext>
                </a:extLst>
              </p:cNvPr>
              <p:cNvSpPr txBox="1"/>
              <p:nvPr/>
            </p:nvSpPr>
            <p:spPr>
              <a:xfrm>
                <a:off x="722324" y="1183675"/>
                <a:ext cx="9586765" cy="489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</a:t>
                </a:r>
                <a:r>
                  <a:rPr lang="ko-KR" altLang="en-US" b="1" dirty="0"/>
                  <a:t>의 보안 강도</a:t>
                </a:r>
                <a:endParaRPr lang="en-US" altLang="ko-KR" b="1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Poseidon-128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충돌 저항성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𝑐𝑎𝑝𝑎𝑐𝑖𝑡𝑦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sz="1400" i="1">
                                    <a:latin typeface="Cambria Math" panose="02040503050406030204" pitchFamily="18" charset="0"/>
                                  </a:rPr>
                                  <m:t>크기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𝑜𝑢𝑡𝑝𝑢𝑡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sz="1400" i="1">
                                    <a:latin typeface="Cambria Math" panose="02040503050406030204" pitchFamily="18" charset="0"/>
                                  </a:rPr>
                                  <m:t>길이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256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256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=128</m:t>
                        </m:r>
                      </m:e>
                    </m:func>
                  </m:oMath>
                </a14:m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역상 저항성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𝑐𝑎𝑝𝑎𝑐𝑖𝑡𝑦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크기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𝑜𝑢𝑡𝑝𝑢𝑡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길이</m:t>
                            </m:r>
                          </m:e>
                        </m:d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256, 256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보안 강도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충돌저항성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역상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저항성</m:t>
                            </m:r>
                          </m:e>
                        </m:d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=128</m:t>
                    </m:r>
                  </m:oMath>
                </a14:m>
                <a:endParaRPr lang="en-US" altLang="ko-KR" sz="1400" dirty="0"/>
              </a:p>
              <a:p>
                <a:pPr lvl="1"/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Poseidon-256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충돌 저항성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𝑐𝑎𝑝𝑎𝑐𝑖𝑡𝑦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sz="1400" i="1">
                                    <a:latin typeface="Cambria Math" panose="02040503050406030204" pitchFamily="18" charset="0"/>
                                  </a:rPr>
                                  <m:t>크기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𝑜𝑢𝑡𝑝𝑢𝑡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sz="1400" i="1">
                                    <a:latin typeface="Cambria Math" panose="02040503050406030204" pitchFamily="18" charset="0"/>
                                  </a:rPr>
                                  <m:t>길이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512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512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역상 저항성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𝑐𝑎𝑝𝑎𝑐𝑖𝑡𝑦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크기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𝑜𝑢𝑡𝑝𝑢𝑡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길이</m:t>
                            </m:r>
                          </m:e>
                        </m:d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512, 512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=512</m:t>
                    </m:r>
                  </m:oMath>
                </a14:m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보안 강도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충돌저항성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역상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저항성</m:t>
                            </m:r>
                          </m:e>
                        </m:d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</p:txBody>
          </p:sp>
        </mc:Choice>
        <mc:Fallback xmlns="">
          <p:sp>
            <p:nvSpPr>
              <p:cNvPr id="477" name="TextBox 476">
                <a:extLst>
                  <a:ext uri="{FF2B5EF4-FFF2-40B4-BE49-F238E27FC236}">
                    <a16:creationId xmlns:a16="http://schemas.microsoft.com/office/drawing/2014/main" id="{C0F9FC04-331D-2CB7-B6C3-37F3D3BC6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24" y="1183675"/>
                <a:ext cx="9586765" cy="4895314"/>
              </a:xfrm>
              <a:prstGeom prst="rect">
                <a:avLst/>
              </a:prstGeom>
              <a:blipFill>
                <a:blip r:embed="rId3"/>
                <a:stretch>
                  <a:fillRect l="-509" t="-6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47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EE98-1C59-626C-C5B5-537911515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C7CD4-BBBE-DE96-74CC-D7655F3A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 </a:t>
            </a:r>
            <a:r>
              <a:rPr lang="en-US" altLang="ko-KR" dirty="0"/>
              <a:t>output</a:t>
            </a:r>
            <a:r>
              <a:rPr lang="ko-KR" altLang="en-US" dirty="0"/>
              <a:t>의</a:t>
            </a:r>
            <a:r>
              <a:rPr lang="en-US" altLang="ko-KR" dirty="0"/>
              <a:t> 256-bit</a:t>
            </a:r>
            <a:r>
              <a:rPr lang="ko-KR" altLang="en-US" dirty="0"/>
              <a:t> 확장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AA11D7-FE84-87BC-4341-CA953D10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8F77C-1215-A046-DC0F-C8F75D56B89E}"/>
              </a:ext>
            </a:extLst>
          </p:cNvPr>
          <p:cNvSpPr txBox="1"/>
          <p:nvPr/>
        </p:nvSpPr>
        <p:spPr>
          <a:xfrm>
            <a:off x="929908" y="1906567"/>
            <a:ext cx="1050272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Poseidon-128</a:t>
            </a:r>
            <a:r>
              <a:rPr lang="ko-KR" altLang="en-US" b="1" dirty="0"/>
              <a:t>의 </a:t>
            </a:r>
            <a:r>
              <a:rPr lang="en-US" altLang="ko-KR" b="1" dirty="0"/>
              <a:t>output(254-bit)</a:t>
            </a:r>
            <a:r>
              <a:rPr lang="ko-KR" altLang="en-US" b="1" dirty="0"/>
              <a:t>의 </a:t>
            </a:r>
            <a:r>
              <a:rPr lang="en-US" altLang="ko-KR" b="1" dirty="0"/>
              <a:t>256-bit </a:t>
            </a:r>
            <a:r>
              <a:rPr lang="ko-KR" altLang="en-US" b="1" dirty="0"/>
              <a:t>확장 방법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Zero-padding(</a:t>
            </a:r>
            <a:r>
              <a:rPr lang="ko-KR" altLang="en-US" sz="1600" dirty="0"/>
              <a:t>단순 확장</a:t>
            </a:r>
            <a:r>
              <a:rPr lang="en-US" altLang="ko-KR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Bit-Slice &amp; Concatenation</a:t>
            </a:r>
          </a:p>
          <a:p>
            <a:pPr lvl="1"/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128-bit/64-bit </a:t>
            </a:r>
            <a:r>
              <a:rPr lang="ko-KR" altLang="en-US" sz="1600" dirty="0"/>
              <a:t>크기의 </a:t>
            </a:r>
            <a:r>
              <a:rPr lang="en-US" altLang="ko-KR" sz="1600" dirty="0"/>
              <a:t>Field</a:t>
            </a:r>
            <a:r>
              <a:rPr lang="ko-KR" altLang="en-US" sz="1600" dirty="0"/>
              <a:t>를 이용한 </a:t>
            </a:r>
            <a:r>
              <a:rPr lang="en-US" altLang="ko-KR" sz="1600" dirty="0"/>
              <a:t>Poseidon (ex. Goldilocks Poseidon)</a:t>
            </a:r>
          </a:p>
        </p:txBody>
      </p:sp>
    </p:spTree>
    <p:extLst>
      <p:ext uri="{BB962C8B-B14F-4D97-AF65-F5344CB8AC3E}">
        <p14:creationId xmlns:p14="http://schemas.microsoft.com/office/powerpoint/2010/main" val="2025579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35DE0-C529-7E45-6A5F-9CA0D98C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C8B7A-B572-0745-3820-05C6D76C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 </a:t>
            </a:r>
            <a:r>
              <a:rPr lang="en-US" altLang="ko-KR" dirty="0"/>
              <a:t>output</a:t>
            </a:r>
            <a:r>
              <a:rPr lang="ko-KR" altLang="en-US" dirty="0"/>
              <a:t>의</a:t>
            </a:r>
            <a:r>
              <a:rPr lang="en-US" altLang="ko-KR" dirty="0"/>
              <a:t> 256-bit</a:t>
            </a:r>
            <a:r>
              <a:rPr lang="ko-KR" altLang="en-US" dirty="0"/>
              <a:t> 확장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2E818D-9907-F88A-257B-FB924FC0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82DC1-D812-6EF1-CB68-6ADDCD2F7B4B}"/>
              </a:ext>
            </a:extLst>
          </p:cNvPr>
          <p:cNvSpPr txBox="1"/>
          <p:nvPr/>
        </p:nvSpPr>
        <p:spPr>
          <a:xfrm>
            <a:off x="929908" y="1906567"/>
            <a:ext cx="105027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Zero-Padding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254-bit </a:t>
            </a:r>
            <a:r>
              <a:rPr lang="ko-KR" altLang="en-US" sz="1600" dirty="0"/>
              <a:t>결과값 상위</a:t>
            </a:r>
            <a:r>
              <a:rPr lang="en-US" altLang="ko-KR" sz="1600" dirty="0"/>
              <a:t>/</a:t>
            </a:r>
            <a:r>
              <a:rPr lang="ko-KR" altLang="en-US" sz="1600" dirty="0"/>
              <a:t>하위에 </a:t>
            </a:r>
            <a:r>
              <a:rPr lang="en-US" altLang="ko-KR" sz="1600" dirty="0"/>
              <a:t>“00”</a:t>
            </a:r>
            <a:r>
              <a:rPr lang="ko-KR" altLang="en-US" sz="1600" dirty="0"/>
              <a:t>이라는 </a:t>
            </a:r>
            <a:r>
              <a:rPr lang="en-US" altLang="ko-KR" sz="1600" dirty="0"/>
              <a:t>2-bit</a:t>
            </a:r>
            <a:r>
              <a:rPr lang="ko-KR" altLang="en-US" sz="1600" dirty="0"/>
              <a:t> 값을 붙여 </a:t>
            </a:r>
            <a:r>
              <a:rPr lang="en-US" altLang="ko-KR" sz="1600" dirty="0"/>
              <a:t>256-bit</a:t>
            </a:r>
            <a:r>
              <a:rPr lang="ko-KR" altLang="en-US" sz="1600" dirty="0"/>
              <a:t>로 만듦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일반적으로 사용</a:t>
            </a:r>
            <a:endParaRPr lang="en-US" altLang="ko-KR" sz="160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3D66ED6-5D59-5C24-926A-7C78DCCDE814}"/>
              </a:ext>
            </a:extLst>
          </p:cNvPr>
          <p:cNvGrpSpPr/>
          <p:nvPr/>
        </p:nvGrpSpPr>
        <p:grpSpPr>
          <a:xfrm>
            <a:off x="20427" y="3914615"/>
            <a:ext cx="11898288" cy="1451424"/>
            <a:chOff x="20427" y="3216115"/>
            <a:chExt cx="11898288" cy="1451424"/>
          </a:xfrm>
        </p:grpSpPr>
        <p:cxnSp>
          <p:nvCxnSpPr>
            <p:cNvPr id="3" name="연결선: 꺾임 2">
              <a:extLst>
                <a:ext uri="{FF2B5EF4-FFF2-40B4-BE49-F238E27FC236}">
                  <a16:creationId xmlns:a16="http://schemas.microsoft.com/office/drawing/2014/main" id="{A300B6CC-5EAF-908E-63B1-071B4544A1C9}"/>
                </a:ext>
              </a:extLst>
            </p:cNvPr>
            <p:cNvCxnSpPr>
              <a:cxnSpLocks/>
              <a:stCxn id="40" idx="3"/>
              <a:endCxn id="6" idx="1"/>
            </p:cNvCxnSpPr>
            <p:nvPr/>
          </p:nvCxnSpPr>
          <p:spPr>
            <a:xfrm>
              <a:off x="7695400" y="3430568"/>
              <a:ext cx="374162" cy="99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EB3440D-0BB2-8992-5A11-8DA9F895E8E0}"/>
                    </a:ext>
                  </a:extLst>
                </p:cNvPr>
                <p:cNvSpPr txBox="1"/>
                <p:nvPr/>
              </p:nvSpPr>
              <p:spPr>
                <a:xfrm>
                  <a:off x="8069562" y="3262282"/>
                  <a:ext cx="38491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dirty="0"/>
                    <a:t>Output(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ko-KR" sz="1600" dirty="0"/>
                    <a:t>) 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252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253</m:t>
                          </m:r>
                        </m:sub>
                      </m:sSub>
                    </m:oMath>
                  </a14:m>
                  <a:r>
                    <a:rPr lang="en-US" altLang="ko-KR" sz="1600" dirty="0"/>
                    <a:t>(254-bit)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EB3440D-0BB2-8992-5A11-8DA9F895E8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9562" y="3262282"/>
                  <a:ext cx="3849153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951" t="-5455" b="-236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A2A5785-AF60-82AE-3AC7-C1DAAD4F714B}"/>
                </a:ext>
              </a:extLst>
            </p:cNvPr>
            <p:cNvGrpSpPr/>
            <p:nvPr/>
          </p:nvGrpSpPr>
          <p:grpSpPr>
            <a:xfrm>
              <a:off x="20427" y="3216115"/>
              <a:ext cx="7678805" cy="1375224"/>
              <a:chOff x="20427" y="4715332"/>
              <a:chExt cx="7678805" cy="1375224"/>
            </a:xfrm>
          </p:grpSpPr>
          <p:sp>
            <p:nvSpPr>
              <p:cNvPr id="8" name="왼쪽 중괄호 7">
                <a:extLst>
                  <a:ext uri="{FF2B5EF4-FFF2-40B4-BE49-F238E27FC236}">
                    <a16:creationId xmlns:a16="http://schemas.microsoft.com/office/drawing/2014/main" id="{6F7AC1A3-776F-3ED4-B25E-C15FBC0209F4}"/>
                  </a:ext>
                </a:extLst>
              </p:cNvPr>
              <p:cNvSpPr/>
              <p:nvPr/>
            </p:nvSpPr>
            <p:spPr>
              <a:xfrm>
                <a:off x="1035579" y="471961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CC3924-C452-7F8F-B45B-8F06F827541D}"/>
                  </a:ext>
                </a:extLst>
              </p:cNvPr>
              <p:cNvSpPr txBox="1"/>
              <p:nvPr/>
            </p:nvSpPr>
            <p:spPr>
              <a:xfrm>
                <a:off x="114299" y="502347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10" name="왼쪽 중괄호 9">
                <a:extLst>
                  <a:ext uri="{FF2B5EF4-FFF2-40B4-BE49-F238E27FC236}">
                    <a16:creationId xmlns:a16="http://schemas.microsoft.com/office/drawing/2014/main" id="{E0B0D0E2-5183-7E10-8452-93D19708FE49}"/>
                  </a:ext>
                </a:extLst>
              </p:cNvPr>
              <p:cNvSpPr/>
              <p:nvPr/>
            </p:nvSpPr>
            <p:spPr>
              <a:xfrm>
                <a:off x="1041929" y="567948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D64891-E95D-D0B7-E8E4-12A73F8D50DB}"/>
                  </a:ext>
                </a:extLst>
              </p:cNvPr>
              <p:cNvSpPr txBox="1"/>
              <p:nvPr/>
            </p:nvSpPr>
            <p:spPr>
              <a:xfrm>
                <a:off x="20427" y="570320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8DDAD93-1ABC-B529-5F58-8052ECC9B624}"/>
                  </a:ext>
                </a:extLst>
              </p:cNvPr>
              <p:cNvGrpSpPr/>
              <p:nvPr/>
            </p:nvGrpSpPr>
            <p:grpSpPr>
              <a:xfrm>
                <a:off x="7181382" y="4719616"/>
                <a:ext cx="517850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직사각형 39">
                      <a:extLst>
                        <a:ext uri="{FF2B5EF4-FFF2-40B4-BE49-F238E27FC236}">
                          <a16:creationId xmlns:a16="http://schemas.microsoft.com/office/drawing/2014/main" id="{596BD26A-BCF3-3042-2704-4219F6BBDC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직사각형 40">
                      <a:extLst>
                        <a:ext uri="{FF2B5EF4-FFF2-40B4-BE49-F238E27FC236}">
                          <a16:creationId xmlns:a16="http://schemas.microsoft.com/office/drawing/2014/main" id="{03161512-791A-E008-9025-9BEE56184F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직사각형 41">
                      <a:extLst>
                        <a:ext uri="{FF2B5EF4-FFF2-40B4-BE49-F238E27FC236}">
                          <a16:creationId xmlns:a16="http://schemas.microsoft.com/office/drawing/2014/main" id="{28E5AAB9-5096-9FB2-FE48-CF3047BC2C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3" name="직사각형 502">
                      <a:extLst>
                        <a:ext uri="{FF2B5EF4-FFF2-40B4-BE49-F238E27FC236}">
                          <a16:creationId xmlns:a16="http://schemas.microsoft.com/office/drawing/2014/main" id="{B5FEA8AD-17AB-5497-1BB6-43BF08D472F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48F8BBC2-502C-3221-A411-0B9407C29696}"/>
                  </a:ext>
                </a:extLst>
              </p:cNvPr>
              <p:cNvGrpSpPr/>
              <p:nvPr/>
            </p:nvGrpSpPr>
            <p:grpSpPr>
              <a:xfrm>
                <a:off x="5869531" y="4736436"/>
                <a:ext cx="1171882" cy="1354120"/>
                <a:chOff x="5869531" y="4736436"/>
                <a:chExt cx="1171882" cy="1354120"/>
              </a:xfrm>
            </p:grpSpPr>
            <p:sp>
              <p:nvSpPr>
                <p:cNvPr id="31" name="사각형: 둥근 모서리 30">
                  <a:extLst>
                    <a:ext uri="{FF2B5EF4-FFF2-40B4-BE49-F238E27FC236}">
                      <a16:creationId xmlns:a16="http://schemas.microsoft.com/office/drawing/2014/main" id="{AC68936E-7EFB-DE87-B4B0-C9813DC7E4C1}"/>
                    </a:ext>
                  </a:extLst>
                </p:cNvPr>
                <p:cNvSpPr/>
                <p:nvPr/>
              </p:nvSpPr>
              <p:spPr>
                <a:xfrm>
                  <a:off x="6295468" y="4736436"/>
                  <a:ext cx="282388" cy="1354120"/>
                </a:xfrm>
                <a:prstGeom prst="round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b="1" dirty="0">
                      <a:solidFill>
                        <a:schemeClr val="tx1"/>
                      </a:solidFill>
                    </a:rPr>
                    <a:t>P</a:t>
                  </a:r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2" name="그룹 31">
                  <a:extLst>
                    <a:ext uri="{FF2B5EF4-FFF2-40B4-BE49-F238E27FC236}">
                      <a16:creationId xmlns:a16="http://schemas.microsoft.com/office/drawing/2014/main" id="{7E599B93-1013-28D6-330B-CC7A176C0DEF}"/>
                    </a:ext>
                  </a:extLst>
                </p:cNvPr>
                <p:cNvGrpSpPr/>
                <p:nvPr/>
              </p:nvGrpSpPr>
              <p:grpSpPr>
                <a:xfrm>
                  <a:off x="5869531" y="4834375"/>
                  <a:ext cx="382218" cy="1120218"/>
                  <a:chOff x="2844153" y="3567767"/>
                  <a:chExt cx="382218" cy="1120218"/>
                </a:xfrm>
              </p:grpSpPr>
              <p:sp>
                <p:nvSpPr>
                  <p:cNvPr id="37" name="화살표: 오른쪽 36">
                    <a:extLst>
                      <a:ext uri="{FF2B5EF4-FFF2-40B4-BE49-F238E27FC236}">
                        <a16:creationId xmlns:a16="http://schemas.microsoft.com/office/drawing/2014/main" id="{9ACC7412-6918-0DBD-223E-A7710B678EE4}"/>
                      </a:ext>
                    </a:extLst>
                  </p:cNvPr>
                  <p:cNvSpPr/>
                  <p:nvPr/>
                </p:nvSpPr>
                <p:spPr>
                  <a:xfrm>
                    <a:off x="2844153" y="3567767"/>
                    <a:ext cx="376518" cy="161365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8" name="화살표: 오른쪽 37">
                    <a:extLst>
                      <a:ext uri="{FF2B5EF4-FFF2-40B4-BE49-F238E27FC236}">
                        <a16:creationId xmlns:a16="http://schemas.microsoft.com/office/drawing/2014/main" id="{F1984303-6865-D2CF-C546-FED1B7143F68}"/>
                      </a:ext>
                    </a:extLst>
                  </p:cNvPr>
                  <p:cNvSpPr/>
                  <p:nvPr/>
                </p:nvSpPr>
                <p:spPr>
                  <a:xfrm>
                    <a:off x="2845714" y="4526620"/>
                    <a:ext cx="376518" cy="161365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9" name="화살표: 오른쪽 38">
                    <a:extLst>
                      <a:ext uri="{FF2B5EF4-FFF2-40B4-BE49-F238E27FC236}">
                        <a16:creationId xmlns:a16="http://schemas.microsoft.com/office/drawing/2014/main" id="{7F81B100-6A8A-80FA-8329-CD0C0B79EDBF}"/>
                      </a:ext>
                    </a:extLst>
                  </p:cNvPr>
                  <p:cNvSpPr/>
                  <p:nvPr/>
                </p:nvSpPr>
                <p:spPr>
                  <a:xfrm>
                    <a:off x="2849853" y="4047193"/>
                    <a:ext cx="376518" cy="161365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33" name="그룹 32">
                  <a:extLst>
                    <a:ext uri="{FF2B5EF4-FFF2-40B4-BE49-F238E27FC236}">
                      <a16:creationId xmlns:a16="http://schemas.microsoft.com/office/drawing/2014/main" id="{AFD848AA-C15B-4577-51E4-12421216CCAD}"/>
                    </a:ext>
                  </a:extLst>
                </p:cNvPr>
                <p:cNvGrpSpPr/>
                <p:nvPr/>
              </p:nvGrpSpPr>
              <p:grpSpPr>
                <a:xfrm>
                  <a:off x="6659195" y="4835633"/>
                  <a:ext cx="382218" cy="1120218"/>
                  <a:chOff x="2844153" y="3567767"/>
                  <a:chExt cx="382218" cy="1120218"/>
                </a:xfrm>
              </p:grpSpPr>
              <p:sp>
                <p:nvSpPr>
                  <p:cNvPr id="34" name="화살표: 오른쪽 33">
                    <a:extLst>
                      <a:ext uri="{FF2B5EF4-FFF2-40B4-BE49-F238E27FC236}">
                        <a16:creationId xmlns:a16="http://schemas.microsoft.com/office/drawing/2014/main" id="{7B16D4D7-95B7-4C06-5C67-895E3B397BDF}"/>
                      </a:ext>
                    </a:extLst>
                  </p:cNvPr>
                  <p:cNvSpPr/>
                  <p:nvPr/>
                </p:nvSpPr>
                <p:spPr>
                  <a:xfrm>
                    <a:off x="2844153" y="3567767"/>
                    <a:ext cx="376518" cy="161365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5" name="화살표: 오른쪽 34">
                    <a:extLst>
                      <a:ext uri="{FF2B5EF4-FFF2-40B4-BE49-F238E27FC236}">
                        <a16:creationId xmlns:a16="http://schemas.microsoft.com/office/drawing/2014/main" id="{F91C1DBE-2CD0-AB8F-E15C-CFFC9C4B7709}"/>
                      </a:ext>
                    </a:extLst>
                  </p:cNvPr>
                  <p:cNvSpPr/>
                  <p:nvPr/>
                </p:nvSpPr>
                <p:spPr>
                  <a:xfrm>
                    <a:off x="2845714" y="4526620"/>
                    <a:ext cx="376518" cy="161365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6" name="화살표: 오른쪽 35">
                    <a:extLst>
                      <a:ext uri="{FF2B5EF4-FFF2-40B4-BE49-F238E27FC236}">
                        <a16:creationId xmlns:a16="http://schemas.microsoft.com/office/drawing/2014/main" id="{6E414B47-D62F-D952-010C-45DB20C2AC2E}"/>
                      </a:ext>
                    </a:extLst>
                  </p:cNvPr>
                  <p:cNvSpPr/>
                  <p:nvPr/>
                </p:nvSpPr>
                <p:spPr>
                  <a:xfrm>
                    <a:off x="2849853" y="4047193"/>
                    <a:ext cx="376518" cy="161365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FF4E27EB-86F9-C356-D519-DA0FF530A823}"/>
                  </a:ext>
                </a:extLst>
              </p:cNvPr>
              <p:cNvGrpSpPr/>
              <p:nvPr/>
            </p:nvGrpSpPr>
            <p:grpSpPr>
              <a:xfrm>
                <a:off x="1267415" y="4718109"/>
                <a:ext cx="517850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직사각형 27">
                      <a:extLst>
                        <a:ext uri="{FF2B5EF4-FFF2-40B4-BE49-F238E27FC236}">
                          <a16:creationId xmlns:a16="http://schemas.microsoft.com/office/drawing/2014/main" id="{8019B768-0665-1DC4-BD16-78E1125AA9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직사각형 28">
                      <a:extLst>
                        <a:ext uri="{FF2B5EF4-FFF2-40B4-BE49-F238E27FC236}">
                          <a16:creationId xmlns:a16="http://schemas.microsoft.com/office/drawing/2014/main" id="{7D5EB9FC-98C0-F464-EAF9-A8C021BD9E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직사각형 29">
                      <a:extLst>
                        <a:ext uri="{FF2B5EF4-FFF2-40B4-BE49-F238E27FC236}">
                          <a16:creationId xmlns:a16="http://schemas.microsoft.com/office/drawing/2014/main" id="{47D895B4-4658-CDCE-F1EB-E300B12972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3" name="직사각형 502">
                      <a:extLst>
                        <a:ext uri="{FF2B5EF4-FFF2-40B4-BE49-F238E27FC236}">
                          <a16:creationId xmlns:a16="http://schemas.microsoft.com/office/drawing/2014/main" id="{B5FEA8AD-17AB-5497-1BB6-43BF08D472F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F4A852C6-A0EA-7617-47C5-687C5F6A37AA}"/>
                  </a:ext>
                </a:extLst>
              </p:cNvPr>
              <p:cNvGrpSpPr/>
              <p:nvPr/>
            </p:nvGrpSpPr>
            <p:grpSpPr>
              <a:xfrm>
                <a:off x="5315531" y="4717988"/>
                <a:ext cx="517850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직사각형 24">
                      <a:extLst>
                        <a:ext uri="{FF2B5EF4-FFF2-40B4-BE49-F238E27FC236}">
                          <a16:creationId xmlns:a16="http://schemas.microsoft.com/office/drawing/2014/main" id="{5263480F-23AD-553C-4049-B463ED9162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직사각형 25">
                      <a:extLst>
                        <a:ext uri="{FF2B5EF4-FFF2-40B4-BE49-F238E27FC236}">
                          <a16:creationId xmlns:a16="http://schemas.microsoft.com/office/drawing/2014/main" id="{5E4FE295-9AB6-AEB3-D129-2B962AEA2A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직사각형 26">
                      <a:extLst>
                        <a:ext uri="{FF2B5EF4-FFF2-40B4-BE49-F238E27FC236}">
                          <a16:creationId xmlns:a16="http://schemas.microsoft.com/office/drawing/2014/main" id="{C8B42C7D-C600-DC81-5BDC-04CD944DCA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3" name="직사각형 502">
                      <a:extLst>
                        <a:ext uri="{FF2B5EF4-FFF2-40B4-BE49-F238E27FC236}">
                          <a16:creationId xmlns:a16="http://schemas.microsoft.com/office/drawing/2014/main" id="{B5FEA8AD-17AB-5497-1BB6-43BF08D472F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FBFF54F2-9A5E-24E6-310A-D57018F84912}"/>
                  </a:ext>
                </a:extLst>
              </p:cNvPr>
              <p:cNvGrpSpPr/>
              <p:nvPr/>
            </p:nvGrpSpPr>
            <p:grpSpPr>
              <a:xfrm>
                <a:off x="1897886" y="4715332"/>
                <a:ext cx="3378209" cy="1247122"/>
                <a:chOff x="1897886" y="4715332"/>
                <a:chExt cx="3378209" cy="124712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F4ADF42-C33E-89BA-DE3F-CCAA0BB4B8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81829" y="4715332"/>
                      <a:ext cx="276691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ko-KR" sz="1600" dirty="0"/>
                        <a:t>Input(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a14:m>
                      <a:r>
                        <a:rPr lang="en-US" altLang="ko-KR" sz="1600" dirty="0"/>
                        <a:t>) :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255</m:t>
                              </m:r>
                            </m:sub>
                          </m:sSub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altLang="ko-KR" sz="1600" dirty="0"/>
                        <a:t>(256-bit)</a:t>
                      </a: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F4ADF42-C33E-89BA-DE3F-CCAA0BB4B8F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81829" y="4715332"/>
                      <a:ext cx="2766917" cy="33855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322" t="-5357" b="-2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FF611239-6571-D4BF-E504-0FD378ACC4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81829" y="5210292"/>
                      <a:ext cx="276691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ko-KR" sz="1600" dirty="0"/>
                        <a:t>Input(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a14:m>
                      <a:r>
                        <a:rPr lang="en-US" altLang="ko-KR" sz="1600" dirty="0"/>
                        <a:t>) :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255</m:t>
                              </m:r>
                            </m:sub>
                          </m:sSub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altLang="ko-KR" sz="1600" dirty="0"/>
                        <a:t>(256-bit)</a:t>
                      </a:r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FF611239-6571-D4BF-E504-0FD378ACC4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81829" y="5210292"/>
                      <a:ext cx="2766917" cy="33855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1322" t="-5357" b="-2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9" name="순서도: 논리합 18">
                  <a:extLst>
                    <a:ext uri="{FF2B5EF4-FFF2-40B4-BE49-F238E27FC236}">
                      <a16:creationId xmlns:a16="http://schemas.microsoft.com/office/drawing/2014/main" id="{CC11E545-4D4D-C1ED-E3C6-EC5E2321E882}"/>
                    </a:ext>
                  </a:extLst>
                </p:cNvPr>
                <p:cNvSpPr/>
                <p:nvPr/>
              </p:nvSpPr>
              <p:spPr>
                <a:xfrm>
                  <a:off x="1897886" y="4771476"/>
                  <a:ext cx="252000" cy="252000"/>
                </a:xfrm>
                <a:prstGeom prst="flowChartOr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0" name="순서도: 논리합 19">
                  <a:extLst>
                    <a:ext uri="{FF2B5EF4-FFF2-40B4-BE49-F238E27FC236}">
                      <a16:creationId xmlns:a16="http://schemas.microsoft.com/office/drawing/2014/main" id="{41CBAE44-0169-7AFF-55B4-0D1A78347640}"/>
                    </a:ext>
                  </a:extLst>
                </p:cNvPr>
                <p:cNvSpPr/>
                <p:nvPr/>
              </p:nvSpPr>
              <p:spPr>
                <a:xfrm>
                  <a:off x="1897886" y="5258706"/>
                  <a:ext cx="252000" cy="252000"/>
                </a:xfrm>
                <a:prstGeom prst="flowChartOr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21" name="그룹 20">
                  <a:extLst>
                    <a:ext uri="{FF2B5EF4-FFF2-40B4-BE49-F238E27FC236}">
                      <a16:creationId xmlns:a16="http://schemas.microsoft.com/office/drawing/2014/main" id="{205DB9E4-77ED-6124-293D-2C222D39E0EA}"/>
                    </a:ext>
                  </a:extLst>
                </p:cNvPr>
                <p:cNvGrpSpPr/>
                <p:nvPr/>
              </p:nvGrpSpPr>
              <p:grpSpPr>
                <a:xfrm>
                  <a:off x="1897886" y="4842236"/>
                  <a:ext cx="3378209" cy="1120218"/>
                  <a:chOff x="1897886" y="4842236"/>
                  <a:chExt cx="3378209" cy="1120218"/>
                </a:xfrm>
              </p:grpSpPr>
              <p:sp>
                <p:nvSpPr>
                  <p:cNvPr id="22" name="화살표: 오른쪽 21">
                    <a:extLst>
                      <a:ext uri="{FF2B5EF4-FFF2-40B4-BE49-F238E27FC236}">
                        <a16:creationId xmlns:a16="http://schemas.microsoft.com/office/drawing/2014/main" id="{714C50A1-1A3D-C8D8-21D1-65E1AB8DA770}"/>
                      </a:ext>
                    </a:extLst>
                  </p:cNvPr>
                  <p:cNvSpPr/>
                  <p:nvPr/>
                </p:nvSpPr>
                <p:spPr>
                  <a:xfrm>
                    <a:off x="4893877" y="4842236"/>
                    <a:ext cx="376518" cy="161365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3" name="화살표: 오른쪽 22">
                    <a:extLst>
                      <a:ext uri="{FF2B5EF4-FFF2-40B4-BE49-F238E27FC236}">
                        <a16:creationId xmlns:a16="http://schemas.microsoft.com/office/drawing/2014/main" id="{C55F67F1-FBDB-8C21-059F-1E161734EE21}"/>
                      </a:ext>
                    </a:extLst>
                  </p:cNvPr>
                  <p:cNvSpPr/>
                  <p:nvPr/>
                </p:nvSpPr>
                <p:spPr>
                  <a:xfrm>
                    <a:off x="1897886" y="5801089"/>
                    <a:ext cx="3374070" cy="161365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4" name="화살표: 오른쪽 23">
                    <a:extLst>
                      <a:ext uri="{FF2B5EF4-FFF2-40B4-BE49-F238E27FC236}">
                        <a16:creationId xmlns:a16="http://schemas.microsoft.com/office/drawing/2014/main" id="{C8468ACD-B6C4-7CF8-A9EC-B9FE9D8C82B2}"/>
                      </a:ext>
                    </a:extLst>
                  </p:cNvPr>
                  <p:cNvSpPr/>
                  <p:nvPr/>
                </p:nvSpPr>
                <p:spPr>
                  <a:xfrm>
                    <a:off x="4899577" y="5321662"/>
                    <a:ext cx="376518" cy="161365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EF683AA-D7A2-9606-6A33-CE7905E31029}"/>
                    </a:ext>
                  </a:extLst>
                </p:cNvPr>
                <p:cNvSpPr txBox="1"/>
                <p:nvPr/>
              </p:nvSpPr>
              <p:spPr>
                <a:xfrm>
                  <a:off x="7919209" y="4328985"/>
                  <a:ext cx="37405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600" dirty="0"/>
                    <a:t>최종 </a:t>
                  </a:r>
                  <a:r>
                    <a:rPr lang="en-US" altLang="ko-KR" sz="1600" dirty="0"/>
                    <a:t>Output(H): 00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253</m:t>
                          </m:r>
                        </m:sub>
                      </m:sSub>
                      <m:r>
                        <a:rPr lang="en-US" altLang="ko-KR" sz="16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ko-KR" sz="1600" dirty="0"/>
                    <a:t>(256-bit)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EF683AA-D7A2-9606-6A33-CE7905E31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209" y="4328985"/>
                  <a:ext cx="3740564" cy="338554"/>
                </a:xfrm>
                <a:prstGeom prst="rect">
                  <a:avLst/>
                </a:prstGeom>
                <a:blipFill>
                  <a:blip r:embed="rId12"/>
                  <a:stretch>
                    <a:fillRect l="-814" t="-7273" b="-236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연결선: 꺾임 43">
              <a:extLst>
                <a:ext uri="{FF2B5EF4-FFF2-40B4-BE49-F238E27FC236}">
                  <a16:creationId xmlns:a16="http://schemas.microsoft.com/office/drawing/2014/main" id="{4DA5024A-6FCE-471E-8319-B52E5D810F21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 rot="5400000">
              <a:off x="9472547" y="4012040"/>
              <a:ext cx="633890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CA322E9-7F24-0DEC-E07C-1AACD4C51149}"/>
                </a:ext>
              </a:extLst>
            </p:cNvPr>
            <p:cNvSpPr txBox="1"/>
            <p:nvPr/>
          </p:nvSpPr>
          <p:spPr>
            <a:xfrm>
              <a:off x="9789491" y="3864372"/>
              <a:ext cx="1168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+ 00 (2-bit)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4284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DE874-21B5-2AAA-8721-8E212795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4DB2E-C06C-B771-294B-25CD87A5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 </a:t>
            </a:r>
            <a:r>
              <a:rPr lang="en-US" altLang="ko-KR" dirty="0"/>
              <a:t>output</a:t>
            </a:r>
            <a:r>
              <a:rPr lang="ko-KR" altLang="en-US" dirty="0"/>
              <a:t>의</a:t>
            </a:r>
            <a:r>
              <a:rPr lang="en-US" altLang="ko-KR" dirty="0"/>
              <a:t> 256-bit</a:t>
            </a:r>
            <a:r>
              <a:rPr lang="ko-KR" altLang="en-US" dirty="0"/>
              <a:t> 확장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999C9B-1817-1280-3DBC-7F452B54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4F6E2E-FCEB-57D5-F2D4-B2C590AA59BC}"/>
                  </a:ext>
                </a:extLst>
              </p:cNvPr>
              <p:cNvSpPr txBox="1"/>
              <p:nvPr/>
            </p:nvSpPr>
            <p:spPr>
              <a:xfrm>
                <a:off x="929908" y="1906567"/>
                <a:ext cx="1050272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2. Bit-Slice &amp; Concatenation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S0</a:t>
                </a:r>
                <a:r>
                  <a:rPr lang="ko-KR" altLang="en-US" sz="1600" dirty="0"/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ko-KR" sz="1600" b="1" dirty="0"/>
                  <a:t> ~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S1</a:t>
                </a:r>
                <a:r>
                  <a:rPr lang="ko-KR" altLang="en-US" sz="1600" dirty="0"/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1600" dirty="0"/>
                  <a:t> ~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 err="1"/>
                  <a:t>concat</a:t>
                </a:r>
                <a:r>
                  <a:rPr lang="ko-KR" altLang="en-US" sz="1600" dirty="0"/>
                  <a:t>하여 </a:t>
                </a:r>
                <a:r>
                  <a:rPr lang="en-US" altLang="ko-KR" sz="1600" dirty="0"/>
                  <a:t>256-bit output </a:t>
                </a:r>
                <a:r>
                  <a:rPr lang="ko-KR" altLang="en-US" sz="1600" dirty="0"/>
                  <a:t>사용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단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ex)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𝟏𝟐𝟖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4F6E2E-FCEB-57D5-F2D4-B2C590AA5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08" y="1906567"/>
                <a:ext cx="10502724" cy="1107996"/>
              </a:xfrm>
              <a:prstGeom prst="rect">
                <a:avLst/>
              </a:prstGeom>
              <a:blipFill>
                <a:blip r:embed="rId3"/>
                <a:stretch>
                  <a:fillRect l="-523" t="-3297" b="-60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D185CB36-78EF-7A2F-980D-4B904646DE8D}"/>
              </a:ext>
            </a:extLst>
          </p:cNvPr>
          <p:cNvCxnSpPr>
            <a:cxnSpLocks/>
            <a:stCxn id="40" idx="3"/>
            <a:endCxn id="6" idx="1"/>
          </p:cNvCxnSpPr>
          <p:nvPr/>
        </p:nvCxnSpPr>
        <p:spPr>
          <a:xfrm>
            <a:off x="7695400" y="4129068"/>
            <a:ext cx="374162" cy="99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44D0BA-3A3C-4A04-8CAF-95429DBF5E4A}"/>
                  </a:ext>
                </a:extLst>
              </p:cNvPr>
              <p:cNvSpPr txBox="1"/>
              <p:nvPr/>
            </p:nvSpPr>
            <p:spPr>
              <a:xfrm>
                <a:off x="8069562" y="3960782"/>
                <a:ext cx="38491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44D0BA-3A3C-4A04-8CAF-95429DBF5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562" y="3960782"/>
                <a:ext cx="3849153" cy="338554"/>
              </a:xfrm>
              <a:prstGeom prst="rect">
                <a:avLst/>
              </a:prstGeom>
              <a:blipFill>
                <a:blip r:embed="rId4"/>
                <a:stretch>
                  <a:fillRect l="-951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6DD05216-0E01-26A6-B80B-DF21481B4287}"/>
              </a:ext>
            </a:extLst>
          </p:cNvPr>
          <p:cNvGrpSpPr/>
          <p:nvPr/>
        </p:nvGrpSpPr>
        <p:grpSpPr>
          <a:xfrm>
            <a:off x="20427" y="3914615"/>
            <a:ext cx="7678805" cy="1375224"/>
            <a:chOff x="20427" y="4715332"/>
            <a:chExt cx="7678805" cy="1375224"/>
          </a:xfrm>
        </p:grpSpPr>
        <p:sp>
          <p:nvSpPr>
            <p:cNvPr id="8" name="왼쪽 중괄호 7">
              <a:extLst>
                <a:ext uri="{FF2B5EF4-FFF2-40B4-BE49-F238E27FC236}">
                  <a16:creationId xmlns:a16="http://schemas.microsoft.com/office/drawing/2014/main" id="{9F04FB44-AA1A-AA3F-716B-CFE8D76D3A81}"/>
                </a:ext>
              </a:extLst>
            </p:cNvPr>
            <p:cNvSpPr/>
            <p:nvPr/>
          </p:nvSpPr>
          <p:spPr>
            <a:xfrm>
              <a:off x="1035579" y="471961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FF67AE-57CB-EEBA-F2B6-96A056A385C3}"/>
                </a:ext>
              </a:extLst>
            </p:cNvPr>
            <p:cNvSpPr txBox="1"/>
            <p:nvPr/>
          </p:nvSpPr>
          <p:spPr>
            <a:xfrm>
              <a:off x="114299" y="502347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10" name="왼쪽 중괄호 9">
              <a:extLst>
                <a:ext uri="{FF2B5EF4-FFF2-40B4-BE49-F238E27FC236}">
                  <a16:creationId xmlns:a16="http://schemas.microsoft.com/office/drawing/2014/main" id="{05AEE08F-EDBC-4811-0972-796AF08B370B}"/>
                </a:ext>
              </a:extLst>
            </p:cNvPr>
            <p:cNvSpPr/>
            <p:nvPr/>
          </p:nvSpPr>
          <p:spPr>
            <a:xfrm>
              <a:off x="1041929" y="567948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D70F1E-7D68-11B6-6546-6A93ABFABC91}"/>
                </a:ext>
              </a:extLst>
            </p:cNvPr>
            <p:cNvSpPr txBox="1"/>
            <p:nvPr/>
          </p:nvSpPr>
          <p:spPr>
            <a:xfrm>
              <a:off x="20427" y="570320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D9B636C-94D2-8FD1-79AF-CC79126B12B0}"/>
                </a:ext>
              </a:extLst>
            </p:cNvPr>
            <p:cNvGrpSpPr/>
            <p:nvPr/>
          </p:nvGrpSpPr>
          <p:grpSpPr>
            <a:xfrm>
              <a:off x="7181382" y="4719616"/>
              <a:ext cx="517850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직사각형 39">
                    <a:extLst>
                      <a:ext uri="{FF2B5EF4-FFF2-40B4-BE49-F238E27FC236}">
                        <a16:creationId xmlns:a16="http://schemas.microsoft.com/office/drawing/2014/main" id="{7CF3D94E-4A76-71F9-BD78-BDF3C97B3E19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직사각형 40">
                    <a:extLst>
                      <a:ext uri="{FF2B5EF4-FFF2-40B4-BE49-F238E27FC236}">
                        <a16:creationId xmlns:a16="http://schemas.microsoft.com/office/drawing/2014/main" id="{5591B265-D9C0-EE6D-F50B-21C68CE16E27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직사각형 41">
                    <a:extLst>
                      <a:ext uri="{FF2B5EF4-FFF2-40B4-BE49-F238E27FC236}">
                        <a16:creationId xmlns:a16="http://schemas.microsoft.com/office/drawing/2014/main" id="{C8356FC0-033A-22D1-9A67-CC6143470AA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3" name="직사각형 502">
                    <a:extLst>
                      <a:ext uri="{FF2B5EF4-FFF2-40B4-BE49-F238E27FC236}">
                        <a16:creationId xmlns:a16="http://schemas.microsoft.com/office/drawing/2014/main" id="{B5FEA8AD-17AB-5497-1BB6-43BF08D472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840C83F-9126-6BEC-BE9E-F8B4CC5C4483}"/>
                </a:ext>
              </a:extLst>
            </p:cNvPr>
            <p:cNvGrpSpPr/>
            <p:nvPr/>
          </p:nvGrpSpPr>
          <p:grpSpPr>
            <a:xfrm>
              <a:off x="5869531" y="4736436"/>
              <a:ext cx="1171882" cy="1354120"/>
              <a:chOff x="5869531" y="4736436"/>
              <a:chExt cx="1171882" cy="1354120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12458812-8192-B7A5-23EE-0CF264CA2F02}"/>
                  </a:ext>
                </a:extLst>
              </p:cNvPr>
              <p:cNvSpPr/>
              <p:nvPr/>
            </p:nvSpPr>
            <p:spPr>
              <a:xfrm>
                <a:off x="6295468" y="4736436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303601CB-C41B-D95F-6571-0420D95A485E}"/>
                  </a:ext>
                </a:extLst>
              </p:cNvPr>
              <p:cNvGrpSpPr/>
              <p:nvPr/>
            </p:nvGrpSpPr>
            <p:grpSpPr>
              <a:xfrm>
                <a:off x="5869531" y="4834375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7" name="화살표: 오른쪽 36">
                  <a:extLst>
                    <a:ext uri="{FF2B5EF4-FFF2-40B4-BE49-F238E27FC236}">
                      <a16:creationId xmlns:a16="http://schemas.microsoft.com/office/drawing/2014/main" id="{C9DE3A13-6B70-E2E8-4DA2-E401F87826BC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화살표: 오른쪽 37">
                  <a:extLst>
                    <a:ext uri="{FF2B5EF4-FFF2-40B4-BE49-F238E27FC236}">
                      <a16:creationId xmlns:a16="http://schemas.microsoft.com/office/drawing/2014/main" id="{A2A0D5C1-899C-9437-ECD5-EF7C2F753954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화살표: 오른쪽 38">
                  <a:extLst>
                    <a:ext uri="{FF2B5EF4-FFF2-40B4-BE49-F238E27FC236}">
                      <a16:creationId xmlns:a16="http://schemas.microsoft.com/office/drawing/2014/main" id="{BDBBE40E-CC69-ED85-3133-03C430500337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2B4EEE14-034C-E110-346B-56C0EA1F651A}"/>
                  </a:ext>
                </a:extLst>
              </p:cNvPr>
              <p:cNvGrpSpPr/>
              <p:nvPr/>
            </p:nvGrpSpPr>
            <p:grpSpPr>
              <a:xfrm>
                <a:off x="6659195" y="4835633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4" name="화살표: 오른쪽 33">
                  <a:extLst>
                    <a:ext uri="{FF2B5EF4-FFF2-40B4-BE49-F238E27FC236}">
                      <a16:creationId xmlns:a16="http://schemas.microsoft.com/office/drawing/2014/main" id="{64AC5C3B-E474-3508-9811-159844B19D66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화살표: 오른쪽 34">
                  <a:extLst>
                    <a:ext uri="{FF2B5EF4-FFF2-40B4-BE49-F238E27FC236}">
                      <a16:creationId xmlns:a16="http://schemas.microsoft.com/office/drawing/2014/main" id="{7E8C03D1-849F-69FB-00F3-DB8913CDE5AE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화살표: 오른쪽 35">
                  <a:extLst>
                    <a:ext uri="{FF2B5EF4-FFF2-40B4-BE49-F238E27FC236}">
                      <a16:creationId xmlns:a16="http://schemas.microsoft.com/office/drawing/2014/main" id="{FFA4C1AF-C67D-DB20-C98B-4CCC728C0DE1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C9B6325-BB45-578F-6B2D-FBB7EC8B0CDE}"/>
                </a:ext>
              </a:extLst>
            </p:cNvPr>
            <p:cNvGrpSpPr/>
            <p:nvPr/>
          </p:nvGrpSpPr>
          <p:grpSpPr>
            <a:xfrm>
              <a:off x="1267415" y="4718109"/>
              <a:ext cx="517850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직사각형 27">
                    <a:extLst>
                      <a:ext uri="{FF2B5EF4-FFF2-40B4-BE49-F238E27FC236}">
                        <a16:creationId xmlns:a16="http://schemas.microsoft.com/office/drawing/2014/main" id="{BE479E4C-EAA7-8DD0-3D40-EC650051AD54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직사각형 28">
                    <a:extLst>
                      <a:ext uri="{FF2B5EF4-FFF2-40B4-BE49-F238E27FC236}">
                        <a16:creationId xmlns:a16="http://schemas.microsoft.com/office/drawing/2014/main" id="{BDF02349-CF7C-C275-DFFE-354DEA42749E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직사각형 29">
                    <a:extLst>
                      <a:ext uri="{FF2B5EF4-FFF2-40B4-BE49-F238E27FC236}">
                        <a16:creationId xmlns:a16="http://schemas.microsoft.com/office/drawing/2014/main" id="{A414BACA-BBD6-D6CF-B570-2FE0423776E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3" name="직사각형 502">
                    <a:extLst>
                      <a:ext uri="{FF2B5EF4-FFF2-40B4-BE49-F238E27FC236}">
                        <a16:creationId xmlns:a16="http://schemas.microsoft.com/office/drawing/2014/main" id="{B5FEA8AD-17AB-5497-1BB6-43BF08D472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E70A6AC7-91CD-6878-FFF8-79491A2A3072}"/>
                </a:ext>
              </a:extLst>
            </p:cNvPr>
            <p:cNvGrpSpPr/>
            <p:nvPr/>
          </p:nvGrpSpPr>
          <p:grpSpPr>
            <a:xfrm>
              <a:off x="5315531" y="4717988"/>
              <a:ext cx="517850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직사각형 24">
                    <a:extLst>
                      <a:ext uri="{FF2B5EF4-FFF2-40B4-BE49-F238E27FC236}">
                        <a16:creationId xmlns:a16="http://schemas.microsoft.com/office/drawing/2014/main" id="{4883FD30-1388-5839-28E7-914AA9CF8561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직사각형 25">
                    <a:extLst>
                      <a:ext uri="{FF2B5EF4-FFF2-40B4-BE49-F238E27FC236}">
                        <a16:creationId xmlns:a16="http://schemas.microsoft.com/office/drawing/2014/main" id="{CE64E458-50DA-A729-1C7E-0E2613C021C7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직사각형 26">
                    <a:extLst>
                      <a:ext uri="{FF2B5EF4-FFF2-40B4-BE49-F238E27FC236}">
                        <a16:creationId xmlns:a16="http://schemas.microsoft.com/office/drawing/2014/main" id="{86998178-1470-1B8A-FED6-03DEFC75DC5E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3" name="직사각형 502">
                    <a:extLst>
                      <a:ext uri="{FF2B5EF4-FFF2-40B4-BE49-F238E27FC236}">
                        <a16:creationId xmlns:a16="http://schemas.microsoft.com/office/drawing/2014/main" id="{B5FEA8AD-17AB-5497-1BB6-43BF08D472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02802FE4-7FFE-D78C-1622-9B652B98145E}"/>
                </a:ext>
              </a:extLst>
            </p:cNvPr>
            <p:cNvGrpSpPr/>
            <p:nvPr/>
          </p:nvGrpSpPr>
          <p:grpSpPr>
            <a:xfrm>
              <a:off x="1897886" y="4715332"/>
              <a:ext cx="3378209" cy="1247122"/>
              <a:chOff x="1897886" y="4715332"/>
              <a:chExt cx="3378209" cy="12471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91F50BA8-7F8E-7C44-339F-ED60B3560ED1}"/>
                      </a:ext>
                    </a:extLst>
                  </p:cNvPr>
                  <p:cNvSpPr txBox="1"/>
                  <p:nvPr/>
                </p:nvSpPr>
                <p:spPr>
                  <a:xfrm>
                    <a:off x="2181829" y="4715332"/>
                    <a:ext cx="276691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600" dirty="0"/>
                      <a:t>Input(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en-US" altLang="ko-KR" sz="1600" dirty="0"/>
                      <a:t>) :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255</m:t>
                            </m:r>
                          </m:sub>
                        </m:sSub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ko-KR" sz="1600" dirty="0"/>
                      <a:t>(256-bit)</a:t>
                    </a: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91F50BA8-7F8E-7C44-339F-ED60B3560E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81829" y="4715332"/>
                    <a:ext cx="2766917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322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F5BC599-3025-B9CE-1996-8114CFD037F0}"/>
                      </a:ext>
                    </a:extLst>
                  </p:cNvPr>
                  <p:cNvSpPr txBox="1"/>
                  <p:nvPr/>
                </p:nvSpPr>
                <p:spPr>
                  <a:xfrm>
                    <a:off x="2181829" y="5210292"/>
                    <a:ext cx="276691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600" dirty="0"/>
                      <a:t>Input(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en-US" altLang="ko-KR" sz="1600" dirty="0"/>
                      <a:t>) :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255</m:t>
                            </m:r>
                          </m:sub>
                        </m:sSub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ko-KR" sz="1600" dirty="0"/>
                      <a:t>(256-bit)</a:t>
                    </a: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F5BC599-3025-B9CE-1996-8114CFD037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81829" y="5210292"/>
                    <a:ext cx="2766917" cy="33855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322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순서도: 논리합 18">
                <a:extLst>
                  <a:ext uri="{FF2B5EF4-FFF2-40B4-BE49-F238E27FC236}">
                    <a16:creationId xmlns:a16="http://schemas.microsoft.com/office/drawing/2014/main" id="{1771A6B8-A6D4-F09E-90D2-DB4B0F4D0D30}"/>
                  </a:ext>
                </a:extLst>
              </p:cNvPr>
              <p:cNvSpPr/>
              <p:nvPr/>
            </p:nvSpPr>
            <p:spPr>
              <a:xfrm>
                <a:off x="1897886" y="4771476"/>
                <a:ext cx="252000" cy="252000"/>
              </a:xfrm>
              <a:prstGeom prst="flowChartOr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0" name="순서도: 논리합 19">
                <a:extLst>
                  <a:ext uri="{FF2B5EF4-FFF2-40B4-BE49-F238E27FC236}">
                    <a16:creationId xmlns:a16="http://schemas.microsoft.com/office/drawing/2014/main" id="{5AA71491-3D6D-5AAE-482C-21654FACA0D8}"/>
                  </a:ext>
                </a:extLst>
              </p:cNvPr>
              <p:cNvSpPr/>
              <p:nvPr/>
            </p:nvSpPr>
            <p:spPr>
              <a:xfrm>
                <a:off x="1897886" y="5258706"/>
                <a:ext cx="252000" cy="252000"/>
              </a:xfrm>
              <a:prstGeom prst="flowChartOr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53E51813-F092-624B-6AA6-8F07429367BF}"/>
                  </a:ext>
                </a:extLst>
              </p:cNvPr>
              <p:cNvGrpSpPr/>
              <p:nvPr/>
            </p:nvGrpSpPr>
            <p:grpSpPr>
              <a:xfrm>
                <a:off x="1897886" y="4842236"/>
                <a:ext cx="3378209" cy="1120218"/>
                <a:chOff x="1897886" y="4842236"/>
                <a:chExt cx="3378209" cy="1120218"/>
              </a:xfrm>
            </p:grpSpPr>
            <p:sp>
              <p:nvSpPr>
                <p:cNvPr id="22" name="화살표: 오른쪽 21">
                  <a:extLst>
                    <a:ext uri="{FF2B5EF4-FFF2-40B4-BE49-F238E27FC236}">
                      <a16:creationId xmlns:a16="http://schemas.microsoft.com/office/drawing/2014/main" id="{4482CCBC-BDC9-5E17-05DF-7DDF07404CE5}"/>
                    </a:ext>
                  </a:extLst>
                </p:cNvPr>
                <p:cNvSpPr/>
                <p:nvPr/>
              </p:nvSpPr>
              <p:spPr>
                <a:xfrm>
                  <a:off x="4893877" y="4842236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화살표: 오른쪽 22">
                  <a:extLst>
                    <a:ext uri="{FF2B5EF4-FFF2-40B4-BE49-F238E27FC236}">
                      <a16:creationId xmlns:a16="http://schemas.microsoft.com/office/drawing/2014/main" id="{99A1F1F4-BA06-5D87-B203-76A23E4C130F}"/>
                    </a:ext>
                  </a:extLst>
                </p:cNvPr>
                <p:cNvSpPr/>
                <p:nvPr/>
              </p:nvSpPr>
              <p:spPr>
                <a:xfrm>
                  <a:off x="1897886" y="5801089"/>
                  <a:ext cx="3374070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" name="화살표: 오른쪽 23">
                  <a:extLst>
                    <a:ext uri="{FF2B5EF4-FFF2-40B4-BE49-F238E27FC236}">
                      <a16:creationId xmlns:a16="http://schemas.microsoft.com/office/drawing/2014/main" id="{971C2922-EAE9-4FFD-41E2-123959A09EE3}"/>
                    </a:ext>
                  </a:extLst>
                </p:cNvPr>
                <p:cNvSpPr/>
                <p:nvPr/>
              </p:nvSpPr>
              <p:spPr>
                <a:xfrm>
                  <a:off x="4899577" y="5321662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C6108E8-6D1A-BF3E-CF95-1FC908D6DC35}"/>
              </a:ext>
            </a:extLst>
          </p:cNvPr>
          <p:cNvSpPr/>
          <p:nvPr/>
        </p:nvSpPr>
        <p:spPr>
          <a:xfrm>
            <a:off x="9203138" y="4016930"/>
            <a:ext cx="129909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4100D4B-A028-5187-7CB5-B2A88D29BDE7}"/>
              </a:ext>
            </a:extLst>
          </p:cNvPr>
          <p:cNvSpPr/>
          <p:nvPr/>
        </p:nvSpPr>
        <p:spPr>
          <a:xfrm>
            <a:off x="9233358" y="4532033"/>
            <a:ext cx="1238651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9144E6B-4931-F208-EE4F-AC4DD79BD984}"/>
                  </a:ext>
                </a:extLst>
              </p:cNvPr>
              <p:cNvSpPr txBox="1"/>
              <p:nvPr/>
            </p:nvSpPr>
            <p:spPr>
              <a:xfrm>
                <a:off x="7682949" y="5409946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Output(H)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9144E6B-4931-F208-EE4F-AC4DD79BD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2949" y="5409946"/>
                <a:ext cx="5608423" cy="338554"/>
              </a:xfrm>
              <a:prstGeom prst="rect">
                <a:avLst/>
              </a:prstGeom>
              <a:blipFill>
                <a:blip r:embed="rId12"/>
                <a:stretch>
                  <a:fillRect l="-543" t="-714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7BC66A30-045A-0785-EA50-1147A7066D19}"/>
              </a:ext>
            </a:extLst>
          </p:cNvPr>
          <p:cNvCxnSpPr>
            <a:cxnSpLocks/>
            <a:stCxn id="49" idx="2"/>
          </p:cNvCxnSpPr>
          <p:nvPr/>
        </p:nvCxnSpPr>
        <p:spPr>
          <a:xfrm rot="5400000">
            <a:off x="8797262" y="3447942"/>
            <a:ext cx="147880" cy="196296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ED4ABD20-0B91-95CA-CA34-DF9A446DAEFE}"/>
              </a:ext>
            </a:extLst>
          </p:cNvPr>
          <p:cNvCxnSpPr>
            <a:cxnSpLocks/>
          </p:cNvCxnSpPr>
          <p:nvPr/>
        </p:nvCxnSpPr>
        <p:spPr>
          <a:xfrm rot="10800000">
            <a:off x="7889724" y="4520945"/>
            <a:ext cx="841585" cy="687433"/>
          </a:xfrm>
          <a:prstGeom prst="bentConnector3">
            <a:avLst>
              <a:gd name="adj1" fmla="val 99799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6794C7B1-5147-A84B-0AB4-F912AD01446E}"/>
              </a:ext>
            </a:extLst>
          </p:cNvPr>
          <p:cNvCxnSpPr>
            <a:cxnSpLocks/>
          </p:cNvCxnSpPr>
          <p:nvPr/>
        </p:nvCxnSpPr>
        <p:spPr>
          <a:xfrm>
            <a:off x="8696794" y="5207049"/>
            <a:ext cx="1058289" cy="262268"/>
          </a:xfrm>
          <a:prstGeom prst="bentConnector3">
            <a:avLst>
              <a:gd name="adj1" fmla="val 9968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A0E76C71-F604-5D22-4B01-2049B2320512}"/>
              </a:ext>
            </a:extLst>
          </p:cNvPr>
          <p:cNvCxnSpPr>
            <a:cxnSpLocks/>
            <a:stCxn id="50" idx="2"/>
          </p:cNvCxnSpPr>
          <p:nvPr/>
        </p:nvCxnSpPr>
        <p:spPr>
          <a:xfrm rot="16200000" flipH="1">
            <a:off x="10028897" y="4694374"/>
            <a:ext cx="327343" cy="679768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C8A72720-95A9-D8A0-26F0-C9B49DD345A8}"/>
              </a:ext>
            </a:extLst>
          </p:cNvPr>
          <p:cNvCxnSpPr>
            <a:cxnSpLocks/>
          </p:cNvCxnSpPr>
          <p:nvPr/>
        </p:nvCxnSpPr>
        <p:spPr>
          <a:xfrm>
            <a:off x="10196528" y="5202206"/>
            <a:ext cx="653719" cy="273461"/>
          </a:xfrm>
          <a:prstGeom prst="bentConnector3">
            <a:avLst>
              <a:gd name="adj1" fmla="val 9895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52CD6673-279A-BA1A-85C9-B4EBBDC46786}"/>
              </a:ext>
            </a:extLst>
          </p:cNvPr>
          <p:cNvCxnSpPr>
            <a:cxnSpLocks/>
            <a:stCxn id="41" idx="3"/>
            <a:endCxn id="58" idx="1"/>
          </p:cNvCxnSpPr>
          <p:nvPr/>
        </p:nvCxnSpPr>
        <p:spPr>
          <a:xfrm>
            <a:off x="7696039" y="4594380"/>
            <a:ext cx="389555" cy="4755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A0AAC03-99BC-29B6-5350-05381A58B100}"/>
                  </a:ext>
                </a:extLst>
              </p:cNvPr>
              <p:cNvSpPr txBox="1"/>
              <p:nvPr/>
            </p:nvSpPr>
            <p:spPr>
              <a:xfrm>
                <a:off x="8085594" y="4472662"/>
                <a:ext cx="38491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A0AAC03-99BC-29B6-5350-05381A58B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594" y="4472662"/>
                <a:ext cx="3849153" cy="338554"/>
              </a:xfrm>
              <a:prstGeom prst="rect">
                <a:avLst/>
              </a:prstGeom>
              <a:blipFill>
                <a:blip r:embed="rId13"/>
                <a:stretch>
                  <a:fillRect l="-791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521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1C0A-68C0-EC7D-5C0E-D75B3764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12960-03EC-93A8-CD80-DD7E6436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 </a:t>
            </a:r>
            <a:r>
              <a:rPr lang="en-US" altLang="ko-KR" dirty="0"/>
              <a:t>output</a:t>
            </a:r>
            <a:r>
              <a:rPr lang="ko-KR" altLang="en-US" dirty="0"/>
              <a:t>의</a:t>
            </a:r>
            <a:r>
              <a:rPr lang="en-US" altLang="ko-KR" dirty="0"/>
              <a:t> 256-bit</a:t>
            </a:r>
            <a:r>
              <a:rPr lang="ko-KR" altLang="en-US" dirty="0"/>
              <a:t> 확장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FA410E-2C22-2468-C69C-86DD62D4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033E990D-541E-DE23-A4D1-2B183A8F1925}"/>
                  </a:ext>
                </a:extLst>
              </p:cNvPr>
              <p:cNvSpPr txBox="1"/>
              <p:nvPr/>
            </p:nvSpPr>
            <p:spPr>
              <a:xfrm>
                <a:off x="785351" y="1448989"/>
                <a:ext cx="10354717" cy="3007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128-bit/64-bit </a:t>
                </a:r>
                <a:r>
                  <a:rPr lang="ko-KR" altLang="en-US" b="1" dirty="0"/>
                  <a:t>크기의 </a:t>
                </a:r>
                <a:r>
                  <a:rPr lang="en-US" altLang="ko-KR" b="1" dirty="0"/>
                  <a:t>Field</a:t>
                </a:r>
                <a:r>
                  <a:rPr lang="ko-KR" altLang="en-US" b="1" dirty="0"/>
                  <a:t>를 이용한 </a:t>
                </a:r>
                <a:r>
                  <a:rPr lang="en-US" altLang="ko-KR" b="1" dirty="0"/>
                  <a:t>Poseidon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Sponge </a:t>
                </a:r>
                <a:r>
                  <a:rPr lang="ko-KR" altLang="en-US" sz="1400" dirty="0"/>
                  <a:t>구조를 채택한 해시 함수의 보안 강도는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𝑐𝑎𝑝𝑎𝑐𝑖𝑡𝑦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sz="1400" i="1">
                                    <a:latin typeface="Cambria Math" panose="02040503050406030204" pitchFamily="18" charset="0"/>
                                  </a:rPr>
                                  <m:t>크기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𝑜𝑢𝑡𝑝𝑢𝑡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sz="1400" i="1">
                                    <a:latin typeface="Cambria Math" panose="02040503050406030204" pitchFamily="18" charset="0"/>
                                  </a:rPr>
                                  <m:t>길이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ko-KR" altLang="en-US" sz="1400" dirty="0"/>
                  <a:t>에 의해 결정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128-bit </a:t>
                </a:r>
                <a:r>
                  <a:rPr lang="ko-KR" altLang="en-US" sz="1400" dirty="0"/>
                  <a:t>보안을 도달하기 위해서는 최소 </a:t>
                </a:r>
                <a:r>
                  <a:rPr lang="en-US" altLang="ko-KR" sz="1400" dirty="0"/>
                  <a:t>256-bit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Capacity </a:t>
                </a:r>
                <a:r>
                  <a:rPr lang="ko-KR" altLang="en-US" sz="1400" dirty="0"/>
                  <a:t>공간의 확보 필요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128-bit Field </a:t>
                </a:r>
                <a:r>
                  <a:rPr lang="ko-KR" altLang="en-US" sz="1400" dirty="0"/>
                  <a:t>사용 시 </a:t>
                </a:r>
                <a:r>
                  <a:rPr lang="en-US" altLang="ko-KR" sz="1400" dirty="0"/>
                  <a:t>: 2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State</a:t>
                </a:r>
                <a:r>
                  <a:rPr lang="ko-KR" altLang="en-US" sz="1400" dirty="0"/>
                  <a:t>를 </a:t>
                </a:r>
                <a:r>
                  <a:rPr lang="en-US" altLang="ko-KR" sz="1400" dirty="0"/>
                  <a:t>Capacity</a:t>
                </a:r>
                <a:r>
                  <a:rPr lang="ko-KR" altLang="en-US" sz="1400" dirty="0"/>
                  <a:t>에 배치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64-bit Field(ex. Goldilocks) </a:t>
                </a:r>
                <a:r>
                  <a:rPr lang="ko-KR" altLang="en-US" sz="1400" dirty="0"/>
                  <a:t>사용 시 </a:t>
                </a:r>
                <a:r>
                  <a:rPr lang="en-US" altLang="ko-KR" sz="1400" dirty="0"/>
                  <a:t>: 4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State</a:t>
                </a:r>
                <a:r>
                  <a:rPr lang="ko-KR" altLang="en-US" sz="1400" dirty="0"/>
                  <a:t>를 </a:t>
                </a:r>
                <a:r>
                  <a:rPr lang="en-US" altLang="ko-KR" sz="1400" dirty="0"/>
                  <a:t>Capacity</a:t>
                </a:r>
                <a:r>
                  <a:rPr lang="ko-KR" altLang="en-US" sz="1400" dirty="0"/>
                  <a:t>에 배치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함수 수정이 필요할 수 있음</a:t>
                </a:r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033E990D-541E-DE23-A4D1-2B183A8F1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51" y="1448989"/>
                <a:ext cx="10354717" cy="3007811"/>
              </a:xfrm>
              <a:prstGeom prst="rect">
                <a:avLst/>
              </a:prstGeom>
              <a:blipFill>
                <a:blip r:embed="rId3"/>
                <a:stretch>
                  <a:fillRect l="-530" t="-1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61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77582-0567-D157-EB4D-67B14310C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1E5160-1150-5BBB-6338-41D70800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 </a:t>
            </a:r>
            <a:r>
              <a:rPr lang="en-US" altLang="ko-KR" dirty="0"/>
              <a:t>output</a:t>
            </a:r>
            <a:r>
              <a:rPr lang="ko-KR" altLang="en-US" dirty="0"/>
              <a:t>의</a:t>
            </a:r>
            <a:r>
              <a:rPr lang="en-US" altLang="ko-KR" dirty="0"/>
              <a:t> 256-bit</a:t>
            </a:r>
            <a:r>
              <a:rPr lang="ko-KR" altLang="en-US" dirty="0"/>
              <a:t> 확장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67AABC-6675-F0A9-0824-FC73B06C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F1DB7701-EE42-06B8-A479-FA96EE9543B8}"/>
              </a:ext>
            </a:extLst>
          </p:cNvPr>
          <p:cNvSpPr/>
          <p:nvPr/>
        </p:nvSpPr>
        <p:spPr>
          <a:xfrm>
            <a:off x="1080770" y="1184959"/>
            <a:ext cx="125005" cy="3580182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45AB4-1B35-06BB-DF2C-4A6E8351010F}"/>
              </a:ext>
            </a:extLst>
          </p:cNvPr>
          <p:cNvSpPr txBox="1"/>
          <p:nvPr/>
        </p:nvSpPr>
        <p:spPr>
          <a:xfrm>
            <a:off x="120300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A25A7346-2F1E-6D9E-B64E-BBEFCAF71851}"/>
              </a:ext>
            </a:extLst>
          </p:cNvPr>
          <p:cNvSpPr/>
          <p:nvPr/>
        </p:nvSpPr>
        <p:spPr>
          <a:xfrm>
            <a:off x="1087119" y="49294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B6FC7F-4F49-6823-F229-AF3201D4143F}"/>
              </a:ext>
            </a:extLst>
          </p:cNvPr>
          <p:cNvSpPr txBox="1"/>
          <p:nvPr/>
        </p:nvSpPr>
        <p:spPr>
          <a:xfrm>
            <a:off x="13364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5D4AD2F1-B181-2EB1-B45C-E6AABBE6176D}"/>
              </a:ext>
            </a:extLst>
          </p:cNvPr>
          <p:cNvSpPr/>
          <p:nvPr/>
        </p:nvSpPr>
        <p:spPr>
          <a:xfrm>
            <a:off x="6516719" y="1144068"/>
            <a:ext cx="272633" cy="555427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34FF0B0-1DD3-0F97-B296-2D627AACF078}"/>
                  </a:ext>
                </a:extLst>
              </p:cNvPr>
              <p:cNvSpPr txBox="1"/>
              <p:nvPr/>
            </p:nvSpPr>
            <p:spPr>
              <a:xfrm>
                <a:off x="8253468" y="1184959"/>
                <a:ext cx="382337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63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34FF0B0-1DD3-0F97-B296-2D627AACF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3468" y="1184959"/>
                <a:ext cx="3823372" cy="338554"/>
              </a:xfrm>
              <a:prstGeom prst="rect">
                <a:avLst/>
              </a:prstGeom>
              <a:blipFill>
                <a:blip r:embed="rId3"/>
                <a:stretch>
                  <a:fillRect l="-957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4180DDBE-1691-68EE-8C70-FE9267C78005}"/>
              </a:ext>
            </a:extLst>
          </p:cNvPr>
          <p:cNvCxnSpPr>
            <a:cxnSpLocks/>
            <a:stCxn id="83" idx="3"/>
          </p:cNvCxnSpPr>
          <p:nvPr/>
        </p:nvCxnSpPr>
        <p:spPr>
          <a:xfrm flipV="1">
            <a:off x="7913356" y="1354236"/>
            <a:ext cx="340112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3EA886E-78F7-27F9-A33A-34E9E3A2664A}"/>
                  </a:ext>
                </a:extLst>
              </p:cNvPr>
              <p:cNvSpPr txBox="1"/>
              <p:nvPr/>
            </p:nvSpPr>
            <p:spPr>
              <a:xfrm>
                <a:off x="8253468" y="1651278"/>
                <a:ext cx="382337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65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66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3EA886E-78F7-27F9-A33A-34E9E3A26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3468" y="1651278"/>
                <a:ext cx="3823372" cy="338554"/>
              </a:xfrm>
              <a:prstGeom prst="rect">
                <a:avLst/>
              </a:prstGeom>
              <a:blipFill>
                <a:blip r:embed="rId4"/>
                <a:stretch>
                  <a:fillRect l="-957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74654E23-8F86-B1B1-5497-5BC2785400BE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7913865" y="1819549"/>
            <a:ext cx="339603" cy="100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B130FE65-14C9-FDCC-B4F3-BDDC8A3F559E}"/>
                  </a:ext>
                </a:extLst>
              </p:cNvPr>
              <p:cNvSpPr txBox="1"/>
              <p:nvPr/>
            </p:nvSpPr>
            <p:spPr>
              <a:xfrm>
                <a:off x="8260248" y="2114805"/>
                <a:ext cx="382337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130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191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B130FE65-14C9-FDCC-B4F3-BDDC8A3F5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248" y="2114805"/>
                <a:ext cx="3823372" cy="338554"/>
              </a:xfrm>
              <a:prstGeom prst="rect">
                <a:avLst/>
              </a:prstGeom>
              <a:blipFill>
                <a:blip r:embed="rId5"/>
                <a:stretch>
                  <a:fillRect l="-797" t="-5455" r="-2871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9" name="연결선: 꺾임 448">
            <a:extLst>
              <a:ext uri="{FF2B5EF4-FFF2-40B4-BE49-F238E27FC236}">
                <a16:creationId xmlns:a16="http://schemas.microsoft.com/office/drawing/2014/main" id="{2FB0ADDC-AFFF-7EA7-02E4-84ED58177B39}"/>
              </a:ext>
            </a:extLst>
          </p:cNvPr>
          <p:cNvCxnSpPr>
            <a:cxnSpLocks/>
            <a:stCxn id="85" idx="3"/>
          </p:cNvCxnSpPr>
          <p:nvPr/>
        </p:nvCxnSpPr>
        <p:spPr>
          <a:xfrm flipV="1">
            <a:off x="7914374" y="2284082"/>
            <a:ext cx="345874" cy="77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3966A0AD-04E8-D098-038F-ACCDBCB6DE5F}"/>
                  </a:ext>
                </a:extLst>
              </p:cNvPr>
              <p:cNvSpPr txBox="1"/>
              <p:nvPr/>
            </p:nvSpPr>
            <p:spPr>
              <a:xfrm>
                <a:off x="8253468" y="2584912"/>
                <a:ext cx="38301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194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3966A0AD-04E8-D098-038F-ACCDBCB6D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3468" y="2584912"/>
                <a:ext cx="3830152" cy="338554"/>
              </a:xfrm>
              <a:prstGeom prst="rect">
                <a:avLst/>
              </a:prstGeom>
              <a:blipFill>
                <a:blip r:embed="rId6"/>
                <a:stretch>
                  <a:fillRect l="-955" t="-5357" r="-270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1" name="연결선: 꺾임 450">
            <a:extLst>
              <a:ext uri="{FF2B5EF4-FFF2-40B4-BE49-F238E27FC236}">
                <a16:creationId xmlns:a16="http://schemas.microsoft.com/office/drawing/2014/main" id="{F471D083-D40B-BA8B-2394-383304D34ECD}"/>
              </a:ext>
            </a:extLst>
          </p:cNvPr>
          <p:cNvCxnSpPr>
            <a:cxnSpLocks/>
            <a:stCxn id="86" idx="3"/>
          </p:cNvCxnSpPr>
          <p:nvPr/>
        </p:nvCxnSpPr>
        <p:spPr>
          <a:xfrm>
            <a:off x="7914883" y="2750173"/>
            <a:ext cx="338585" cy="401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53ECF88C-C265-0164-316D-95FBFE692ADE}"/>
                  </a:ext>
                </a:extLst>
              </p:cNvPr>
              <p:cNvSpPr txBox="1"/>
              <p:nvPr/>
            </p:nvSpPr>
            <p:spPr>
              <a:xfrm>
                <a:off x="8149771" y="3161118"/>
                <a:ext cx="35342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53ECF88C-C265-0164-316D-95FBFE692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771" y="3161118"/>
                <a:ext cx="3534230" cy="338554"/>
              </a:xfrm>
              <a:prstGeom prst="rect">
                <a:avLst/>
              </a:prstGeom>
              <a:blipFill>
                <a:blip r:embed="rId7"/>
                <a:stretch>
                  <a:fillRect l="-1034" t="-7273" r="-172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9" name="직선 연결선 458">
            <a:extLst>
              <a:ext uri="{FF2B5EF4-FFF2-40B4-BE49-F238E27FC236}">
                <a16:creationId xmlns:a16="http://schemas.microsoft.com/office/drawing/2014/main" id="{7E0F12D0-D520-0404-6DD1-BDAC8CAED913}"/>
              </a:ext>
            </a:extLst>
          </p:cNvPr>
          <p:cNvCxnSpPr>
            <a:cxnSpLocks/>
          </p:cNvCxnSpPr>
          <p:nvPr/>
        </p:nvCxnSpPr>
        <p:spPr>
          <a:xfrm>
            <a:off x="8253468" y="3093914"/>
            <a:ext cx="3823372" cy="6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33B2BA-6E89-2966-545E-BA6D7E67C902}"/>
              </a:ext>
            </a:extLst>
          </p:cNvPr>
          <p:cNvGrpSpPr/>
          <p:nvPr/>
        </p:nvGrpSpPr>
        <p:grpSpPr>
          <a:xfrm>
            <a:off x="7503689" y="1144068"/>
            <a:ext cx="412334" cy="5554270"/>
            <a:chOff x="7503689" y="1144068"/>
            <a:chExt cx="412334" cy="5554270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37E7A15-5DB6-6834-BAE4-175B09C8B6FD}"/>
                </a:ext>
              </a:extLst>
            </p:cNvPr>
            <p:cNvGrpSpPr/>
            <p:nvPr/>
          </p:nvGrpSpPr>
          <p:grpSpPr>
            <a:xfrm>
              <a:off x="7503689" y="1144068"/>
              <a:ext cx="411194" cy="1816273"/>
              <a:chOff x="7503689" y="1613968"/>
              <a:chExt cx="411194" cy="18162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직사각형 82">
                    <a:extLst>
                      <a:ext uri="{FF2B5EF4-FFF2-40B4-BE49-F238E27FC236}">
                        <a16:creationId xmlns:a16="http://schemas.microsoft.com/office/drawing/2014/main" id="{B0C2501C-D2BD-1BDB-4857-2DDC5FA67D84}"/>
                      </a:ext>
                    </a:extLst>
                  </p:cNvPr>
                  <p:cNvSpPr/>
                  <p:nvPr/>
                </p:nvSpPr>
                <p:spPr>
                  <a:xfrm>
                    <a:off x="7503689" y="1613968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3" name="직사각형 82">
                    <a:extLst>
                      <a:ext uri="{FF2B5EF4-FFF2-40B4-BE49-F238E27FC236}">
                        <a16:creationId xmlns:a16="http://schemas.microsoft.com/office/drawing/2014/main" id="{B0C2501C-D2BD-1BDB-4857-2DDC5FA67D8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3689" y="1613968"/>
                    <a:ext cx="409667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직사각형 83">
                    <a:extLst>
                      <a:ext uri="{FF2B5EF4-FFF2-40B4-BE49-F238E27FC236}">
                        <a16:creationId xmlns:a16="http://schemas.microsoft.com/office/drawing/2014/main" id="{F049B37A-44ED-BFC7-A796-23F22C4081F0}"/>
                      </a:ext>
                    </a:extLst>
                  </p:cNvPr>
                  <p:cNvSpPr/>
                  <p:nvPr/>
                </p:nvSpPr>
                <p:spPr>
                  <a:xfrm>
                    <a:off x="7504198" y="2079280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4" name="직사각형 83">
                    <a:extLst>
                      <a:ext uri="{FF2B5EF4-FFF2-40B4-BE49-F238E27FC236}">
                        <a16:creationId xmlns:a16="http://schemas.microsoft.com/office/drawing/2014/main" id="{F049B37A-44ED-BFC7-A796-23F22C4081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4198" y="2079280"/>
                    <a:ext cx="409667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직사각형 84">
                    <a:extLst>
                      <a:ext uri="{FF2B5EF4-FFF2-40B4-BE49-F238E27FC236}">
                        <a16:creationId xmlns:a16="http://schemas.microsoft.com/office/drawing/2014/main" id="{5DEDB799-0B0A-C4D7-AD9F-F8316BC7A99C}"/>
                      </a:ext>
                    </a:extLst>
                  </p:cNvPr>
                  <p:cNvSpPr/>
                  <p:nvPr/>
                </p:nvSpPr>
                <p:spPr>
                  <a:xfrm>
                    <a:off x="7504707" y="2544592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5" name="직사각형 84">
                    <a:extLst>
                      <a:ext uri="{FF2B5EF4-FFF2-40B4-BE49-F238E27FC236}">
                        <a16:creationId xmlns:a16="http://schemas.microsoft.com/office/drawing/2014/main" id="{5DEDB799-0B0A-C4D7-AD9F-F8316BC7A9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4707" y="2544592"/>
                    <a:ext cx="409667" cy="42033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직사각형 85">
                    <a:extLst>
                      <a:ext uri="{FF2B5EF4-FFF2-40B4-BE49-F238E27FC236}">
                        <a16:creationId xmlns:a16="http://schemas.microsoft.com/office/drawing/2014/main" id="{D9D520FF-97E4-BFDB-7483-E8240B522C10}"/>
                      </a:ext>
                    </a:extLst>
                  </p:cNvPr>
                  <p:cNvSpPr/>
                  <p:nvPr/>
                </p:nvSpPr>
                <p:spPr>
                  <a:xfrm>
                    <a:off x="7505216" y="3009904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6" name="직사각형 85">
                    <a:extLst>
                      <a:ext uri="{FF2B5EF4-FFF2-40B4-BE49-F238E27FC236}">
                        <a16:creationId xmlns:a16="http://schemas.microsoft.com/office/drawing/2014/main" id="{D9D520FF-97E4-BFDB-7483-E8240B522C1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5216" y="3009904"/>
                    <a:ext cx="409667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F524F59-50A0-E8BE-BDD7-3D38F4EDDCB3}"/>
                </a:ext>
              </a:extLst>
            </p:cNvPr>
            <p:cNvGrpSpPr/>
            <p:nvPr/>
          </p:nvGrpSpPr>
          <p:grpSpPr>
            <a:xfrm>
              <a:off x="7503689" y="4882068"/>
              <a:ext cx="411195" cy="1816270"/>
              <a:chOff x="7505725" y="4656316"/>
              <a:chExt cx="411195" cy="18162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직사각형 86">
                    <a:extLst>
                      <a:ext uri="{FF2B5EF4-FFF2-40B4-BE49-F238E27FC236}">
                        <a16:creationId xmlns:a16="http://schemas.microsoft.com/office/drawing/2014/main" id="{14408B8F-C568-FC4B-BE87-4909C9F0D751}"/>
                      </a:ext>
                    </a:extLst>
                  </p:cNvPr>
                  <p:cNvSpPr/>
                  <p:nvPr/>
                </p:nvSpPr>
                <p:spPr>
                  <a:xfrm>
                    <a:off x="7506234" y="6052249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7" name="직사각형 86">
                    <a:extLst>
                      <a:ext uri="{FF2B5EF4-FFF2-40B4-BE49-F238E27FC236}">
                        <a16:creationId xmlns:a16="http://schemas.microsoft.com/office/drawing/2014/main" id="{14408B8F-C568-FC4B-BE87-4909C9F0D75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6234" y="6052249"/>
                    <a:ext cx="409667" cy="42033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94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직사각형 87">
                    <a:extLst>
                      <a:ext uri="{FF2B5EF4-FFF2-40B4-BE49-F238E27FC236}">
                        <a16:creationId xmlns:a16="http://schemas.microsoft.com/office/drawing/2014/main" id="{05062ECB-39A5-075A-21F9-08F35F474B61}"/>
                      </a:ext>
                    </a:extLst>
                  </p:cNvPr>
                  <p:cNvSpPr/>
                  <p:nvPr/>
                </p:nvSpPr>
                <p:spPr>
                  <a:xfrm>
                    <a:off x="7505725" y="5586940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8" name="직사각형 87">
                    <a:extLst>
                      <a:ext uri="{FF2B5EF4-FFF2-40B4-BE49-F238E27FC236}">
                        <a16:creationId xmlns:a16="http://schemas.microsoft.com/office/drawing/2014/main" id="{05062ECB-39A5-075A-21F9-08F35F474B6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5725" y="5586940"/>
                    <a:ext cx="409667" cy="42033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194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직사각형 88">
                    <a:extLst>
                      <a:ext uri="{FF2B5EF4-FFF2-40B4-BE49-F238E27FC236}">
                        <a16:creationId xmlns:a16="http://schemas.microsoft.com/office/drawing/2014/main" id="{13519493-A795-1B28-55E7-BC6014DA00DA}"/>
                      </a:ext>
                    </a:extLst>
                  </p:cNvPr>
                  <p:cNvSpPr/>
                  <p:nvPr/>
                </p:nvSpPr>
                <p:spPr>
                  <a:xfrm>
                    <a:off x="7507253" y="5121628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직사각형 88">
                    <a:extLst>
                      <a:ext uri="{FF2B5EF4-FFF2-40B4-BE49-F238E27FC236}">
                        <a16:creationId xmlns:a16="http://schemas.microsoft.com/office/drawing/2014/main" id="{13519493-A795-1B28-55E7-BC6014DA00D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7253" y="5121628"/>
                    <a:ext cx="409667" cy="42033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직사각형 89">
                    <a:extLst>
                      <a:ext uri="{FF2B5EF4-FFF2-40B4-BE49-F238E27FC236}">
                        <a16:creationId xmlns:a16="http://schemas.microsoft.com/office/drawing/2014/main" id="{1BDACF8B-B095-596F-D6AF-550AFDD940F5}"/>
                      </a:ext>
                    </a:extLst>
                  </p:cNvPr>
                  <p:cNvSpPr/>
                  <p:nvPr/>
                </p:nvSpPr>
                <p:spPr>
                  <a:xfrm>
                    <a:off x="7506743" y="4656316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0" name="직사각형 89">
                    <a:extLst>
                      <a:ext uri="{FF2B5EF4-FFF2-40B4-BE49-F238E27FC236}">
                        <a16:creationId xmlns:a16="http://schemas.microsoft.com/office/drawing/2014/main" id="{1BDACF8B-B095-596F-D6AF-550AFDD940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6743" y="4656316"/>
                    <a:ext cx="409667" cy="42033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E9AEBFE-10E3-8053-3151-8D820D00ADF0}"/>
                </a:ext>
              </a:extLst>
            </p:cNvPr>
            <p:cNvGrpSpPr/>
            <p:nvPr/>
          </p:nvGrpSpPr>
          <p:grpSpPr>
            <a:xfrm>
              <a:off x="7504829" y="3011544"/>
              <a:ext cx="411194" cy="1816273"/>
              <a:chOff x="6250159" y="3013855"/>
              <a:chExt cx="411194" cy="18162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A71AB5F1-3B89-B6EC-EC41-956E1107159F}"/>
                      </a:ext>
                    </a:extLst>
                  </p:cNvPr>
                  <p:cNvSpPr/>
                  <p:nvPr/>
                </p:nvSpPr>
                <p:spPr>
                  <a:xfrm>
                    <a:off x="6250159" y="3013855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A71AB5F1-3B89-B6EC-EC41-956E1107159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0159" y="3013855"/>
                    <a:ext cx="409667" cy="42033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A69F3B5C-3CCD-CD32-0435-4EB9580AFC88}"/>
                      </a:ext>
                    </a:extLst>
                  </p:cNvPr>
                  <p:cNvSpPr/>
                  <p:nvPr/>
                </p:nvSpPr>
                <p:spPr>
                  <a:xfrm>
                    <a:off x="6250668" y="3479167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A69F3B5C-3CCD-CD32-0435-4EB9580AFC8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0668" y="3479167"/>
                    <a:ext cx="409667" cy="4203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B517FA66-8860-F68E-1BBC-F8073996624B}"/>
                      </a:ext>
                    </a:extLst>
                  </p:cNvPr>
                  <p:cNvSpPr/>
                  <p:nvPr/>
                </p:nvSpPr>
                <p:spPr>
                  <a:xfrm>
                    <a:off x="6251177" y="3944479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B517FA66-8860-F68E-1BBC-F8073996624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1177" y="3944479"/>
                    <a:ext cx="409667" cy="42033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직사각형 16">
                    <a:extLst>
                      <a:ext uri="{FF2B5EF4-FFF2-40B4-BE49-F238E27FC236}">
                        <a16:creationId xmlns:a16="http://schemas.microsoft.com/office/drawing/2014/main" id="{B19B02EF-770A-7AA0-8E93-7E69FF595D7E}"/>
                      </a:ext>
                    </a:extLst>
                  </p:cNvPr>
                  <p:cNvSpPr/>
                  <p:nvPr/>
                </p:nvSpPr>
                <p:spPr>
                  <a:xfrm>
                    <a:off x="6251686" y="4409791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직사각형 16">
                    <a:extLst>
                      <a:ext uri="{FF2B5EF4-FFF2-40B4-BE49-F238E27FC236}">
                        <a16:creationId xmlns:a16="http://schemas.microsoft.com/office/drawing/2014/main" id="{B19B02EF-770A-7AA0-8E93-7E69FF595D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1686" y="4409791"/>
                    <a:ext cx="409667" cy="42033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8A53536-D7DA-3DF1-3D47-7B3C2D652FFC}"/>
              </a:ext>
            </a:extLst>
          </p:cNvPr>
          <p:cNvGrpSpPr/>
          <p:nvPr/>
        </p:nvGrpSpPr>
        <p:grpSpPr>
          <a:xfrm>
            <a:off x="1441050" y="1144068"/>
            <a:ext cx="412334" cy="5554270"/>
            <a:chOff x="7503689" y="1144068"/>
            <a:chExt cx="412334" cy="5554270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FB3E941-4B71-65D4-C760-CE46F174A20B}"/>
                </a:ext>
              </a:extLst>
            </p:cNvPr>
            <p:cNvGrpSpPr/>
            <p:nvPr/>
          </p:nvGrpSpPr>
          <p:grpSpPr>
            <a:xfrm>
              <a:off x="7503689" y="1144068"/>
              <a:ext cx="411194" cy="1816273"/>
              <a:chOff x="7503689" y="1613968"/>
              <a:chExt cx="411194" cy="18162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직사각형 60">
                    <a:extLst>
                      <a:ext uri="{FF2B5EF4-FFF2-40B4-BE49-F238E27FC236}">
                        <a16:creationId xmlns:a16="http://schemas.microsoft.com/office/drawing/2014/main" id="{2E1F63C0-9DB9-3F91-CDDB-1A09F3411DFF}"/>
                      </a:ext>
                    </a:extLst>
                  </p:cNvPr>
                  <p:cNvSpPr/>
                  <p:nvPr/>
                </p:nvSpPr>
                <p:spPr>
                  <a:xfrm>
                    <a:off x="7503689" y="1613968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직사각형 60">
                    <a:extLst>
                      <a:ext uri="{FF2B5EF4-FFF2-40B4-BE49-F238E27FC236}">
                        <a16:creationId xmlns:a16="http://schemas.microsoft.com/office/drawing/2014/main" id="{2E1F63C0-9DB9-3F91-CDDB-1A09F3411D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3689" y="1613968"/>
                    <a:ext cx="409667" cy="42033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2" name="직사각형 451">
                    <a:extLst>
                      <a:ext uri="{FF2B5EF4-FFF2-40B4-BE49-F238E27FC236}">
                        <a16:creationId xmlns:a16="http://schemas.microsoft.com/office/drawing/2014/main" id="{F459F594-89D2-0D63-C675-FEFF79B0D1E6}"/>
                      </a:ext>
                    </a:extLst>
                  </p:cNvPr>
                  <p:cNvSpPr/>
                  <p:nvPr/>
                </p:nvSpPr>
                <p:spPr>
                  <a:xfrm>
                    <a:off x="7504198" y="2079280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2" name="직사각형 451">
                    <a:extLst>
                      <a:ext uri="{FF2B5EF4-FFF2-40B4-BE49-F238E27FC236}">
                        <a16:creationId xmlns:a16="http://schemas.microsoft.com/office/drawing/2014/main" id="{F459F594-89D2-0D63-C675-FEFF79B0D1E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4198" y="2079280"/>
                    <a:ext cx="409667" cy="42033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3" name="직사각형 452">
                    <a:extLst>
                      <a:ext uri="{FF2B5EF4-FFF2-40B4-BE49-F238E27FC236}">
                        <a16:creationId xmlns:a16="http://schemas.microsoft.com/office/drawing/2014/main" id="{EB83DD5D-A9A9-5FFF-06DC-11B3C48AA620}"/>
                      </a:ext>
                    </a:extLst>
                  </p:cNvPr>
                  <p:cNvSpPr/>
                  <p:nvPr/>
                </p:nvSpPr>
                <p:spPr>
                  <a:xfrm>
                    <a:off x="7504707" y="2544592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3" name="직사각형 452">
                    <a:extLst>
                      <a:ext uri="{FF2B5EF4-FFF2-40B4-BE49-F238E27FC236}">
                        <a16:creationId xmlns:a16="http://schemas.microsoft.com/office/drawing/2014/main" id="{EB83DD5D-A9A9-5FFF-06DC-11B3C48AA6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4707" y="2544592"/>
                    <a:ext cx="409667" cy="42033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14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4" name="직사각형 453">
                    <a:extLst>
                      <a:ext uri="{FF2B5EF4-FFF2-40B4-BE49-F238E27FC236}">
                        <a16:creationId xmlns:a16="http://schemas.microsoft.com/office/drawing/2014/main" id="{9D8FF2D0-791E-A628-3BF5-1C9BA4722636}"/>
                      </a:ext>
                    </a:extLst>
                  </p:cNvPr>
                  <p:cNvSpPr/>
                  <p:nvPr/>
                </p:nvSpPr>
                <p:spPr>
                  <a:xfrm>
                    <a:off x="7505216" y="3009904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4" name="직사각형 453">
                    <a:extLst>
                      <a:ext uri="{FF2B5EF4-FFF2-40B4-BE49-F238E27FC236}">
                        <a16:creationId xmlns:a16="http://schemas.microsoft.com/office/drawing/2014/main" id="{9D8FF2D0-791E-A628-3BF5-1C9BA472263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5216" y="3009904"/>
                    <a:ext cx="409667" cy="42033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ABAA16C-A201-8E1B-9FCD-82ACC50F4628}"/>
                </a:ext>
              </a:extLst>
            </p:cNvPr>
            <p:cNvGrpSpPr/>
            <p:nvPr/>
          </p:nvGrpSpPr>
          <p:grpSpPr>
            <a:xfrm>
              <a:off x="7503689" y="4882068"/>
              <a:ext cx="411195" cy="1816270"/>
              <a:chOff x="7505725" y="4656316"/>
              <a:chExt cx="411195" cy="18162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직사각형 53">
                    <a:extLst>
                      <a:ext uri="{FF2B5EF4-FFF2-40B4-BE49-F238E27FC236}">
                        <a16:creationId xmlns:a16="http://schemas.microsoft.com/office/drawing/2014/main" id="{AF8A361A-C715-98EA-BDE8-7A36F9CC9D7D}"/>
                      </a:ext>
                    </a:extLst>
                  </p:cNvPr>
                  <p:cNvSpPr/>
                  <p:nvPr/>
                </p:nvSpPr>
                <p:spPr>
                  <a:xfrm>
                    <a:off x="7506234" y="6052249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" name="직사각형 53">
                    <a:extLst>
                      <a:ext uri="{FF2B5EF4-FFF2-40B4-BE49-F238E27FC236}">
                        <a16:creationId xmlns:a16="http://schemas.microsoft.com/office/drawing/2014/main" id="{AF8A361A-C715-98EA-BDE8-7A36F9CC9D7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6234" y="6052249"/>
                    <a:ext cx="409667" cy="42033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11765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직사각형 57">
                    <a:extLst>
                      <a:ext uri="{FF2B5EF4-FFF2-40B4-BE49-F238E27FC236}">
                        <a16:creationId xmlns:a16="http://schemas.microsoft.com/office/drawing/2014/main" id="{DFE6A0F0-A107-DD86-81E0-B1E07FA4DEE4}"/>
                      </a:ext>
                    </a:extLst>
                  </p:cNvPr>
                  <p:cNvSpPr/>
                  <p:nvPr/>
                </p:nvSpPr>
                <p:spPr>
                  <a:xfrm>
                    <a:off x="7505725" y="5586940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직사각형 57">
                    <a:extLst>
                      <a:ext uri="{FF2B5EF4-FFF2-40B4-BE49-F238E27FC236}">
                        <a16:creationId xmlns:a16="http://schemas.microsoft.com/office/drawing/2014/main" id="{DFE6A0F0-A107-DD86-81E0-B1E07FA4DEE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5725" y="5586940"/>
                    <a:ext cx="409667" cy="42033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11765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직사각형 58">
                    <a:extLst>
                      <a:ext uri="{FF2B5EF4-FFF2-40B4-BE49-F238E27FC236}">
                        <a16:creationId xmlns:a16="http://schemas.microsoft.com/office/drawing/2014/main" id="{88439800-E6E8-98D8-774C-263ABF7D9307}"/>
                      </a:ext>
                    </a:extLst>
                  </p:cNvPr>
                  <p:cNvSpPr/>
                  <p:nvPr/>
                </p:nvSpPr>
                <p:spPr>
                  <a:xfrm>
                    <a:off x="7507253" y="5121628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직사각형 58">
                    <a:extLst>
                      <a:ext uri="{FF2B5EF4-FFF2-40B4-BE49-F238E27FC236}">
                        <a16:creationId xmlns:a16="http://schemas.microsoft.com/office/drawing/2014/main" id="{88439800-E6E8-98D8-774C-263ABF7D930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7253" y="5121628"/>
                    <a:ext cx="409667" cy="42033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직사각형 59">
                    <a:extLst>
                      <a:ext uri="{FF2B5EF4-FFF2-40B4-BE49-F238E27FC236}">
                        <a16:creationId xmlns:a16="http://schemas.microsoft.com/office/drawing/2014/main" id="{9C68F485-A7D1-DF8B-F4DD-4E1C8E2FD210}"/>
                      </a:ext>
                    </a:extLst>
                  </p:cNvPr>
                  <p:cNvSpPr/>
                  <p:nvPr/>
                </p:nvSpPr>
                <p:spPr>
                  <a:xfrm>
                    <a:off x="7506743" y="4656316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직사각형 59">
                    <a:extLst>
                      <a:ext uri="{FF2B5EF4-FFF2-40B4-BE49-F238E27FC236}">
                        <a16:creationId xmlns:a16="http://schemas.microsoft.com/office/drawing/2014/main" id="{9C68F485-A7D1-DF8B-F4DD-4E1C8E2FD21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6743" y="4656316"/>
                    <a:ext cx="409667" cy="42033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14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2D4609A-C1C6-AFF0-068E-0F5841CF638F}"/>
                </a:ext>
              </a:extLst>
            </p:cNvPr>
            <p:cNvGrpSpPr/>
            <p:nvPr/>
          </p:nvGrpSpPr>
          <p:grpSpPr>
            <a:xfrm>
              <a:off x="7504829" y="3011544"/>
              <a:ext cx="411194" cy="1816273"/>
              <a:chOff x="6250159" y="3013855"/>
              <a:chExt cx="411194" cy="18162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직사각형 32">
                    <a:extLst>
                      <a:ext uri="{FF2B5EF4-FFF2-40B4-BE49-F238E27FC236}">
                        <a16:creationId xmlns:a16="http://schemas.microsoft.com/office/drawing/2014/main" id="{8811A76C-BE65-FCB4-0883-4D56BEC22573}"/>
                      </a:ext>
                    </a:extLst>
                  </p:cNvPr>
                  <p:cNvSpPr/>
                  <p:nvPr/>
                </p:nvSpPr>
                <p:spPr>
                  <a:xfrm>
                    <a:off x="6250159" y="3013855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직사각형 32">
                    <a:extLst>
                      <a:ext uri="{FF2B5EF4-FFF2-40B4-BE49-F238E27FC236}">
                        <a16:creationId xmlns:a16="http://schemas.microsoft.com/office/drawing/2014/main" id="{8811A76C-BE65-FCB4-0883-4D56BEC2257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0159" y="3013855"/>
                    <a:ext cx="409667" cy="420337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4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직사각형 35">
                    <a:extLst>
                      <a:ext uri="{FF2B5EF4-FFF2-40B4-BE49-F238E27FC236}">
                        <a16:creationId xmlns:a16="http://schemas.microsoft.com/office/drawing/2014/main" id="{79996204-E756-9A9C-9EF1-304960A4858E}"/>
                      </a:ext>
                    </a:extLst>
                  </p:cNvPr>
                  <p:cNvSpPr/>
                  <p:nvPr/>
                </p:nvSpPr>
                <p:spPr>
                  <a:xfrm>
                    <a:off x="6250668" y="3479167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직사각형 35">
                    <a:extLst>
                      <a:ext uri="{FF2B5EF4-FFF2-40B4-BE49-F238E27FC236}">
                        <a16:creationId xmlns:a16="http://schemas.microsoft.com/office/drawing/2014/main" id="{79996204-E756-9A9C-9EF1-304960A485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0668" y="3479167"/>
                    <a:ext cx="409667" cy="420337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직사각형 38">
                    <a:extLst>
                      <a:ext uri="{FF2B5EF4-FFF2-40B4-BE49-F238E27FC236}">
                        <a16:creationId xmlns:a16="http://schemas.microsoft.com/office/drawing/2014/main" id="{038FF0A4-AD7C-0BAA-D7C6-60E3511EE2D6}"/>
                      </a:ext>
                    </a:extLst>
                  </p:cNvPr>
                  <p:cNvSpPr/>
                  <p:nvPr/>
                </p:nvSpPr>
                <p:spPr>
                  <a:xfrm>
                    <a:off x="6251177" y="3944479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직사각형 38">
                    <a:extLst>
                      <a:ext uri="{FF2B5EF4-FFF2-40B4-BE49-F238E27FC236}">
                        <a16:creationId xmlns:a16="http://schemas.microsoft.com/office/drawing/2014/main" id="{038FF0A4-AD7C-0BAA-D7C6-60E3511EE2D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1177" y="3944479"/>
                    <a:ext cx="409667" cy="420337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직사각형 41">
                    <a:extLst>
                      <a:ext uri="{FF2B5EF4-FFF2-40B4-BE49-F238E27FC236}">
                        <a16:creationId xmlns:a16="http://schemas.microsoft.com/office/drawing/2014/main" id="{67330E8C-4E62-E951-5408-EBB4BD24F01D}"/>
                      </a:ext>
                    </a:extLst>
                  </p:cNvPr>
                  <p:cNvSpPr/>
                  <p:nvPr/>
                </p:nvSpPr>
                <p:spPr>
                  <a:xfrm>
                    <a:off x="6251686" y="4409791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직사각형 41">
                    <a:extLst>
                      <a:ext uri="{FF2B5EF4-FFF2-40B4-BE49-F238E27FC236}">
                        <a16:creationId xmlns:a16="http://schemas.microsoft.com/office/drawing/2014/main" id="{67330E8C-4E62-E951-5408-EBB4BD24F01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1686" y="4409791"/>
                    <a:ext cx="409667" cy="420337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2" name="TextBox 481">
                <a:extLst>
                  <a:ext uri="{FF2B5EF4-FFF2-40B4-BE49-F238E27FC236}">
                    <a16:creationId xmlns:a16="http://schemas.microsoft.com/office/drawing/2014/main" id="{5A45A783-1241-FFE9-47A0-AFBE24AF375B}"/>
                  </a:ext>
                </a:extLst>
              </p:cNvPr>
              <p:cNvSpPr txBox="1"/>
              <p:nvPr/>
            </p:nvSpPr>
            <p:spPr>
              <a:xfrm>
                <a:off x="2212000" y="1169079"/>
                <a:ext cx="2766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Input(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63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482" name="TextBox 481">
                <a:extLst>
                  <a:ext uri="{FF2B5EF4-FFF2-40B4-BE49-F238E27FC236}">
                    <a16:creationId xmlns:a16="http://schemas.microsoft.com/office/drawing/2014/main" id="{5A45A783-1241-FFE9-47A0-AFBE24AF3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000" y="1169079"/>
                <a:ext cx="2766917" cy="338554"/>
              </a:xfrm>
              <a:prstGeom prst="rect">
                <a:avLst/>
              </a:prstGeom>
              <a:blipFill>
                <a:blip r:embed="rId32"/>
                <a:stretch>
                  <a:fillRect l="-1322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3" name="TextBox 482">
                <a:extLst>
                  <a:ext uri="{FF2B5EF4-FFF2-40B4-BE49-F238E27FC236}">
                    <a16:creationId xmlns:a16="http://schemas.microsoft.com/office/drawing/2014/main" id="{2EC518C2-2452-209C-2505-9CA82DE0EAE6}"/>
                  </a:ext>
                </a:extLst>
              </p:cNvPr>
              <p:cNvSpPr txBox="1"/>
              <p:nvPr/>
            </p:nvSpPr>
            <p:spPr>
              <a:xfrm>
                <a:off x="2212000" y="1633415"/>
                <a:ext cx="2766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Input(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483" name="TextBox 482">
                <a:extLst>
                  <a:ext uri="{FF2B5EF4-FFF2-40B4-BE49-F238E27FC236}">
                    <a16:creationId xmlns:a16="http://schemas.microsoft.com/office/drawing/2014/main" id="{2EC518C2-2452-209C-2505-9CA82DE0E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000" y="1633415"/>
                <a:ext cx="2766917" cy="338554"/>
              </a:xfrm>
              <a:prstGeom prst="rect">
                <a:avLst/>
              </a:prstGeom>
              <a:blipFill>
                <a:blip r:embed="rId33"/>
                <a:stretch>
                  <a:fillRect l="-1322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4" name="순서도: 논리합 483">
            <a:extLst>
              <a:ext uri="{FF2B5EF4-FFF2-40B4-BE49-F238E27FC236}">
                <a16:creationId xmlns:a16="http://schemas.microsoft.com/office/drawing/2014/main" id="{C6665898-9DF8-06FF-973A-E37D2BB3BE8E}"/>
              </a:ext>
            </a:extLst>
          </p:cNvPr>
          <p:cNvSpPr/>
          <p:nvPr/>
        </p:nvSpPr>
        <p:spPr>
          <a:xfrm>
            <a:off x="1928057" y="1225223"/>
            <a:ext cx="252000" cy="252000"/>
          </a:xfrm>
          <a:prstGeom prst="flowChar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5" name="순서도: 논리합 484">
            <a:extLst>
              <a:ext uri="{FF2B5EF4-FFF2-40B4-BE49-F238E27FC236}">
                <a16:creationId xmlns:a16="http://schemas.microsoft.com/office/drawing/2014/main" id="{F0F00E33-1FD4-6040-C50E-2F54BFBC9AD0}"/>
              </a:ext>
            </a:extLst>
          </p:cNvPr>
          <p:cNvSpPr/>
          <p:nvPr/>
        </p:nvSpPr>
        <p:spPr>
          <a:xfrm>
            <a:off x="1928057" y="1688455"/>
            <a:ext cx="252000" cy="252000"/>
          </a:xfrm>
          <a:prstGeom prst="flowChar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7" name="화살표: 오른쪽 486">
            <a:extLst>
              <a:ext uri="{FF2B5EF4-FFF2-40B4-BE49-F238E27FC236}">
                <a16:creationId xmlns:a16="http://schemas.microsoft.com/office/drawing/2014/main" id="{0F2DFBE8-4483-67A3-E1F7-2C69A96F7441}"/>
              </a:ext>
            </a:extLst>
          </p:cNvPr>
          <p:cNvSpPr/>
          <p:nvPr/>
        </p:nvSpPr>
        <p:spPr>
          <a:xfrm>
            <a:off x="4971626" y="1320471"/>
            <a:ext cx="376518" cy="1613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8" name="화살표: 오른쪽 487">
            <a:extLst>
              <a:ext uri="{FF2B5EF4-FFF2-40B4-BE49-F238E27FC236}">
                <a16:creationId xmlns:a16="http://schemas.microsoft.com/office/drawing/2014/main" id="{D1B90D78-59B2-0756-C351-31FA1113E225}"/>
              </a:ext>
            </a:extLst>
          </p:cNvPr>
          <p:cNvSpPr/>
          <p:nvPr/>
        </p:nvSpPr>
        <p:spPr>
          <a:xfrm>
            <a:off x="1979256" y="5060624"/>
            <a:ext cx="3353181" cy="17585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9" name="화살표: 오른쪽 488">
            <a:extLst>
              <a:ext uri="{FF2B5EF4-FFF2-40B4-BE49-F238E27FC236}">
                <a16:creationId xmlns:a16="http://schemas.microsoft.com/office/drawing/2014/main" id="{02ED0705-0FE6-6F32-A6D8-7DC11370FD02}"/>
              </a:ext>
            </a:extLst>
          </p:cNvPr>
          <p:cNvSpPr/>
          <p:nvPr/>
        </p:nvSpPr>
        <p:spPr>
          <a:xfrm>
            <a:off x="4971626" y="1782588"/>
            <a:ext cx="376518" cy="1613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0" name="화살표: 오른쪽 489">
            <a:extLst>
              <a:ext uri="{FF2B5EF4-FFF2-40B4-BE49-F238E27FC236}">
                <a16:creationId xmlns:a16="http://schemas.microsoft.com/office/drawing/2014/main" id="{868ABC78-FD9A-7763-D2EB-043FC903B13B}"/>
              </a:ext>
            </a:extLst>
          </p:cNvPr>
          <p:cNvSpPr/>
          <p:nvPr/>
        </p:nvSpPr>
        <p:spPr>
          <a:xfrm>
            <a:off x="1979256" y="5535246"/>
            <a:ext cx="3353181" cy="17585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95" name="그룹 494">
            <a:extLst>
              <a:ext uri="{FF2B5EF4-FFF2-40B4-BE49-F238E27FC236}">
                <a16:creationId xmlns:a16="http://schemas.microsoft.com/office/drawing/2014/main" id="{F87B7A6E-A5A9-FF42-C942-0B87293217BF}"/>
              </a:ext>
            </a:extLst>
          </p:cNvPr>
          <p:cNvGrpSpPr/>
          <p:nvPr/>
        </p:nvGrpSpPr>
        <p:grpSpPr>
          <a:xfrm>
            <a:off x="6933756" y="1260994"/>
            <a:ext cx="376518" cy="1564332"/>
            <a:chOff x="6882956" y="1260994"/>
            <a:chExt cx="376518" cy="1564332"/>
          </a:xfrm>
        </p:grpSpPr>
        <p:sp>
          <p:nvSpPr>
            <p:cNvPr id="491" name="화살표: 오른쪽 490">
              <a:extLst>
                <a:ext uri="{FF2B5EF4-FFF2-40B4-BE49-F238E27FC236}">
                  <a16:creationId xmlns:a16="http://schemas.microsoft.com/office/drawing/2014/main" id="{2B048982-B0B3-481C-5C68-5FF53C08437E}"/>
                </a:ext>
              </a:extLst>
            </p:cNvPr>
            <p:cNvSpPr/>
            <p:nvPr/>
          </p:nvSpPr>
          <p:spPr>
            <a:xfrm>
              <a:off x="6882956" y="1260994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" name="화살표: 오른쪽 491">
              <a:extLst>
                <a:ext uri="{FF2B5EF4-FFF2-40B4-BE49-F238E27FC236}">
                  <a16:creationId xmlns:a16="http://schemas.microsoft.com/office/drawing/2014/main" id="{5AA80410-D048-3470-E534-7914648FF489}"/>
                </a:ext>
              </a:extLst>
            </p:cNvPr>
            <p:cNvSpPr/>
            <p:nvPr/>
          </p:nvSpPr>
          <p:spPr>
            <a:xfrm>
              <a:off x="6882956" y="1728650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" name="화살표: 오른쪽 492">
              <a:extLst>
                <a:ext uri="{FF2B5EF4-FFF2-40B4-BE49-F238E27FC236}">
                  <a16:creationId xmlns:a16="http://schemas.microsoft.com/office/drawing/2014/main" id="{768397F3-63E8-B6FF-5020-E440A221D57A}"/>
                </a:ext>
              </a:extLst>
            </p:cNvPr>
            <p:cNvSpPr/>
            <p:nvPr/>
          </p:nvSpPr>
          <p:spPr>
            <a:xfrm>
              <a:off x="6882956" y="2196306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" name="화살표: 오른쪽 493">
              <a:extLst>
                <a:ext uri="{FF2B5EF4-FFF2-40B4-BE49-F238E27FC236}">
                  <a16:creationId xmlns:a16="http://schemas.microsoft.com/office/drawing/2014/main" id="{8D6A58A1-9F0C-415A-C9CA-5E1C28D5E926}"/>
                </a:ext>
              </a:extLst>
            </p:cNvPr>
            <p:cNvSpPr/>
            <p:nvPr/>
          </p:nvSpPr>
          <p:spPr>
            <a:xfrm>
              <a:off x="6882956" y="2663961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6" name="그룹 495">
            <a:extLst>
              <a:ext uri="{FF2B5EF4-FFF2-40B4-BE49-F238E27FC236}">
                <a16:creationId xmlns:a16="http://schemas.microsoft.com/office/drawing/2014/main" id="{10D73630-8E2C-9F9B-B574-92EDCE6DA5BA}"/>
              </a:ext>
            </a:extLst>
          </p:cNvPr>
          <p:cNvGrpSpPr/>
          <p:nvPr/>
        </p:nvGrpSpPr>
        <p:grpSpPr>
          <a:xfrm>
            <a:off x="6933756" y="3123273"/>
            <a:ext cx="376518" cy="1564332"/>
            <a:chOff x="6882956" y="1260994"/>
            <a:chExt cx="376518" cy="1564332"/>
          </a:xfrm>
        </p:grpSpPr>
        <p:sp>
          <p:nvSpPr>
            <p:cNvPr id="497" name="화살표: 오른쪽 496">
              <a:extLst>
                <a:ext uri="{FF2B5EF4-FFF2-40B4-BE49-F238E27FC236}">
                  <a16:creationId xmlns:a16="http://schemas.microsoft.com/office/drawing/2014/main" id="{E3E2F8CE-11FF-CC0F-0DD9-A2F9755D5E85}"/>
                </a:ext>
              </a:extLst>
            </p:cNvPr>
            <p:cNvSpPr/>
            <p:nvPr/>
          </p:nvSpPr>
          <p:spPr>
            <a:xfrm>
              <a:off x="6882956" y="1260994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" name="화살표: 오른쪽 497">
              <a:extLst>
                <a:ext uri="{FF2B5EF4-FFF2-40B4-BE49-F238E27FC236}">
                  <a16:creationId xmlns:a16="http://schemas.microsoft.com/office/drawing/2014/main" id="{E401E747-3B75-9511-1FA0-80772C414F1C}"/>
                </a:ext>
              </a:extLst>
            </p:cNvPr>
            <p:cNvSpPr/>
            <p:nvPr/>
          </p:nvSpPr>
          <p:spPr>
            <a:xfrm>
              <a:off x="6882956" y="1728650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" name="화살표: 오른쪽 498">
              <a:extLst>
                <a:ext uri="{FF2B5EF4-FFF2-40B4-BE49-F238E27FC236}">
                  <a16:creationId xmlns:a16="http://schemas.microsoft.com/office/drawing/2014/main" id="{34B4B415-72B8-0782-E3DF-53FB22FF867C}"/>
                </a:ext>
              </a:extLst>
            </p:cNvPr>
            <p:cNvSpPr/>
            <p:nvPr/>
          </p:nvSpPr>
          <p:spPr>
            <a:xfrm>
              <a:off x="6882956" y="2196306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" name="화살표: 오른쪽 499">
              <a:extLst>
                <a:ext uri="{FF2B5EF4-FFF2-40B4-BE49-F238E27FC236}">
                  <a16:creationId xmlns:a16="http://schemas.microsoft.com/office/drawing/2014/main" id="{C5F91FC1-98DD-497E-9550-4CE714E29BF8}"/>
                </a:ext>
              </a:extLst>
            </p:cNvPr>
            <p:cNvSpPr/>
            <p:nvPr/>
          </p:nvSpPr>
          <p:spPr>
            <a:xfrm>
              <a:off x="6882956" y="2663961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BF3D9470-E23B-49D3-602C-F7AADED2EFCA}"/>
              </a:ext>
            </a:extLst>
          </p:cNvPr>
          <p:cNvGrpSpPr/>
          <p:nvPr/>
        </p:nvGrpSpPr>
        <p:grpSpPr>
          <a:xfrm>
            <a:off x="6933756" y="4985551"/>
            <a:ext cx="376518" cy="1564332"/>
            <a:chOff x="6882956" y="1260994"/>
            <a:chExt cx="376518" cy="1564332"/>
          </a:xfrm>
        </p:grpSpPr>
        <p:sp>
          <p:nvSpPr>
            <p:cNvPr id="502" name="화살표: 오른쪽 501">
              <a:extLst>
                <a:ext uri="{FF2B5EF4-FFF2-40B4-BE49-F238E27FC236}">
                  <a16:creationId xmlns:a16="http://schemas.microsoft.com/office/drawing/2014/main" id="{40AC33AB-FEDD-B37E-3029-D815F5629F70}"/>
                </a:ext>
              </a:extLst>
            </p:cNvPr>
            <p:cNvSpPr/>
            <p:nvPr/>
          </p:nvSpPr>
          <p:spPr>
            <a:xfrm>
              <a:off x="6882956" y="1260994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" name="화살표: 오른쪽 502">
              <a:extLst>
                <a:ext uri="{FF2B5EF4-FFF2-40B4-BE49-F238E27FC236}">
                  <a16:creationId xmlns:a16="http://schemas.microsoft.com/office/drawing/2014/main" id="{133C1395-B426-AE93-41FC-E986A4DEF559}"/>
                </a:ext>
              </a:extLst>
            </p:cNvPr>
            <p:cNvSpPr/>
            <p:nvPr/>
          </p:nvSpPr>
          <p:spPr>
            <a:xfrm>
              <a:off x="6882956" y="1728650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" name="화살표: 오른쪽 503">
              <a:extLst>
                <a:ext uri="{FF2B5EF4-FFF2-40B4-BE49-F238E27FC236}">
                  <a16:creationId xmlns:a16="http://schemas.microsoft.com/office/drawing/2014/main" id="{83343DC6-520A-6184-715D-A462F338326E}"/>
                </a:ext>
              </a:extLst>
            </p:cNvPr>
            <p:cNvSpPr/>
            <p:nvPr/>
          </p:nvSpPr>
          <p:spPr>
            <a:xfrm>
              <a:off x="6882956" y="2196306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" name="화살표: 오른쪽 504">
              <a:extLst>
                <a:ext uri="{FF2B5EF4-FFF2-40B4-BE49-F238E27FC236}">
                  <a16:creationId xmlns:a16="http://schemas.microsoft.com/office/drawing/2014/main" id="{D820A5C7-1A2F-993E-F8B6-DC7C549448D3}"/>
                </a:ext>
              </a:extLst>
            </p:cNvPr>
            <p:cNvSpPr/>
            <p:nvPr/>
          </p:nvSpPr>
          <p:spPr>
            <a:xfrm>
              <a:off x="6882956" y="2663961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D49F775E-21BB-37E5-FE3F-DE056D148321}"/>
              </a:ext>
            </a:extLst>
          </p:cNvPr>
          <p:cNvGrpSpPr/>
          <p:nvPr/>
        </p:nvGrpSpPr>
        <p:grpSpPr>
          <a:xfrm>
            <a:off x="5474940" y="1144068"/>
            <a:ext cx="412334" cy="5554270"/>
            <a:chOff x="7503689" y="1144068"/>
            <a:chExt cx="412334" cy="5554270"/>
          </a:xfrm>
        </p:grpSpPr>
        <p:grpSp>
          <p:nvGrpSpPr>
            <p:cNvPr id="507" name="그룹 506">
              <a:extLst>
                <a:ext uri="{FF2B5EF4-FFF2-40B4-BE49-F238E27FC236}">
                  <a16:creationId xmlns:a16="http://schemas.microsoft.com/office/drawing/2014/main" id="{72CCD6FA-8121-40C7-1F7C-AD40BD7173F0}"/>
                </a:ext>
              </a:extLst>
            </p:cNvPr>
            <p:cNvGrpSpPr/>
            <p:nvPr/>
          </p:nvGrpSpPr>
          <p:grpSpPr>
            <a:xfrm>
              <a:off x="7503689" y="1144068"/>
              <a:ext cx="411194" cy="1816273"/>
              <a:chOff x="7503689" y="1613968"/>
              <a:chExt cx="411194" cy="18162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직사각형 71">
                    <a:extLst>
                      <a:ext uri="{FF2B5EF4-FFF2-40B4-BE49-F238E27FC236}">
                        <a16:creationId xmlns:a16="http://schemas.microsoft.com/office/drawing/2014/main" id="{903E634D-007E-9952-04ED-424E538A1200}"/>
                      </a:ext>
                    </a:extLst>
                  </p:cNvPr>
                  <p:cNvSpPr/>
                  <p:nvPr/>
                </p:nvSpPr>
                <p:spPr>
                  <a:xfrm>
                    <a:off x="7503689" y="1613968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직사각형 71">
                    <a:extLst>
                      <a:ext uri="{FF2B5EF4-FFF2-40B4-BE49-F238E27FC236}">
                        <a16:creationId xmlns:a16="http://schemas.microsoft.com/office/drawing/2014/main" id="{903E634D-007E-9952-04ED-424E538A12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3689" y="1613968"/>
                    <a:ext cx="409667" cy="420337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57A45F9F-4F07-8E36-EDA7-C0910E1A3616}"/>
                      </a:ext>
                    </a:extLst>
                  </p:cNvPr>
                  <p:cNvSpPr/>
                  <p:nvPr/>
                </p:nvSpPr>
                <p:spPr>
                  <a:xfrm>
                    <a:off x="7504198" y="2079280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57A45F9F-4F07-8E36-EDA7-C0910E1A361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4198" y="2079280"/>
                    <a:ext cx="409667" cy="420337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23B32D39-2F94-2502-2790-0F7198DB4469}"/>
                      </a:ext>
                    </a:extLst>
                  </p:cNvPr>
                  <p:cNvSpPr/>
                  <p:nvPr/>
                </p:nvSpPr>
                <p:spPr>
                  <a:xfrm>
                    <a:off x="7504707" y="2544592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23B32D39-2F94-2502-2790-0F7198DB446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4707" y="2544592"/>
                    <a:ext cx="409667" cy="420337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직사각형 90">
                    <a:extLst>
                      <a:ext uri="{FF2B5EF4-FFF2-40B4-BE49-F238E27FC236}">
                        <a16:creationId xmlns:a16="http://schemas.microsoft.com/office/drawing/2014/main" id="{A91EF36C-B994-DB80-AA65-5F6AFACBACAE}"/>
                      </a:ext>
                    </a:extLst>
                  </p:cNvPr>
                  <p:cNvSpPr/>
                  <p:nvPr/>
                </p:nvSpPr>
                <p:spPr>
                  <a:xfrm>
                    <a:off x="7505216" y="3009904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1" name="직사각형 90">
                    <a:extLst>
                      <a:ext uri="{FF2B5EF4-FFF2-40B4-BE49-F238E27FC236}">
                        <a16:creationId xmlns:a16="http://schemas.microsoft.com/office/drawing/2014/main" id="{A91EF36C-B994-DB80-AA65-5F6AFACBAC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5216" y="3009904"/>
                    <a:ext cx="409667" cy="420337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8" name="그룹 507">
              <a:extLst>
                <a:ext uri="{FF2B5EF4-FFF2-40B4-BE49-F238E27FC236}">
                  <a16:creationId xmlns:a16="http://schemas.microsoft.com/office/drawing/2014/main" id="{EF6C4BBD-F3EB-F64F-FFD1-8A9F0F79E7F0}"/>
                </a:ext>
              </a:extLst>
            </p:cNvPr>
            <p:cNvGrpSpPr/>
            <p:nvPr/>
          </p:nvGrpSpPr>
          <p:grpSpPr>
            <a:xfrm>
              <a:off x="7503689" y="4882068"/>
              <a:ext cx="411195" cy="1816270"/>
              <a:chOff x="7505725" y="4656316"/>
              <a:chExt cx="411195" cy="18162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직사각형 65">
                    <a:extLst>
                      <a:ext uri="{FF2B5EF4-FFF2-40B4-BE49-F238E27FC236}">
                        <a16:creationId xmlns:a16="http://schemas.microsoft.com/office/drawing/2014/main" id="{C29F8D42-9845-D005-6F7F-D39A9E040DF2}"/>
                      </a:ext>
                    </a:extLst>
                  </p:cNvPr>
                  <p:cNvSpPr/>
                  <p:nvPr/>
                </p:nvSpPr>
                <p:spPr>
                  <a:xfrm>
                    <a:off x="7506234" y="6052249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직사각형 65">
                    <a:extLst>
                      <a:ext uri="{FF2B5EF4-FFF2-40B4-BE49-F238E27FC236}">
                        <a16:creationId xmlns:a16="http://schemas.microsoft.com/office/drawing/2014/main" id="{C29F8D42-9845-D005-6F7F-D39A9E040D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6234" y="6052249"/>
                    <a:ext cx="409667" cy="420337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l="-1194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직사각형 66">
                    <a:extLst>
                      <a:ext uri="{FF2B5EF4-FFF2-40B4-BE49-F238E27FC236}">
                        <a16:creationId xmlns:a16="http://schemas.microsoft.com/office/drawing/2014/main" id="{D526471C-81C1-A1BC-2891-C0D0E470C08F}"/>
                      </a:ext>
                    </a:extLst>
                  </p:cNvPr>
                  <p:cNvSpPr/>
                  <p:nvPr/>
                </p:nvSpPr>
                <p:spPr>
                  <a:xfrm>
                    <a:off x="7505725" y="5586940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직사각형 66">
                    <a:extLst>
                      <a:ext uri="{FF2B5EF4-FFF2-40B4-BE49-F238E27FC236}">
                        <a16:creationId xmlns:a16="http://schemas.microsoft.com/office/drawing/2014/main" id="{D526471C-81C1-A1BC-2891-C0D0E470C08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5725" y="5586940"/>
                    <a:ext cx="409667" cy="420337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l="-1194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직사각형 67">
                    <a:extLst>
                      <a:ext uri="{FF2B5EF4-FFF2-40B4-BE49-F238E27FC236}">
                        <a16:creationId xmlns:a16="http://schemas.microsoft.com/office/drawing/2014/main" id="{9E568F15-CA43-ECB8-0F8B-4CFFC06D81EB}"/>
                      </a:ext>
                    </a:extLst>
                  </p:cNvPr>
                  <p:cNvSpPr/>
                  <p:nvPr/>
                </p:nvSpPr>
                <p:spPr>
                  <a:xfrm>
                    <a:off x="7507253" y="5121628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직사각형 67">
                    <a:extLst>
                      <a:ext uri="{FF2B5EF4-FFF2-40B4-BE49-F238E27FC236}">
                        <a16:creationId xmlns:a16="http://schemas.microsoft.com/office/drawing/2014/main" id="{9E568F15-CA43-ECB8-0F8B-4CFFC06D81E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7253" y="5121628"/>
                    <a:ext cx="409667" cy="420337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직사각형 70">
                    <a:extLst>
                      <a:ext uri="{FF2B5EF4-FFF2-40B4-BE49-F238E27FC236}">
                        <a16:creationId xmlns:a16="http://schemas.microsoft.com/office/drawing/2014/main" id="{1DA5CE83-68EA-2ABD-82F7-695A4A1DBF9C}"/>
                      </a:ext>
                    </a:extLst>
                  </p:cNvPr>
                  <p:cNvSpPr/>
                  <p:nvPr/>
                </p:nvSpPr>
                <p:spPr>
                  <a:xfrm>
                    <a:off x="7506743" y="4656316"/>
                    <a:ext cx="409667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직사각형 70">
                    <a:extLst>
                      <a:ext uri="{FF2B5EF4-FFF2-40B4-BE49-F238E27FC236}">
                        <a16:creationId xmlns:a16="http://schemas.microsoft.com/office/drawing/2014/main" id="{1DA5CE83-68EA-2ABD-82F7-695A4A1DBF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6743" y="4656316"/>
                    <a:ext cx="409667" cy="420337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9" name="그룹 508">
              <a:extLst>
                <a:ext uri="{FF2B5EF4-FFF2-40B4-BE49-F238E27FC236}">
                  <a16:creationId xmlns:a16="http://schemas.microsoft.com/office/drawing/2014/main" id="{AB65AB80-63E2-E646-2F42-78268A066739}"/>
                </a:ext>
              </a:extLst>
            </p:cNvPr>
            <p:cNvGrpSpPr/>
            <p:nvPr/>
          </p:nvGrpSpPr>
          <p:grpSpPr>
            <a:xfrm>
              <a:off x="7504829" y="3011544"/>
              <a:ext cx="411194" cy="1816273"/>
              <a:chOff x="6250159" y="3013855"/>
              <a:chExt cx="411194" cy="18162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0" name="직사각형 509">
                    <a:extLst>
                      <a:ext uri="{FF2B5EF4-FFF2-40B4-BE49-F238E27FC236}">
                        <a16:creationId xmlns:a16="http://schemas.microsoft.com/office/drawing/2014/main" id="{F89ADD70-28ED-04DA-E392-E93C2895E1CB}"/>
                      </a:ext>
                    </a:extLst>
                  </p:cNvPr>
                  <p:cNvSpPr/>
                  <p:nvPr/>
                </p:nvSpPr>
                <p:spPr>
                  <a:xfrm>
                    <a:off x="6250159" y="3013855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0" name="직사각형 509">
                    <a:extLst>
                      <a:ext uri="{FF2B5EF4-FFF2-40B4-BE49-F238E27FC236}">
                        <a16:creationId xmlns:a16="http://schemas.microsoft.com/office/drawing/2014/main" id="{F89ADD70-28ED-04DA-E392-E93C2895E1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0159" y="3013855"/>
                    <a:ext cx="409667" cy="420337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1" name="직사각형 510">
                    <a:extLst>
                      <a:ext uri="{FF2B5EF4-FFF2-40B4-BE49-F238E27FC236}">
                        <a16:creationId xmlns:a16="http://schemas.microsoft.com/office/drawing/2014/main" id="{A0B4AE85-DA79-F1DF-1F29-375B4A9DBC98}"/>
                      </a:ext>
                    </a:extLst>
                  </p:cNvPr>
                  <p:cNvSpPr/>
                  <p:nvPr/>
                </p:nvSpPr>
                <p:spPr>
                  <a:xfrm>
                    <a:off x="6250668" y="3479167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1" name="직사각형 510">
                    <a:extLst>
                      <a:ext uri="{FF2B5EF4-FFF2-40B4-BE49-F238E27FC236}">
                        <a16:creationId xmlns:a16="http://schemas.microsoft.com/office/drawing/2014/main" id="{A0B4AE85-DA79-F1DF-1F29-375B4A9DBC9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0668" y="3479167"/>
                    <a:ext cx="409667" cy="420337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직사각형 63">
                    <a:extLst>
                      <a:ext uri="{FF2B5EF4-FFF2-40B4-BE49-F238E27FC236}">
                        <a16:creationId xmlns:a16="http://schemas.microsoft.com/office/drawing/2014/main" id="{B4FA7A05-C9C7-76D1-741E-B8AC96D1723C}"/>
                      </a:ext>
                    </a:extLst>
                  </p:cNvPr>
                  <p:cNvSpPr/>
                  <p:nvPr/>
                </p:nvSpPr>
                <p:spPr>
                  <a:xfrm>
                    <a:off x="6251177" y="3944479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직사각형 63">
                    <a:extLst>
                      <a:ext uri="{FF2B5EF4-FFF2-40B4-BE49-F238E27FC236}">
                        <a16:creationId xmlns:a16="http://schemas.microsoft.com/office/drawing/2014/main" id="{B4FA7A05-C9C7-76D1-741E-B8AC96D1723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1177" y="3944479"/>
                    <a:ext cx="409667" cy="420337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직사각형 64">
                    <a:extLst>
                      <a:ext uri="{FF2B5EF4-FFF2-40B4-BE49-F238E27FC236}">
                        <a16:creationId xmlns:a16="http://schemas.microsoft.com/office/drawing/2014/main" id="{C72CE161-5C99-CC30-3780-8EBE882933F5}"/>
                      </a:ext>
                    </a:extLst>
                  </p:cNvPr>
                  <p:cNvSpPr/>
                  <p:nvPr/>
                </p:nvSpPr>
                <p:spPr>
                  <a:xfrm>
                    <a:off x="6251686" y="4409791"/>
                    <a:ext cx="409667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직사각형 64">
                    <a:extLst>
                      <a:ext uri="{FF2B5EF4-FFF2-40B4-BE49-F238E27FC236}">
                        <a16:creationId xmlns:a16="http://schemas.microsoft.com/office/drawing/2014/main" id="{C72CE161-5C99-CC30-3780-8EBE882933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1686" y="4409791"/>
                    <a:ext cx="409667" cy="420337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 l="-14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A9770721-C31A-A8F6-337F-3F2B7E69FF43}"/>
              </a:ext>
            </a:extLst>
          </p:cNvPr>
          <p:cNvGrpSpPr/>
          <p:nvPr/>
        </p:nvGrpSpPr>
        <p:grpSpPr>
          <a:xfrm>
            <a:off x="6006656" y="1263867"/>
            <a:ext cx="376518" cy="1564332"/>
            <a:chOff x="6882956" y="1260994"/>
            <a:chExt cx="376518" cy="1564332"/>
          </a:xfrm>
        </p:grpSpPr>
        <p:sp>
          <p:nvSpPr>
            <p:cNvPr id="93" name="화살표: 오른쪽 92">
              <a:extLst>
                <a:ext uri="{FF2B5EF4-FFF2-40B4-BE49-F238E27FC236}">
                  <a16:creationId xmlns:a16="http://schemas.microsoft.com/office/drawing/2014/main" id="{29D38D38-635B-DA40-7E08-2B5327F45FD2}"/>
                </a:ext>
              </a:extLst>
            </p:cNvPr>
            <p:cNvSpPr/>
            <p:nvPr/>
          </p:nvSpPr>
          <p:spPr>
            <a:xfrm>
              <a:off x="6882956" y="1260994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화살표: 오른쪽 93">
              <a:extLst>
                <a:ext uri="{FF2B5EF4-FFF2-40B4-BE49-F238E27FC236}">
                  <a16:creationId xmlns:a16="http://schemas.microsoft.com/office/drawing/2014/main" id="{3458BAAA-CEE4-542C-D75A-4AD77605F930}"/>
                </a:ext>
              </a:extLst>
            </p:cNvPr>
            <p:cNvSpPr/>
            <p:nvPr/>
          </p:nvSpPr>
          <p:spPr>
            <a:xfrm>
              <a:off x="6882956" y="1728650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화살표: 오른쪽 94">
              <a:extLst>
                <a:ext uri="{FF2B5EF4-FFF2-40B4-BE49-F238E27FC236}">
                  <a16:creationId xmlns:a16="http://schemas.microsoft.com/office/drawing/2014/main" id="{29522338-2D53-2335-03F3-0AF8C04ADC2F}"/>
                </a:ext>
              </a:extLst>
            </p:cNvPr>
            <p:cNvSpPr/>
            <p:nvPr/>
          </p:nvSpPr>
          <p:spPr>
            <a:xfrm>
              <a:off x="6882956" y="2196306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화살표: 오른쪽 95">
              <a:extLst>
                <a:ext uri="{FF2B5EF4-FFF2-40B4-BE49-F238E27FC236}">
                  <a16:creationId xmlns:a16="http://schemas.microsoft.com/office/drawing/2014/main" id="{3FE33A18-904E-8191-CC85-2199DF57A155}"/>
                </a:ext>
              </a:extLst>
            </p:cNvPr>
            <p:cNvSpPr/>
            <p:nvPr/>
          </p:nvSpPr>
          <p:spPr>
            <a:xfrm>
              <a:off x="6882956" y="2663961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7B3BAA62-DCF6-C2A8-4CB3-FD3E2C3DC17D}"/>
              </a:ext>
            </a:extLst>
          </p:cNvPr>
          <p:cNvGrpSpPr/>
          <p:nvPr/>
        </p:nvGrpSpPr>
        <p:grpSpPr>
          <a:xfrm>
            <a:off x="6006656" y="3126146"/>
            <a:ext cx="376518" cy="1564332"/>
            <a:chOff x="6882956" y="1260994"/>
            <a:chExt cx="376518" cy="1564332"/>
          </a:xfrm>
        </p:grpSpPr>
        <p:sp>
          <p:nvSpPr>
            <p:cNvPr id="98" name="화살표: 오른쪽 97">
              <a:extLst>
                <a:ext uri="{FF2B5EF4-FFF2-40B4-BE49-F238E27FC236}">
                  <a16:creationId xmlns:a16="http://schemas.microsoft.com/office/drawing/2014/main" id="{51EDD318-98BB-566A-68BC-CD42B16D788C}"/>
                </a:ext>
              </a:extLst>
            </p:cNvPr>
            <p:cNvSpPr/>
            <p:nvPr/>
          </p:nvSpPr>
          <p:spPr>
            <a:xfrm>
              <a:off x="6882956" y="1260994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화살표: 오른쪽 98">
              <a:extLst>
                <a:ext uri="{FF2B5EF4-FFF2-40B4-BE49-F238E27FC236}">
                  <a16:creationId xmlns:a16="http://schemas.microsoft.com/office/drawing/2014/main" id="{48C0E1A6-E9FD-2F0E-B877-85F6E49B5BAE}"/>
                </a:ext>
              </a:extLst>
            </p:cNvPr>
            <p:cNvSpPr/>
            <p:nvPr/>
          </p:nvSpPr>
          <p:spPr>
            <a:xfrm>
              <a:off x="6882956" y="1728650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화살표: 오른쪽 99">
              <a:extLst>
                <a:ext uri="{FF2B5EF4-FFF2-40B4-BE49-F238E27FC236}">
                  <a16:creationId xmlns:a16="http://schemas.microsoft.com/office/drawing/2014/main" id="{1B9BBE16-4F9D-65A6-7A05-00A3C69E119B}"/>
                </a:ext>
              </a:extLst>
            </p:cNvPr>
            <p:cNvSpPr/>
            <p:nvPr/>
          </p:nvSpPr>
          <p:spPr>
            <a:xfrm>
              <a:off x="6882956" y="2196306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화살표: 오른쪽 100">
              <a:extLst>
                <a:ext uri="{FF2B5EF4-FFF2-40B4-BE49-F238E27FC236}">
                  <a16:creationId xmlns:a16="http://schemas.microsoft.com/office/drawing/2014/main" id="{957B0826-97D2-26DA-624C-0C779F6C1E54}"/>
                </a:ext>
              </a:extLst>
            </p:cNvPr>
            <p:cNvSpPr/>
            <p:nvPr/>
          </p:nvSpPr>
          <p:spPr>
            <a:xfrm>
              <a:off x="6882956" y="2663961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DC2F4693-70DC-563D-D85D-90E5B2AECA88}"/>
              </a:ext>
            </a:extLst>
          </p:cNvPr>
          <p:cNvGrpSpPr/>
          <p:nvPr/>
        </p:nvGrpSpPr>
        <p:grpSpPr>
          <a:xfrm>
            <a:off x="6006656" y="4988424"/>
            <a:ext cx="376518" cy="1564332"/>
            <a:chOff x="6882956" y="1260994"/>
            <a:chExt cx="376518" cy="1564332"/>
          </a:xfrm>
        </p:grpSpPr>
        <p:sp>
          <p:nvSpPr>
            <p:cNvPr id="103" name="화살표: 오른쪽 102">
              <a:extLst>
                <a:ext uri="{FF2B5EF4-FFF2-40B4-BE49-F238E27FC236}">
                  <a16:creationId xmlns:a16="http://schemas.microsoft.com/office/drawing/2014/main" id="{1FC9523E-11B2-736B-3CD8-F40A4FE81E73}"/>
                </a:ext>
              </a:extLst>
            </p:cNvPr>
            <p:cNvSpPr/>
            <p:nvPr/>
          </p:nvSpPr>
          <p:spPr>
            <a:xfrm>
              <a:off x="6882956" y="1260994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화살표: 오른쪽 103">
              <a:extLst>
                <a:ext uri="{FF2B5EF4-FFF2-40B4-BE49-F238E27FC236}">
                  <a16:creationId xmlns:a16="http://schemas.microsoft.com/office/drawing/2014/main" id="{67FC737A-39B8-02BD-B0F3-AB22A2B2A2E1}"/>
                </a:ext>
              </a:extLst>
            </p:cNvPr>
            <p:cNvSpPr/>
            <p:nvPr/>
          </p:nvSpPr>
          <p:spPr>
            <a:xfrm>
              <a:off x="6882956" y="1728650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화살표: 오른쪽 104">
              <a:extLst>
                <a:ext uri="{FF2B5EF4-FFF2-40B4-BE49-F238E27FC236}">
                  <a16:creationId xmlns:a16="http://schemas.microsoft.com/office/drawing/2014/main" id="{EF8FF5F8-5169-7093-189F-5A249BB10A0F}"/>
                </a:ext>
              </a:extLst>
            </p:cNvPr>
            <p:cNvSpPr/>
            <p:nvPr/>
          </p:nvSpPr>
          <p:spPr>
            <a:xfrm>
              <a:off x="6882956" y="2196306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화살표: 오른쪽 105">
              <a:extLst>
                <a:ext uri="{FF2B5EF4-FFF2-40B4-BE49-F238E27FC236}">
                  <a16:creationId xmlns:a16="http://schemas.microsoft.com/office/drawing/2014/main" id="{524B5C11-762C-9555-5712-75CA472B0CB6}"/>
                </a:ext>
              </a:extLst>
            </p:cNvPr>
            <p:cNvSpPr/>
            <p:nvPr/>
          </p:nvSpPr>
          <p:spPr>
            <a:xfrm>
              <a:off x="6882956" y="2663961"/>
              <a:ext cx="376518" cy="16136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854F04B6-034F-4CDD-2FE7-1A8638B36BA6}"/>
              </a:ext>
            </a:extLst>
          </p:cNvPr>
          <p:cNvSpPr/>
          <p:nvPr/>
        </p:nvSpPr>
        <p:spPr>
          <a:xfrm>
            <a:off x="1966706" y="5957483"/>
            <a:ext cx="3353181" cy="17585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894B8399-16A0-1DC1-93C7-D2408BE7CED1}"/>
              </a:ext>
            </a:extLst>
          </p:cNvPr>
          <p:cNvSpPr/>
          <p:nvPr/>
        </p:nvSpPr>
        <p:spPr>
          <a:xfrm>
            <a:off x="1966706" y="6432105"/>
            <a:ext cx="3353181" cy="17585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B700AFC-3C03-84BC-FCF9-E8597EF6D4B8}"/>
                  </a:ext>
                </a:extLst>
              </p:cNvPr>
              <p:cNvSpPr txBox="1"/>
              <p:nvPr/>
            </p:nvSpPr>
            <p:spPr>
              <a:xfrm>
                <a:off x="2212000" y="2097751"/>
                <a:ext cx="2766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Input(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191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B700AFC-3C03-84BC-FCF9-E8597EF6D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000" y="2097751"/>
                <a:ext cx="2766917" cy="338554"/>
              </a:xfrm>
              <a:prstGeom prst="rect">
                <a:avLst/>
              </a:prstGeom>
              <a:blipFill>
                <a:blip r:embed="rId46"/>
                <a:stretch>
                  <a:fillRect l="-1322" t="-5357" r="-3744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0061E24-5261-0DB8-F5CC-B55686980772}"/>
                  </a:ext>
                </a:extLst>
              </p:cNvPr>
              <p:cNvSpPr txBox="1"/>
              <p:nvPr/>
            </p:nvSpPr>
            <p:spPr>
              <a:xfrm>
                <a:off x="2212000" y="2562087"/>
                <a:ext cx="2766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Input(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0061E24-5261-0DB8-F5CC-B55686980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000" y="2562087"/>
                <a:ext cx="2766917" cy="338554"/>
              </a:xfrm>
              <a:prstGeom prst="rect">
                <a:avLst/>
              </a:prstGeom>
              <a:blipFill>
                <a:blip r:embed="rId47"/>
                <a:stretch>
                  <a:fillRect l="-1322" t="-5357" r="-3744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순서도: 논리합 110">
            <a:extLst>
              <a:ext uri="{FF2B5EF4-FFF2-40B4-BE49-F238E27FC236}">
                <a16:creationId xmlns:a16="http://schemas.microsoft.com/office/drawing/2014/main" id="{2443C28C-578B-A3D0-0F77-E70E7873F767}"/>
              </a:ext>
            </a:extLst>
          </p:cNvPr>
          <p:cNvSpPr/>
          <p:nvPr/>
        </p:nvSpPr>
        <p:spPr>
          <a:xfrm>
            <a:off x="1928057" y="2151687"/>
            <a:ext cx="252000" cy="252000"/>
          </a:xfrm>
          <a:prstGeom prst="flowChar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2" name="순서도: 논리합 111">
            <a:extLst>
              <a:ext uri="{FF2B5EF4-FFF2-40B4-BE49-F238E27FC236}">
                <a16:creationId xmlns:a16="http://schemas.microsoft.com/office/drawing/2014/main" id="{B5151539-D32E-3703-CCBF-4BD33C630241}"/>
              </a:ext>
            </a:extLst>
          </p:cNvPr>
          <p:cNvSpPr/>
          <p:nvPr/>
        </p:nvSpPr>
        <p:spPr>
          <a:xfrm>
            <a:off x="1928057" y="2614919"/>
            <a:ext cx="252000" cy="252000"/>
          </a:xfrm>
          <a:prstGeom prst="flowChar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3" name="화살표: 오른쪽 112">
            <a:extLst>
              <a:ext uri="{FF2B5EF4-FFF2-40B4-BE49-F238E27FC236}">
                <a16:creationId xmlns:a16="http://schemas.microsoft.com/office/drawing/2014/main" id="{A529655A-090D-F724-D5BF-94C8C0A068D0}"/>
              </a:ext>
            </a:extLst>
          </p:cNvPr>
          <p:cNvSpPr/>
          <p:nvPr/>
        </p:nvSpPr>
        <p:spPr>
          <a:xfrm>
            <a:off x="4971626" y="2244705"/>
            <a:ext cx="376518" cy="1613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화살표: 오른쪽 113">
            <a:extLst>
              <a:ext uri="{FF2B5EF4-FFF2-40B4-BE49-F238E27FC236}">
                <a16:creationId xmlns:a16="http://schemas.microsoft.com/office/drawing/2014/main" id="{CB060A54-5D45-997F-A054-3B21473CED34}"/>
              </a:ext>
            </a:extLst>
          </p:cNvPr>
          <p:cNvSpPr/>
          <p:nvPr/>
        </p:nvSpPr>
        <p:spPr>
          <a:xfrm>
            <a:off x="4971626" y="2706822"/>
            <a:ext cx="376518" cy="1613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C3D0E3F-6FC8-348D-B2CB-E298C66E8A04}"/>
                  </a:ext>
                </a:extLst>
              </p:cNvPr>
              <p:cNvSpPr txBox="1"/>
              <p:nvPr/>
            </p:nvSpPr>
            <p:spPr>
              <a:xfrm>
                <a:off x="2212000" y="3026423"/>
                <a:ext cx="2766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Input(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63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C3D0E3F-6FC8-348D-B2CB-E298C66E8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000" y="3026423"/>
                <a:ext cx="2766917" cy="338554"/>
              </a:xfrm>
              <a:prstGeom prst="rect">
                <a:avLst/>
              </a:prstGeom>
              <a:blipFill>
                <a:blip r:embed="rId48"/>
                <a:stretch>
                  <a:fillRect l="-1322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18690FA-09E2-2EE4-1711-D08AA3778A99}"/>
                  </a:ext>
                </a:extLst>
              </p:cNvPr>
              <p:cNvSpPr txBox="1"/>
              <p:nvPr/>
            </p:nvSpPr>
            <p:spPr>
              <a:xfrm>
                <a:off x="2212000" y="3490759"/>
                <a:ext cx="2766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Input(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18690FA-09E2-2EE4-1711-D08AA3778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000" y="3490759"/>
                <a:ext cx="2766917" cy="338554"/>
              </a:xfrm>
              <a:prstGeom prst="rect">
                <a:avLst/>
              </a:prstGeom>
              <a:blipFill>
                <a:blip r:embed="rId49"/>
                <a:stretch>
                  <a:fillRect l="-1322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순서도: 논리합 116">
            <a:extLst>
              <a:ext uri="{FF2B5EF4-FFF2-40B4-BE49-F238E27FC236}">
                <a16:creationId xmlns:a16="http://schemas.microsoft.com/office/drawing/2014/main" id="{824B23E7-DAFD-BD20-F36A-A6F865071AAA}"/>
              </a:ext>
            </a:extLst>
          </p:cNvPr>
          <p:cNvSpPr/>
          <p:nvPr/>
        </p:nvSpPr>
        <p:spPr>
          <a:xfrm>
            <a:off x="1928057" y="3078151"/>
            <a:ext cx="252000" cy="252000"/>
          </a:xfrm>
          <a:prstGeom prst="flowChar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8" name="순서도: 논리합 117">
            <a:extLst>
              <a:ext uri="{FF2B5EF4-FFF2-40B4-BE49-F238E27FC236}">
                <a16:creationId xmlns:a16="http://schemas.microsoft.com/office/drawing/2014/main" id="{8F90C918-39B1-BF04-7F26-E91553985CFE}"/>
              </a:ext>
            </a:extLst>
          </p:cNvPr>
          <p:cNvSpPr/>
          <p:nvPr/>
        </p:nvSpPr>
        <p:spPr>
          <a:xfrm>
            <a:off x="1928057" y="3541383"/>
            <a:ext cx="252000" cy="252000"/>
          </a:xfrm>
          <a:prstGeom prst="flowChar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9" name="화살표: 오른쪽 118">
            <a:extLst>
              <a:ext uri="{FF2B5EF4-FFF2-40B4-BE49-F238E27FC236}">
                <a16:creationId xmlns:a16="http://schemas.microsoft.com/office/drawing/2014/main" id="{E4C189E2-6D2E-BF10-F7E5-8F1C52EC449E}"/>
              </a:ext>
            </a:extLst>
          </p:cNvPr>
          <p:cNvSpPr/>
          <p:nvPr/>
        </p:nvSpPr>
        <p:spPr>
          <a:xfrm>
            <a:off x="4971626" y="3168939"/>
            <a:ext cx="376518" cy="1613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화살표: 오른쪽 119">
            <a:extLst>
              <a:ext uri="{FF2B5EF4-FFF2-40B4-BE49-F238E27FC236}">
                <a16:creationId xmlns:a16="http://schemas.microsoft.com/office/drawing/2014/main" id="{E65002E1-889B-2A8C-97E9-C4484385336E}"/>
              </a:ext>
            </a:extLst>
          </p:cNvPr>
          <p:cNvSpPr/>
          <p:nvPr/>
        </p:nvSpPr>
        <p:spPr>
          <a:xfrm>
            <a:off x="4971626" y="3631056"/>
            <a:ext cx="376518" cy="1613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426E75F-97F9-BD8C-BCC4-2E35602B037A}"/>
                  </a:ext>
                </a:extLst>
              </p:cNvPr>
              <p:cNvSpPr txBox="1"/>
              <p:nvPr/>
            </p:nvSpPr>
            <p:spPr>
              <a:xfrm>
                <a:off x="2212000" y="3955095"/>
                <a:ext cx="2766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Input(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191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426E75F-97F9-BD8C-BCC4-2E35602B0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000" y="3955095"/>
                <a:ext cx="2766917" cy="338554"/>
              </a:xfrm>
              <a:prstGeom prst="rect">
                <a:avLst/>
              </a:prstGeom>
              <a:blipFill>
                <a:blip r:embed="rId50"/>
                <a:stretch>
                  <a:fillRect l="-1322" t="-5455" r="-3744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7C8E762-27F3-1E3F-2F07-700726DC08FC}"/>
                  </a:ext>
                </a:extLst>
              </p:cNvPr>
              <p:cNvSpPr txBox="1"/>
              <p:nvPr/>
            </p:nvSpPr>
            <p:spPr>
              <a:xfrm>
                <a:off x="2212000" y="4419432"/>
                <a:ext cx="2766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Input(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7C8E762-27F3-1E3F-2F07-700726DC0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000" y="4419432"/>
                <a:ext cx="2766917" cy="338554"/>
              </a:xfrm>
              <a:prstGeom prst="rect">
                <a:avLst/>
              </a:prstGeom>
              <a:blipFill>
                <a:blip r:embed="rId51"/>
                <a:stretch>
                  <a:fillRect l="-1322" t="-5357" r="-3744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순서도: 논리합 122">
            <a:extLst>
              <a:ext uri="{FF2B5EF4-FFF2-40B4-BE49-F238E27FC236}">
                <a16:creationId xmlns:a16="http://schemas.microsoft.com/office/drawing/2014/main" id="{2DE98FA6-06CF-2403-FC5C-F76A51B00842}"/>
              </a:ext>
            </a:extLst>
          </p:cNvPr>
          <p:cNvSpPr/>
          <p:nvPr/>
        </p:nvSpPr>
        <p:spPr>
          <a:xfrm>
            <a:off x="1928057" y="4004615"/>
            <a:ext cx="252000" cy="252000"/>
          </a:xfrm>
          <a:prstGeom prst="flowChar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순서도: 논리합 123">
            <a:extLst>
              <a:ext uri="{FF2B5EF4-FFF2-40B4-BE49-F238E27FC236}">
                <a16:creationId xmlns:a16="http://schemas.microsoft.com/office/drawing/2014/main" id="{E86438B0-9DCB-B311-0CC6-2E844414C988}"/>
              </a:ext>
            </a:extLst>
          </p:cNvPr>
          <p:cNvSpPr/>
          <p:nvPr/>
        </p:nvSpPr>
        <p:spPr>
          <a:xfrm>
            <a:off x="1928057" y="4467846"/>
            <a:ext cx="252000" cy="252000"/>
          </a:xfrm>
          <a:prstGeom prst="flowChar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1E8DA8BE-8C12-9107-F863-C6F080DED91E}"/>
              </a:ext>
            </a:extLst>
          </p:cNvPr>
          <p:cNvSpPr/>
          <p:nvPr/>
        </p:nvSpPr>
        <p:spPr>
          <a:xfrm>
            <a:off x="4971626" y="4093173"/>
            <a:ext cx="376518" cy="1613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화살표: 오른쪽 125">
            <a:extLst>
              <a:ext uri="{FF2B5EF4-FFF2-40B4-BE49-F238E27FC236}">
                <a16:creationId xmlns:a16="http://schemas.microsoft.com/office/drawing/2014/main" id="{4B87B581-D080-48D4-CDF2-684315BD83D1}"/>
              </a:ext>
            </a:extLst>
          </p:cNvPr>
          <p:cNvSpPr/>
          <p:nvPr/>
        </p:nvSpPr>
        <p:spPr>
          <a:xfrm>
            <a:off x="4971626" y="4555290"/>
            <a:ext cx="376518" cy="1613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75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9A0B38-830A-C1F0-EB28-452659341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43511-A261-5D72-023C-F4E50C33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Poseidon-256</a:t>
            </a:r>
            <a:r>
              <a:rPr lang="ko-KR" altLang="en-US" dirty="0"/>
              <a:t> </a:t>
            </a:r>
            <a:r>
              <a:rPr lang="en-US" altLang="ko-KR" dirty="0"/>
              <a:t>output</a:t>
            </a:r>
            <a:r>
              <a:rPr lang="ko-KR" altLang="en-US" dirty="0"/>
              <a:t>의</a:t>
            </a:r>
            <a:r>
              <a:rPr lang="en-US" altLang="ko-KR" dirty="0"/>
              <a:t> 512-bit</a:t>
            </a:r>
            <a:r>
              <a:rPr lang="ko-KR" altLang="en-US" dirty="0"/>
              <a:t> 확장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8D8FE4-E070-78E3-E73B-F2BB844F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B3C47-6B91-75F2-3648-0F007C132AE7}"/>
              </a:ext>
            </a:extLst>
          </p:cNvPr>
          <p:cNvSpPr txBox="1"/>
          <p:nvPr/>
        </p:nvSpPr>
        <p:spPr>
          <a:xfrm>
            <a:off x="929908" y="1906567"/>
            <a:ext cx="105027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Poseidon-256</a:t>
            </a:r>
            <a:r>
              <a:rPr lang="ko-KR" altLang="en-US" b="1" dirty="0"/>
              <a:t>의 </a:t>
            </a:r>
            <a:r>
              <a:rPr lang="en-US" altLang="ko-KR" b="1" dirty="0"/>
              <a:t>output </a:t>
            </a:r>
            <a:r>
              <a:rPr lang="ko-KR" altLang="en-US" b="1" dirty="0"/>
              <a:t>길이 </a:t>
            </a:r>
            <a:r>
              <a:rPr lang="en-US" altLang="ko-KR" b="1" dirty="0"/>
              <a:t>512-bit </a:t>
            </a:r>
            <a:r>
              <a:rPr lang="ko-KR" altLang="en-US" b="1" dirty="0"/>
              <a:t>확장 방법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088385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33369</TotalTime>
  <Words>1792</Words>
  <Application>Microsoft Office PowerPoint</Application>
  <PresentationFormat>와이드스크린</PresentationFormat>
  <Paragraphs>446</Paragraphs>
  <Slides>18</Slides>
  <Notes>18</Notes>
  <HiddenSlides>6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Cambria Math</vt:lpstr>
      <vt:lpstr>Office 테마</vt:lpstr>
      <vt:lpstr>Poseidon 정리</vt:lpstr>
      <vt:lpstr>문제 제기</vt:lpstr>
      <vt:lpstr>문제 제기</vt:lpstr>
      <vt:lpstr>SPN 설계, HADES 구조</vt:lpstr>
      <vt:lpstr>POSEIDON𝛑</vt:lpstr>
      <vt:lpstr>〖POSEIDON〗^π 구성 함수</vt:lpstr>
      <vt:lpstr>SPONGE 구조</vt:lpstr>
      <vt:lpstr>Sponge 구조 동작 예시</vt:lpstr>
      <vt:lpstr>Poseidon-128 구조</vt:lpstr>
      <vt:lpstr>Poseidon-256 구조</vt:lpstr>
      <vt:lpstr>Poseidon의 보안강도</vt:lpstr>
      <vt:lpstr>Poseidon의 보안강도</vt:lpstr>
      <vt:lpstr>Poseidon-128 output의 256-bit 확장 방법</vt:lpstr>
      <vt:lpstr>Poseidon-128 output의 256-bit 확장 방법</vt:lpstr>
      <vt:lpstr>Poseidon-128 output의 256-bit 확장 방법</vt:lpstr>
      <vt:lpstr>Poseidon-128 output의 256-bit 확장 방법</vt:lpstr>
      <vt:lpstr>Poseidon-128 output의 256-bit 확장 방법</vt:lpstr>
      <vt:lpstr>Poseidon-256 output의 512-bit 확장 방법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2073</cp:revision>
  <dcterms:created xsi:type="dcterms:W3CDTF">2023-03-06T16:32:37Z</dcterms:created>
  <dcterms:modified xsi:type="dcterms:W3CDTF">2026-02-26T12:19:47Z</dcterms:modified>
</cp:coreProperties>
</file>