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7"/>
  </p:notesMasterIdLst>
  <p:sldIdLst>
    <p:sldId id="256" r:id="rId2"/>
    <p:sldId id="261" r:id="rId3"/>
    <p:sldId id="306" r:id="rId4"/>
    <p:sldId id="307" r:id="rId5"/>
    <p:sldId id="341" r:id="rId6"/>
    <p:sldId id="342" r:id="rId7"/>
    <p:sldId id="343" r:id="rId8"/>
    <p:sldId id="344" r:id="rId9"/>
    <p:sldId id="345" r:id="rId10"/>
    <p:sldId id="348" r:id="rId11"/>
    <p:sldId id="351" r:id="rId12"/>
    <p:sldId id="346" r:id="rId13"/>
    <p:sldId id="349" r:id="rId14"/>
    <p:sldId id="350" r:id="rId15"/>
    <p:sldId id="352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CC00"/>
    <a:srgbClr val="DD802B"/>
    <a:srgbClr val="CC99FF"/>
    <a:srgbClr val="F4B183"/>
    <a:srgbClr val="2E75B6"/>
    <a:srgbClr val="336699"/>
    <a:srgbClr val="0066CC"/>
    <a:srgbClr val="FFFF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29" autoAdjust="0"/>
    <p:restoredTop sz="85080" autoAdjust="0"/>
  </p:normalViewPr>
  <p:slideViewPr>
    <p:cSldViewPr snapToGrid="0">
      <p:cViewPr varScale="1">
        <p:scale>
          <a:sx n="84" d="100"/>
          <a:sy n="84" d="100"/>
        </p:scale>
        <p:origin x="120" y="12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173D1-5404-C9BE-0D35-4D6DD1568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3A41AA-4599-DBA7-CBCB-ABAC7C40B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15979C-57B8-A587-07FE-02CB353BD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E3C2A2-88BA-DECC-5585-23EB44B70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3600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8EAE8-76D5-2052-A5A4-D84695324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56F971-B42E-6F98-7CB7-79E41DEFA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82C45E-1E8E-BCC4-A147-B97A5926A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A69DED-8E76-E30B-77DC-3BA65A9196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582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CFFDF-802C-9026-6E65-57D12721A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7A5A32-AA47-5FD2-8AA9-BBF5B01C5D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C93D67-AC14-2A3F-A5C8-95DE9BE6D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CEB820-D211-2632-8941-BDDA7051A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345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3228E-C17D-64C1-15C7-AB8C392AB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D1875A-E5E3-FD13-14F9-A06AD0C25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8EF47B-9E4A-514E-AAC9-79B2C3B0E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96F8E2-C0F7-5A1F-8C9C-FD31C5F59A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264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61443-5FB7-02A2-4C78-AA089452F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2EF840-F19D-6582-BE47-19912DBD8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CA9ADE-F1B0-AA9A-14CF-E7254688E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7EB0D6-7F3C-2E36-66C6-CD04EE3E86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34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AAF68-0B85-E5A0-ADBB-AC0E2C288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16FE9B-EA88-DB5C-254D-3923C240F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0AA9BB-8A3B-4A6D-1064-680B07B6D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E2FCEF-47C1-3E39-71E3-6032C4E6F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077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81C03-E5D2-6C16-A241-B1E0542E3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82EBB8-FB3D-3C08-5E97-23C2614970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86AC12-F92D-9AF6-CF91-728609769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B6472F-A30E-45AD-226F-73772FFAE5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569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6E453-CB0D-089C-DB35-127831C74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431DC3-5834-C5E1-D25F-6CBB473F1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FB296B-4308-59E7-5481-9E0332749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67A7F4-3F09-E3DB-A0D9-70302A0D9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290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1387D-DE86-05C2-922A-B49201FFC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0F4302-FAA1-2612-CA58-1A05BE140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6ED020-AA1D-F226-5AB4-434E9FF19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FB498C-226B-7F86-727C-96255207D3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308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D82DC-D9A0-B771-764B-E2C83A8E8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1F1D81-0B82-87CA-3D4A-8FACF474A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3D132A-9607-1C78-6F1F-FDD495999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90F191-4198-06FB-F4FF-97AA333A5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0625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01DF5-BAC1-4605-6A46-4D0B0F53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3C63C4-536B-82CE-479D-EAA413FF2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2DC939-85A6-9349-4FA5-64F2AC622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5C04A3-BCFB-25BD-C670-ABA9DA0383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9695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B00E-C788-50FF-FF15-8ED51683F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09D3D3-F584-C276-1D14-F78DBE949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812F21-5F3F-2D3A-3F90-F7B5DA4E3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14283D-CCB1-CC0E-8683-6D7092A6A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7909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8CE93-3F49-59B9-549F-D7CC68B92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5033E3-1BEB-9C47-9BF1-B239AB92C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82F516-FA3D-5552-23EE-9FF2ACA2C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5D45EC-8401-269A-10C3-E9D2EC013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6594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60.png"/><Relationship Id="rId18" Type="http://schemas.openxmlformats.org/officeDocument/2006/relationships/image" Target="../media/image111.png"/><Relationship Id="rId26" Type="http://schemas.openxmlformats.org/officeDocument/2006/relationships/image" Target="../media/image19.png"/><Relationship Id="rId21" Type="http://schemas.openxmlformats.org/officeDocument/2006/relationships/image" Target="../media/image14.png"/><Relationship Id="rId7" Type="http://schemas.openxmlformats.org/officeDocument/2006/relationships/image" Target="../media/image43.png"/><Relationship Id="rId12" Type="http://schemas.openxmlformats.org/officeDocument/2006/relationships/image" Target="../media/image56.png"/><Relationship Id="rId17" Type="http://schemas.openxmlformats.org/officeDocument/2006/relationships/image" Target="../media/image101.png"/><Relationship Id="rId25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9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10.png"/><Relationship Id="rId24" Type="http://schemas.openxmlformats.org/officeDocument/2006/relationships/image" Target="../media/image17.png"/><Relationship Id="rId15" Type="http://schemas.openxmlformats.org/officeDocument/2006/relationships/image" Target="../media/image81.png"/><Relationship Id="rId23" Type="http://schemas.openxmlformats.org/officeDocument/2006/relationships/image" Target="../media/image16.png"/><Relationship Id="rId28" Type="http://schemas.openxmlformats.org/officeDocument/2006/relationships/image" Target="../media/image21.png"/><Relationship Id="rId10" Type="http://schemas.openxmlformats.org/officeDocument/2006/relationships/image" Target="../media/image45.png"/><Relationship Id="rId19" Type="http://schemas.openxmlformats.org/officeDocument/2006/relationships/image" Target="../media/image12.png"/><Relationship Id="rId14" Type="http://schemas.openxmlformats.org/officeDocument/2006/relationships/image" Target="../media/image71.png"/><Relationship Id="rId22" Type="http://schemas.openxmlformats.org/officeDocument/2006/relationships/image" Target="../media/image15.png"/><Relationship Id="rId27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0.png"/><Relationship Id="rId18" Type="http://schemas.openxmlformats.org/officeDocument/2006/relationships/image" Target="../media/image111.png"/><Relationship Id="rId8" Type="http://schemas.openxmlformats.org/officeDocument/2006/relationships/image" Target="../media/image44.png"/><Relationship Id="rId12" Type="http://schemas.openxmlformats.org/officeDocument/2006/relationships/image" Target="../media/image56.png"/><Relationship Id="rId17" Type="http://schemas.openxmlformats.org/officeDocument/2006/relationships/image" Target="../media/image10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10.png"/><Relationship Id="rId15" Type="http://schemas.openxmlformats.org/officeDocument/2006/relationships/image" Target="../media/image81.png"/><Relationship Id="rId19" Type="http://schemas.openxmlformats.org/officeDocument/2006/relationships/image" Target="../media/image12.png"/><Relationship Id="rId10" Type="http://schemas.openxmlformats.org/officeDocument/2006/relationships/image" Target="../media/image45.png"/><Relationship Id="rId14" Type="http://schemas.openxmlformats.org/officeDocument/2006/relationships/image" Target="../media/image7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0.png"/><Relationship Id="rId18" Type="http://schemas.openxmlformats.org/officeDocument/2006/relationships/image" Target="../media/image111.png"/><Relationship Id="rId8" Type="http://schemas.openxmlformats.org/officeDocument/2006/relationships/image" Target="../media/image44.png"/><Relationship Id="rId12" Type="http://schemas.openxmlformats.org/officeDocument/2006/relationships/image" Target="../media/image56.png"/><Relationship Id="rId17" Type="http://schemas.openxmlformats.org/officeDocument/2006/relationships/image" Target="../media/image10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10.png"/><Relationship Id="rId15" Type="http://schemas.openxmlformats.org/officeDocument/2006/relationships/image" Target="../media/image81.png"/><Relationship Id="rId19" Type="http://schemas.openxmlformats.org/officeDocument/2006/relationships/image" Target="../media/image12.png"/><Relationship Id="rId10" Type="http://schemas.openxmlformats.org/officeDocument/2006/relationships/image" Target="../media/image45.png"/><Relationship Id="rId14" Type="http://schemas.openxmlformats.org/officeDocument/2006/relationships/image" Target="../media/image7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Poseidon </a:t>
            </a:r>
            <a:r>
              <a:rPr lang="ko-KR" altLang="en-US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평가 지표 측정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03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18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ED890-95D1-C0C8-AFDB-B84481408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1F30F-A621-B809-066D-2A1992822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D6257E-B203-3049-99CE-E5ECACB93332}"/>
              </a:ext>
            </a:extLst>
          </p:cNvPr>
          <p:cNvGraphicFramePr>
            <a:graphicFrameLocks noGrp="1"/>
          </p:cNvGraphicFramePr>
          <p:nvPr/>
        </p:nvGraphicFramePr>
        <p:xfrm>
          <a:off x="245533" y="1295398"/>
          <a:ext cx="11523132" cy="490814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720411">
                  <a:extLst>
                    <a:ext uri="{9D8B030D-6E8A-4147-A177-3AD203B41FA5}">
                      <a16:colId xmlns:a16="http://schemas.microsoft.com/office/drawing/2014/main" val="3994763417"/>
                    </a:ext>
                  </a:extLst>
                </a:gridCol>
                <a:gridCol w="3700130">
                  <a:extLst>
                    <a:ext uri="{9D8B030D-6E8A-4147-A177-3AD203B41FA5}">
                      <a16:colId xmlns:a16="http://schemas.microsoft.com/office/drawing/2014/main" val="3123798838"/>
                    </a:ext>
                  </a:extLst>
                </a:gridCol>
                <a:gridCol w="4102591">
                  <a:extLst>
                    <a:ext uri="{9D8B030D-6E8A-4147-A177-3AD203B41FA5}">
                      <a16:colId xmlns:a16="http://schemas.microsoft.com/office/drawing/2014/main" val="1927810006"/>
                    </a:ext>
                  </a:extLst>
                </a:gridCol>
              </a:tblGrid>
              <a:tr h="10635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Capacity-Safe Canonical Export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In-Circuit Cross-Lane Entropy </a:t>
                      </a:r>
                    </a:p>
                    <a:p>
                      <a:pPr algn="ctr"/>
                      <a:r>
                        <a:rPr lang="en-US" dirty="0"/>
                        <a:t>Repacking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Byte-Native Poseidon </a:t>
                      </a:r>
                    </a:p>
                    <a:p>
                      <a:pPr algn="ctr"/>
                      <a:r>
                        <a:rPr lang="en-US" dirty="0"/>
                        <a:t>Configuration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0679736"/>
                  </a:ext>
                </a:extLst>
              </a:tr>
              <a:tr h="384457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798745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6DE605F2-9620-AD3F-2043-0A9ADD24BD53}"/>
              </a:ext>
            </a:extLst>
          </p:cNvPr>
          <p:cNvGrpSpPr/>
          <p:nvPr/>
        </p:nvGrpSpPr>
        <p:grpSpPr>
          <a:xfrm>
            <a:off x="1447509" y="3011384"/>
            <a:ext cx="1353426" cy="418300"/>
            <a:chOff x="3739859" y="5115350"/>
            <a:chExt cx="1353426" cy="4183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4BA3CFA-DDD5-AAD7-3E44-890E407C0B5F}"/>
                </a:ext>
              </a:extLst>
            </p:cNvPr>
            <p:cNvSpPr/>
            <p:nvPr/>
          </p:nvSpPr>
          <p:spPr>
            <a:xfrm>
              <a:off x="3739859" y="5115350"/>
              <a:ext cx="451142" cy="4183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100" dirty="0">
                  <a:solidFill>
                    <a:schemeClr val="tx1"/>
                  </a:solidFill>
                </a:rPr>
                <a:t>r</a:t>
              </a:r>
              <a:r>
                <a:rPr lang="en-US" altLang="ko-KR" sz="2100" baseline="-25000" dirty="0">
                  <a:solidFill>
                    <a:schemeClr val="tx1"/>
                  </a:solidFill>
                </a:rPr>
                <a:t>1</a:t>
              </a:r>
              <a:endParaRPr lang="en-US" sz="2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6211E82-D209-3E79-F0B3-3450C718CAEE}"/>
                </a:ext>
              </a:extLst>
            </p:cNvPr>
            <p:cNvSpPr/>
            <p:nvPr/>
          </p:nvSpPr>
          <p:spPr>
            <a:xfrm>
              <a:off x="4191001" y="5115350"/>
              <a:ext cx="451142" cy="4183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100" dirty="0">
                  <a:solidFill>
                    <a:schemeClr val="tx1"/>
                  </a:solidFill>
                </a:rPr>
                <a:t>r</a:t>
              </a:r>
              <a:r>
                <a:rPr lang="en-US" altLang="ko-KR" sz="2100" baseline="-25000" dirty="0">
                  <a:solidFill>
                    <a:schemeClr val="tx1"/>
                  </a:solidFill>
                </a:rPr>
                <a:t>2</a:t>
              </a:r>
              <a:endParaRPr lang="en-US" sz="2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E42E69-5DAB-7359-100A-3555726BF5CE}"/>
                </a:ext>
              </a:extLst>
            </p:cNvPr>
            <p:cNvSpPr/>
            <p:nvPr/>
          </p:nvSpPr>
          <p:spPr>
            <a:xfrm>
              <a:off x="4642143" y="5115350"/>
              <a:ext cx="451142" cy="4183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100" dirty="0">
                  <a:solidFill>
                    <a:schemeClr val="tx1"/>
                  </a:solidFill>
                </a:rPr>
                <a:t>c</a:t>
              </a:r>
              <a:r>
                <a:rPr lang="en-US" altLang="ko-KR" sz="2100" baseline="-25000" dirty="0">
                  <a:solidFill>
                    <a:schemeClr val="tx1"/>
                  </a:solidFill>
                </a:rPr>
                <a:t>1</a:t>
              </a:r>
              <a:endParaRPr lang="en-US" sz="2100" baseline="-250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34078DB-F4D8-BEB9-5B95-06A7D5EEB578}"/>
              </a:ext>
            </a:extLst>
          </p:cNvPr>
          <p:cNvCxnSpPr>
            <a:cxnSpLocks/>
          </p:cNvCxnSpPr>
          <p:nvPr/>
        </p:nvCxnSpPr>
        <p:spPr>
          <a:xfrm>
            <a:off x="1659467" y="3429684"/>
            <a:ext cx="0" cy="12185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BEB9073-0042-FD43-6BFD-89A3DF33F6D8}"/>
              </a:ext>
            </a:extLst>
          </p:cNvPr>
          <p:cNvSpPr txBox="1"/>
          <p:nvPr/>
        </p:nvSpPr>
        <p:spPr>
          <a:xfrm>
            <a:off x="579967" y="4687900"/>
            <a:ext cx="232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[ </a:t>
            </a:r>
            <a:r>
              <a:rPr lang="en-US" dirty="0">
                <a:solidFill>
                  <a:srgbClr val="FF0000"/>
                </a:solidFill>
              </a:rPr>
              <a:t>zero padding</a:t>
            </a:r>
            <a:r>
              <a:rPr lang="en-US" dirty="0"/>
              <a:t> | r</a:t>
            </a:r>
            <a:r>
              <a:rPr lang="en-US" baseline="-25000" dirty="0"/>
              <a:t>1 </a:t>
            </a:r>
            <a:r>
              <a:rPr lang="en-US" dirty="0"/>
              <a:t>]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C29F3AFC-8DB4-7E4F-F0C0-6D51DE5BCA4F}"/>
              </a:ext>
            </a:extLst>
          </p:cNvPr>
          <p:cNvSpPr/>
          <p:nvPr/>
        </p:nvSpPr>
        <p:spPr>
          <a:xfrm rot="5400000">
            <a:off x="1555750" y="4349750"/>
            <a:ext cx="342900" cy="18796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95F170-035E-75A5-6F2C-C9D9A0C57803}"/>
              </a:ext>
            </a:extLst>
          </p:cNvPr>
          <p:cNvSpPr txBox="1"/>
          <p:nvPr/>
        </p:nvSpPr>
        <p:spPr>
          <a:xfrm>
            <a:off x="774700" y="5458367"/>
            <a:ext cx="2908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byte-aligned (e.g., 256b)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41B393-CDC5-8FB2-3A5D-F00696C4AB68}"/>
              </a:ext>
            </a:extLst>
          </p:cNvPr>
          <p:cNvSpPr txBox="1"/>
          <p:nvPr/>
        </p:nvSpPr>
        <p:spPr>
          <a:xfrm>
            <a:off x="1350439" y="2757502"/>
            <a:ext cx="673100" cy="286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~255b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D8AB755-3B0D-E0D7-9378-2BF63B0E4871}"/>
              </a:ext>
            </a:extLst>
          </p:cNvPr>
          <p:cNvGrpSpPr/>
          <p:nvPr/>
        </p:nvGrpSpPr>
        <p:grpSpPr>
          <a:xfrm>
            <a:off x="4527692" y="2756818"/>
            <a:ext cx="2906038" cy="3070197"/>
            <a:chOff x="4527692" y="2756818"/>
            <a:chExt cx="2906038" cy="307019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DB46BD7-F851-E266-82CF-304D2CAFFFEE}"/>
                </a:ext>
              </a:extLst>
            </p:cNvPr>
            <p:cNvGrpSpPr/>
            <p:nvPr/>
          </p:nvGrpSpPr>
          <p:grpSpPr>
            <a:xfrm>
              <a:off x="5251301" y="3010700"/>
              <a:ext cx="1353426" cy="418300"/>
              <a:chOff x="3739859" y="5115350"/>
              <a:chExt cx="1353426" cy="4183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01DDBB9-9914-AB13-6B64-C573A037D450}"/>
                  </a:ext>
                </a:extLst>
              </p:cNvPr>
              <p:cNvSpPr/>
              <p:nvPr/>
            </p:nvSpPr>
            <p:spPr>
              <a:xfrm>
                <a:off x="3739859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2100" baseline="-25000" dirty="0">
                    <a:solidFill>
                      <a:schemeClr val="tx1"/>
                    </a:solidFill>
                  </a:rPr>
                  <a:t>1</a:t>
                </a:r>
                <a:endParaRPr lang="en-US" sz="21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D687E7D-5313-2D17-3D13-67C67FB72FC4}"/>
                  </a:ext>
                </a:extLst>
              </p:cNvPr>
              <p:cNvSpPr/>
              <p:nvPr/>
            </p:nvSpPr>
            <p:spPr>
              <a:xfrm>
                <a:off x="4191001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2100" baseline="-25000" dirty="0">
                    <a:solidFill>
                      <a:schemeClr val="tx1"/>
                    </a:solidFill>
                  </a:rPr>
                  <a:t>2</a:t>
                </a:r>
                <a:endParaRPr lang="en-US" sz="21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E2AECA2-C4DC-DC5C-5F2B-AB3A855EBC3E}"/>
                  </a:ext>
                </a:extLst>
              </p:cNvPr>
              <p:cNvSpPr/>
              <p:nvPr/>
            </p:nvSpPr>
            <p:spPr>
              <a:xfrm>
                <a:off x="4642143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 dirty="0">
                    <a:solidFill>
                      <a:schemeClr val="tx1"/>
                    </a:solidFill>
                  </a:rPr>
                  <a:t>c</a:t>
                </a:r>
                <a:r>
                  <a:rPr lang="en-US" altLang="ko-KR" sz="2100" baseline="-25000" dirty="0">
                    <a:solidFill>
                      <a:schemeClr val="tx1"/>
                    </a:solidFill>
                  </a:rPr>
                  <a:t>1</a:t>
                </a:r>
                <a:endParaRPr lang="en-US" sz="2100" baseline="-25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51D2377-BC39-20D7-B82D-935A057EEB64}"/>
                </a:ext>
              </a:extLst>
            </p:cNvPr>
            <p:cNvCxnSpPr>
              <a:cxnSpLocks/>
            </p:cNvCxnSpPr>
            <p:nvPr/>
          </p:nvCxnSpPr>
          <p:spPr>
            <a:xfrm>
              <a:off x="5463259" y="3429000"/>
              <a:ext cx="0" cy="12185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D4F666E-29A2-2320-1E13-2DED7F718261}"/>
                </a:ext>
              </a:extLst>
            </p:cNvPr>
            <p:cNvSpPr txBox="1"/>
            <p:nvPr/>
          </p:nvSpPr>
          <p:spPr>
            <a:xfrm>
              <a:off x="4527692" y="4687216"/>
              <a:ext cx="25534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[ </a:t>
              </a:r>
              <a:r>
                <a:rPr lang="en-US" dirty="0">
                  <a:solidFill>
                    <a:srgbClr val="FF0000"/>
                  </a:solidFill>
                </a:rPr>
                <a:t>part of r</a:t>
              </a:r>
              <a:r>
                <a:rPr lang="en-US" baseline="-25000" dirty="0">
                  <a:solidFill>
                    <a:srgbClr val="FF0000"/>
                  </a:solidFill>
                </a:rPr>
                <a:t>1</a:t>
              </a:r>
              <a:r>
                <a:rPr lang="en-US" dirty="0">
                  <a:solidFill>
                    <a:srgbClr val="FF0000"/>
                  </a:solidFill>
                </a:rPr>
                <a:t> | part of r</a:t>
              </a:r>
              <a:r>
                <a:rPr lang="en-US" baseline="-25000" dirty="0">
                  <a:solidFill>
                    <a:srgbClr val="FF0000"/>
                  </a:solidFill>
                </a:rPr>
                <a:t>2</a:t>
              </a:r>
              <a:r>
                <a:rPr lang="en-US" baseline="-25000" dirty="0"/>
                <a:t> </a:t>
              </a:r>
              <a:r>
                <a:rPr lang="en-US" dirty="0"/>
                <a:t>]</a:t>
              </a:r>
            </a:p>
          </p:txBody>
        </p:sp>
        <p:sp>
          <p:nvSpPr>
            <p:cNvPr id="26" name="Right Brace 25">
              <a:extLst>
                <a:ext uri="{FF2B5EF4-FFF2-40B4-BE49-F238E27FC236}">
                  <a16:creationId xmlns:a16="http://schemas.microsoft.com/office/drawing/2014/main" id="{B81D5663-B9AF-40D2-E73E-94DFB002FA42}"/>
                </a:ext>
              </a:extLst>
            </p:cNvPr>
            <p:cNvSpPr/>
            <p:nvPr/>
          </p:nvSpPr>
          <p:spPr>
            <a:xfrm rot="5400000">
              <a:off x="5637041" y="4204777"/>
              <a:ext cx="299851" cy="212513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6AE7EB2-0E44-8278-2D3D-A57FFB19B3E0}"/>
                </a:ext>
              </a:extLst>
            </p:cNvPr>
            <p:cNvSpPr txBox="1"/>
            <p:nvPr/>
          </p:nvSpPr>
          <p:spPr>
            <a:xfrm>
              <a:off x="4646225" y="5457683"/>
              <a:ext cx="2787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byte-aligned (e.g., 256b)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B267DAA-4AA8-9CF6-E8E3-71B8A1A3C598}"/>
                </a:ext>
              </a:extLst>
            </p:cNvPr>
            <p:cNvSpPr txBox="1"/>
            <p:nvPr/>
          </p:nvSpPr>
          <p:spPr>
            <a:xfrm>
              <a:off x="5154231" y="2756818"/>
              <a:ext cx="673100" cy="2861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~255b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D62BE71-40A9-68F8-9DE8-10668D26F764}"/>
                </a:ext>
              </a:extLst>
            </p:cNvPr>
            <p:cNvCxnSpPr>
              <a:cxnSpLocks/>
            </p:cNvCxnSpPr>
            <p:nvPr/>
          </p:nvCxnSpPr>
          <p:spPr>
            <a:xfrm>
              <a:off x="5901264" y="3429000"/>
              <a:ext cx="0" cy="12185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Right Brace 42">
            <a:extLst>
              <a:ext uri="{FF2B5EF4-FFF2-40B4-BE49-F238E27FC236}">
                <a16:creationId xmlns:a16="http://schemas.microsoft.com/office/drawing/2014/main" id="{698A06DE-2400-2ADE-4FB1-FF630BADDA1E}"/>
              </a:ext>
            </a:extLst>
          </p:cNvPr>
          <p:cNvSpPr/>
          <p:nvPr/>
        </p:nvSpPr>
        <p:spPr>
          <a:xfrm rot="5400000">
            <a:off x="8297859" y="4539230"/>
            <a:ext cx="342900" cy="1413178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45227B-D13D-4570-5B15-53F092319E7F}"/>
              </a:ext>
            </a:extLst>
          </p:cNvPr>
          <p:cNvSpPr txBox="1"/>
          <p:nvPr/>
        </p:nvSpPr>
        <p:spPr>
          <a:xfrm>
            <a:off x="7791897" y="5451050"/>
            <a:ext cx="2908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byte-aligned (e.g., 256b)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24CD31B-6863-6787-F4BB-D0F82C5C05A9}"/>
              </a:ext>
            </a:extLst>
          </p:cNvPr>
          <p:cNvSpPr txBox="1"/>
          <p:nvPr/>
        </p:nvSpPr>
        <p:spPr>
          <a:xfrm>
            <a:off x="8780411" y="6356350"/>
            <a:ext cx="673100" cy="286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~255b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5879796-FBED-543A-399B-1ED822C76EBB}"/>
              </a:ext>
            </a:extLst>
          </p:cNvPr>
          <p:cNvGrpSpPr/>
          <p:nvPr/>
        </p:nvGrpSpPr>
        <p:grpSpPr>
          <a:xfrm>
            <a:off x="7781602" y="3006661"/>
            <a:ext cx="3891460" cy="419931"/>
            <a:chOff x="7834765" y="3009069"/>
            <a:chExt cx="3891460" cy="419931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E41C32F-A130-A244-51FF-FE81B89CBFCF}"/>
                </a:ext>
              </a:extLst>
            </p:cNvPr>
            <p:cNvGrpSpPr/>
            <p:nvPr/>
          </p:nvGrpSpPr>
          <p:grpSpPr>
            <a:xfrm>
              <a:off x="7834765" y="3010700"/>
              <a:ext cx="972865" cy="418300"/>
              <a:chOff x="3739857" y="5115350"/>
              <a:chExt cx="1353428" cy="41830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2E06B49D-EE6B-C40B-51EA-1FD8D3C151EA}"/>
                  </a:ext>
                </a:extLst>
              </p:cNvPr>
              <p:cNvSpPr/>
              <p:nvPr/>
            </p:nvSpPr>
            <p:spPr>
              <a:xfrm>
                <a:off x="3739857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1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8C3D7F1-2C16-5579-3212-20A88076642C}"/>
                  </a:ext>
                </a:extLst>
              </p:cNvPr>
              <p:cNvSpPr/>
              <p:nvPr/>
            </p:nvSpPr>
            <p:spPr>
              <a:xfrm>
                <a:off x="4191001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2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35DFE57-FE10-4A73-F6DE-E4A2E6298BD6}"/>
                  </a:ext>
                </a:extLst>
              </p:cNvPr>
              <p:cNvSpPr/>
              <p:nvPr/>
            </p:nvSpPr>
            <p:spPr>
              <a:xfrm>
                <a:off x="4642143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3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032755B-D073-4F1F-45BF-B719D1D7F9DC}"/>
                </a:ext>
              </a:extLst>
            </p:cNvPr>
            <p:cNvGrpSpPr/>
            <p:nvPr/>
          </p:nvGrpSpPr>
          <p:grpSpPr>
            <a:xfrm>
              <a:off x="8807630" y="3010700"/>
              <a:ext cx="972865" cy="418300"/>
              <a:chOff x="3739857" y="5115350"/>
              <a:chExt cx="1353428" cy="418300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A3FD25EE-1F5C-E432-2424-B577D6CE95A1}"/>
                  </a:ext>
                </a:extLst>
              </p:cNvPr>
              <p:cNvSpPr/>
              <p:nvPr/>
            </p:nvSpPr>
            <p:spPr>
              <a:xfrm>
                <a:off x="3739857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4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5ED2D9C3-1845-D366-A233-06B5186C2419}"/>
                  </a:ext>
                </a:extLst>
              </p:cNvPr>
              <p:cNvSpPr/>
              <p:nvPr/>
            </p:nvSpPr>
            <p:spPr>
              <a:xfrm>
                <a:off x="4191001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5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DA73907E-60B9-D98B-DD8F-B085D7D2DDF7}"/>
                  </a:ext>
                </a:extLst>
              </p:cNvPr>
              <p:cNvSpPr/>
              <p:nvPr/>
            </p:nvSpPr>
            <p:spPr>
              <a:xfrm>
                <a:off x="4642143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6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EA1F0628-A4DD-3E18-88EE-F9239D1255E8}"/>
                </a:ext>
              </a:extLst>
            </p:cNvPr>
            <p:cNvGrpSpPr/>
            <p:nvPr/>
          </p:nvGrpSpPr>
          <p:grpSpPr>
            <a:xfrm>
              <a:off x="9780495" y="3009069"/>
              <a:ext cx="972865" cy="418300"/>
              <a:chOff x="3739857" y="5115350"/>
              <a:chExt cx="1353428" cy="41830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4B685753-29B9-F502-FA3D-D6180CD038AC}"/>
                  </a:ext>
                </a:extLst>
              </p:cNvPr>
              <p:cNvSpPr/>
              <p:nvPr/>
            </p:nvSpPr>
            <p:spPr>
              <a:xfrm>
                <a:off x="3739857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7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676A1A68-76A1-AFC5-2D75-6DBE823786EF}"/>
                  </a:ext>
                </a:extLst>
              </p:cNvPr>
              <p:cNvSpPr/>
              <p:nvPr/>
            </p:nvSpPr>
            <p:spPr>
              <a:xfrm>
                <a:off x="4191001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8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17B0EA1-ABE4-D7EC-C26E-1EB5FCE2030E}"/>
                  </a:ext>
                </a:extLst>
              </p:cNvPr>
              <p:cNvSpPr/>
              <p:nvPr/>
            </p:nvSpPr>
            <p:spPr>
              <a:xfrm>
                <a:off x="4642143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c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1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CCEE5240-3F94-4C3A-D809-8C407E7BD724}"/>
                </a:ext>
              </a:extLst>
            </p:cNvPr>
            <p:cNvGrpSpPr/>
            <p:nvPr/>
          </p:nvGrpSpPr>
          <p:grpSpPr>
            <a:xfrm>
              <a:off x="10753360" y="3009069"/>
              <a:ext cx="972865" cy="418300"/>
              <a:chOff x="3739857" y="5115350"/>
              <a:chExt cx="1353428" cy="418300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51CD17D5-173C-22D9-4A45-6D543057A7E2}"/>
                  </a:ext>
                </a:extLst>
              </p:cNvPr>
              <p:cNvSpPr/>
              <p:nvPr/>
            </p:nvSpPr>
            <p:spPr>
              <a:xfrm>
                <a:off x="3739857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c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2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1E5656EA-1478-84E7-6642-F39DD8518E9C}"/>
                  </a:ext>
                </a:extLst>
              </p:cNvPr>
              <p:cNvSpPr/>
              <p:nvPr/>
            </p:nvSpPr>
            <p:spPr>
              <a:xfrm>
                <a:off x="4191001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c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3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D7F1A404-FF1F-36A5-BE2B-4C03EFEDAD33}"/>
                  </a:ext>
                </a:extLst>
              </p:cNvPr>
              <p:cNvSpPr/>
              <p:nvPr/>
            </p:nvSpPr>
            <p:spPr>
              <a:xfrm>
                <a:off x="4642143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>
                    <a:solidFill>
                      <a:schemeClr val="tx1"/>
                    </a:solidFill>
                  </a:rPr>
                  <a:t>c</a:t>
                </a:r>
                <a:r>
                  <a:rPr lang="en-US" altLang="ko-KR" sz="1200" baseline="-25000">
                    <a:solidFill>
                      <a:schemeClr val="tx1"/>
                    </a:solidFill>
                  </a:rPr>
                  <a:t>4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77C4AC53-153E-52D9-7C36-918A3751B115}"/>
              </a:ext>
            </a:extLst>
          </p:cNvPr>
          <p:cNvSpPr txBox="1"/>
          <p:nvPr/>
        </p:nvSpPr>
        <p:spPr>
          <a:xfrm>
            <a:off x="7724966" y="2757961"/>
            <a:ext cx="673100" cy="286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64b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88F96D8-8491-1B09-DCD0-0A7EDC335E75}"/>
              </a:ext>
            </a:extLst>
          </p:cNvPr>
          <p:cNvCxnSpPr>
            <a:cxnSpLocks/>
          </p:cNvCxnSpPr>
          <p:nvPr/>
        </p:nvCxnSpPr>
        <p:spPr>
          <a:xfrm>
            <a:off x="7943746" y="3429000"/>
            <a:ext cx="0" cy="12185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34BB2F9-5520-41D6-909F-27934DE8404B}"/>
              </a:ext>
            </a:extLst>
          </p:cNvPr>
          <p:cNvCxnSpPr>
            <a:cxnSpLocks/>
          </p:cNvCxnSpPr>
          <p:nvPr/>
        </p:nvCxnSpPr>
        <p:spPr>
          <a:xfrm>
            <a:off x="8272367" y="3424961"/>
            <a:ext cx="0" cy="12185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F3B5D03-A227-F055-6019-9AE6468CD79D}"/>
              </a:ext>
            </a:extLst>
          </p:cNvPr>
          <p:cNvCxnSpPr>
            <a:cxnSpLocks/>
          </p:cNvCxnSpPr>
          <p:nvPr/>
        </p:nvCxnSpPr>
        <p:spPr>
          <a:xfrm>
            <a:off x="8587990" y="3429000"/>
            <a:ext cx="0" cy="12185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83BB36C-FA7C-258E-B169-AB70220314ED}"/>
              </a:ext>
            </a:extLst>
          </p:cNvPr>
          <p:cNvCxnSpPr>
            <a:cxnSpLocks/>
          </p:cNvCxnSpPr>
          <p:nvPr/>
        </p:nvCxnSpPr>
        <p:spPr>
          <a:xfrm>
            <a:off x="8916611" y="3424961"/>
            <a:ext cx="0" cy="12185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237AA1A-7640-D435-B6B9-BBFE11D52737}"/>
              </a:ext>
            </a:extLst>
          </p:cNvPr>
          <p:cNvSpPr txBox="1"/>
          <p:nvPr/>
        </p:nvSpPr>
        <p:spPr>
          <a:xfrm>
            <a:off x="7318220" y="4649924"/>
            <a:ext cx="232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[ </a:t>
            </a:r>
            <a:r>
              <a:rPr lang="en-US" dirty="0">
                <a:solidFill>
                  <a:srgbClr val="FF0000"/>
                </a:solidFill>
              </a:rPr>
              <a:t>r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 | r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baseline="-25000" dirty="0"/>
              <a:t> </a:t>
            </a:r>
            <a:r>
              <a:rPr lang="en-US" dirty="0">
                <a:solidFill>
                  <a:srgbClr val="FF0000"/>
                </a:solidFill>
              </a:rPr>
              <a:t>| r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r>
              <a:rPr lang="en-US" dirty="0">
                <a:solidFill>
                  <a:srgbClr val="FF0000"/>
                </a:solidFill>
              </a:rPr>
              <a:t> | r</a:t>
            </a:r>
            <a:r>
              <a:rPr lang="en-US" baseline="-25000" dirty="0">
                <a:solidFill>
                  <a:srgbClr val="FF0000"/>
                </a:solidFill>
              </a:rPr>
              <a:t>4</a:t>
            </a:r>
            <a:r>
              <a:rPr lang="en-US" baseline="-25000" dirty="0"/>
              <a:t> </a:t>
            </a:r>
            <a:r>
              <a:rPr lang="en-US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741708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ADD7F-5EFB-68AA-CD18-799FCB7C0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432E5D-A891-936F-4ACF-791C44426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Implementation Cost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A1421B-00D1-AE47-21F1-F8A2F7AA0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4A0E130-12A5-D09F-0495-FA043AA6E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87898"/>
              </p:ext>
            </p:extLst>
          </p:nvPr>
        </p:nvGraphicFramePr>
        <p:xfrm>
          <a:off x="570298" y="2873326"/>
          <a:ext cx="10745402" cy="2017865"/>
        </p:xfrm>
        <a:graphic>
          <a:graphicData uri="http://schemas.openxmlformats.org/drawingml/2006/table">
            <a:tbl>
              <a:tblPr/>
              <a:tblGrid>
                <a:gridCol w="2686350">
                  <a:extLst>
                    <a:ext uri="{9D8B030D-6E8A-4147-A177-3AD203B41FA5}">
                      <a16:colId xmlns:a16="http://schemas.microsoft.com/office/drawing/2014/main" val="193284927"/>
                    </a:ext>
                  </a:extLst>
                </a:gridCol>
                <a:gridCol w="2686350">
                  <a:extLst>
                    <a:ext uri="{9D8B030D-6E8A-4147-A177-3AD203B41FA5}">
                      <a16:colId xmlns:a16="http://schemas.microsoft.com/office/drawing/2014/main" val="4012605287"/>
                    </a:ext>
                  </a:extLst>
                </a:gridCol>
                <a:gridCol w="2686350">
                  <a:extLst>
                    <a:ext uri="{9D8B030D-6E8A-4147-A177-3AD203B41FA5}">
                      <a16:colId xmlns:a16="http://schemas.microsoft.com/office/drawing/2014/main" val="3822389013"/>
                    </a:ext>
                  </a:extLst>
                </a:gridCol>
                <a:gridCol w="1343176">
                  <a:extLst>
                    <a:ext uri="{9D8B030D-6E8A-4147-A177-3AD203B41FA5}">
                      <a16:colId xmlns:a16="http://schemas.microsoft.com/office/drawing/2014/main" val="3394583134"/>
                    </a:ext>
                  </a:extLst>
                </a:gridCol>
                <a:gridCol w="1343176">
                  <a:extLst>
                    <a:ext uri="{9D8B030D-6E8A-4147-A177-3AD203B41FA5}">
                      <a16:colId xmlns:a16="http://schemas.microsoft.com/office/drawing/2014/main" val="3145761262"/>
                    </a:ext>
                  </a:extLst>
                </a:gridCol>
              </a:tblGrid>
              <a:tr h="496716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Capacity-Safe Canonical Export (Sol1)</a:t>
                      </a:r>
                      <a:endParaRPr lang="en-US" sz="1200" b="0" i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In-Circuit Cross-Lane Entropy Repacking(Sol2)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Byte-Native Poseidon Configuration</a:t>
                      </a:r>
                    </a:p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(Sol3)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387676"/>
                  </a:ext>
                </a:extLst>
              </a:tr>
              <a:tr h="298029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Goldilocks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128-bit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768499"/>
                  </a:ext>
                </a:extLst>
              </a:tr>
              <a:tr h="298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i="0" dirty="0">
                          <a:latin typeface="+mj-lt"/>
                        </a:rPr>
                        <a:t>예상 </a:t>
                      </a:r>
                      <a:r>
                        <a:rPr lang="en-US" altLang="ko-KR" sz="1200" b="0" i="0" dirty="0">
                          <a:latin typeface="+mj-lt"/>
                        </a:rPr>
                        <a:t>Groth16(R1CS)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243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773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472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318</a:t>
                      </a:r>
                      <a:endParaRPr lang="en-US" altLang="ko-KR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83121"/>
                  </a:ext>
                </a:extLst>
              </a:tr>
              <a:tr h="298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PLONK(Rows)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236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463012"/>
                  </a:ext>
                </a:extLst>
              </a:tr>
              <a:tr h="313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latin typeface="+mj-lt"/>
                        </a:rPr>
                        <a:t>PLONK-LUT(Rows)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66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98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31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67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631245"/>
                  </a:ext>
                </a:extLst>
              </a:tr>
              <a:tr h="313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latin typeface="+mj-lt"/>
                        </a:rPr>
                        <a:t>EVM Gas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34832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34912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75368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48344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554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89BA2BA-3D50-110E-BA64-5480F0446BCB}"/>
              </a:ext>
            </a:extLst>
          </p:cNvPr>
          <p:cNvSpPr txBox="1"/>
          <p:nvPr/>
        </p:nvSpPr>
        <p:spPr>
          <a:xfrm>
            <a:off x="678180" y="1847854"/>
            <a:ext cx="9160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예상 </a:t>
            </a:r>
            <a:r>
              <a:rPr lang="en-US" altLang="ko-KR" sz="1400" dirty="0"/>
              <a:t>Groth16(R1CS), PLONK(Rows), PLONK-LUT(Rows), EVM</a:t>
            </a:r>
            <a:r>
              <a:rPr lang="ko-KR" altLang="en-US" sz="1400" dirty="0"/>
              <a:t> </a:t>
            </a:r>
            <a:r>
              <a:rPr lang="en-US" altLang="ko-KR" sz="1400" dirty="0"/>
              <a:t>Gas - </a:t>
            </a:r>
            <a:r>
              <a:rPr lang="ko-KR" altLang="en-US" sz="1400" dirty="0"/>
              <a:t>순수 이론 계산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94075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1FDBE-B6B7-E245-0CB9-A8A483473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C7B3-6337-4CB8-7F50-3D88F741C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Implementation Cost – R1CS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0B99B9-EFF2-0FFD-061C-4CF73404B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E7DAAC-AD5B-271D-78E7-DE2DF753677A}"/>
                  </a:ext>
                </a:extLst>
              </p:cNvPr>
              <p:cNvSpPr txBox="1"/>
              <p:nvPr/>
            </p:nvSpPr>
            <p:spPr>
              <a:xfrm>
                <a:off x="678180" y="1847854"/>
                <a:ext cx="9160412" cy="1605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R1CS(Rank-1 Constraint System)</a:t>
                </a:r>
              </a:p>
              <a:p>
                <a:endParaRPr lang="en-US" altLang="ko-KR" sz="14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1400" i="1" dirty="0">
                        <a:latin typeface="Cambria Math" panose="02040503050406030204" pitchFamily="18" charset="0"/>
                      </a:rPr>
                      <m:t>다</m:t>
                    </m:r>
                    <m:r>
                      <a:rPr lang="ko-KR" altLang="en-US" sz="1400" i="1" dirty="0" smtClean="0">
                        <a:latin typeface="Cambria Math" panose="02040503050406030204" pitchFamily="18" charset="0"/>
                      </a:rPr>
                      <m:t>항</m:t>
                    </m:r>
                    <m:r>
                      <a:rPr lang="ko-KR" altLang="en-US" sz="1400" i="1" dirty="0">
                        <a:latin typeface="Cambria Math" panose="02040503050406030204" pitchFamily="18" charset="0"/>
                      </a:rPr>
                      <m:t>식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ko-KR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다</m:t>
                        </m:r>
                        <m:r>
                          <a:rPr lang="ko-KR" altLang="en-US" sz="1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항</m:t>
                        </m:r>
                        <m:r>
                          <a:rPr lang="ko-KR" altLang="en-US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식</m:t>
                        </m:r>
                      </m:e>
                    </m:d>
                    <m:r>
                      <a:rPr lang="en-US" altLang="ko-KR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ko-KR" alt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다</m:t>
                    </m:r>
                    <m:r>
                      <a:rPr lang="ko-KR" altLang="en-US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항</m:t>
                    </m:r>
                    <m:r>
                      <a:rPr lang="ko-KR" alt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식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400" dirty="0"/>
                  <a:t>정의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Non-Linear Multiplication </a:t>
                </a:r>
                <a:r>
                  <a:rPr lang="ko-KR" altLang="en-US" sz="1400" dirty="0"/>
                  <a:t>개수가 핵심 비용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Poseidon</a:t>
                </a:r>
                <a:r>
                  <a:rPr lang="ko-KR" altLang="en-US" sz="1400" dirty="0"/>
                  <a:t>에서는 </a:t>
                </a:r>
                <a:r>
                  <a:rPr lang="en-US" altLang="ko-KR" sz="1400" dirty="0"/>
                  <a:t>S-Box </a:t>
                </a:r>
                <a:r>
                  <a:rPr lang="ko-KR" altLang="en-US" sz="1400" dirty="0"/>
                  <a:t>연산에서 주로 </a:t>
                </a:r>
                <a:r>
                  <a:rPr lang="en-US" altLang="ko-KR" sz="1400" dirty="0"/>
                  <a:t>R1CS</a:t>
                </a:r>
                <a:r>
                  <a:rPr lang="ko-KR" altLang="en-US" sz="1400" dirty="0"/>
                  <a:t>가 발생</a:t>
                </a:r>
                <a:endParaRPr lang="en-US" altLang="ko-KR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E7DAAC-AD5B-271D-78E7-DE2DF7536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" y="1847854"/>
                <a:ext cx="9160412" cy="1605376"/>
              </a:xfrm>
              <a:prstGeom prst="rect">
                <a:avLst/>
              </a:prstGeom>
              <a:blipFill>
                <a:blip r:embed="rId3"/>
                <a:stretch>
                  <a:fillRect l="-200" t="-760" b="-34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2035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FE376-0AB5-C805-8890-2F6499C1D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1C20D5-72F2-9BC4-E8E7-DF220CAC7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el-GR" altLang="ko-KR" baseline="30000" dirty="0"/>
              <a:t>π</a:t>
            </a:r>
            <a:r>
              <a:rPr lang="ko-KR" altLang="en-US" dirty="0"/>
              <a:t> 구조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5DCBCF-9CD4-3FE6-BAEA-E86600292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491" name="화살표: 오른쪽 490">
            <a:extLst>
              <a:ext uri="{FF2B5EF4-FFF2-40B4-BE49-F238E27FC236}">
                <a16:creationId xmlns:a16="http://schemas.microsoft.com/office/drawing/2014/main" id="{F50787B7-E292-4C9E-A603-A0498FE13EC6}"/>
              </a:ext>
            </a:extLst>
          </p:cNvPr>
          <p:cNvSpPr/>
          <p:nvPr/>
        </p:nvSpPr>
        <p:spPr>
          <a:xfrm>
            <a:off x="3596983" y="2377171"/>
            <a:ext cx="263658" cy="171926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오른쪽 중괄호 67">
            <a:extLst>
              <a:ext uri="{FF2B5EF4-FFF2-40B4-BE49-F238E27FC236}">
                <a16:creationId xmlns:a16="http://schemas.microsoft.com/office/drawing/2014/main" id="{2644DCA5-A2B9-62EF-8D35-2EE63B4E3078}"/>
              </a:ext>
            </a:extLst>
          </p:cNvPr>
          <p:cNvSpPr/>
          <p:nvPr/>
        </p:nvSpPr>
        <p:spPr>
          <a:xfrm rot="5400000">
            <a:off x="5684051" y="-1640025"/>
            <a:ext cx="1164982" cy="11488057"/>
          </a:xfrm>
          <a:prstGeom prst="rightBrace">
            <a:avLst>
              <a:gd name="adj1" fmla="val 8333"/>
              <a:gd name="adj2" fmla="val 48387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2E672748-ECC2-36F2-ECAF-7F2E39534A71}"/>
              </a:ext>
            </a:extLst>
          </p:cNvPr>
          <p:cNvCxnSpPr>
            <a:cxnSpLocks/>
          </p:cNvCxnSpPr>
          <p:nvPr/>
        </p:nvCxnSpPr>
        <p:spPr>
          <a:xfrm>
            <a:off x="3870524" y="2345914"/>
            <a:ext cx="0" cy="16315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2EAFFEC2-AC2E-1110-9141-6A6E350FDEA0}"/>
              </a:ext>
            </a:extLst>
          </p:cNvPr>
          <p:cNvSpPr txBox="1"/>
          <p:nvPr/>
        </p:nvSpPr>
        <p:spPr>
          <a:xfrm>
            <a:off x="1299539" y="3288839"/>
            <a:ext cx="11534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4</a:t>
            </a:r>
            <a:r>
              <a:rPr lang="ko-KR" altLang="en-US" sz="1100" dirty="0"/>
              <a:t>번의 </a:t>
            </a:r>
            <a:r>
              <a:rPr lang="en-US" altLang="ko-KR" sz="1100" dirty="0"/>
              <a:t>full round</a:t>
            </a:r>
          </a:p>
        </p:txBody>
      </p:sp>
      <p:grpSp>
        <p:nvGrpSpPr>
          <p:cNvPr id="379" name="그룹 378">
            <a:extLst>
              <a:ext uri="{FF2B5EF4-FFF2-40B4-BE49-F238E27FC236}">
                <a16:creationId xmlns:a16="http://schemas.microsoft.com/office/drawing/2014/main" id="{03AB3E66-4661-CE5E-0159-9A78B4B9B255}"/>
              </a:ext>
            </a:extLst>
          </p:cNvPr>
          <p:cNvGrpSpPr/>
          <p:nvPr/>
        </p:nvGrpSpPr>
        <p:grpSpPr>
          <a:xfrm>
            <a:off x="4476427" y="1770588"/>
            <a:ext cx="431450" cy="1210364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2" name="직사각형 431">
                  <a:extLst>
                    <a:ext uri="{FF2B5EF4-FFF2-40B4-BE49-F238E27FC236}">
                      <a16:creationId xmlns:a16="http://schemas.microsoft.com/office/drawing/2014/main" id="{989A6EF6-E59F-1565-741D-DFCD17A5A351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3" name="직사각형 432">
                  <a:extLst>
                    <a:ext uri="{FF2B5EF4-FFF2-40B4-BE49-F238E27FC236}">
                      <a16:creationId xmlns:a16="http://schemas.microsoft.com/office/drawing/2014/main" id="{BC8334B6-4EF1-8E06-3B40-D6F03291F800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4" name="직사각형 433">
                  <a:extLst>
                    <a:ext uri="{FF2B5EF4-FFF2-40B4-BE49-F238E27FC236}">
                      <a16:creationId xmlns:a16="http://schemas.microsoft.com/office/drawing/2014/main" id="{D9B9454D-5EA7-4948-0DFB-7C93A3EED91D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2F4C0908-0A63-0F93-9B8C-8FC4C0CD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1" name="그룹 400">
            <a:extLst>
              <a:ext uri="{FF2B5EF4-FFF2-40B4-BE49-F238E27FC236}">
                <a16:creationId xmlns:a16="http://schemas.microsoft.com/office/drawing/2014/main" id="{2F14D3EB-1823-C7A2-3D07-BA922C142E9B}"/>
              </a:ext>
            </a:extLst>
          </p:cNvPr>
          <p:cNvGrpSpPr/>
          <p:nvPr/>
        </p:nvGrpSpPr>
        <p:grpSpPr>
          <a:xfrm>
            <a:off x="5596570" y="1777309"/>
            <a:ext cx="431450" cy="1210364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5" name="직사각형 424">
                  <a:extLst>
                    <a:ext uri="{FF2B5EF4-FFF2-40B4-BE49-F238E27FC236}">
                      <a16:creationId xmlns:a16="http://schemas.microsoft.com/office/drawing/2014/main" id="{2434A0AC-1ABD-2C36-360A-B33535CCBE14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6" name="직사각형 425">
                  <a:extLst>
                    <a:ext uri="{FF2B5EF4-FFF2-40B4-BE49-F238E27FC236}">
                      <a16:creationId xmlns:a16="http://schemas.microsoft.com/office/drawing/2014/main" id="{D0DBD3C5-C681-B0D7-D3CE-56AE86EBB801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7" name="직사각형 426">
                  <a:extLst>
                    <a:ext uri="{FF2B5EF4-FFF2-40B4-BE49-F238E27FC236}">
                      <a16:creationId xmlns:a16="http://schemas.microsoft.com/office/drawing/2014/main" id="{3CD3E8BC-0DC0-AC6C-FFD5-6466F7B3B998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2F4C0908-0A63-0F93-9B8C-8FC4C0CD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2" name="그룹 401">
            <a:extLst>
              <a:ext uri="{FF2B5EF4-FFF2-40B4-BE49-F238E27FC236}">
                <a16:creationId xmlns:a16="http://schemas.microsoft.com/office/drawing/2014/main" id="{BBE76A2F-D4F4-5B74-E34B-FF30DDD74D2B}"/>
              </a:ext>
            </a:extLst>
          </p:cNvPr>
          <p:cNvGrpSpPr/>
          <p:nvPr/>
        </p:nvGrpSpPr>
        <p:grpSpPr>
          <a:xfrm>
            <a:off x="6752496" y="1777309"/>
            <a:ext cx="431450" cy="1210364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2" name="직사각형 421">
                  <a:extLst>
                    <a:ext uri="{FF2B5EF4-FFF2-40B4-BE49-F238E27FC236}">
                      <a16:creationId xmlns:a16="http://schemas.microsoft.com/office/drawing/2014/main" id="{52E1C48B-68A0-B350-2126-053EA35CD72C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3" name="직사각형 422">
                  <a:extLst>
                    <a:ext uri="{FF2B5EF4-FFF2-40B4-BE49-F238E27FC236}">
                      <a16:creationId xmlns:a16="http://schemas.microsoft.com/office/drawing/2014/main" id="{431A80E7-AE31-E3F6-B299-06D13F81A41E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4" name="직사각형 423">
                  <a:extLst>
                    <a:ext uri="{FF2B5EF4-FFF2-40B4-BE49-F238E27FC236}">
                      <a16:creationId xmlns:a16="http://schemas.microsoft.com/office/drawing/2014/main" id="{E46A9964-8D6F-11B8-9E17-49406BA830BA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2F4C0908-0A63-0F93-9B8C-8FC4C0CD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4" name="그룹 403">
            <a:extLst>
              <a:ext uri="{FF2B5EF4-FFF2-40B4-BE49-F238E27FC236}">
                <a16:creationId xmlns:a16="http://schemas.microsoft.com/office/drawing/2014/main" id="{29448337-ABD5-FD5C-3B71-90FD94F8278F}"/>
              </a:ext>
            </a:extLst>
          </p:cNvPr>
          <p:cNvGrpSpPr/>
          <p:nvPr/>
        </p:nvGrpSpPr>
        <p:grpSpPr>
          <a:xfrm>
            <a:off x="6075552" y="2677891"/>
            <a:ext cx="643311" cy="260571"/>
            <a:chOff x="5574293" y="4874701"/>
            <a:chExt cx="1423401" cy="431074"/>
          </a:xfrm>
        </p:grpSpPr>
        <p:grpSp>
          <p:nvGrpSpPr>
            <p:cNvPr id="412" name="그룹 411">
              <a:extLst>
                <a:ext uri="{FF2B5EF4-FFF2-40B4-BE49-F238E27FC236}">
                  <a16:creationId xmlns:a16="http://schemas.microsoft.com/office/drawing/2014/main" id="{A87A2E34-8AB9-826A-4435-82D66790B4EF}"/>
                </a:ext>
              </a:extLst>
            </p:cNvPr>
            <p:cNvGrpSpPr/>
            <p:nvPr/>
          </p:nvGrpSpPr>
          <p:grpSpPr>
            <a:xfrm>
              <a:off x="6076987" y="4874701"/>
              <a:ext cx="418013" cy="431074"/>
              <a:chOff x="5917473" y="4950823"/>
              <a:chExt cx="418013" cy="431074"/>
            </a:xfrm>
          </p:grpSpPr>
          <p:sp>
            <p:nvSpPr>
              <p:cNvPr id="415" name="직사각형 414">
                <a:extLst>
                  <a:ext uri="{FF2B5EF4-FFF2-40B4-BE49-F238E27FC236}">
                    <a16:creationId xmlns:a16="http://schemas.microsoft.com/office/drawing/2014/main" id="{61BA396E-9E60-56EA-8E61-F8A39AE683FE}"/>
                  </a:ext>
                </a:extLst>
              </p:cNvPr>
              <p:cNvSpPr/>
              <p:nvPr/>
            </p:nvSpPr>
            <p:spPr>
              <a:xfrm>
                <a:off x="5917473" y="4950823"/>
                <a:ext cx="418013" cy="43107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6" name="직사각형 415">
                <a:extLst>
                  <a:ext uri="{FF2B5EF4-FFF2-40B4-BE49-F238E27FC236}">
                    <a16:creationId xmlns:a16="http://schemas.microsoft.com/office/drawing/2014/main" id="{98D88F1E-6E50-FD8C-6B29-98707373F8CC}"/>
                  </a:ext>
                </a:extLst>
              </p:cNvPr>
              <p:cNvSpPr/>
              <p:nvPr/>
            </p:nvSpPr>
            <p:spPr>
              <a:xfrm>
                <a:off x="5982788" y="5011656"/>
                <a:ext cx="295667" cy="30718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413" name="화살표: 오른쪽 412">
              <a:extLst>
                <a:ext uri="{FF2B5EF4-FFF2-40B4-BE49-F238E27FC236}">
                  <a16:creationId xmlns:a16="http://schemas.microsoft.com/office/drawing/2014/main" id="{90A24866-9FA4-2FB2-DACA-15C265BD2291}"/>
                </a:ext>
              </a:extLst>
            </p:cNvPr>
            <p:cNvSpPr/>
            <p:nvPr/>
          </p:nvSpPr>
          <p:spPr>
            <a:xfrm>
              <a:off x="5574293" y="4934939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4" name="화살표: 오른쪽 413">
              <a:extLst>
                <a:ext uri="{FF2B5EF4-FFF2-40B4-BE49-F238E27FC236}">
                  <a16:creationId xmlns:a16="http://schemas.microsoft.com/office/drawing/2014/main" id="{A9D118F6-DF07-EB16-EBC5-E69EE533F2F1}"/>
                </a:ext>
              </a:extLst>
            </p:cNvPr>
            <p:cNvSpPr/>
            <p:nvPr/>
          </p:nvSpPr>
          <p:spPr>
            <a:xfrm>
              <a:off x="6584463" y="494035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05" name="곱하기 기호 404">
            <a:extLst>
              <a:ext uri="{FF2B5EF4-FFF2-40B4-BE49-F238E27FC236}">
                <a16:creationId xmlns:a16="http://schemas.microsoft.com/office/drawing/2014/main" id="{DAF6FEA0-C744-F067-857F-A771210ACB73}"/>
              </a:ext>
            </a:extLst>
          </p:cNvPr>
          <p:cNvSpPr/>
          <p:nvPr/>
        </p:nvSpPr>
        <p:spPr>
          <a:xfrm>
            <a:off x="7260750" y="2345068"/>
            <a:ext cx="142592" cy="144079"/>
          </a:xfrm>
          <a:prstGeom prst="mathMultiply">
            <a:avLst/>
          </a:prstGeom>
          <a:solidFill>
            <a:srgbClr val="CC99FF"/>
          </a:solidFill>
          <a:ln>
            <a:solidFill>
              <a:srgbClr val="CC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6" name="직사각형 405">
            <a:extLst>
              <a:ext uri="{FF2B5EF4-FFF2-40B4-BE49-F238E27FC236}">
                <a16:creationId xmlns:a16="http://schemas.microsoft.com/office/drawing/2014/main" id="{79E7DBEC-D900-882B-2767-AF0DB0E296F3}"/>
              </a:ext>
            </a:extLst>
          </p:cNvPr>
          <p:cNvSpPr/>
          <p:nvPr/>
        </p:nvSpPr>
        <p:spPr>
          <a:xfrm>
            <a:off x="7445497" y="2345418"/>
            <a:ext cx="151659" cy="155755"/>
          </a:xfrm>
          <a:prstGeom prst="rect">
            <a:avLst/>
          </a:prstGeom>
          <a:solidFill>
            <a:srgbClr val="CC99FF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7" name="직선 연결선 406">
            <a:extLst>
              <a:ext uri="{FF2B5EF4-FFF2-40B4-BE49-F238E27FC236}">
                <a16:creationId xmlns:a16="http://schemas.microsoft.com/office/drawing/2014/main" id="{7A7380EE-D025-9D86-FD5B-1CAEE52EE315}"/>
              </a:ext>
            </a:extLst>
          </p:cNvPr>
          <p:cNvCxnSpPr>
            <a:cxnSpLocks/>
          </p:cNvCxnSpPr>
          <p:nvPr/>
        </p:nvCxnSpPr>
        <p:spPr>
          <a:xfrm>
            <a:off x="7494484" y="2345417"/>
            <a:ext cx="0" cy="16315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직선 연결선 407">
            <a:extLst>
              <a:ext uri="{FF2B5EF4-FFF2-40B4-BE49-F238E27FC236}">
                <a16:creationId xmlns:a16="http://schemas.microsoft.com/office/drawing/2014/main" id="{B08A6174-2EC0-7029-F98A-D61E19A9F125}"/>
              </a:ext>
            </a:extLst>
          </p:cNvPr>
          <p:cNvCxnSpPr>
            <a:cxnSpLocks/>
          </p:cNvCxnSpPr>
          <p:nvPr/>
        </p:nvCxnSpPr>
        <p:spPr>
          <a:xfrm flipH="1">
            <a:off x="7453342" y="2450139"/>
            <a:ext cx="133746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TextBox 408">
            <a:extLst>
              <a:ext uri="{FF2B5EF4-FFF2-40B4-BE49-F238E27FC236}">
                <a16:creationId xmlns:a16="http://schemas.microsoft.com/office/drawing/2014/main" id="{DE1E77BC-268A-BD79-82FB-7A1AB5660F39}"/>
              </a:ext>
            </a:extLst>
          </p:cNvPr>
          <p:cNvSpPr txBox="1"/>
          <p:nvPr/>
        </p:nvSpPr>
        <p:spPr>
          <a:xfrm>
            <a:off x="7063003" y="2581725"/>
            <a:ext cx="963397" cy="22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3x3</a:t>
            </a:r>
            <a:r>
              <a:rPr lang="ko-KR" altLang="en-US" sz="1000" dirty="0"/>
              <a:t> </a:t>
            </a:r>
            <a:r>
              <a:rPr lang="en-US" altLang="ko-KR" sz="1000" dirty="0"/>
              <a:t>MDS</a:t>
            </a:r>
            <a:r>
              <a:rPr lang="ko-KR" altLang="en-US" sz="1000" dirty="0"/>
              <a:t>행렬</a:t>
            </a:r>
            <a:endParaRPr lang="en-US" altLang="ko-KR" sz="1000" dirty="0"/>
          </a:p>
        </p:txBody>
      </p:sp>
      <p:cxnSp>
        <p:nvCxnSpPr>
          <p:cNvPr id="410" name="직선 연결선 409">
            <a:extLst>
              <a:ext uri="{FF2B5EF4-FFF2-40B4-BE49-F238E27FC236}">
                <a16:creationId xmlns:a16="http://schemas.microsoft.com/office/drawing/2014/main" id="{6A6D0E88-847E-1A87-F297-C3FA9BC5CA62}"/>
              </a:ext>
            </a:extLst>
          </p:cNvPr>
          <p:cNvCxnSpPr>
            <a:cxnSpLocks/>
          </p:cNvCxnSpPr>
          <p:nvPr/>
        </p:nvCxnSpPr>
        <p:spPr>
          <a:xfrm flipH="1">
            <a:off x="7452954" y="2405442"/>
            <a:ext cx="133746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직선 연결선 410">
            <a:extLst>
              <a:ext uri="{FF2B5EF4-FFF2-40B4-BE49-F238E27FC236}">
                <a16:creationId xmlns:a16="http://schemas.microsoft.com/office/drawing/2014/main" id="{A4F0739E-2719-1055-C697-83582DC4E60E}"/>
              </a:ext>
            </a:extLst>
          </p:cNvPr>
          <p:cNvCxnSpPr>
            <a:cxnSpLocks/>
          </p:cNvCxnSpPr>
          <p:nvPr/>
        </p:nvCxnSpPr>
        <p:spPr>
          <a:xfrm>
            <a:off x="7544702" y="2345417"/>
            <a:ext cx="0" cy="16315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7" name="화살표: 오른쪽 576">
            <a:extLst>
              <a:ext uri="{FF2B5EF4-FFF2-40B4-BE49-F238E27FC236}">
                <a16:creationId xmlns:a16="http://schemas.microsoft.com/office/drawing/2014/main" id="{68D6DA8D-0CC0-9524-A921-E137C803D8B0}"/>
              </a:ext>
            </a:extLst>
          </p:cNvPr>
          <p:cNvSpPr/>
          <p:nvPr/>
        </p:nvSpPr>
        <p:spPr>
          <a:xfrm>
            <a:off x="6132262" y="1898426"/>
            <a:ext cx="542515" cy="2200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9" name="화살표: 오른쪽 578">
            <a:extLst>
              <a:ext uri="{FF2B5EF4-FFF2-40B4-BE49-F238E27FC236}">
                <a16:creationId xmlns:a16="http://schemas.microsoft.com/office/drawing/2014/main" id="{E8D4BDE4-411C-F209-A247-0723B491E2C4}"/>
              </a:ext>
            </a:extLst>
          </p:cNvPr>
          <p:cNvSpPr/>
          <p:nvPr/>
        </p:nvSpPr>
        <p:spPr>
          <a:xfrm>
            <a:off x="6127605" y="2304728"/>
            <a:ext cx="542515" cy="2200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1" name="TextBox 580">
            <a:extLst>
              <a:ext uri="{FF2B5EF4-FFF2-40B4-BE49-F238E27FC236}">
                <a16:creationId xmlns:a16="http://schemas.microsoft.com/office/drawing/2014/main" id="{9F56E818-7594-93AD-CB4B-8A6C29BA9367}"/>
              </a:ext>
            </a:extLst>
          </p:cNvPr>
          <p:cNvSpPr txBox="1"/>
          <p:nvPr/>
        </p:nvSpPr>
        <p:spPr>
          <a:xfrm>
            <a:off x="9897439" y="3239171"/>
            <a:ext cx="11534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4</a:t>
            </a:r>
            <a:r>
              <a:rPr lang="ko-KR" altLang="en-US" sz="1100" dirty="0"/>
              <a:t>번의 </a:t>
            </a:r>
            <a:r>
              <a:rPr lang="en-US" altLang="ko-KR" sz="1100" dirty="0"/>
              <a:t>full round</a:t>
            </a:r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15121C41-751F-4112-F6D3-57D0B8997BAA}"/>
              </a:ext>
            </a:extLst>
          </p:cNvPr>
          <p:cNvSpPr txBox="1"/>
          <p:nvPr/>
        </p:nvSpPr>
        <p:spPr>
          <a:xfrm>
            <a:off x="5508207" y="3280721"/>
            <a:ext cx="14864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57</a:t>
            </a:r>
            <a:r>
              <a:rPr lang="ko-KR" altLang="en-US" sz="1100" dirty="0"/>
              <a:t>번의 </a:t>
            </a:r>
            <a:r>
              <a:rPr lang="en-US" altLang="ko-KR" sz="1100" dirty="0"/>
              <a:t>partial round</a:t>
            </a:r>
          </a:p>
        </p:txBody>
      </p:sp>
      <p:sp>
        <p:nvSpPr>
          <p:cNvPr id="583" name="화살표: 오른쪽 582">
            <a:extLst>
              <a:ext uri="{FF2B5EF4-FFF2-40B4-BE49-F238E27FC236}">
                <a16:creationId xmlns:a16="http://schemas.microsoft.com/office/drawing/2014/main" id="{9749F7D3-C0DE-7C8F-A08A-EC50BD211202}"/>
              </a:ext>
            </a:extLst>
          </p:cNvPr>
          <p:cNvSpPr/>
          <p:nvPr/>
        </p:nvSpPr>
        <p:spPr>
          <a:xfrm>
            <a:off x="4140994" y="2377171"/>
            <a:ext cx="263658" cy="171926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4" name="화살표: 오른쪽 583">
            <a:extLst>
              <a:ext uri="{FF2B5EF4-FFF2-40B4-BE49-F238E27FC236}">
                <a16:creationId xmlns:a16="http://schemas.microsoft.com/office/drawing/2014/main" id="{5B155B3E-3A5F-3261-6B80-7C82238E1954}"/>
              </a:ext>
            </a:extLst>
          </p:cNvPr>
          <p:cNvSpPr/>
          <p:nvPr/>
        </p:nvSpPr>
        <p:spPr>
          <a:xfrm>
            <a:off x="7823728" y="2338392"/>
            <a:ext cx="263658" cy="171926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5" name="화살표: 오른쪽 584">
            <a:extLst>
              <a:ext uri="{FF2B5EF4-FFF2-40B4-BE49-F238E27FC236}">
                <a16:creationId xmlns:a16="http://schemas.microsoft.com/office/drawing/2014/main" id="{39ABD13E-9571-678A-111B-EA6FFBC4C4CB}"/>
              </a:ext>
            </a:extLst>
          </p:cNvPr>
          <p:cNvSpPr/>
          <p:nvPr/>
        </p:nvSpPr>
        <p:spPr>
          <a:xfrm>
            <a:off x="8367739" y="2338392"/>
            <a:ext cx="263658" cy="171926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0DA764A8-E8F4-D222-E20A-CD48AC4BA9A7}"/>
              </a:ext>
            </a:extLst>
          </p:cNvPr>
          <p:cNvSpPr txBox="1"/>
          <p:nvPr/>
        </p:nvSpPr>
        <p:spPr>
          <a:xfrm>
            <a:off x="3880188" y="2301990"/>
            <a:ext cx="216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…</a:t>
            </a:r>
          </a:p>
        </p:txBody>
      </p:sp>
      <p:sp>
        <p:nvSpPr>
          <p:cNvPr id="587" name="TextBox 586">
            <a:extLst>
              <a:ext uri="{FF2B5EF4-FFF2-40B4-BE49-F238E27FC236}">
                <a16:creationId xmlns:a16="http://schemas.microsoft.com/office/drawing/2014/main" id="{9B7AE052-CC43-D951-F8E4-70B68C242F89}"/>
              </a:ext>
            </a:extLst>
          </p:cNvPr>
          <p:cNvSpPr txBox="1"/>
          <p:nvPr/>
        </p:nvSpPr>
        <p:spPr>
          <a:xfrm>
            <a:off x="8126327" y="2274637"/>
            <a:ext cx="216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…</a:t>
            </a:r>
          </a:p>
        </p:txBody>
      </p:sp>
      <p:grpSp>
        <p:nvGrpSpPr>
          <p:cNvPr id="541" name="그룹 540">
            <a:extLst>
              <a:ext uri="{FF2B5EF4-FFF2-40B4-BE49-F238E27FC236}">
                <a16:creationId xmlns:a16="http://schemas.microsoft.com/office/drawing/2014/main" id="{36C1480B-A87F-C035-E3D1-6B5BDA23A7C5}"/>
              </a:ext>
            </a:extLst>
          </p:cNvPr>
          <p:cNvGrpSpPr/>
          <p:nvPr/>
        </p:nvGrpSpPr>
        <p:grpSpPr>
          <a:xfrm>
            <a:off x="101277" y="1771080"/>
            <a:ext cx="3549973" cy="1217083"/>
            <a:chOff x="101277" y="1771080"/>
            <a:chExt cx="3549973" cy="1217083"/>
          </a:xfrm>
        </p:grpSpPr>
        <p:sp>
          <p:nvSpPr>
            <p:cNvPr id="468" name="사다리꼴 467">
              <a:extLst>
                <a:ext uri="{FF2B5EF4-FFF2-40B4-BE49-F238E27FC236}">
                  <a16:creationId xmlns:a16="http://schemas.microsoft.com/office/drawing/2014/main" id="{33286190-2B5E-63C4-A23F-CEAF5069B415}"/>
                </a:ext>
              </a:extLst>
            </p:cNvPr>
            <p:cNvSpPr/>
            <p:nvPr/>
          </p:nvSpPr>
          <p:spPr>
            <a:xfrm rot="5400000">
              <a:off x="727756" y="1853107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C2773ABF-FD13-AB0F-DC42-45E1357DB801}"/>
                </a:ext>
              </a:extLst>
            </p:cNvPr>
            <p:cNvGrpSpPr/>
            <p:nvPr/>
          </p:nvGrpSpPr>
          <p:grpSpPr>
            <a:xfrm>
              <a:off x="101277" y="1771080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직사각형 72">
                    <a:extLst>
                      <a:ext uri="{FF2B5EF4-FFF2-40B4-BE49-F238E27FC236}">
                        <a16:creationId xmlns:a16="http://schemas.microsoft.com/office/drawing/2014/main" id="{04EB813C-EF95-66B8-A0F1-35D6B27E486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3" name="직사각형 72">
                    <a:extLst>
                      <a:ext uri="{FF2B5EF4-FFF2-40B4-BE49-F238E27FC236}">
                        <a16:creationId xmlns:a16="http://schemas.microsoft.com/office/drawing/2014/main" id="{04EB813C-EF95-66B8-A0F1-35D6B27E486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직사각형 74">
                    <a:extLst>
                      <a:ext uri="{FF2B5EF4-FFF2-40B4-BE49-F238E27FC236}">
                        <a16:creationId xmlns:a16="http://schemas.microsoft.com/office/drawing/2014/main" id="{5CC63EF1-921A-3743-EDA7-4742C1377210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5" name="직사각형 74">
                    <a:extLst>
                      <a:ext uri="{FF2B5EF4-FFF2-40B4-BE49-F238E27FC236}">
                        <a16:creationId xmlns:a16="http://schemas.microsoft.com/office/drawing/2014/main" id="{5CC63EF1-921A-3743-EDA7-4742C137721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직사각형 99">
                    <a:extLst>
                      <a:ext uri="{FF2B5EF4-FFF2-40B4-BE49-F238E27FC236}">
                        <a16:creationId xmlns:a16="http://schemas.microsoft.com/office/drawing/2014/main" id="{3F7D76FF-4A31-178E-FE45-6D9F3C0EEEC1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0" name="직사각형 99">
                    <a:extLst>
                      <a:ext uri="{FF2B5EF4-FFF2-40B4-BE49-F238E27FC236}">
                        <a16:creationId xmlns:a16="http://schemas.microsoft.com/office/drawing/2014/main" id="{3F7D76FF-4A31-178E-FE45-6D9F3C0EEEC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F509C02C-5AE0-BAAB-55EA-20C750C8584F}"/>
                </a:ext>
              </a:extLst>
            </p:cNvPr>
            <p:cNvGrpSpPr/>
            <p:nvPr/>
          </p:nvGrpSpPr>
          <p:grpSpPr>
            <a:xfrm>
              <a:off x="577254" y="1892264"/>
              <a:ext cx="602940" cy="153317"/>
              <a:chOff x="577254" y="1892264"/>
              <a:chExt cx="602940" cy="153317"/>
            </a:xfrm>
          </p:grpSpPr>
          <p:sp>
            <p:nvSpPr>
              <p:cNvPr id="105" name="화살표: 오른쪽 104">
                <a:extLst>
                  <a:ext uri="{FF2B5EF4-FFF2-40B4-BE49-F238E27FC236}">
                    <a16:creationId xmlns:a16="http://schemas.microsoft.com/office/drawing/2014/main" id="{DAFF45A8-52CA-C3A7-19D6-E8BC27EFF9B1}"/>
                  </a:ext>
                </a:extLst>
              </p:cNvPr>
              <p:cNvSpPr/>
              <p:nvPr/>
            </p:nvSpPr>
            <p:spPr>
              <a:xfrm>
                <a:off x="577254" y="1892264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화살표: 오른쪽 121">
                <a:extLst>
                  <a:ext uri="{FF2B5EF4-FFF2-40B4-BE49-F238E27FC236}">
                    <a16:creationId xmlns:a16="http://schemas.microsoft.com/office/drawing/2014/main" id="{142473AB-A43E-2790-B326-70546A53D209}"/>
                  </a:ext>
                </a:extLst>
              </p:cNvPr>
              <p:cNvSpPr/>
              <p:nvPr/>
            </p:nvSpPr>
            <p:spPr>
              <a:xfrm>
                <a:off x="1035495" y="1901347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CFBE3978-D330-E37A-BAD6-D1CB58226CCF}"/>
                </a:ext>
              </a:extLst>
            </p:cNvPr>
            <p:cNvGrpSpPr/>
            <p:nvPr/>
          </p:nvGrpSpPr>
          <p:grpSpPr>
            <a:xfrm>
              <a:off x="1221420" y="1777801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5" name="직사각형 124">
                    <a:extLst>
                      <a:ext uri="{FF2B5EF4-FFF2-40B4-BE49-F238E27FC236}">
                        <a16:creationId xmlns:a16="http://schemas.microsoft.com/office/drawing/2014/main" id="{B7C092C9-5776-E3BC-D307-8C1FA0F8F42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5" name="직사각형 124">
                    <a:extLst>
                      <a:ext uri="{FF2B5EF4-FFF2-40B4-BE49-F238E27FC236}">
                        <a16:creationId xmlns:a16="http://schemas.microsoft.com/office/drawing/2014/main" id="{B7C092C9-5776-E3BC-D307-8C1FA0F8F42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직사각형 125">
                    <a:extLst>
                      <a:ext uri="{FF2B5EF4-FFF2-40B4-BE49-F238E27FC236}">
                        <a16:creationId xmlns:a16="http://schemas.microsoft.com/office/drawing/2014/main" id="{493B002A-1AE5-8DC4-C89A-EB7245FDECAE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6" name="직사각형 125">
                    <a:extLst>
                      <a:ext uri="{FF2B5EF4-FFF2-40B4-BE49-F238E27FC236}">
                        <a16:creationId xmlns:a16="http://schemas.microsoft.com/office/drawing/2014/main" id="{493B002A-1AE5-8DC4-C89A-EB7245FDECA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7" name="직사각형 126">
                    <a:extLst>
                      <a:ext uri="{FF2B5EF4-FFF2-40B4-BE49-F238E27FC236}">
                        <a16:creationId xmlns:a16="http://schemas.microsoft.com/office/drawing/2014/main" id="{6CD2BC4C-EEAB-1A50-6786-0B0898686391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7" name="직사각형 126">
                    <a:extLst>
                      <a:ext uri="{FF2B5EF4-FFF2-40B4-BE49-F238E27FC236}">
                        <a16:creationId xmlns:a16="http://schemas.microsoft.com/office/drawing/2014/main" id="{6CD2BC4C-EEAB-1A50-6786-0B089868639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6D6739A1-9861-B2D8-3FE2-C92EBE3F2467}"/>
                </a:ext>
              </a:extLst>
            </p:cNvPr>
            <p:cNvGrpSpPr/>
            <p:nvPr/>
          </p:nvGrpSpPr>
          <p:grpSpPr>
            <a:xfrm>
              <a:off x="2377346" y="1777801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직사각형 206">
                    <a:extLst>
                      <a:ext uri="{FF2B5EF4-FFF2-40B4-BE49-F238E27FC236}">
                        <a16:creationId xmlns:a16="http://schemas.microsoft.com/office/drawing/2014/main" id="{F4384D62-E48D-9727-D25D-A4ADD88CBC06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7" name="직사각형 206">
                    <a:extLst>
                      <a:ext uri="{FF2B5EF4-FFF2-40B4-BE49-F238E27FC236}">
                        <a16:creationId xmlns:a16="http://schemas.microsoft.com/office/drawing/2014/main" id="{F4384D62-E48D-9727-D25D-A4ADD88CBC0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8" name="직사각형 207">
                    <a:extLst>
                      <a:ext uri="{FF2B5EF4-FFF2-40B4-BE49-F238E27FC236}">
                        <a16:creationId xmlns:a16="http://schemas.microsoft.com/office/drawing/2014/main" id="{C2F7F317-B8FE-7C25-2422-442A0CB3B9CB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8" name="직사각형 207">
                    <a:extLst>
                      <a:ext uri="{FF2B5EF4-FFF2-40B4-BE49-F238E27FC236}">
                        <a16:creationId xmlns:a16="http://schemas.microsoft.com/office/drawing/2014/main" id="{C2F7F317-B8FE-7C25-2422-442A0CB3B9C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9" name="직사각형 208">
                    <a:extLst>
                      <a:ext uri="{FF2B5EF4-FFF2-40B4-BE49-F238E27FC236}">
                        <a16:creationId xmlns:a16="http://schemas.microsoft.com/office/drawing/2014/main" id="{7B9C2BF0-9329-2985-7BDA-B5D9ED748220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9" name="직사각형 208">
                    <a:extLst>
                      <a:ext uri="{FF2B5EF4-FFF2-40B4-BE49-F238E27FC236}">
                        <a16:creationId xmlns:a16="http://schemas.microsoft.com/office/drawing/2014/main" id="{7B9C2BF0-9329-2985-7BDA-B5D9ED74822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24" name="곱하기 기호 223">
              <a:extLst>
                <a:ext uri="{FF2B5EF4-FFF2-40B4-BE49-F238E27FC236}">
                  <a16:creationId xmlns:a16="http://schemas.microsoft.com/office/drawing/2014/main" id="{BB5ECA58-B8A6-7441-9961-2E6104D08811}"/>
                </a:ext>
              </a:extLst>
            </p:cNvPr>
            <p:cNvSpPr/>
            <p:nvPr/>
          </p:nvSpPr>
          <p:spPr>
            <a:xfrm>
              <a:off x="2885600" y="2345559"/>
              <a:ext cx="142592" cy="144079"/>
            </a:xfrm>
            <a:prstGeom prst="mathMultiply">
              <a:avLst/>
            </a:prstGeom>
            <a:solidFill>
              <a:srgbClr val="CC99FF"/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34" name="직사각형 233">
              <a:extLst>
                <a:ext uri="{FF2B5EF4-FFF2-40B4-BE49-F238E27FC236}">
                  <a16:creationId xmlns:a16="http://schemas.microsoft.com/office/drawing/2014/main" id="{1A856775-5E5E-3C3C-66A6-1F61A12C8BEE}"/>
                </a:ext>
              </a:extLst>
            </p:cNvPr>
            <p:cNvSpPr/>
            <p:nvPr/>
          </p:nvSpPr>
          <p:spPr>
            <a:xfrm>
              <a:off x="3070347" y="2345910"/>
              <a:ext cx="151659" cy="155755"/>
            </a:xfrm>
            <a:prstGeom prst="rect">
              <a:avLst/>
            </a:prstGeom>
            <a:solidFill>
              <a:srgbClr val="CC99FF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239" name="직선 연결선 238">
              <a:extLst>
                <a:ext uri="{FF2B5EF4-FFF2-40B4-BE49-F238E27FC236}">
                  <a16:creationId xmlns:a16="http://schemas.microsoft.com/office/drawing/2014/main" id="{B8EDDE38-3613-DC9E-3506-B3CA266EEDF8}"/>
                </a:ext>
              </a:extLst>
            </p:cNvPr>
            <p:cNvCxnSpPr>
              <a:cxnSpLocks/>
            </p:cNvCxnSpPr>
            <p:nvPr/>
          </p:nvCxnSpPr>
          <p:spPr>
            <a:xfrm>
              <a:off x="3119334" y="2345911"/>
              <a:ext cx="0" cy="16315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직선 연결선 229">
              <a:extLst>
                <a:ext uri="{FF2B5EF4-FFF2-40B4-BE49-F238E27FC236}">
                  <a16:creationId xmlns:a16="http://schemas.microsoft.com/office/drawing/2014/main" id="{09841F28-2177-07C1-D2B0-A333150616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8192" y="2450632"/>
              <a:ext cx="13374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C914CA12-45B8-71B9-51BF-36D00E3FF47E}"/>
                </a:ext>
              </a:extLst>
            </p:cNvPr>
            <p:cNvSpPr txBox="1"/>
            <p:nvPr/>
          </p:nvSpPr>
          <p:spPr>
            <a:xfrm>
              <a:off x="2687853" y="2582217"/>
              <a:ext cx="96339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3x3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MDS</a:t>
              </a:r>
              <a:r>
                <a:rPr lang="ko-KR" altLang="en-US" sz="1000" dirty="0"/>
                <a:t>행렬</a:t>
              </a:r>
              <a:endParaRPr lang="en-US" altLang="ko-KR" sz="1000" dirty="0"/>
            </a:p>
          </p:txBody>
        </p:sp>
        <p:cxnSp>
          <p:nvCxnSpPr>
            <p:cNvPr id="248" name="직선 연결선 247">
              <a:extLst>
                <a:ext uri="{FF2B5EF4-FFF2-40B4-BE49-F238E27FC236}">
                  <a16:creationId xmlns:a16="http://schemas.microsoft.com/office/drawing/2014/main" id="{0AF530B6-A9E9-B916-FC07-E4C866B4C8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7804" y="2405936"/>
              <a:ext cx="13374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A4545A55-F47F-B764-0EDA-FF496E41B2F9}"/>
                </a:ext>
              </a:extLst>
            </p:cNvPr>
            <p:cNvGrpSpPr/>
            <p:nvPr/>
          </p:nvGrpSpPr>
          <p:grpSpPr>
            <a:xfrm>
              <a:off x="576730" y="2308684"/>
              <a:ext cx="602940" cy="153317"/>
              <a:chOff x="576730" y="2312609"/>
              <a:chExt cx="602940" cy="153317"/>
            </a:xfrm>
          </p:grpSpPr>
          <p:sp>
            <p:nvSpPr>
              <p:cNvPr id="3" name="화살표: 오른쪽 2">
                <a:extLst>
                  <a:ext uri="{FF2B5EF4-FFF2-40B4-BE49-F238E27FC236}">
                    <a16:creationId xmlns:a16="http://schemas.microsoft.com/office/drawing/2014/main" id="{71A7431E-0616-1A80-EB45-A92D26403A36}"/>
                  </a:ext>
                </a:extLst>
              </p:cNvPr>
              <p:cNvSpPr/>
              <p:nvPr/>
            </p:nvSpPr>
            <p:spPr>
              <a:xfrm>
                <a:off x="576730" y="2312609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화살표: 오른쪽 4">
                <a:extLst>
                  <a:ext uri="{FF2B5EF4-FFF2-40B4-BE49-F238E27FC236}">
                    <a16:creationId xmlns:a16="http://schemas.microsoft.com/office/drawing/2014/main" id="{C4BB5462-FFB9-95A1-4844-7E09A751A376}"/>
                  </a:ext>
                </a:extLst>
              </p:cNvPr>
              <p:cNvSpPr/>
              <p:nvPr/>
            </p:nvSpPr>
            <p:spPr>
              <a:xfrm>
                <a:off x="1034971" y="2321692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DBE3627F-EE7F-8331-0830-F128E840E6C5}"/>
                </a:ext>
              </a:extLst>
            </p:cNvPr>
            <p:cNvGrpSpPr/>
            <p:nvPr/>
          </p:nvGrpSpPr>
          <p:grpSpPr>
            <a:xfrm>
              <a:off x="570234" y="2665043"/>
              <a:ext cx="602940" cy="284257"/>
              <a:chOff x="570234" y="2665043"/>
              <a:chExt cx="602940" cy="284257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CB6B0CA1-8672-FEF2-CD59-BB33C5F445B1}"/>
                  </a:ext>
                </a:extLst>
              </p:cNvPr>
              <p:cNvGrpSpPr/>
              <p:nvPr/>
            </p:nvGrpSpPr>
            <p:grpSpPr>
              <a:xfrm>
                <a:off x="570234" y="2725104"/>
                <a:ext cx="602940" cy="153317"/>
                <a:chOff x="570234" y="2725104"/>
                <a:chExt cx="602940" cy="153317"/>
              </a:xfrm>
            </p:grpSpPr>
            <p:sp>
              <p:nvSpPr>
                <p:cNvPr id="106" name="화살표: 오른쪽 105">
                  <a:extLst>
                    <a:ext uri="{FF2B5EF4-FFF2-40B4-BE49-F238E27FC236}">
                      <a16:creationId xmlns:a16="http://schemas.microsoft.com/office/drawing/2014/main" id="{256B3AE7-2E3E-C154-CB8A-5A4B3A178B23}"/>
                    </a:ext>
                  </a:extLst>
                </p:cNvPr>
                <p:cNvSpPr/>
                <p:nvPr/>
              </p:nvSpPr>
              <p:spPr>
                <a:xfrm>
                  <a:off x="570234" y="2725104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3" name="화살표: 오른쪽 122">
                  <a:extLst>
                    <a:ext uri="{FF2B5EF4-FFF2-40B4-BE49-F238E27FC236}">
                      <a16:creationId xmlns:a16="http://schemas.microsoft.com/office/drawing/2014/main" id="{812EE2D0-F94D-279E-1FA0-FEDD4FF6FA63}"/>
                    </a:ext>
                  </a:extLst>
                </p:cNvPr>
                <p:cNvSpPr/>
                <p:nvPr/>
              </p:nvSpPr>
              <p:spPr>
                <a:xfrm>
                  <a:off x="1028475" y="2734187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" name="사다리꼴 8">
                <a:extLst>
                  <a:ext uri="{FF2B5EF4-FFF2-40B4-BE49-F238E27FC236}">
                    <a16:creationId xmlns:a16="http://schemas.microsoft.com/office/drawing/2014/main" id="{0C1C5E04-0E64-89C9-6C6D-DCCCF3017445}"/>
                  </a:ext>
                </a:extLst>
              </p:cNvPr>
              <p:cNvSpPr/>
              <p:nvPr/>
            </p:nvSpPr>
            <p:spPr>
              <a:xfrm rot="5400000">
                <a:off x="727757" y="2684957"/>
                <a:ext cx="284257" cy="244430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+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사다리꼴 9">
              <a:extLst>
                <a:ext uri="{FF2B5EF4-FFF2-40B4-BE49-F238E27FC236}">
                  <a16:creationId xmlns:a16="http://schemas.microsoft.com/office/drawing/2014/main" id="{64C3F3A5-B296-3210-49A8-3602730783D2}"/>
                </a:ext>
              </a:extLst>
            </p:cNvPr>
            <p:cNvSpPr/>
            <p:nvPr/>
          </p:nvSpPr>
          <p:spPr>
            <a:xfrm rot="5400000">
              <a:off x="733880" y="2269032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F2B40EF5-8956-9C98-58CE-4190BCB4B865}"/>
                </a:ext>
              </a:extLst>
            </p:cNvPr>
            <p:cNvGrpSpPr/>
            <p:nvPr/>
          </p:nvGrpSpPr>
          <p:grpSpPr>
            <a:xfrm>
              <a:off x="1700401" y="1842612"/>
              <a:ext cx="652839" cy="1121739"/>
              <a:chOff x="1700401" y="1842612"/>
              <a:chExt cx="652839" cy="1121739"/>
            </a:xfrm>
          </p:grpSpPr>
          <p:grpSp>
            <p:nvGrpSpPr>
              <p:cNvPr id="210" name="그룹 209">
                <a:extLst>
                  <a:ext uri="{FF2B5EF4-FFF2-40B4-BE49-F238E27FC236}">
                    <a16:creationId xmlns:a16="http://schemas.microsoft.com/office/drawing/2014/main" id="{9F542B8F-7587-8BC0-28E7-14CFD550B65F}"/>
                  </a:ext>
                </a:extLst>
              </p:cNvPr>
              <p:cNvGrpSpPr/>
              <p:nvPr/>
            </p:nvGrpSpPr>
            <p:grpSpPr>
              <a:xfrm>
                <a:off x="1709932" y="1842612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211" name="그룹 210">
                  <a:extLst>
                    <a:ext uri="{FF2B5EF4-FFF2-40B4-BE49-F238E27FC236}">
                      <a16:creationId xmlns:a16="http://schemas.microsoft.com/office/drawing/2014/main" id="{4561F449-B2EE-CECD-0015-EBCD6F255863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214" name="직사각형 213">
                    <a:extLst>
                      <a:ext uri="{FF2B5EF4-FFF2-40B4-BE49-F238E27FC236}">
                        <a16:creationId xmlns:a16="http://schemas.microsoft.com/office/drawing/2014/main" id="{5E546731-F9B6-0E84-03A5-16EF561A99F6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5" name="직사각형 214">
                    <a:extLst>
                      <a:ext uri="{FF2B5EF4-FFF2-40B4-BE49-F238E27FC236}">
                        <a16:creationId xmlns:a16="http://schemas.microsoft.com/office/drawing/2014/main" id="{0BE4C30E-C59F-BEC1-6BD6-3C456FDE7617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212" name="화살표: 오른쪽 211">
                  <a:extLst>
                    <a:ext uri="{FF2B5EF4-FFF2-40B4-BE49-F238E27FC236}">
                      <a16:creationId xmlns:a16="http://schemas.microsoft.com/office/drawing/2014/main" id="{6DE837AB-2353-CDB5-BC9A-1656084778C7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3" name="화살표: 오른쪽 212">
                  <a:extLst>
                    <a:ext uri="{FF2B5EF4-FFF2-40B4-BE49-F238E27FC236}">
                      <a16:creationId xmlns:a16="http://schemas.microsoft.com/office/drawing/2014/main" id="{9E4E14E2-FFC5-CEB2-CEA0-7A5D6FBCB289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16" name="그룹 215">
                <a:extLst>
                  <a:ext uri="{FF2B5EF4-FFF2-40B4-BE49-F238E27FC236}">
                    <a16:creationId xmlns:a16="http://schemas.microsoft.com/office/drawing/2014/main" id="{3F57437C-8A89-349A-48FD-B0BBB6B7F174}"/>
                  </a:ext>
                </a:extLst>
              </p:cNvPr>
              <p:cNvGrpSpPr/>
              <p:nvPr/>
            </p:nvGrpSpPr>
            <p:grpSpPr>
              <a:xfrm>
                <a:off x="1700401" y="2703780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217" name="그룹 216">
                  <a:extLst>
                    <a:ext uri="{FF2B5EF4-FFF2-40B4-BE49-F238E27FC236}">
                      <a16:creationId xmlns:a16="http://schemas.microsoft.com/office/drawing/2014/main" id="{E20D99DB-AC79-0445-F744-1BCC05F8806E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220" name="직사각형 219">
                    <a:extLst>
                      <a:ext uri="{FF2B5EF4-FFF2-40B4-BE49-F238E27FC236}">
                        <a16:creationId xmlns:a16="http://schemas.microsoft.com/office/drawing/2014/main" id="{C921BB47-4CD0-7405-4726-4F2942630D34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1" name="직사각형 220">
                    <a:extLst>
                      <a:ext uri="{FF2B5EF4-FFF2-40B4-BE49-F238E27FC236}">
                        <a16:creationId xmlns:a16="http://schemas.microsoft.com/office/drawing/2014/main" id="{9520C26C-1740-1FDD-8D3A-AD71AD9F17A7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218" name="화살표: 오른쪽 217">
                  <a:extLst>
                    <a:ext uri="{FF2B5EF4-FFF2-40B4-BE49-F238E27FC236}">
                      <a16:creationId xmlns:a16="http://schemas.microsoft.com/office/drawing/2014/main" id="{BDCB876B-3FB7-5B1D-7BD8-6F79C81332AA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9" name="화살표: 오른쪽 218">
                  <a:extLst>
                    <a:ext uri="{FF2B5EF4-FFF2-40B4-BE49-F238E27FC236}">
                      <a16:creationId xmlns:a16="http://schemas.microsoft.com/office/drawing/2014/main" id="{BD5E4FCF-CE7D-03D1-114E-DD64F4DAEFFC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F97B8DED-7F5F-D77B-9961-442F9A87DDC0}"/>
                  </a:ext>
                </a:extLst>
              </p:cNvPr>
              <p:cNvGrpSpPr/>
              <p:nvPr/>
            </p:nvGrpSpPr>
            <p:grpSpPr>
              <a:xfrm>
                <a:off x="1700401" y="2262744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12" name="그룹 11">
                  <a:extLst>
                    <a:ext uri="{FF2B5EF4-FFF2-40B4-BE49-F238E27FC236}">
                      <a16:creationId xmlns:a16="http://schemas.microsoft.com/office/drawing/2014/main" id="{6CE2C03E-EE77-0FEB-B16C-D01B246E8A26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15" name="직사각형 14">
                    <a:extLst>
                      <a:ext uri="{FF2B5EF4-FFF2-40B4-BE49-F238E27FC236}">
                        <a16:creationId xmlns:a16="http://schemas.microsoft.com/office/drawing/2014/main" id="{86A66B03-98BC-A0DD-623C-7292DB614DDD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" name="직사각형 15">
                    <a:extLst>
                      <a:ext uri="{FF2B5EF4-FFF2-40B4-BE49-F238E27FC236}">
                        <a16:creationId xmlns:a16="http://schemas.microsoft.com/office/drawing/2014/main" id="{DE408432-B2F7-CC5E-6AEA-BB8369069C00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13" name="화살표: 오른쪽 12">
                  <a:extLst>
                    <a:ext uri="{FF2B5EF4-FFF2-40B4-BE49-F238E27FC236}">
                      <a16:creationId xmlns:a16="http://schemas.microsoft.com/office/drawing/2014/main" id="{38B893E9-5E69-186B-EBD3-69A51C8E233D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화살표: 오른쪽 13">
                  <a:extLst>
                    <a:ext uri="{FF2B5EF4-FFF2-40B4-BE49-F238E27FC236}">
                      <a16:creationId xmlns:a16="http://schemas.microsoft.com/office/drawing/2014/main" id="{8585F8A0-92BE-9D76-20D0-5B0968FEA6B5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sp>
        <p:nvSpPr>
          <p:cNvPr id="56" name="사다리꼴 55">
            <a:extLst>
              <a:ext uri="{FF2B5EF4-FFF2-40B4-BE49-F238E27FC236}">
                <a16:creationId xmlns:a16="http://schemas.microsoft.com/office/drawing/2014/main" id="{C5105C34-7518-48C6-3C4E-B826F985C9C2}"/>
              </a:ext>
            </a:extLst>
          </p:cNvPr>
          <p:cNvSpPr/>
          <p:nvPr/>
        </p:nvSpPr>
        <p:spPr>
          <a:xfrm rot="5400000">
            <a:off x="5114296" y="1853107"/>
            <a:ext cx="284257" cy="244430"/>
          </a:xfrm>
          <a:prstGeom prst="trapezoid">
            <a:avLst>
              <a:gd name="adj" fmla="val 22033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1088AA2-F65A-942F-A470-F11C9E0AA6FD}"/>
              </a:ext>
            </a:extLst>
          </p:cNvPr>
          <p:cNvGrpSpPr/>
          <p:nvPr/>
        </p:nvGrpSpPr>
        <p:grpSpPr>
          <a:xfrm>
            <a:off x="4963794" y="1892264"/>
            <a:ext cx="602940" cy="153317"/>
            <a:chOff x="577254" y="1892264"/>
            <a:chExt cx="602940" cy="153317"/>
          </a:xfrm>
        </p:grpSpPr>
        <p:sp>
          <p:nvSpPr>
            <p:cNvPr id="58" name="화살표: 오른쪽 57">
              <a:extLst>
                <a:ext uri="{FF2B5EF4-FFF2-40B4-BE49-F238E27FC236}">
                  <a16:creationId xmlns:a16="http://schemas.microsoft.com/office/drawing/2014/main" id="{F4FA4FE1-00B9-6C11-FCDE-540F2EFF6358}"/>
                </a:ext>
              </a:extLst>
            </p:cNvPr>
            <p:cNvSpPr/>
            <p:nvPr/>
          </p:nvSpPr>
          <p:spPr>
            <a:xfrm>
              <a:off x="577254" y="1892264"/>
              <a:ext cx="144699" cy="144234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화살표: 오른쪽 58">
              <a:extLst>
                <a:ext uri="{FF2B5EF4-FFF2-40B4-BE49-F238E27FC236}">
                  <a16:creationId xmlns:a16="http://schemas.microsoft.com/office/drawing/2014/main" id="{9B411D58-9AB8-81D0-7B04-FD5B4F83DB75}"/>
                </a:ext>
              </a:extLst>
            </p:cNvPr>
            <p:cNvSpPr/>
            <p:nvPr/>
          </p:nvSpPr>
          <p:spPr>
            <a:xfrm>
              <a:off x="1035495" y="1901347"/>
              <a:ext cx="144699" cy="144234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0B10DDA2-F737-EA48-25A9-83982B2AB821}"/>
              </a:ext>
            </a:extLst>
          </p:cNvPr>
          <p:cNvGrpSpPr/>
          <p:nvPr/>
        </p:nvGrpSpPr>
        <p:grpSpPr>
          <a:xfrm>
            <a:off x="4963270" y="2308684"/>
            <a:ext cx="602940" cy="153317"/>
            <a:chOff x="576730" y="2312609"/>
            <a:chExt cx="602940" cy="153317"/>
          </a:xfrm>
        </p:grpSpPr>
        <p:sp>
          <p:nvSpPr>
            <p:cNvPr id="61" name="화살표: 오른쪽 60">
              <a:extLst>
                <a:ext uri="{FF2B5EF4-FFF2-40B4-BE49-F238E27FC236}">
                  <a16:creationId xmlns:a16="http://schemas.microsoft.com/office/drawing/2014/main" id="{10C0ACFE-6E99-44D4-3858-2D2B825B5720}"/>
                </a:ext>
              </a:extLst>
            </p:cNvPr>
            <p:cNvSpPr/>
            <p:nvPr/>
          </p:nvSpPr>
          <p:spPr>
            <a:xfrm>
              <a:off x="576730" y="2312609"/>
              <a:ext cx="144699" cy="144234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2" name="화살표: 오른쪽 61">
              <a:extLst>
                <a:ext uri="{FF2B5EF4-FFF2-40B4-BE49-F238E27FC236}">
                  <a16:creationId xmlns:a16="http://schemas.microsoft.com/office/drawing/2014/main" id="{5DD43501-7CDB-E826-62AB-442FB38476FA}"/>
                </a:ext>
              </a:extLst>
            </p:cNvPr>
            <p:cNvSpPr/>
            <p:nvPr/>
          </p:nvSpPr>
          <p:spPr>
            <a:xfrm>
              <a:off x="1034971" y="2321692"/>
              <a:ext cx="144699" cy="144234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FFFEE1A7-D32E-46AE-7935-862C4DAB974F}"/>
              </a:ext>
            </a:extLst>
          </p:cNvPr>
          <p:cNvGrpSpPr/>
          <p:nvPr/>
        </p:nvGrpSpPr>
        <p:grpSpPr>
          <a:xfrm>
            <a:off x="4956774" y="2665043"/>
            <a:ext cx="602940" cy="284257"/>
            <a:chOff x="570234" y="2665043"/>
            <a:chExt cx="602940" cy="284257"/>
          </a:xfrm>
        </p:grpSpPr>
        <p:grpSp>
          <p:nvGrpSpPr>
            <p:cNvPr id="448" name="그룹 447">
              <a:extLst>
                <a:ext uri="{FF2B5EF4-FFF2-40B4-BE49-F238E27FC236}">
                  <a16:creationId xmlns:a16="http://schemas.microsoft.com/office/drawing/2014/main" id="{C1F89BDB-46EC-F865-7A8E-1AB369EBE61B}"/>
                </a:ext>
              </a:extLst>
            </p:cNvPr>
            <p:cNvGrpSpPr/>
            <p:nvPr/>
          </p:nvGrpSpPr>
          <p:grpSpPr>
            <a:xfrm>
              <a:off x="570234" y="2725104"/>
              <a:ext cx="602940" cy="153317"/>
              <a:chOff x="570234" y="2725104"/>
              <a:chExt cx="602940" cy="153317"/>
            </a:xfrm>
          </p:grpSpPr>
          <p:sp>
            <p:nvSpPr>
              <p:cNvPr id="450" name="화살표: 오른쪽 449">
                <a:extLst>
                  <a:ext uri="{FF2B5EF4-FFF2-40B4-BE49-F238E27FC236}">
                    <a16:creationId xmlns:a16="http://schemas.microsoft.com/office/drawing/2014/main" id="{D5FB00A8-5F67-2C0C-3B1E-F27CC63E830F}"/>
                  </a:ext>
                </a:extLst>
              </p:cNvPr>
              <p:cNvSpPr/>
              <p:nvPr/>
            </p:nvSpPr>
            <p:spPr>
              <a:xfrm>
                <a:off x="570234" y="2725104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1" name="화살표: 오른쪽 450">
                <a:extLst>
                  <a:ext uri="{FF2B5EF4-FFF2-40B4-BE49-F238E27FC236}">
                    <a16:creationId xmlns:a16="http://schemas.microsoft.com/office/drawing/2014/main" id="{A6B9A7BE-560D-410D-933D-F74E923166B0}"/>
                  </a:ext>
                </a:extLst>
              </p:cNvPr>
              <p:cNvSpPr/>
              <p:nvPr/>
            </p:nvSpPr>
            <p:spPr>
              <a:xfrm>
                <a:off x="1028475" y="2734187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49" name="사다리꼴 448">
              <a:extLst>
                <a:ext uri="{FF2B5EF4-FFF2-40B4-BE49-F238E27FC236}">
                  <a16:creationId xmlns:a16="http://schemas.microsoft.com/office/drawing/2014/main" id="{1692E981-CB4E-D2D0-66B1-75E44FD2D732}"/>
                </a:ext>
              </a:extLst>
            </p:cNvPr>
            <p:cNvSpPr/>
            <p:nvPr/>
          </p:nvSpPr>
          <p:spPr>
            <a:xfrm rot="5400000">
              <a:off x="727757" y="2684957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52" name="사다리꼴 451">
            <a:extLst>
              <a:ext uri="{FF2B5EF4-FFF2-40B4-BE49-F238E27FC236}">
                <a16:creationId xmlns:a16="http://schemas.microsoft.com/office/drawing/2014/main" id="{D8B71239-1D5D-5AC7-F77B-367731F5CF54}"/>
              </a:ext>
            </a:extLst>
          </p:cNvPr>
          <p:cNvSpPr/>
          <p:nvPr/>
        </p:nvSpPr>
        <p:spPr>
          <a:xfrm rot="5400000">
            <a:off x="5120420" y="2269032"/>
            <a:ext cx="284257" cy="244430"/>
          </a:xfrm>
          <a:prstGeom prst="trapezoid">
            <a:avLst>
              <a:gd name="adj" fmla="val 22033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542" name="그룹 541">
            <a:extLst>
              <a:ext uri="{FF2B5EF4-FFF2-40B4-BE49-F238E27FC236}">
                <a16:creationId xmlns:a16="http://schemas.microsoft.com/office/drawing/2014/main" id="{0B7F9863-0FE6-01CA-8650-D5AD6BA81AE9}"/>
              </a:ext>
            </a:extLst>
          </p:cNvPr>
          <p:cNvGrpSpPr/>
          <p:nvPr/>
        </p:nvGrpSpPr>
        <p:grpSpPr>
          <a:xfrm>
            <a:off x="8685781" y="1770590"/>
            <a:ext cx="3549973" cy="1217083"/>
            <a:chOff x="101277" y="1771080"/>
            <a:chExt cx="3549973" cy="1217083"/>
          </a:xfrm>
        </p:grpSpPr>
        <p:sp>
          <p:nvSpPr>
            <p:cNvPr id="543" name="사다리꼴 542">
              <a:extLst>
                <a:ext uri="{FF2B5EF4-FFF2-40B4-BE49-F238E27FC236}">
                  <a16:creationId xmlns:a16="http://schemas.microsoft.com/office/drawing/2014/main" id="{C5B56E8C-8607-BDEF-3FDE-1CD9A6477D76}"/>
                </a:ext>
              </a:extLst>
            </p:cNvPr>
            <p:cNvSpPr/>
            <p:nvPr/>
          </p:nvSpPr>
          <p:spPr>
            <a:xfrm rot="5400000">
              <a:off x="727756" y="1853107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44" name="그룹 543">
              <a:extLst>
                <a:ext uri="{FF2B5EF4-FFF2-40B4-BE49-F238E27FC236}">
                  <a16:creationId xmlns:a16="http://schemas.microsoft.com/office/drawing/2014/main" id="{FD1E4B65-E6E0-CBC1-8A63-E9DB56CE4E20}"/>
                </a:ext>
              </a:extLst>
            </p:cNvPr>
            <p:cNvGrpSpPr/>
            <p:nvPr/>
          </p:nvGrpSpPr>
          <p:grpSpPr>
            <a:xfrm>
              <a:off x="101277" y="1771080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0" name="직사각형 599">
                    <a:extLst>
                      <a:ext uri="{FF2B5EF4-FFF2-40B4-BE49-F238E27FC236}">
                        <a16:creationId xmlns:a16="http://schemas.microsoft.com/office/drawing/2014/main" id="{58B01D3A-80F9-EDEA-0489-346FF31FE14E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0" name="직사각형 599">
                    <a:extLst>
                      <a:ext uri="{FF2B5EF4-FFF2-40B4-BE49-F238E27FC236}">
                        <a16:creationId xmlns:a16="http://schemas.microsoft.com/office/drawing/2014/main" id="{58B01D3A-80F9-EDEA-0489-346FF31FE14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1" name="직사각형 600">
                    <a:extLst>
                      <a:ext uri="{FF2B5EF4-FFF2-40B4-BE49-F238E27FC236}">
                        <a16:creationId xmlns:a16="http://schemas.microsoft.com/office/drawing/2014/main" id="{EDB2187D-E075-EC75-FBF0-756C44B06BBF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1" name="직사각형 600">
                    <a:extLst>
                      <a:ext uri="{FF2B5EF4-FFF2-40B4-BE49-F238E27FC236}">
                        <a16:creationId xmlns:a16="http://schemas.microsoft.com/office/drawing/2014/main" id="{EDB2187D-E075-EC75-FBF0-756C44B06BB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2" name="직사각형 601">
                    <a:extLst>
                      <a:ext uri="{FF2B5EF4-FFF2-40B4-BE49-F238E27FC236}">
                        <a16:creationId xmlns:a16="http://schemas.microsoft.com/office/drawing/2014/main" id="{0DCD597B-E206-8D8B-3C29-8ECD4DFF011B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2" name="직사각형 601">
                    <a:extLst>
                      <a:ext uri="{FF2B5EF4-FFF2-40B4-BE49-F238E27FC236}">
                        <a16:creationId xmlns:a16="http://schemas.microsoft.com/office/drawing/2014/main" id="{0DCD597B-E206-8D8B-3C29-8ECD4DFF011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45" name="그룹 544">
              <a:extLst>
                <a:ext uri="{FF2B5EF4-FFF2-40B4-BE49-F238E27FC236}">
                  <a16:creationId xmlns:a16="http://schemas.microsoft.com/office/drawing/2014/main" id="{58C2F18C-32DE-71A3-F2B9-6FB0824AFCF2}"/>
                </a:ext>
              </a:extLst>
            </p:cNvPr>
            <p:cNvGrpSpPr/>
            <p:nvPr/>
          </p:nvGrpSpPr>
          <p:grpSpPr>
            <a:xfrm>
              <a:off x="577254" y="1892264"/>
              <a:ext cx="602940" cy="153317"/>
              <a:chOff x="577254" y="1892264"/>
              <a:chExt cx="602940" cy="153317"/>
            </a:xfrm>
          </p:grpSpPr>
          <p:sp>
            <p:nvSpPr>
              <p:cNvPr id="598" name="화살표: 오른쪽 597">
                <a:extLst>
                  <a:ext uri="{FF2B5EF4-FFF2-40B4-BE49-F238E27FC236}">
                    <a16:creationId xmlns:a16="http://schemas.microsoft.com/office/drawing/2014/main" id="{8FB25485-7270-865C-EB04-E6058460F4C4}"/>
                  </a:ext>
                </a:extLst>
              </p:cNvPr>
              <p:cNvSpPr/>
              <p:nvPr/>
            </p:nvSpPr>
            <p:spPr>
              <a:xfrm>
                <a:off x="577254" y="1892264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99" name="화살표: 오른쪽 598">
                <a:extLst>
                  <a:ext uri="{FF2B5EF4-FFF2-40B4-BE49-F238E27FC236}">
                    <a16:creationId xmlns:a16="http://schemas.microsoft.com/office/drawing/2014/main" id="{D9F8F41D-D937-36F1-1554-693E9A4C5432}"/>
                  </a:ext>
                </a:extLst>
              </p:cNvPr>
              <p:cNvSpPr/>
              <p:nvPr/>
            </p:nvSpPr>
            <p:spPr>
              <a:xfrm>
                <a:off x="1035495" y="1901347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46" name="그룹 545">
              <a:extLst>
                <a:ext uri="{FF2B5EF4-FFF2-40B4-BE49-F238E27FC236}">
                  <a16:creationId xmlns:a16="http://schemas.microsoft.com/office/drawing/2014/main" id="{55A9B447-022C-360E-C4F0-99CEA4162346}"/>
                </a:ext>
              </a:extLst>
            </p:cNvPr>
            <p:cNvGrpSpPr/>
            <p:nvPr/>
          </p:nvGrpSpPr>
          <p:grpSpPr>
            <a:xfrm>
              <a:off x="1221420" y="1777801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5" name="직사각형 594">
                    <a:extLst>
                      <a:ext uri="{FF2B5EF4-FFF2-40B4-BE49-F238E27FC236}">
                        <a16:creationId xmlns:a16="http://schemas.microsoft.com/office/drawing/2014/main" id="{897BC03B-7F4A-6BCA-3FC3-067D545840A1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5" name="직사각형 594">
                    <a:extLst>
                      <a:ext uri="{FF2B5EF4-FFF2-40B4-BE49-F238E27FC236}">
                        <a16:creationId xmlns:a16="http://schemas.microsoft.com/office/drawing/2014/main" id="{897BC03B-7F4A-6BCA-3FC3-067D545840A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6" name="직사각형 595">
                    <a:extLst>
                      <a:ext uri="{FF2B5EF4-FFF2-40B4-BE49-F238E27FC236}">
                        <a16:creationId xmlns:a16="http://schemas.microsoft.com/office/drawing/2014/main" id="{FC4F4D2D-2BB0-C263-99A3-A0DC529C8826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6" name="직사각형 595">
                    <a:extLst>
                      <a:ext uri="{FF2B5EF4-FFF2-40B4-BE49-F238E27FC236}">
                        <a16:creationId xmlns:a16="http://schemas.microsoft.com/office/drawing/2014/main" id="{FC4F4D2D-2BB0-C263-99A3-A0DC529C882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7" name="직사각형 596">
                    <a:extLst>
                      <a:ext uri="{FF2B5EF4-FFF2-40B4-BE49-F238E27FC236}">
                        <a16:creationId xmlns:a16="http://schemas.microsoft.com/office/drawing/2014/main" id="{A736CAA6-72EA-FF95-1214-102403CC0E81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7" name="직사각형 596">
                    <a:extLst>
                      <a:ext uri="{FF2B5EF4-FFF2-40B4-BE49-F238E27FC236}">
                        <a16:creationId xmlns:a16="http://schemas.microsoft.com/office/drawing/2014/main" id="{A736CAA6-72EA-FF95-1214-102403CC0E8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47" name="그룹 546">
              <a:extLst>
                <a:ext uri="{FF2B5EF4-FFF2-40B4-BE49-F238E27FC236}">
                  <a16:creationId xmlns:a16="http://schemas.microsoft.com/office/drawing/2014/main" id="{16C7CC91-A0B2-32D4-2F75-D21A1111C768}"/>
                </a:ext>
              </a:extLst>
            </p:cNvPr>
            <p:cNvGrpSpPr/>
            <p:nvPr/>
          </p:nvGrpSpPr>
          <p:grpSpPr>
            <a:xfrm>
              <a:off x="2377346" y="1777801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2" name="직사각형 591">
                    <a:extLst>
                      <a:ext uri="{FF2B5EF4-FFF2-40B4-BE49-F238E27FC236}">
                        <a16:creationId xmlns:a16="http://schemas.microsoft.com/office/drawing/2014/main" id="{519C882D-C011-71C4-2256-054012B2770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2" name="직사각형 591">
                    <a:extLst>
                      <a:ext uri="{FF2B5EF4-FFF2-40B4-BE49-F238E27FC236}">
                        <a16:creationId xmlns:a16="http://schemas.microsoft.com/office/drawing/2014/main" id="{519C882D-C011-71C4-2256-054012B2770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3" name="직사각형 592">
                    <a:extLst>
                      <a:ext uri="{FF2B5EF4-FFF2-40B4-BE49-F238E27FC236}">
                        <a16:creationId xmlns:a16="http://schemas.microsoft.com/office/drawing/2014/main" id="{3B324F45-51B2-2197-61C9-A002B2FDA245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3" name="직사각형 592">
                    <a:extLst>
                      <a:ext uri="{FF2B5EF4-FFF2-40B4-BE49-F238E27FC236}">
                        <a16:creationId xmlns:a16="http://schemas.microsoft.com/office/drawing/2014/main" id="{3B324F45-51B2-2197-61C9-A002B2FDA24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4" name="직사각형 593">
                    <a:extLst>
                      <a:ext uri="{FF2B5EF4-FFF2-40B4-BE49-F238E27FC236}">
                        <a16:creationId xmlns:a16="http://schemas.microsoft.com/office/drawing/2014/main" id="{43C3D71A-433B-2432-C653-951FD8CC7B70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4" name="직사각형 593">
                    <a:extLst>
                      <a:ext uri="{FF2B5EF4-FFF2-40B4-BE49-F238E27FC236}">
                        <a16:creationId xmlns:a16="http://schemas.microsoft.com/office/drawing/2014/main" id="{43C3D71A-433B-2432-C653-951FD8CC7B7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48" name="곱하기 기호 547">
              <a:extLst>
                <a:ext uri="{FF2B5EF4-FFF2-40B4-BE49-F238E27FC236}">
                  <a16:creationId xmlns:a16="http://schemas.microsoft.com/office/drawing/2014/main" id="{9954098D-DEB0-3127-9BCB-E3D05E39C393}"/>
                </a:ext>
              </a:extLst>
            </p:cNvPr>
            <p:cNvSpPr/>
            <p:nvPr/>
          </p:nvSpPr>
          <p:spPr>
            <a:xfrm>
              <a:off x="2885600" y="2345559"/>
              <a:ext cx="142592" cy="144079"/>
            </a:xfrm>
            <a:prstGeom prst="mathMultiply">
              <a:avLst/>
            </a:prstGeom>
            <a:solidFill>
              <a:srgbClr val="CC99FF"/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9" name="직사각형 548">
              <a:extLst>
                <a:ext uri="{FF2B5EF4-FFF2-40B4-BE49-F238E27FC236}">
                  <a16:creationId xmlns:a16="http://schemas.microsoft.com/office/drawing/2014/main" id="{054F0074-7784-9493-E70A-BDE7E4E44137}"/>
                </a:ext>
              </a:extLst>
            </p:cNvPr>
            <p:cNvSpPr/>
            <p:nvPr/>
          </p:nvSpPr>
          <p:spPr>
            <a:xfrm>
              <a:off x="3070347" y="2345910"/>
              <a:ext cx="151659" cy="155755"/>
            </a:xfrm>
            <a:prstGeom prst="rect">
              <a:avLst/>
            </a:prstGeom>
            <a:solidFill>
              <a:srgbClr val="CC99FF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550" name="직선 연결선 549">
              <a:extLst>
                <a:ext uri="{FF2B5EF4-FFF2-40B4-BE49-F238E27FC236}">
                  <a16:creationId xmlns:a16="http://schemas.microsoft.com/office/drawing/2014/main" id="{7B61714F-E85C-7ACD-E6FD-A519893DB57D}"/>
                </a:ext>
              </a:extLst>
            </p:cNvPr>
            <p:cNvCxnSpPr>
              <a:cxnSpLocks/>
            </p:cNvCxnSpPr>
            <p:nvPr/>
          </p:nvCxnSpPr>
          <p:spPr>
            <a:xfrm>
              <a:off x="3119334" y="2345911"/>
              <a:ext cx="0" cy="16315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직선 연결선 550">
              <a:extLst>
                <a:ext uri="{FF2B5EF4-FFF2-40B4-BE49-F238E27FC236}">
                  <a16:creationId xmlns:a16="http://schemas.microsoft.com/office/drawing/2014/main" id="{762E1E52-CAC6-1418-CD1C-7BFD1E152B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8192" y="2450632"/>
              <a:ext cx="13374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D8ACD1A0-ED44-3A7F-FD80-6925DB187C2F}"/>
                </a:ext>
              </a:extLst>
            </p:cNvPr>
            <p:cNvSpPr txBox="1"/>
            <p:nvPr/>
          </p:nvSpPr>
          <p:spPr>
            <a:xfrm>
              <a:off x="2687853" y="2582217"/>
              <a:ext cx="96339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3x3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MDS</a:t>
              </a:r>
              <a:r>
                <a:rPr lang="ko-KR" altLang="en-US" sz="1000" dirty="0"/>
                <a:t>행렬</a:t>
              </a:r>
              <a:endParaRPr lang="en-US" altLang="ko-KR" sz="1000" dirty="0"/>
            </a:p>
          </p:txBody>
        </p:sp>
        <p:cxnSp>
          <p:nvCxnSpPr>
            <p:cNvPr id="553" name="직선 연결선 552">
              <a:extLst>
                <a:ext uri="{FF2B5EF4-FFF2-40B4-BE49-F238E27FC236}">
                  <a16:creationId xmlns:a16="http://schemas.microsoft.com/office/drawing/2014/main" id="{9B0FBD64-CE62-4CFB-4B66-EB9383B0DF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7804" y="2405936"/>
              <a:ext cx="13374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4" name="그룹 553">
              <a:extLst>
                <a:ext uri="{FF2B5EF4-FFF2-40B4-BE49-F238E27FC236}">
                  <a16:creationId xmlns:a16="http://schemas.microsoft.com/office/drawing/2014/main" id="{8FD0BE71-64A3-239B-B869-390DF0254C20}"/>
                </a:ext>
              </a:extLst>
            </p:cNvPr>
            <p:cNvGrpSpPr/>
            <p:nvPr/>
          </p:nvGrpSpPr>
          <p:grpSpPr>
            <a:xfrm>
              <a:off x="576730" y="2308684"/>
              <a:ext cx="602940" cy="153317"/>
              <a:chOff x="576730" y="2312609"/>
              <a:chExt cx="602940" cy="153317"/>
            </a:xfrm>
          </p:grpSpPr>
          <p:sp>
            <p:nvSpPr>
              <p:cNvPr id="590" name="화살표: 오른쪽 589">
                <a:extLst>
                  <a:ext uri="{FF2B5EF4-FFF2-40B4-BE49-F238E27FC236}">
                    <a16:creationId xmlns:a16="http://schemas.microsoft.com/office/drawing/2014/main" id="{F22CE37D-D979-8EC7-4919-656535EE14BD}"/>
                  </a:ext>
                </a:extLst>
              </p:cNvPr>
              <p:cNvSpPr/>
              <p:nvPr/>
            </p:nvSpPr>
            <p:spPr>
              <a:xfrm>
                <a:off x="576730" y="2312609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91" name="화살표: 오른쪽 590">
                <a:extLst>
                  <a:ext uri="{FF2B5EF4-FFF2-40B4-BE49-F238E27FC236}">
                    <a16:creationId xmlns:a16="http://schemas.microsoft.com/office/drawing/2014/main" id="{81061AC7-2870-A34B-693B-F57C38D78982}"/>
                  </a:ext>
                </a:extLst>
              </p:cNvPr>
              <p:cNvSpPr/>
              <p:nvPr/>
            </p:nvSpPr>
            <p:spPr>
              <a:xfrm>
                <a:off x="1034971" y="2321692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55" name="그룹 554">
              <a:extLst>
                <a:ext uri="{FF2B5EF4-FFF2-40B4-BE49-F238E27FC236}">
                  <a16:creationId xmlns:a16="http://schemas.microsoft.com/office/drawing/2014/main" id="{3658A11E-4C50-9728-744E-EC52C19EA2EF}"/>
                </a:ext>
              </a:extLst>
            </p:cNvPr>
            <p:cNvGrpSpPr/>
            <p:nvPr/>
          </p:nvGrpSpPr>
          <p:grpSpPr>
            <a:xfrm>
              <a:off x="570234" y="2665043"/>
              <a:ext cx="602940" cy="284257"/>
              <a:chOff x="570234" y="2665043"/>
              <a:chExt cx="602940" cy="284257"/>
            </a:xfrm>
          </p:grpSpPr>
          <p:grpSp>
            <p:nvGrpSpPr>
              <p:cNvPr id="576" name="그룹 575">
                <a:extLst>
                  <a:ext uri="{FF2B5EF4-FFF2-40B4-BE49-F238E27FC236}">
                    <a16:creationId xmlns:a16="http://schemas.microsoft.com/office/drawing/2014/main" id="{025126ED-D54D-EC3C-855B-E3BDED6ACF42}"/>
                  </a:ext>
                </a:extLst>
              </p:cNvPr>
              <p:cNvGrpSpPr/>
              <p:nvPr/>
            </p:nvGrpSpPr>
            <p:grpSpPr>
              <a:xfrm>
                <a:off x="570234" y="2725104"/>
                <a:ext cx="602940" cy="153317"/>
                <a:chOff x="570234" y="2725104"/>
                <a:chExt cx="602940" cy="153317"/>
              </a:xfrm>
            </p:grpSpPr>
            <p:sp>
              <p:nvSpPr>
                <p:cNvPr id="588" name="화살표: 오른쪽 587">
                  <a:extLst>
                    <a:ext uri="{FF2B5EF4-FFF2-40B4-BE49-F238E27FC236}">
                      <a16:creationId xmlns:a16="http://schemas.microsoft.com/office/drawing/2014/main" id="{FD768B96-9C2E-14E5-BFF5-A9A800CB320B}"/>
                    </a:ext>
                  </a:extLst>
                </p:cNvPr>
                <p:cNvSpPr/>
                <p:nvPr/>
              </p:nvSpPr>
              <p:spPr>
                <a:xfrm>
                  <a:off x="570234" y="2725104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9" name="화살표: 오른쪽 588">
                  <a:extLst>
                    <a:ext uri="{FF2B5EF4-FFF2-40B4-BE49-F238E27FC236}">
                      <a16:creationId xmlns:a16="http://schemas.microsoft.com/office/drawing/2014/main" id="{D48AA2A8-B634-B787-62D0-F352B8BF5898}"/>
                    </a:ext>
                  </a:extLst>
                </p:cNvPr>
                <p:cNvSpPr/>
                <p:nvPr/>
              </p:nvSpPr>
              <p:spPr>
                <a:xfrm>
                  <a:off x="1028475" y="2734187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78" name="사다리꼴 577">
                <a:extLst>
                  <a:ext uri="{FF2B5EF4-FFF2-40B4-BE49-F238E27FC236}">
                    <a16:creationId xmlns:a16="http://schemas.microsoft.com/office/drawing/2014/main" id="{C9C5D5CF-25C3-0EA3-107B-DA8893D7EAFC}"/>
                  </a:ext>
                </a:extLst>
              </p:cNvPr>
              <p:cNvSpPr/>
              <p:nvPr/>
            </p:nvSpPr>
            <p:spPr>
              <a:xfrm rot="5400000">
                <a:off x="727757" y="2684957"/>
                <a:ext cx="284257" cy="244430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+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56" name="사다리꼴 555">
              <a:extLst>
                <a:ext uri="{FF2B5EF4-FFF2-40B4-BE49-F238E27FC236}">
                  <a16:creationId xmlns:a16="http://schemas.microsoft.com/office/drawing/2014/main" id="{BED70FD6-E175-D686-FDEF-F36E44A8198D}"/>
                </a:ext>
              </a:extLst>
            </p:cNvPr>
            <p:cNvSpPr/>
            <p:nvPr/>
          </p:nvSpPr>
          <p:spPr>
            <a:xfrm rot="5400000">
              <a:off x="733880" y="2269032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57" name="그룹 556">
              <a:extLst>
                <a:ext uri="{FF2B5EF4-FFF2-40B4-BE49-F238E27FC236}">
                  <a16:creationId xmlns:a16="http://schemas.microsoft.com/office/drawing/2014/main" id="{DBB6FA18-BBCC-716E-8E0F-9B413004A8C0}"/>
                </a:ext>
              </a:extLst>
            </p:cNvPr>
            <p:cNvGrpSpPr/>
            <p:nvPr/>
          </p:nvGrpSpPr>
          <p:grpSpPr>
            <a:xfrm>
              <a:off x="1700401" y="1842612"/>
              <a:ext cx="652839" cy="1121739"/>
              <a:chOff x="1700401" y="1842612"/>
              <a:chExt cx="652839" cy="1121739"/>
            </a:xfrm>
          </p:grpSpPr>
          <p:grpSp>
            <p:nvGrpSpPr>
              <p:cNvPr id="558" name="그룹 557">
                <a:extLst>
                  <a:ext uri="{FF2B5EF4-FFF2-40B4-BE49-F238E27FC236}">
                    <a16:creationId xmlns:a16="http://schemas.microsoft.com/office/drawing/2014/main" id="{98941448-BE9F-160F-108D-CF4FD354377D}"/>
                  </a:ext>
                </a:extLst>
              </p:cNvPr>
              <p:cNvGrpSpPr/>
              <p:nvPr/>
            </p:nvGrpSpPr>
            <p:grpSpPr>
              <a:xfrm>
                <a:off x="1709932" y="1842612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571" name="그룹 570">
                  <a:extLst>
                    <a:ext uri="{FF2B5EF4-FFF2-40B4-BE49-F238E27FC236}">
                      <a16:creationId xmlns:a16="http://schemas.microsoft.com/office/drawing/2014/main" id="{6B71EB73-51B5-4670-0DF2-CCCEE5ACACDE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574" name="직사각형 573">
                    <a:extLst>
                      <a:ext uri="{FF2B5EF4-FFF2-40B4-BE49-F238E27FC236}">
                        <a16:creationId xmlns:a16="http://schemas.microsoft.com/office/drawing/2014/main" id="{DF5FB31B-38A8-1F13-ED85-5468D276AC78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5" name="직사각형 574">
                    <a:extLst>
                      <a:ext uri="{FF2B5EF4-FFF2-40B4-BE49-F238E27FC236}">
                        <a16:creationId xmlns:a16="http://schemas.microsoft.com/office/drawing/2014/main" id="{DB62E380-2C3A-628C-66A5-E510048C2174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72" name="화살표: 오른쪽 571">
                  <a:extLst>
                    <a:ext uri="{FF2B5EF4-FFF2-40B4-BE49-F238E27FC236}">
                      <a16:creationId xmlns:a16="http://schemas.microsoft.com/office/drawing/2014/main" id="{DB1241EE-0D1E-477C-0CB6-9C39DA497F0B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73" name="화살표: 오른쪽 572">
                  <a:extLst>
                    <a:ext uri="{FF2B5EF4-FFF2-40B4-BE49-F238E27FC236}">
                      <a16:creationId xmlns:a16="http://schemas.microsoft.com/office/drawing/2014/main" id="{8DF72873-B335-18F9-8797-DC6F496E422F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59" name="그룹 558">
                <a:extLst>
                  <a:ext uri="{FF2B5EF4-FFF2-40B4-BE49-F238E27FC236}">
                    <a16:creationId xmlns:a16="http://schemas.microsoft.com/office/drawing/2014/main" id="{9F62F646-F777-3B1F-B05B-57CDF1D96869}"/>
                  </a:ext>
                </a:extLst>
              </p:cNvPr>
              <p:cNvGrpSpPr/>
              <p:nvPr/>
            </p:nvGrpSpPr>
            <p:grpSpPr>
              <a:xfrm>
                <a:off x="1700401" y="2703780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566" name="그룹 565">
                  <a:extLst>
                    <a:ext uri="{FF2B5EF4-FFF2-40B4-BE49-F238E27FC236}">
                      <a16:creationId xmlns:a16="http://schemas.microsoft.com/office/drawing/2014/main" id="{7CF0BF0D-1418-334E-5DC1-3A63D42A8B07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569" name="직사각형 568">
                    <a:extLst>
                      <a:ext uri="{FF2B5EF4-FFF2-40B4-BE49-F238E27FC236}">
                        <a16:creationId xmlns:a16="http://schemas.microsoft.com/office/drawing/2014/main" id="{DD3E8317-C3B6-8F7F-7C81-7CA151AE8C84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0" name="직사각형 569">
                    <a:extLst>
                      <a:ext uri="{FF2B5EF4-FFF2-40B4-BE49-F238E27FC236}">
                        <a16:creationId xmlns:a16="http://schemas.microsoft.com/office/drawing/2014/main" id="{543AA0AC-5C7D-EB5B-52B3-BFF78F012694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67" name="화살표: 오른쪽 566">
                  <a:extLst>
                    <a:ext uri="{FF2B5EF4-FFF2-40B4-BE49-F238E27FC236}">
                      <a16:creationId xmlns:a16="http://schemas.microsoft.com/office/drawing/2014/main" id="{105C56A4-B194-2A90-B479-5B7A2474A4DC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8" name="화살표: 오른쪽 567">
                  <a:extLst>
                    <a:ext uri="{FF2B5EF4-FFF2-40B4-BE49-F238E27FC236}">
                      <a16:creationId xmlns:a16="http://schemas.microsoft.com/office/drawing/2014/main" id="{50C9215A-37FA-A321-3683-BAEBBDE23732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60" name="그룹 559">
                <a:extLst>
                  <a:ext uri="{FF2B5EF4-FFF2-40B4-BE49-F238E27FC236}">
                    <a16:creationId xmlns:a16="http://schemas.microsoft.com/office/drawing/2014/main" id="{2DD91ECD-2499-DF47-46A4-5564AEF82838}"/>
                  </a:ext>
                </a:extLst>
              </p:cNvPr>
              <p:cNvGrpSpPr/>
              <p:nvPr/>
            </p:nvGrpSpPr>
            <p:grpSpPr>
              <a:xfrm>
                <a:off x="1700401" y="2262744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561" name="그룹 560">
                  <a:extLst>
                    <a:ext uri="{FF2B5EF4-FFF2-40B4-BE49-F238E27FC236}">
                      <a16:creationId xmlns:a16="http://schemas.microsoft.com/office/drawing/2014/main" id="{A3FEC117-3406-0B88-3268-920A37412481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564" name="직사각형 563">
                    <a:extLst>
                      <a:ext uri="{FF2B5EF4-FFF2-40B4-BE49-F238E27FC236}">
                        <a16:creationId xmlns:a16="http://schemas.microsoft.com/office/drawing/2014/main" id="{5D866364-9E0E-935F-7F3F-CBB79B5E97FF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5" name="직사각형 564">
                    <a:extLst>
                      <a:ext uri="{FF2B5EF4-FFF2-40B4-BE49-F238E27FC236}">
                        <a16:creationId xmlns:a16="http://schemas.microsoft.com/office/drawing/2014/main" id="{9036D619-786F-0F7A-2CFC-84BE5880F5C5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62" name="화살표: 오른쪽 561">
                  <a:extLst>
                    <a:ext uri="{FF2B5EF4-FFF2-40B4-BE49-F238E27FC236}">
                      <a16:creationId xmlns:a16="http://schemas.microsoft.com/office/drawing/2014/main" id="{7ED124B9-7385-1260-EC58-DB699D16F1D2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3" name="화살표: 오른쪽 562">
                  <a:extLst>
                    <a:ext uri="{FF2B5EF4-FFF2-40B4-BE49-F238E27FC236}">
                      <a16:creationId xmlns:a16="http://schemas.microsoft.com/office/drawing/2014/main" id="{61F89850-4B25-9C53-7506-A32AA8C1DD8B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sp>
        <p:nvSpPr>
          <p:cNvPr id="612" name="사각형: 둥근 모서리 611">
            <a:extLst>
              <a:ext uri="{FF2B5EF4-FFF2-40B4-BE49-F238E27FC236}">
                <a16:creationId xmlns:a16="http://schemas.microsoft.com/office/drawing/2014/main" id="{4A1BEC5F-75EE-25B5-AEDB-5A903C069177}"/>
              </a:ext>
            </a:extLst>
          </p:cNvPr>
          <p:cNvSpPr/>
          <p:nvPr/>
        </p:nvSpPr>
        <p:spPr>
          <a:xfrm>
            <a:off x="5666636" y="4736436"/>
            <a:ext cx="1730932" cy="135412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i="1" dirty="0">
                <a:solidFill>
                  <a:srgbClr val="0066CC"/>
                </a:solidFill>
              </a:rPr>
              <a:t>POSEIDON</a:t>
            </a:r>
            <a:r>
              <a:rPr lang="el-GR" altLang="ko-KR" i="1" baseline="30000" dirty="0">
                <a:solidFill>
                  <a:srgbClr val="0066CC"/>
                </a:solidFill>
              </a:rPr>
              <a:t>π</a:t>
            </a:r>
            <a:endParaRPr lang="en-US" altLang="ko-KR" b="1" i="1" baseline="30000" dirty="0">
              <a:solidFill>
                <a:srgbClr val="0066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314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06B90-96ED-C727-3775-D3A31D458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E7CD3-2E28-965F-3A6A-19D784A58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Poseidon-128</a:t>
            </a:r>
            <a:r>
              <a:rPr lang="ko-KR" altLang="en-US" dirty="0"/>
              <a:t>의 </a:t>
            </a:r>
            <a:r>
              <a:rPr lang="en-US" altLang="ko-KR" dirty="0"/>
              <a:t>R1CS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41C863-C4B1-8F0A-15D9-BDC5BC64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 dirty="0"/>
          </a:p>
        </p:txBody>
      </p:sp>
      <p:grpSp>
        <p:nvGrpSpPr>
          <p:cNvPr id="412" name="그룹 411">
            <a:extLst>
              <a:ext uri="{FF2B5EF4-FFF2-40B4-BE49-F238E27FC236}">
                <a16:creationId xmlns:a16="http://schemas.microsoft.com/office/drawing/2014/main" id="{DBE8085A-2A2F-9480-6E45-7A2CD1BEF374}"/>
              </a:ext>
            </a:extLst>
          </p:cNvPr>
          <p:cNvGrpSpPr/>
          <p:nvPr/>
        </p:nvGrpSpPr>
        <p:grpSpPr>
          <a:xfrm>
            <a:off x="896356" y="2051621"/>
            <a:ext cx="406664" cy="542989"/>
            <a:chOff x="5917473" y="4950823"/>
            <a:chExt cx="418013" cy="431074"/>
          </a:xfrm>
        </p:grpSpPr>
        <p:sp>
          <p:nvSpPr>
            <p:cNvPr id="415" name="직사각형 414">
              <a:extLst>
                <a:ext uri="{FF2B5EF4-FFF2-40B4-BE49-F238E27FC236}">
                  <a16:creationId xmlns:a16="http://schemas.microsoft.com/office/drawing/2014/main" id="{1DADD3DD-6C67-7003-7F8D-EFD2DB50E1EC}"/>
                </a:ext>
              </a:extLst>
            </p:cNvPr>
            <p:cNvSpPr/>
            <p:nvPr/>
          </p:nvSpPr>
          <p:spPr>
            <a:xfrm>
              <a:off x="5917473" y="4950823"/>
              <a:ext cx="418013" cy="43107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6" name="직사각형 415">
              <a:extLst>
                <a:ext uri="{FF2B5EF4-FFF2-40B4-BE49-F238E27FC236}">
                  <a16:creationId xmlns:a16="http://schemas.microsoft.com/office/drawing/2014/main" id="{DAAEAC55-19E7-30CE-9576-5EB447362A3D}"/>
                </a:ext>
              </a:extLst>
            </p:cNvPr>
            <p:cNvSpPr/>
            <p:nvPr/>
          </p:nvSpPr>
          <p:spPr>
            <a:xfrm>
              <a:off x="5982788" y="5011656"/>
              <a:ext cx="295667" cy="30718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291BBC9-FCB5-9BF2-3AE7-3F5194D6B173}"/>
                  </a:ext>
                </a:extLst>
              </p:cNvPr>
              <p:cNvSpPr txBox="1"/>
              <p:nvPr/>
            </p:nvSpPr>
            <p:spPr>
              <a:xfrm>
                <a:off x="1764030" y="2004601"/>
                <a:ext cx="9160412" cy="22822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b="1" dirty="0"/>
                  <a:t>Posieodn-128</a:t>
                </a:r>
                <a:r>
                  <a:rPr lang="ko-KR" altLang="en-US" sz="1600" b="1" dirty="0"/>
                  <a:t>의</a:t>
                </a:r>
                <a:r>
                  <a:rPr lang="en-US" altLang="ko-KR" sz="1600" b="1" dirty="0"/>
                  <a:t> S-Box 1</a:t>
                </a:r>
                <a:r>
                  <a:rPr lang="ko-KR" altLang="en-US" sz="1600" b="1" dirty="0"/>
                  <a:t>개 당 발생하는 </a:t>
                </a:r>
                <a:r>
                  <a:rPr lang="en-US" altLang="ko-KR" sz="1600" b="1" dirty="0"/>
                  <a:t>R1CS = 3</a:t>
                </a:r>
                <a:endParaRPr lang="en-US" altLang="ko-KR" sz="1400" b="1" i="1" dirty="0">
                  <a:latin typeface="Cambria Math" panose="02040503050406030204" pitchFamily="18" charset="0"/>
                </a:endParaRPr>
              </a:p>
              <a:p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S-Box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US" altLang="ko-KR" sz="1400" dirty="0"/>
              </a:p>
              <a:p>
                <a:endParaRPr lang="en-US" altLang="ko-KR" sz="1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ko-KR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400" dirty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sSup>
                      <m:sSupPr>
                        <m:ctrlP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400" dirty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altLang="ko-KR" sz="140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r>
                  <a:rPr lang="en-US" altLang="ko-KR" sz="1400" dirty="0"/>
                  <a:t>3</a:t>
                </a:r>
                <a:r>
                  <a:rPr lang="ko-KR" altLang="en-US" sz="1400" dirty="0"/>
                  <a:t>개의 곱셈 식 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291BBC9-FCB5-9BF2-3AE7-3F5194D6B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030" y="2004601"/>
                <a:ext cx="9160412" cy="2282291"/>
              </a:xfrm>
              <a:prstGeom prst="rect">
                <a:avLst/>
              </a:prstGeom>
              <a:blipFill>
                <a:blip r:embed="rId3"/>
                <a:stretch>
                  <a:fillRect l="-333" t="-10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7535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CC129-F360-9048-7BC3-FF7CCF682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727930-E709-9E72-B532-D1521C6B5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Poseidon-128</a:t>
            </a:r>
            <a:r>
              <a:rPr lang="ko-KR" altLang="en-US" dirty="0"/>
              <a:t>의 </a:t>
            </a:r>
            <a:r>
              <a:rPr lang="en-US" altLang="ko-KR" dirty="0"/>
              <a:t>R1CS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C918DD-5662-6308-193F-8656B1724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F99315D-14FF-1AB5-185A-E568A2472D12}"/>
              </a:ext>
            </a:extLst>
          </p:cNvPr>
          <p:cNvGrpSpPr/>
          <p:nvPr/>
        </p:nvGrpSpPr>
        <p:grpSpPr>
          <a:xfrm>
            <a:off x="593992" y="1788206"/>
            <a:ext cx="3549973" cy="1779369"/>
            <a:chOff x="101277" y="1771080"/>
            <a:chExt cx="3549973" cy="1779369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64E68A35-EA8F-A107-9823-8AEA9B6CFED8}"/>
                </a:ext>
              </a:extLst>
            </p:cNvPr>
            <p:cNvSpPr txBox="1"/>
            <p:nvPr/>
          </p:nvSpPr>
          <p:spPr>
            <a:xfrm>
              <a:off x="1299539" y="3288839"/>
              <a:ext cx="11534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8</a:t>
              </a:r>
              <a:r>
                <a:rPr lang="ko-KR" altLang="en-US" sz="1100" dirty="0"/>
                <a:t>번의 </a:t>
              </a:r>
              <a:r>
                <a:rPr lang="en-US" altLang="ko-KR" sz="1100" dirty="0"/>
                <a:t>full round</a:t>
              </a:r>
            </a:p>
          </p:txBody>
        </p:sp>
        <p:grpSp>
          <p:nvGrpSpPr>
            <p:cNvPr id="541" name="그룹 540">
              <a:extLst>
                <a:ext uri="{FF2B5EF4-FFF2-40B4-BE49-F238E27FC236}">
                  <a16:creationId xmlns:a16="http://schemas.microsoft.com/office/drawing/2014/main" id="{9368C468-EF8C-55F3-36FF-185D69A95DC1}"/>
                </a:ext>
              </a:extLst>
            </p:cNvPr>
            <p:cNvGrpSpPr/>
            <p:nvPr/>
          </p:nvGrpSpPr>
          <p:grpSpPr>
            <a:xfrm>
              <a:off x="101277" y="1771080"/>
              <a:ext cx="3549973" cy="1217083"/>
              <a:chOff x="101277" y="1771080"/>
              <a:chExt cx="3549973" cy="1217083"/>
            </a:xfrm>
          </p:grpSpPr>
          <p:sp>
            <p:nvSpPr>
              <p:cNvPr id="468" name="사다리꼴 467">
                <a:extLst>
                  <a:ext uri="{FF2B5EF4-FFF2-40B4-BE49-F238E27FC236}">
                    <a16:creationId xmlns:a16="http://schemas.microsoft.com/office/drawing/2014/main" id="{3148EDA9-6DF5-8B85-7D58-7164DB3C22E8}"/>
                  </a:ext>
                </a:extLst>
              </p:cNvPr>
              <p:cNvSpPr/>
              <p:nvPr/>
            </p:nvSpPr>
            <p:spPr>
              <a:xfrm rot="5400000">
                <a:off x="727756" y="1853107"/>
                <a:ext cx="284257" cy="244430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+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83AAF5A9-760F-931F-161E-3C064974C18F}"/>
                  </a:ext>
                </a:extLst>
              </p:cNvPr>
              <p:cNvGrpSpPr/>
              <p:nvPr/>
            </p:nvGrpSpPr>
            <p:grpSpPr>
              <a:xfrm>
                <a:off x="101277" y="1771080"/>
                <a:ext cx="431450" cy="1210362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3" name="직사각형 72">
                      <a:extLst>
                        <a:ext uri="{FF2B5EF4-FFF2-40B4-BE49-F238E27FC236}">
                          <a16:creationId xmlns:a16="http://schemas.microsoft.com/office/drawing/2014/main" id="{990750B2-9D6F-23F3-2747-E284F36BD6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3" name="직사각형 72">
                      <a:extLst>
                        <a:ext uri="{FF2B5EF4-FFF2-40B4-BE49-F238E27FC236}">
                          <a16:creationId xmlns:a16="http://schemas.microsoft.com/office/drawing/2014/main" id="{04EB813C-EF95-66B8-A0F1-35D6B27E486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직사각형 74">
                      <a:extLst>
                        <a:ext uri="{FF2B5EF4-FFF2-40B4-BE49-F238E27FC236}">
                          <a16:creationId xmlns:a16="http://schemas.microsoft.com/office/drawing/2014/main" id="{C10C103B-605E-D6E2-0D1D-AE54819C98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5" name="직사각형 74">
                      <a:extLst>
                        <a:ext uri="{FF2B5EF4-FFF2-40B4-BE49-F238E27FC236}">
                          <a16:creationId xmlns:a16="http://schemas.microsoft.com/office/drawing/2014/main" id="{5CC63EF1-921A-3743-EDA7-4742C137721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b="-1639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0" name="직사각형 99">
                      <a:extLst>
                        <a:ext uri="{FF2B5EF4-FFF2-40B4-BE49-F238E27FC236}">
                          <a16:creationId xmlns:a16="http://schemas.microsoft.com/office/drawing/2014/main" id="{045B0D83-68DF-BFB9-7E94-D4E9C07A70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00" name="직사각형 99">
                      <a:extLst>
                        <a:ext uri="{FF2B5EF4-FFF2-40B4-BE49-F238E27FC236}">
                          <a16:creationId xmlns:a16="http://schemas.microsoft.com/office/drawing/2014/main" id="{3F7D76FF-4A31-178E-FE45-6D9F3C0EEEC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8382EEF7-EC1F-2C21-5BAD-022A7C4994D5}"/>
                  </a:ext>
                </a:extLst>
              </p:cNvPr>
              <p:cNvGrpSpPr/>
              <p:nvPr/>
            </p:nvGrpSpPr>
            <p:grpSpPr>
              <a:xfrm>
                <a:off x="577254" y="1892264"/>
                <a:ext cx="602940" cy="153317"/>
                <a:chOff x="577254" y="1892264"/>
                <a:chExt cx="602940" cy="153317"/>
              </a:xfrm>
            </p:grpSpPr>
            <p:sp>
              <p:nvSpPr>
                <p:cNvPr id="105" name="화살표: 오른쪽 104">
                  <a:extLst>
                    <a:ext uri="{FF2B5EF4-FFF2-40B4-BE49-F238E27FC236}">
                      <a16:creationId xmlns:a16="http://schemas.microsoft.com/office/drawing/2014/main" id="{DAFAB445-5BCD-A06A-2308-BB2DD5CF7089}"/>
                    </a:ext>
                  </a:extLst>
                </p:cNvPr>
                <p:cNvSpPr/>
                <p:nvPr/>
              </p:nvSpPr>
              <p:spPr>
                <a:xfrm>
                  <a:off x="577254" y="1892264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화살표: 오른쪽 121">
                  <a:extLst>
                    <a:ext uri="{FF2B5EF4-FFF2-40B4-BE49-F238E27FC236}">
                      <a16:creationId xmlns:a16="http://schemas.microsoft.com/office/drawing/2014/main" id="{581E1EBF-D8A9-28E8-B099-0B8A32991E39}"/>
                    </a:ext>
                  </a:extLst>
                </p:cNvPr>
                <p:cNvSpPr/>
                <p:nvPr/>
              </p:nvSpPr>
              <p:spPr>
                <a:xfrm>
                  <a:off x="1035495" y="1901347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4" name="그룹 123">
                <a:extLst>
                  <a:ext uri="{FF2B5EF4-FFF2-40B4-BE49-F238E27FC236}">
                    <a16:creationId xmlns:a16="http://schemas.microsoft.com/office/drawing/2014/main" id="{2F586ED6-6F6E-2435-C260-70B2CC571D47}"/>
                  </a:ext>
                </a:extLst>
              </p:cNvPr>
              <p:cNvGrpSpPr/>
              <p:nvPr/>
            </p:nvGrpSpPr>
            <p:grpSpPr>
              <a:xfrm>
                <a:off x="1221420" y="1777801"/>
                <a:ext cx="431450" cy="1210362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5" name="직사각형 124">
                      <a:extLst>
                        <a:ext uri="{FF2B5EF4-FFF2-40B4-BE49-F238E27FC236}">
                          <a16:creationId xmlns:a16="http://schemas.microsoft.com/office/drawing/2014/main" id="{E0423805-9A30-7C69-0509-0E039C43DB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25" name="직사각형 124">
                      <a:extLst>
                        <a:ext uri="{FF2B5EF4-FFF2-40B4-BE49-F238E27FC236}">
                          <a16:creationId xmlns:a16="http://schemas.microsoft.com/office/drawing/2014/main" id="{B7C092C9-5776-E3BC-D307-8C1FA0F8F42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6" name="직사각형 125">
                      <a:extLst>
                        <a:ext uri="{FF2B5EF4-FFF2-40B4-BE49-F238E27FC236}">
                          <a16:creationId xmlns:a16="http://schemas.microsoft.com/office/drawing/2014/main" id="{B1CFE88E-333E-144F-135A-4177E9B477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26" name="직사각형 125">
                      <a:extLst>
                        <a:ext uri="{FF2B5EF4-FFF2-40B4-BE49-F238E27FC236}">
                          <a16:creationId xmlns:a16="http://schemas.microsoft.com/office/drawing/2014/main" id="{493B002A-1AE5-8DC4-C89A-EB7245FDECA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b="-1639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7" name="직사각형 126">
                      <a:extLst>
                        <a:ext uri="{FF2B5EF4-FFF2-40B4-BE49-F238E27FC236}">
                          <a16:creationId xmlns:a16="http://schemas.microsoft.com/office/drawing/2014/main" id="{889612C1-96E3-C582-46CD-E90C9C3FF5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27" name="직사각형 126">
                      <a:extLst>
                        <a:ext uri="{FF2B5EF4-FFF2-40B4-BE49-F238E27FC236}">
                          <a16:creationId xmlns:a16="http://schemas.microsoft.com/office/drawing/2014/main" id="{6CD2BC4C-EEAB-1A50-6786-0B089868639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06" name="그룹 205">
                <a:extLst>
                  <a:ext uri="{FF2B5EF4-FFF2-40B4-BE49-F238E27FC236}">
                    <a16:creationId xmlns:a16="http://schemas.microsoft.com/office/drawing/2014/main" id="{07CA7C4D-E640-C438-D906-43AF3BC21A11}"/>
                  </a:ext>
                </a:extLst>
              </p:cNvPr>
              <p:cNvGrpSpPr/>
              <p:nvPr/>
            </p:nvGrpSpPr>
            <p:grpSpPr>
              <a:xfrm>
                <a:off x="2377346" y="1777801"/>
                <a:ext cx="431450" cy="1210362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7" name="직사각형 206">
                      <a:extLst>
                        <a:ext uri="{FF2B5EF4-FFF2-40B4-BE49-F238E27FC236}">
                          <a16:creationId xmlns:a16="http://schemas.microsoft.com/office/drawing/2014/main" id="{11566284-EBB8-F9C6-5103-4288BBBE29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07" name="직사각형 206">
                      <a:extLst>
                        <a:ext uri="{FF2B5EF4-FFF2-40B4-BE49-F238E27FC236}">
                          <a16:creationId xmlns:a16="http://schemas.microsoft.com/office/drawing/2014/main" id="{F4384D62-E48D-9727-D25D-A4ADD88CBC0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8" name="직사각형 207">
                      <a:extLst>
                        <a:ext uri="{FF2B5EF4-FFF2-40B4-BE49-F238E27FC236}">
                          <a16:creationId xmlns:a16="http://schemas.microsoft.com/office/drawing/2014/main" id="{74D0A5D1-9D9D-1938-6699-1FABB555A8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08" name="직사각형 207">
                      <a:extLst>
                        <a:ext uri="{FF2B5EF4-FFF2-40B4-BE49-F238E27FC236}">
                          <a16:creationId xmlns:a16="http://schemas.microsoft.com/office/drawing/2014/main" id="{C2F7F317-B8FE-7C25-2422-442A0CB3B9C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b="-1639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9" name="직사각형 208">
                      <a:extLst>
                        <a:ext uri="{FF2B5EF4-FFF2-40B4-BE49-F238E27FC236}">
                          <a16:creationId xmlns:a16="http://schemas.microsoft.com/office/drawing/2014/main" id="{9100E499-56D4-492F-74A2-4087C15711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09" name="직사각형 208">
                      <a:extLst>
                        <a:ext uri="{FF2B5EF4-FFF2-40B4-BE49-F238E27FC236}">
                          <a16:creationId xmlns:a16="http://schemas.microsoft.com/office/drawing/2014/main" id="{7B9C2BF0-9329-2985-7BDA-B5D9ED74822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24" name="곱하기 기호 223">
                <a:extLst>
                  <a:ext uri="{FF2B5EF4-FFF2-40B4-BE49-F238E27FC236}">
                    <a16:creationId xmlns:a16="http://schemas.microsoft.com/office/drawing/2014/main" id="{7E09EB52-46F7-1CC2-3115-B89E6D923AA0}"/>
                  </a:ext>
                </a:extLst>
              </p:cNvPr>
              <p:cNvSpPr/>
              <p:nvPr/>
            </p:nvSpPr>
            <p:spPr>
              <a:xfrm>
                <a:off x="2885600" y="2345559"/>
                <a:ext cx="142592" cy="144079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4" name="직사각형 233">
                <a:extLst>
                  <a:ext uri="{FF2B5EF4-FFF2-40B4-BE49-F238E27FC236}">
                    <a16:creationId xmlns:a16="http://schemas.microsoft.com/office/drawing/2014/main" id="{49FE8C59-2D2C-BC9C-FD9C-B604513DFB7A}"/>
                  </a:ext>
                </a:extLst>
              </p:cNvPr>
              <p:cNvSpPr/>
              <p:nvPr/>
            </p:nvSpPr>
            <p:spPr>
              <a:xfrm>
                <a:off x="3070347" y="2345910"/>
                <a:ext cx="151659" cy="155755"/>
              </a:xfrm>
              <a:prstGeom prst="rect">
                <a:avLst/>
              </a:prstGeom>
              <a:solidFill>
                <a:srgbClr val="CC99FF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39" name="직선 연결선 238">
                <a:extLst>
                  <a:ext uri="{FF2B5EF4-FFF2-40B4-BE49-F238E27FC236}">
                    <a16:creationId xmlns:a16="http://schemas.microsoft.com/office/drawing/2014/main" id="{AFFF146D-2D09-26DE-F029-8230C57106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9334" y="2345911"/>
                <a:ext cx="0" cy="16315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직선 연결선 229">
                <a:extLst>
                  <a:ext uri="{FF2B5EF4-FFF2-40B4-BE49-F238E27FC236}">
                    <a16:creationId xmlns:a16="http://schemas.microsoft.com/office/drawing/2014/main" id="{8F53F1E7-8AD7-9784-3B62-4E20E29E08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78192" y="2450632"/>
                <a:ext cx="133746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33E197F4-7885-E80A-24FC-E5A746079C4C}"/>
                  </a:ext>
                </a:extLst>
              </p:cNvPr>
              <p:cNvSpPr txBox="1"/>
              <p:nvPr/>
            </p:nvSpPr>
            <p:spPr>
              <a:xfrm>
                <a:off x="2687853" y="2582217"/>
                <a:ext cx="96339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/>
                  <a:t>3x3</a:t>
                </a:r>
                <a:r>
                  <a:rPr lang="ko-KR" altLang="en-US" sz="1000" dirty="0"/>
                  <a:t> </a:t>
                </a:r>
                <a:r>
                  <a:rPr lang="en-US" altLang="ko-KR" sz="1000" dirty="0"/>
                  <a:t>MDS</a:t>
                </a:r>
                <a:r>
                  <a:rPr lang="ko-KR" altLang="en-US" sz="1000" dirty="0"/>
                  <a:t>행렬</a:t>
                </a:r>
                <a:endParaRPr lang="en-US" altLang="ko-KR" sz="1000" dirty="0"/>
              </a:p>
            </p:txBody>
          </p:sp>
          <p:cxnSp>
            <p:nvCxnSpPr>
              <p:cNvPr id="248" name="직선 연결선 247">
                <a:extLst>
                  <a:ext uri="{FF2B5EF4-FFF2-40B4-BE49-F238E27FC236}">
                    <a16:creationId xmlns:a16="http://schemas.microsoft.com/office/drawing/2014/main" id="{2B8B4A9E-8C98-9A0C-F56D-613E9B0388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77804" y="2405936"/>
                <a:ext cx="133746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B987B823-992C-3D36-83C0-12F4DC0CBB69}"/>
                  </a:ext>
                </a:extLst>
              </p:cNvPr>
              <p:cNvGrpSpPr/>
              <p:nvPr/>
            </p:nvGrpSpPr>
            <p:grpSpPr>
              <a:xfrm>
                <a:off x="576730" y="2308684"/>
                <a:ext cx="602940" cy="153317"/>
                <a:chOff x="576730" y="2312609"/>
                <a:chExt cx="602940" cy="153317"/>
              </a:xfrm>
            </p:grpSpPr>
            <p:sp>
              <p:nvSpPr>
                <p:cNvPr id="3" name="화살표: 오른쪽 2">
                  <a:extLst>
                    <a:ext uri="{FF2B5EF4-FFF2-40B4-BE49-F238E27FC236}">
                      <a16:creationId xmlns:a16="http://schemas.microsoft.com/office/drawing/2014/main" id="{1A30536D-5F7D-9987-513A-F56EC16B27B2}"/>
                    </a:ext>
                  </a:extLst>
                </p:cNvPr>
                <p:cNvSpPr/>
                <p:nvPr/>
              </p:nvSpPr>
              <p:spPr>
                <a:xfrm>
                  <a:off x="576730" y="2312609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" name="화살표: 오른쪽 4">
                  <a:extLst>
                    <a:ext uri="{FF2B5EF4-FFF2-40B4-BE49-F238E27FC236}">
                      <a16:creationId xmlns:a16="http://schemas.microsoft.com/office/drawing/2014/main" id="{6A6ADADC-1B31-E776-9CAD-FFA475A986B3}"/>
                    </a:ext>
                  </a:extLst>
                </p:cNvPr>
                <p:cNvSpPr/>
                <p:nvPr/>
              </p:nvSpPr>
              <p:spPr>
                <a:xfrm>
                  <a:off x="1034971" y="2321692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2650B3D7-AB31-079E-622C-75F289CD0A95}"/>
                  </a:ext>
                </a:extLst>
              </p:cNvPr>
              <p:cNvGrpSpPr/>
              <p:nvPr/>
            </p:nvGrpSpPr>
            <p:grpSpPr>
              <a:xfrm>
                <a:off x="570234" y="2665043"/>
                <a:ext cx="602940" cy="284257"/>
                <a:chOff x="570234" y="2665043"/>
                <a:chExt cx="602940" cy="284257"/>
              </a:xfrm>
            </p:grpSpPr>
            <p:grpSp>
              <p:nvGrpSpPr>
                <p:cNvPr id="8" name="그룹 7">
                  <a:extLst>
                    <a:ext uri="{FF2B5EF4-FFF2-40B4-BE49-F238E27FC236}">
                      <a16:creationId xmlns:a16="http://schemas.microsoft.com/office/drawing/2014/main" id="{07F0C9E1-BC47-2A14-73A4-B9E3DDAC59A4}"/>
                    </a:ext>
                  </a:extLst>
                </p:cNvPr>
                <p:cNvGrpSpPr/>
                <p:nvPr/>
              </p:nvGrpSpPr>
              <p:grpSpPr>
                <a:xfrm>
                  <a:off x="570234" y="2725104"/>
                  <a:ext cx="602940" cy="153317"/>
                  <a:chOff x="570234" y="2725104"/>
                  <a:chExt cx="602940" cy="153317"/>
                </a:xfrm>
              </p:grpSpPr>
              <p:sp>
                <p:nvSpPr>
                  <p:cNvPr id="106" name="화살표: 오른쪽 105">
                    <a:extLst>
                      <a:ext uri="{FF2B5EF4-FFF2-40B4-BE49-F238E27FC236}">
                        <a16:creationId xmlns:a16="http://schemas.microsoft.com/office/drawing/2014/main" id="{390A75D2-DD06-6E68-AE6B-08B9D222DD10}"/>
                      </a:ext>
                    </a:extLst>
                  </p:cNvPr>
                  <p:cNvSpPr/>
                  <p:nvPr/>
                </p:nvSpPr>
                <p:spPr>
                  <a:xfrm>
                    <a:off x="570234" y="2725104"/>
                    <a:ext cx="144699" cy="144234"/>
                  </a:xfrm>
                  <a:prstGeom prst="rightArrow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3" name="화살표: 오른쪽 122">
                    <a:extLst>
                      <a:ext uri="{FF2B5EF4-FFF2-40B4-BE49-F238E27FC236}">
                        <a16:creationId xmlns:a16="http://schemas.microsoft.com/office/drawing/2014/main" id="{4A41E95B-8610-9EB2-8BDE-6F101AB1821A}"/>
                      </a:ext>
                    </a:extLst>
                  </p:cNvPr>
                  <p:cNvSpPr/>
                  <p:nvPr/>
                </p:nvSpPr>
                <p:spPr>
                  <a:xfrm>
                    <a:off x="1028475" y="2734187"/>
                    <a:ext cx="144699" cy="144234"/>
                  </a:xfrm>
                  <a:prstGeom prst="rightArrow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9" name="사다리꼴 8">
                  <a:extLst>
                    <a:ext uri="{FF2B5EF4-FFF2-40B4-BE49-F238E27FC236}">
                      <a16:creationId xmlns:a16="http://schemas.microsoft.com/office/drawing/2014/main" id="{509CBD98-2947-A80D-3504-8469CEACB2BE}"/>
                    </a:ext>
                  </a:extLst>
                </p:cNvPr>
                <p:cNvSpPr/>
                <p:nvPr/>
              </p:nvSpPr>
              <p:spPr>
                <a:xfrm rot="5400000">
                  <a:off x="727757" y="2684957"/>
                  <a:ext cx="284257" cy="244430"/>
                </a:xfrm>
                <a:prstGeom prst="trapezoid">
                  <a:avLst>
                    <a:gd name="adj" fmla="val 22033"/>
                  </a:avLst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0" name="사다리꼴 9">
                <a:extLst>
                  <a:ext uri="{FF2B5EF4-FFF2-40B4-BE49-F238E27FC236}">
                    <a16:creationId xmlns:a16="http://schemas.microsoft.com/office/drawing/2014/main" id="{51D995A3-D498-5BFE-0133-A3EC1088CED6}"/>
                  </a:ext>
                </a:extLst>
              </p:cNvPr>
              <p:cNvSpPr/>
              <p:nvPr/>
            </p:nvSpPr>
            <p:spPr>
              <a:xfrm rot="5400000">
                <a:off x="733880" y="2269032"/>
                <a:ext cx="284257" cy="244430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+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F8916D0D-1DA2-FF2A-4626-C46B8BC4551A}"/>
                  </a:ext>
                </a:extLst>
              </p:cNvPr>
              <p:cNvGrpSpPr/>
              <p:nvPr/>
            </p:nvGrpSpPr>
            <p:grpSpPr>
              <a:xfrm>
                <a:off x="1700401" y="1842612"/>
                <a:ext cx="652839" cy="1121739"/>
                <a:chOff x="1700401" y="1842612"/>
                <a:chExt cx="652839" cy="1121739"/>
              </a:xfrm>
            </p:grpSpPr>
            <p:grpSp>
              <p:nvGrpSpPr>
                <p:cNvPr id="210" name="그룹 209">
                  <a:extLst>
                    <a:ext uri="{FF2B5EF4-FFF2-40B4-BE49-F238E27FC236}">
                      <a16:creationId xmlns:a16="http://schemas.microsoft.com/office/drawing/2014/main" id="{2A4AFAF3-914F-4F52-06D7-599C7754889C}"/>
                    </a:ext>
                  </a:extLst>
                </p:cNvPr>
                <p:cNvGrpSpPr/>
                <p:nvPr/>
              </p:nvGrpSpPr>
              <p:grpSpPr>
                <a:xfrm>
                  <a:off x="1709932" y="1842612"/>
                  <a:ext cx="643308" cy="260571"/>
                  <a:chOff x="5574298" y="4874698"/>
                  <a:chExt cx="1423396" cy="431074"/>
                </a:xfrm>
              </p:grpSpPr>
              <p:grpSp>
                <p:nvGrpSpPr>
                  <p:cNvPr id="211" name="그룹 210">
                    <a:extLst>
                      <a:ext uri="{FF2B5EF4-FFF2-40B4-BE49-F238E27FC236}">
                        <a16:creationId xmlns:a16="http://schemas.microsoft.com/office/drawing/2014/main" id="{E82C9C06-1C9A-133B-5B3D-DC3AA9E1D6F8}"/>
                      </a:ext>
                    </a:extLst>
                  </p:cNvPr>
                  <p:cNvGrpSpPr/>
                  <p:nvPr/>
                </p:nvGrpSpPr>
                <p:grpSpPr>
                  <a:xfrm>
                    <a:off x="6076994" y="4874698"/>
                    <a:ext cx="418013" cy="431074"/>
                    <a:chOff x="5917473" y="4950823"/>
                    <a:chExt cx="418013" cy="431074"/>
                  </a:xfrm>
                </p:grpSpPr>
                <p:sp>
                  <p:nvSpPr>
                    <p:cNvPr id="214" name="직사각형 213">
                      <a:extLst>
                        <a:ext uri="{FF2B5EF4-FFF2-40B4-BE49-F238E27FC236}">
                          <a16:creationId xmlns:a16="http://schemas.microsoft.com/office/drawing/2014/main" id="{977BFF69-88DB-F8FF-D347-37A5332E13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7473" y="4950823"/>
                      <a:ext cx="418013" cy="431074"/>
                    </a:xfrm>
                    <a:prstGeom prst="rect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15" name="직사각형 214">
                      <a:extLst>
                        <a:ext uri="{FF2B5EF4-FFF2-40B4-BE49-F238E27FC236}">
                          <a16:creationId xmlns:a16="http://schemas.microsoft.com/office/drawing/2014/main" id="{46CF8568-B313-B5F5-5463-64B3D46A09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82788" y="5011656"/>
                      <a:ext cx="295667" cy="307182"/>
                    </a:xfrm>
                    <a:prstGeom prst="rect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212" name="화살표: 오른쪽 211">
                    <a:extLst>
                      <a:ext uri="{FF2B5EF4-FFF2-40B4-BE49-F238E27FC236}">
                        <a16:creationId xmlns:a16="http://schemas.microsoft.com/office/drawing/2014/main" id="{2E92BAFC-3450-805A-7BA5-07730518B6F8}"/>
                      </a:ext>
                    </a:extLst>
                  </p:cNvPr>
                  <p:cNvSpPr/>
                  <p:nvPr/>
                </p:nvSpPr>
                <p:spPr>
                  <a:xfrm>
                    <a:off x="5574298" y="4934941"/>
                    <a:ext cx="413231" cy="307182"/>
                  </a:xfrm>
                  <a:prstGeom prst="rightArrow">
                    <a:avLst/>
                  </a:prstGeom>
                  <a:solidFill>
                    <a:schemeClr val="tx2">
                      <a:lumMod val="75000"/>
                    </a:schemeClr>
                  </a:solidFill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3" name="화살표: 오른쪽 212">
                    <a:extLst>
                      <a:ext uri="{FF2B5EF4-FFF2-40B4-BE49-F238E27FC236}">
                        <a16:creationId xmlns:a16="http://schemas.microsoft.com/office/drawing/2014/main" id="{007D0B53-A659-0E97-49CE-3EC5384C2744}"/>
                      </a:ext>
                    </a:extLst>
                  </p:cNvPr>
                  <p:cNvSpPr/>
                  <p:nvPr/>
                </p:nvSpPr>
                <p:spPr>
                  <a:xfrm>
                    <a:off x="6584463" y="4940357"/>
                    <a:ext cx="413231" cy="307182"/>
                  </a:xfrm>
                  <a:prstGeom prst="rightArrow">
                    <a:avLst/>
                  </a:prstGeom>
                  <a:solidFill>
                    <a:schemeClr val="tx2">
                      <a:lumMod val="75000"/>
                    </a:schemeClr>
                  </a:solidFill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16" name="그룹 215">
                  <a:extLst>
                    <a:ext uri="{FF2B5EF4-FFF2-40B4-BE49-F238E27FC236}">
                      <a16:creationId xmlns:a16="http://schemas.microsoft.com/office/drawing/2014/main" id="{E8F1469A-85E8-F17D-9F37-112FB799DD18}"/>
                    </a:ext>
                  </a:extLst>
                </p:cNvPr>
                <p:cNvGrpSpPr/>
                <p:nvPr/>
              </p:nvGrpSpPr>
              <p:grpSpPr>
                <a:xfrm>
                  <a:off x="1700401" y="2703780"/>
                  <a:ext cx="643308" cy="260571"/>
                  <a:chOff x="5574298" y="4874698"/>
                  <a:chExt cx="1423396" cy="431074"/>
                </a:xfrm>
              </p:grpSpPr>
              <p:grpSp>
                <p:nvGrpSpPr>
                  <p:cNvPr id="217" name="그룹 216">
                    <a:extLst>
                      <a:ext uri="{FF2B5EF4-FFF2-40B4-BE49-F238E27FC236}">
                        <a16:creationId xmlns:a16="http://schemas.microsoft.com/office/drawing/2014/main" id="{DC212C8C-3154-1CDF-ACFD-C3134FA12B7C}"/>
                      </a:ext>
                    </a:extLst>
                  </p:cNvPr>
                  <p:cNvGrpSpPr/>
                  <p:nvPr/>
                </p:nvGrpSpPr>
                <p:grpSpPr>
                  <a:xfrm>
                    <a:off x="6076994" y="4874698"/>
                    <a:ext cx="418013" cy="431074"/>
                    <a:chOff x="5917473" y="4950823"/>
                    <a:chExt cx="418013" cy="431074"/>
                  </a:xfrm>
                </p:grpSpPr>
                <p:sp>
                  <p:nvSpPr>
                    <p:cNvPr id="220" name="직사각형 219">
                      <a:extLst>
                        <a:ext uri="{FF2B5EF4-FFF2-40B4-BE49-F238E27FC236}">
                          <a16:creationId xmlns:a16="http://schemas.microsoft.com/office/drawing/2014/main" id="{9E712741-7650-3A68-A9F5-96FE68B541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7473" y="4950823"/>
                      <a:ext cx="418013" cy="431074"/>
                    </a:xfrm>
                    <a:prstGeom prst="rect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21" name="직사각형 220">
                      <a:extLst>
                        <a:ext uri="{FF2B5EF4-FFF2-40B4-BE49-F238E27FC236}">
                          <a16:creationId xmlns:a16="http://schemas.microsoft.com/office/drawing/2014/main" id="{5EC2474C-E3D9-2247-4EB5-4B099FEB13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82788" y="5011656"/>
                      <a:ext cx="295667" cy="307182"/>
                    </a:xfrm>
                    <a:prstGeom prst="rect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218" name="화살표: 오른쪽 217">
                    <a:extLst>
                      <a:ext uri="{FF2B5EF4-FFF2-40B4-BE49-F238E27FC236}">
                        <a16:creationId xmlns:a16="http://schemas.microsoft.com/office/drawing/2014/main" id="{925D1A40-F1F8-D9F9-7B18-60F78F9D0A70}"/>
                      </a:ext>
                    </a:extLst>
                  </p:cNvPr>
                  <p:cNvSpPr/>
                  <p:nvPr/>
                </p:nvSpPr>
                <p:spPr>
                  <a:xfrm>
                    <a:off x="5574298" y="4934941"/>
                    <a:ext cx="413231" cy="307182"/>
                  </a:xfrm>
                  <a:prstGeom prst="rightArrow">
                    <a:avLst/>
                  </a:prstGeom>
                  <a:solidFill>
                    <a:schemeClr val="tx2">
                      <a:lumMod val="75000"/>
                    </a:schemeClr>
                  </a:solidFill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9" name="화살표: 오른쪽 218">
                    <a:extLst>
                      <a:ext uri="{FF2B5EF4-FFF2-40B4-BE49-F238E27FC236}">
                        <a16:creationId xmlns:a16="http://schemas.microsoft.com/office/drawing/2014/main" id="{5F2FC50A-656B-B0D9-FF53-0B4A8D3F0078}"/>
                      </a:ext>
                    </a:extLst>
                  </p:cNvPr>
                  <p:cNvSpPr/>
                  <p:nvPr/>
                </p:nvSpPr>
                <p:spPr>
                  <a:xfrm>
                    <a:off x="6584463" y="4940357"/>
                    <a:ext cx="413231" cy="307182"/>
                  </a:xfrm>
                  <a:prstGeom prst="rightArrow">
                    <a:avLst/>
                  </a:prstGeom>
                  <a:solidFill>
                    <a:schemeClr val="tx2">
                      <a:lumMod val="75000"/>
                    </a:schemeClr>
                  </a:solidFill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ACE0848D-B207-0260-C47C-12E42A21DDFB}"/>
                    </a:ext>
                  </a:extLst>
                </p:cNvPr>
                <p:cNvGrpSpPr/>
                <p:nvPr/>
              </p:nvGrpSpPr>
              <p:grpSpPr>
                <a:xfrm>
                  <a:off x="1700401" y="2262744"/>
                  <a:ext cx="643308" cy="260571"/>
                  <a:chOff x="5574298" y="4874698"/>
                  <a:chExt cx="1423396" cy="431074"/>
                </a:xfrm>
              </p:grpSpPr>
              <p:grpSp>
                <p:nvGrpSpPr>
                  <p:cNvPr id="12" name="그룹 11">
                    <a:extLst>
                      <a:ext uri="{FF2B5EF4-FFF2-40B4-BE49-F238E27FC236}">
                        <a16:creationId xmlns:a16="http://schemas.microsoft.com/office/drawing/2014/main" id="{6BDFEBBD-08D2-59C7-2E58-3941E1E2672D}"/>
                      </a:ext>
                    </a:extLst>
                  </p:cNvPr>
                  <p:cNvGrpSpPr/>
                  <p:nvPr/>
                </p:nvGrpSpPr>
                <p:grpSpPr>
                  <a:xfrm>
                    <a:off x="6076994" y="4874698"/>
                    <a:ext cx="418013" cy="431074"/>
                    <a:chOff x="5917473" y="4950823"/>
                    <a:chExt cx="418013" cy="431074"/>
                  </a:xfrm>
                </p:grpSpPr>
                <p:sp>
                  <p:nvSpPr>
                    <p:cNvPr id="15" name="직사각형 14">
                      <a:extLst>
                        <a:ext uri="{FF2B5EF4-FFF2-40B4-BE49-F238E27FC236}">
                          <a16:creationId xmlns:a16="http://schemas.microsoft.com/office/drawing/2014/main" id="{28F84A53-05BA-F421-E25D-886845EF19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7473" y="4950823"/>
                      <a:ext cx="418013" cy="431074"/>
                    </a:xfrm>
                    <a:prstGeom prst="rect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6" name="직사각형 15">
                      <a:extLst>
                        <a:ext uri="{FF2B5EF4-FFF2-40B4-BE49-F238E27FC236}">
                          <a16:creationId xmlns:a16="http://schemas.microsoft.com/office/drawing/2014/main" id="{EC35A096-D6B3-01FF-5BA8-ADEEC0DD90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82788" y="5011656"/>
                      <a:ext cx="295667" cy="307182"/>
                    </a:xfrm>
                    <a:prstGeom prst="rect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13" name="화살표: 오른쪽 12">
                    <a:extLst>
                      <a:ext uri="{FF2B5EF4-FFF2-40B4-BE49-F238E27FC236}">
                        <a16:creationId xmlns:a16="http://schemas.microsoft.com/office/drawing/2014/main" id="{0BA43D52-9E91-3072-6D8B-B53C0ADFD61C}"/>
                      </a:ext>
                    </a:extLst>
                  </p:cNvPr>
                  <p:cNvSpPr/>
                  <p:nvPr/>
                </p:nvSpPr>
                <p:spPr>
                  <a:xfrm>
                    <a:off x="5574298" y="4934941"/>
                    <a:ext cx="413231" cy="307182"/>
                  </a:xfrm>
                  <a:prstGeom prst="rightArrow">
                    <a:avLst/>
                  </a:prstGeom>
                  <a:solidFill>
                    <a:schemeClr val="tx2">
                      <a:lumMod val="75000"/>
                    </a:schemeClr>
                  </a:solidFill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" name="화살표: 오른쪽 13">
                    <a:extLst>
                      <a:ext uri="{FF2B5EF4-FFF2-40B4-BE49-F238E27FC236}">
                        <a16:creationId xmlns:a16="http://schemas.microsoft.com/office/drawing/2014/main" id="{A8ACB0C9-505F-F109-3B4E-26386AE876C4}"/>
                      </a:ext>
                    </a:extLst>
                  </p:cNvPr>
                  <p:cNvSpPr/>
                  <p:nvPr/>
                </p:nvSpPr>
                <p:spPr>
                  <a:xfrm>
                    <a:off x="6584463" y="4940357"/>
                    <a:ext cx="413231" cy="307182"/>
                  </a:xfrm>
                  <a:prstGeom prst="rightArrow">
                    <a:avLst/>
                  </a:prstGeom>
                  <a:solidFill>
                    <a:schemeClr val="tx2">
                      <a:lumMod val="75000"/>
                    </a:schemeClr>
                  </a:solidFill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</p:grp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B5D16B7-17C5-26F4-A987-B43DC4355565}"/>
              </a:ext>
            </a:extLst>
          </p:cNvPr>
          <p:cNvGrpSpPr/>
          <p:nvPr/>
        </p:nvGrpSpPr>
        <p:grpSpPr>
          <a:xfrm>
            <a:off x="593992" y="3988130"/>
            <a:ext cx="3549973" cy="1771743"/>
            <a:chOff x="4476427" y="1770588"/>
            <a:chExt cx="3549973" cy="1771743"/>
          </a:xfrm>
        </p:grpSpPr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E3170160-7696-FEEC-702C-1FF111C708E1}"/>
                </a:ext>
              </a:extLst>
            </p:cNvPr>
            <p:cNvSpPr txBox="1"/>
            <p:nvPr/>
          </p:nvSpPr>
          <p:spPr>
            <a:xfrm>
              <a:off x="7063003" y="2581725"/>
              <a:ext cx="963397" cy="22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3x3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MDS</a:t>
              </a:r>
              <a:r>
                <a:rPr lang="ko-KR" altLang="en-US" sz="1000" dirty="0"/>
                <a:t>행렬</a:t>
              </a:r>
              <a:endParaRPr lang="en-US" altLang="ko-KR" sz="1000" dirty="0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30C2CCFC-C029-60F2-36B0-B396CD1915A6}"/>
                </a:ext>
              </a:extLst>
            </p:cNvPr>
            <p:cNvGrpSpPr/>
            <p:nvPr/>
          </p:nvGrpSpPr>
          <p:grpSpPr>
            <a:xfrm>
              <a:off x="4476427" y="1770588"/>
              <a:ext cx="3120729" cy="1771743"/>
              <a:chOff x="4476427" y="1770588"/>
              <a:chExt cx="3120729" cy="1771743"/>
            </a:xfrm>
          </p:grpSpPr>
          <p:grpSp>
            <p:nvGrpSpPr>
              <p:cNvPr id="379" name="그룹 378">
                <a:extLst>
                  <a:ext uri="{FF2B5EF4-FFF2-40B4-BE49-F238E27FC236}">
                    <a16:creationId xmlns:a16="http://schemas.microsoft.com/office/drawing/2014/main" id="{2A24DF90-7B98-8DD8-A2F0-3C4324378600}"/>
                  </a:ext>
                </a:extLst>
              </p:cNvPr>
              <p:cNvGrpSpPr/>
              <p:nvPr/>
            </p:nvGrpSpPr>
            <p:grpSpPr>
              <a:xfrm>
                <a:off x="4476427" y="1770588"/>
                <a:ext cx="431450" cy="1210364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2" name="직사각형 431">
                      <a:extLst>
                        <a:ext uri="{FF2B5EF4-FFF2-40B4-BE49-F238E27FC236}">
                          <a16:creationId xmlns:a16="http://schemas.microsoft.com/office/drawing/2014/main" id="{E3764530-A4DB-B869-0A43-2318744393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직사각형 20">
                      <a:extLst>
                        <a:ext uri="{FF2B5EF4-FFF2-40B4-BE49-F238E27FC236}">
                          <a16:creationId xmlns:a16="http://schemas.microsoft.com/office/drawing/2014/main" id="{E76FCAC3-BACC-6B1C-70AF-C3DC21FCEDB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3" name="직사각형 432">
                      <a:extLst>
                        <a:ext uri="{FF2B5EF4-FFF2-40B4-BE49-F238E27FC236}">
                          <a16:creationId xmlns:a16="http://schemas.microsoft.com/office/drawing/2014/main" id="{5559AAEC-424F-5C2B-FA88-F25900D534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직사각형 21">
                      <a:extLst>
                        <a:ext uri="{FF2B5EF4-FFF2-40B4-BE49-F238E27FC236}">
                          <a16:creationId xmlns:a16="http://schemas.microsoft.com/office/drawing/2014/main" id="{B9382DB8-8EE8-18CF-6D87-B0FEF66BD1B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4" name="직사각형 433">
                      <a:extLst>
                        <a:ext uri="{FF2B5EF4-FFF2-40B4-BE49-F238E27FC236}">
                          <a16:creationId xmlns:a16="http://schemas.microsoft.com/office/drawing/2014/main" id="{E8345BC0-A027-AED6-F9A1-587BD343CC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직사각형 22">
                      <a:extLst>
                        <a:ext uri="{FF2B5EF4-FFF2-40B4-BE49-F238E27FC236}">
                          <a16:creationId xmlns:a16="http://schemas.microsoft.com/office/drawing/2014/main" id="{2F4C0908-0A63-0F93-9B8C-8FC4C0CD603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401" name="그룹 400">
                <a:extLst>
                  <a:ext uri="{FF2B5EF4-FFF2-40B4-BE49-F238E27FC236}">
                    <a16:creationId xmlns:a16="http://schemas.microsoft.com/office/drawing/2014/main" id="{CDBCF47F-DD6A-C445-480A-CFDDC68F5901}"/>
                  </a:ext>
                </a:extLst>
              </p:cNvPr>
              <p:cNvGrpSpPr/>
              <p:nvPr/>
            </p:nvGrpSpPr>
            <p:grpSpPr>
              <a:xfrm>
                <a:off x="5596570" y="1777309"/>
                <a:ext cx="431450" cy="1210364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5" name="직사각형 424">
                      <a:extLst>
                        <a:ext uri="{FF2B5EF4-FFF2-40B4-BE49-F238E27FC236}">
                          <a16:creationId xmlns:a16="http://schemas.microsoft.com/office/drawing/2014/main" id="{4900F0F2-800D-24BF-FF0E-4D79B23ED1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직사각형 20">
                      <a:extLst>
                        <a:ext uri="{FF2B5EF4-FFF2-40B4-BE49-F238E27FC236}">
                          <a16:creationId xmlns:a16="http://schemas.microsoft.com/office/drawing/2014/main" id="{E76FCAC3-BACC-6B1C-70AF-C3DC21FCEDB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6" name="직사각형 425">
                      <a:extLst>
                        <a:ext uri="{FF2B5EF4-FFF2-40B4-BE49-F238E27FC236}">
                          <a16:creationId xmlns:a16="http://schemas.microsoft.com/office/drawing/2014/main" id="{3B7C3931-97EB-0E67-0136-A19FA552CE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직사각형 21">
                      <a:extLst>
                        <a:ext uri="{FF2B5EF4-FFF2-40B4-BE49-F238E27FC236}">
                          <a16:creationId xmlns:a16="http://schemas.microsoft.com/office/drawing/2014/main" id="{B9382DB8-8EE8-18CF-6D87-B0FEF66BD1B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7" name="직사각형 426">
                      <a:extLst>
                        <a:ext uri="{FF2B5EF4-FFF2-40B4-BE49-F238E27FC236}">
                          <a16:creationId xmlns:a16="http://schemas.microsoft.com/office/drawing/2014/main" id="{AFC4351C-B4B6-506C-2527-4FD41AEF4D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직사각형 22">
                      <a:extLst>
                        <a:ext uri="{FF2B5EF4-FFF2-40B4-BE49-F238E27FC236}">
                          <a16:creationId xmlns:a16="http://schemas.microsoft.com/office/drawing/2014/main" id="{2F4C0908-0A63-0F93-9B8C-8FC4C0CD603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402" name="그룹 401">
                <a:extLst>
                  <a:ext uri="{FF2B5EF4-FFF2-40B4-BE49-F238E27FC236}">
                    <a16:creationId xmlns:a16="http://schemas.microsoft.com/office/drawing/2014/main" id="{88E9768D-CC0A-6D74-0520-8EFB93DF0039}"/>
                  </a:ext>
                </a:extLst>
              </p:cNvPr>
              <p:cNvGrpSpPr/>
              <p:nvPr/>
            </p:nvGrpSpPr>
            <p:grpSpPr>
              <a:xfrm>
                <a:off x="6752496" y="1777309"/>
                <a:ext cx="431450" cy="1210364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2" name="직사각형 421">
                      <a:extLst>
                        <a:ext uri="{FF2B5EF4-FFF2-40B4-BE49-F238E27FC236}">
                          <a16:creationId xmlns:a16="http://schemas.microsoft.com/office/drawing/2014/main" id="{6AE9CF99-1971-8F0D-C723-DA91330C96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직사각형 20">
                      <a:extLst>
                        <a:ext uri="{FF2B5EF4-FFF2-40B4-BE49-F238E27FC236}">
                          <a16:creationId xmlns:a16="http://schemas.microsoft.com/office/drawing/2014/main" id="{E76FCAC3-BACC-6B1C-70AF-C3DC21FCEDB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3" name="직사각형 422">
                      <a:extLst>
                        <a:ext uri="{FF2B5EF4-FFF2-40B4-BE49-F238E27FC236}">
                          <a16:creationId xmlns:a16="http://schemas.microsoft.com/office/drawing/2014/main" id="{11F48EC7-8096-2422-097F-C8285AD89A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직사각형 21">
                      <a:extLst>
                        <a:ext uri="{FF2B5EF4-FFF2-40B4-BE49-F238E27FC236}">
                          <a16:creationId xmlns:a16="http://schemas.microsoft.com/office/drawing/2014/main" id="{B9382DB8-8EE8-18CF-6D87-B0FEF66BD1B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4" name="직사각형 423">
                      <a:extLst>
                        <a:ext uri="{FF2B5EF4-FFF2-40B4-BE49-F238E27FC236}">
                          <a16:creationId xmlns:a16="http://schemas.microsoft.com/office/drawing/2014/main" id="{77D45C6F-CD61-DD7C-D203-BDBA92BF6B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직사각형 22">
                      <a:extLst>
                        <a:ext uri="{FF2B5EF4-FFF2-40B4-BE49-F238E27FC236}">
                          <a16:creationId xmlns:a16="http://schemas.microsoft.com/office/drawing/2014/main" id="{2F4C0908-0A63-0F93-9B8C-8FC4C0CD603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404" name="그룹 403">
                <a:extLst>
                  <a:ext uri="{FF2B5EF4-FFF2-40B4-BE49-F238E27FC236}">
                    <a16:creationId xmlns:a16="http://schemas.microsoft.com/office/drawing/2014/main" id="{56B1247C-37DA-31A8-588D-4309E41726E1}"/>
                  </a:ext>
                </a:extLst>
              </p:cNvPr>
              <p:cNvGrpSpPr/>
              <p:nvPr/>
            </p:nvGrpSpPr>
            <p:grpSpPr>
              <a:xfrm>
                <a:off x="6075552" y="2677891"/>
                <a:ext cx="643311" cy="260571"/>
                <a:chOff x="5574293" y="4874701"/>
                <a:chExt cx="1423401" cy="431074"/>
              </a:xfrm>
            </p:grpSpPr>
            <p:grpSp>
              <p:nvGrpSpPr>
                <p:cNvPr id="412" name="그룹 411">
                  <a:extLst>
                    <a:ext uri="{FF2B5EF4-FFF2-40B4-BE49-F238E27FC236}">
                      <a16:creationId xmlns:a16="http://schemas.microsoft.com/office/drawing/2014/main" id="{2EAB9BCF-206E-7006-3B46-D8BF145CAEE0}"/>
                    </a:ext>
                  </a:extLst>
                </p:cNvPr>
                <p:cNvGrpSpPr/>
                <p:nvPr/>
              </p:nvGrpSpPr>
              <p:grpSpPr>
                <a:xfrm>
                  <a:off x="6076987" y="4874701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415" name="직사각형 414">
                    <a:extLst>
                      <a:ext uri="{FF2B5EF4-FFF2-40B4-BE49-F238E27FC236}">
                        <a16:creationId xmlns:a16="http://schemas.microsoft.com/office/drawing/2014/main" id="{A33042E7-0131-CA7E-5E7C-787BD6AF6E37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16" name="직사각형 415">
                    <a:extLst>
                      <a:ext uri="{FF2B5EF4-FFF2-40B4-BE49-F238E27FC236}">
                        <a16:creationId xmlns:a16="http://schemas.microsoft.com/office/drawing/2014/main" id="{9D1EF454-FCA4-244A-DC52-D0E270F2CAFE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endParaRPr>
                  </a:p>
                </p:txBody>
              </p:sp>
            </p:grpSp>
            <p:sp>
              <p:nvSpPr>
                <p:cNvPr id="413" name="화살표: 오른쪽 412">
                  <a:extLst>
                    <a:ext uri="{FF2B5EF4-FFF2-40B4-BE49-F238E27FC236}">
                      <a16:creationId xmlns:a16="http://schemas.microsoft.com/office/drawing/2014/main" id="{B4D4E7B6-28C8-A960-7E2C-35F586126CE2}"/>
                    </a:ext>
                  </a:extLst>
                </p:cNvPr>
                <p:cNvSpPr/>
                <p:nvPr/>
              </p:nvSpPr>
              <p:spPr>
                <a:xfrm>
                  <a:off x="5574293" y="4934939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4" name="화살표: 오른쪽 413">
                  <a:extLst>
                    <a:ext uri="{FF2B5EF4-FFF2-40B4-BE49-F238E27FC236}">
                      <a16:creationId xmlns:a16="http://schemas.microsoft.com/office/drawing/2014/main" id="{3C2FFAC8-916E-FFE5-E595-4A7F3CD47DC1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405" name="곱하기 기호 404">
                <a:extLst>
                  <a:ext uri="{FF2B5EF4-FFF2-40B4-BE49-F238E27FC236}">
                    <a16:creationId xmlns:a16="http://schemas.microsoft.com/office/drawing/2014/main" id="{456FBD7C-AD42-E964-C51D-3AB8BCB868A5}"/>
                  </a:ext>
                </a:extLst>
              </p:cNvPr>
              <p:cNvSpPr/>
              <p:nvPr/>
            </p:nvSpPr>
            <p:spPr>
              <a:xfrm>
                <a:off x="7260750" y="2345068"/>
                <a:ext cx="142592" cy="144079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6" name="직사각형 405">
                <a:extLst>
                  <a:ext uri="{FF2B5EF4-FFF2-40B4-BE49-F238E27FC236}">
                    <a16:creationId xmlns:a16="http://schemas.microsoft.com/office/drawing/2014/main" id="{122A122F-C17D-4D75-2A28-A312656353F1}"/>
                  </a:ext>
                </a:extLst>
              </p:cNvPr>
              <p:cNvSpPr/>
              <p:nvPr/>
            </p:nvSpPr>
            <p:spPr>
              <a:xfrm>
                <a:off x="7445497" y="2345418"/>
                <a:ext cx="151659" cy="155755"/>
              </a:xfrm>
              <a:prstGeom prst="rect">
                <a:avLst/>
              </a:prstGeom>
              <a:solidFill>
                <a:srgbClr val="CC99FF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07" name="직선 연결선 406">
                <a:extLst>
                  <a:ext uri="{FF2B5EF4-FFF2-40B4-BE49-F238E27FC236}">
                    <a16:creationId xmlns:a16="http://schemas.microsoft.com/office/drawing/2014/main" id="{5DA63C28-135C-C4D6-D337-9AF7FBEF43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94484" y="2345417"/>
                <a:ext cx="0" cy="16315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8" name="직선 연결선 407">
                <a:extLst>
                  <a:ext uri="{FF2B5EF4-FFF2-40B4-BE49-F238E27FC236}">
                    <a16:creationId xmlns:a16="http://schemas.microsoft.com/office/drawing/2014/main" id="{082FD585-3AA3-9071-14BB-D8B3314769C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53342" y="2450139"/>
                <a:ext cx="133746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" name="직선 연결선 409">
                <a:extLst>
                  <a:ext uri="{FF2B5EF4-FFF2-40B4-BE49-F238E27FC236}">
                    <a16:creationId xmlns:a16="http://schemas.microsoft.com/office/drawing/2014/main" id="{E38DDC0C-1EE2-2922-432B-3C25141AA1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52954" y="2405442"/>
                <a:ext cx="133746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직선 연결선 410">
                <a:extLst>
                  <a:ext uri="{FF2B5EF4-FFF2-40B4-BE49-F238E27FC236}">
                    <a16:creationId xmlns:a16="http://schemas.microsoft.com/office/drawing/2014/main" id="{E55ABA80-4AAF-02B1-9E11-DE7FCA64B2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4702" y="2345417"/>
                <a:ext cx="0" cy="16315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7" name="화살표: 오른쪽 576">
                <a:extLst>
                  <a:ext uri="{FF2B5EF4-FFF2-40B4-BE49-F238E27FC236}">
                    <a16:creationId xmlns:a16="http://schemas.microsoft.com/office/drawing/2014/main" id="{9A3861D5-14B8-2858-5A35-3683D1552B2E}"/>
                  </a:ext>
                </a:extLst>
              </p:cNvPr>
              <p:cNvSpPr/>
              <p:nvPr/>
            </p:nvSpPr>
            <p:spPr>
              <a:xfrm>
                <a:off x="6132262" y="1898426"/>
                <a:ext cx="542515" cy="2200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9" name="화살표: 오른쪽 578">
                <a:extLst>
                  <a:ext uri="{FF2B5EF4-FFF2-40B4-BE49-F238E27FC236}">
                    <a16:creationId xmlns:a16="http://schemas.microsoft.com/office/drawing/2014/main" id="{7E99B4DF-64E3-EF1C-D1BD-0360E5112191}"/>
                  </a:ext>
                </a:extLst>
              </p:cNvPr>
              <p:cNvSpPr/>
              <p:nvPr/>
            </p:nvSpPr>
            <p:spPr>
              <a:xfrm>
                <a:off x="6127605" y="2304728"/>
                <a:ext cx="542515" cy="2200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2" name="TextBox 581">
                <a:extLst>
                  <a:ext uri="{FF2B5EF4-FFF2-40B4-BE49-F238E27FC236}">
                    <a16:creationId xmlns:a16="http://schemas.microsoft.com/office/drawing/2014/main" id="{87834A3F-0292-7E17-99B6-FF4BAD0C7D17}"/>
                  </a:ext>
                </a:extLst>
              </p:cNvPr>
              <p:cNvSpPr txBox="1"/>
              <p:nvPr/>
            </p:nvSpPr>
            <p:spPr>
              <a:xfrm>
                <a:off x="5508207" y="3280721"/>
                <a:ext cx="148641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100" dirty="0"/>
                  <a:t>57</a:t>
                </a:r>
                <a:r>
                  <a:rPr lang="ko-KR" altLang="en-US" sz="1100" dirty="0"/>
                  <a:t>번의 </a:t>
                </a:r>
                <a:r>
                  <a:rPr lang="en-US" altLang="ko-KR" sz="1100" dirty="0"/>
                  <a:t>partial round</a:t>
                </a:r>
              </a:p>
            </p:txBody>
          </p:sp>
          <p:sp>
            <p:nvSpPr>
              <p:cNvPr id="56" name="사다리꼴 55">
                <a:extLst>
                  <a:ext uri="{FF2B5EF4-FFF2-40B4-BE49-F238E27FC236}">
                    <a16:creationId xmlns:a16="http://schemas.microsoft.com/office/drawing/2014/main" id="{2E1EEACC-0068-5178-6B6A-C689B0544870}"/>
                  </a:ext>
                </a:extLst>
              </p:cNvPr>
              <p:cNvSpPr/>
              <p:nvPr/>
            </p:nvSpPr>
            <p:spPr>
              <a:xfrm rot="5400000">
                <a:off x="5114296" y="1853107"/>
                <a:ext cx="284257" cy="244430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+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7" name="그룹 56">
                <a:extLst>
                  <a:ext uri="{FF2B5EF4-FFF2-40B4-BE49-F238E27FC236}">
                    <a16:creationId xmlns:a16="http://schemas.microsoft.com/office/drawing/2014/main" id="{DC912F17-680B-81BA-BA20-14260754E768}"/>
                  </a:ext>
                </a:extLst>
              </p:cNvPr>
              <p:cNvGrpSpPr/>
              <p:nvPr/>
            </p:nvGrpSpPr>
            <p:grpSpPr>
              <a:xfrm>
                <a:off x="4963794" y="1892264"/>
                <a:ext cx="602940" cy="153317"/>
                <a:chOff x="577254" y="1892264"/>
                <a:chExt cx="602940" cy="153317"/>
              </a:xfrm>
            </p:grpSpPr>
            <p:sp>
              <p:nvSpPr>
                <p:cNvPr id="58" name="화살표: 오른쪽 57">
                  <a:extLst>
                    <a:ext uri="{FF2B5EF4-FFF2-40B4-BE49-F238E27FC236}">
                      <a16:creationId xmlns:a16="http://schemas.microsoft.com/office/drawing/2014/main" id="{6306F964-5F3F-EC34-E182-25524F7C13EC}"/>
                    </a:ext>
                  </a:extLst>
                </p:cNvPr>
                <p:cNvSpPr/>
                <p:nvPr/>
              </p:nvSpPr>
              <p:spPr>
                <a:xfrm>
                  <a:off x="577254" y="1892264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화살표: 오른쪽 58">
                  <a:extLst>
                    <a:ext uri="{FF2B5EF4-FFF2-40B4-BE49-F238E27FC236}">
                      <a16:creationId xmlns:a16="http://schemas.microsoft.com/office/drawing/2014/main" id="{1FEB5121-8C60-529A-E671-CCCF1D87E7A3}"/>
                    </a:ext>
                  </a:extLst>
                </p:cNvPr>
                <p:cNvSpPr/>
                <p:nvPr/>
              </p:nvSpPr>
              <p:spPr>
                <a:xfrm>
                  <a:off x="1035495" y="1901347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E0572211-D672-7505-2758-C9271FDE2670}"/>
                  </a:ext>
                </a:extLst>
              </p:cNvPr>
              <p:cNvGrpSpPr/>
              <p:nvPr/>
            </p:nvGrpSpPr>
            <p:grpSpPr>
              <a:xfrm>
                <a:off x="4963270" y="2308684"/>
                <a:ext cx="602940" cy="153317"/>
                <a:chOff x="576730" y="2312609"/>
                <a:chExt cx="602940" cy="153317"/>
              </a:xfrm>
            </p:grpSpPr>
            <p:sp>
              <p:nvSpPr>
                <p:cNvPr id="61" name="화살표: 오른쪽 60">
                  <a:extLst>
                    <a:ext uri="{FF2B5EF4-FFF2-40B4-BE49-F238E27FC236}">
                      <a16:creationId xmlns:a16="http://schemas.microsoft.com/office/drawing/2014/main" id="{AF7A9A19-5BA7-3266-E9A4-F06DF342D09E}"/>
                    </a:ext>
                  </a:extLst>
                </p:cNvPr>
                <p:cNvSpPr/>
                <p:nvPr/>
              </p:nvSpPr>
              <p:spPr>
                <a:xfrm>
                  <a:off x="576730" y="2312609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2" name="화살표: 오른쪽 61">
                  <a:extLst>
                    <a:ext uri="{FF2B5EF4-FFF2-40B4-BE49-F238E27FC236}">
                      <a16:creationId xmlns:a16="http://schemas.microsoft.com/office/drawing/2014/main" id="{4EF09E84-8825-AF0A-4662-4757CB4DEEF4}"/>
                    </a:ext>
                  </a:extLst>
                </p:cNvPr>
                <p:cNvSpPr/>
                <p:nvPr/>
              </p:nvSpPr>
              <p:spPr>
                <a:xfrm>
                  <a:off x="1034971" y="2321692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8273EB0B-08E7-84EA-4E40-A42B18412C7E}"/>
                  </a:ext>
                </a:extLst>
              </p:cNvPr>
              <p:cNvGrpSpPr/>
              <p:nvPr/>
            </p:nvGrpSpPr>
            <p:grpSpPr>
              <a:xfrm>
                <a:off x="4956774" y="2665043"/>
                <a:ext cx="602940" cy="284257"/>
                <a:chOff x="570234" y="2665043"/>
                <a:chExt cx="602940" cy="284257"/>
              </a:xfrm>
            </p:grpSpPr>
            <p:grpSp>
              <p:nvGrpSpPr>
                <p:cNvPr id="448" name="그룹 447">
                  <a:extLst>
                    <a:ext uri="{FF2B5EF4-FFF2-40B4-BE49-F238E27FC236}">
                      <a16:creationId xmlns:a16="http://schemas.microsoft.com/office/drawing/2014/main" id="{2A2DB3A9-6086-D6DA-4865-FBA09A334567}"/>
                    </a:ext>
                  </a:extLst>
                </p:cNvPr>
                <p:cNvGrpSpPr/>
                <p:nvPr/>
              </p:nvGrpSpPr>
              <p:grpSpPr>
                <a:xfrm>
                  <a:off x="570234" y="2725104"/>
                  <a:ext cx="602940" cy="153317"/>
                  <a:chOff x="570234" y="2725104"/>
                  <a:chExt cx="602940" cy="153317"/>
                </a:xfrm>
              </p:grpSpPr>
              <p:sp>
                <p:nvSpPr>
                  <p:cNvPr id="450" name="화살표: 오른쪽 449">
                    <a:extLst>
                      <a:ext uri="{FF2B5EF4-FFF2-40B4-BE49-F238E27FC236}">
                        <a16:creationId xmlns:a16="http://schemas.microsoft.com/office/drawing/2014/main" id="{53E3B270-C84A-3A14-F4F1-4DC28264CE7C}"/>
                      </a:ext>
                    </a:extLst>
                  </p:cNvPr>
                  <p:cNvSpPr/>
                  <p:nvPr/>
                </p:nvSpPr>
                <p:spPr>
                  <a:xfrm>
                    <a:off x="570234" y="2725104"/>
                    <a:ext cx="144699" cy="144234"/>
                  </a:xfrm>
                  <a:prstGeom prst="rightArrow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1" name="화살표: 오른쪽 450">
                    <a:extLst>
                      <a:ext uri="{FF2B5EF4-FFF2-40B4-BE49-F238E27FC236}">
                        <a16:creationId xmlns:a16="http://schemas.microsoft.com/office/drawing/2014/main" id="{FAC37F49-0C3D-CE33-81B4-7854184BCEA0}"/>
                      </a:ext>
                    </a:extLst>
                  </p:cNvPr>
                  <p:cNvSpPr/>
                  <p:nvPr/>
                </p:nvSpPr>
                <p:spPr>
                  <a:xfrm>
                    <a:off x="1028475" y="2734187"/>
                    <a:ext cx="144699" cy="144234"/>
                  </a:xfrm>
                  <a:prstGeom prst="rightArrow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449" name="사다리꼴 448">
                  <a:extLst>
                    <a:ext uri="{FF2B5EF4-FFF2-40B4-BE49-F238E27FC236}">
                      <a16:creationId xmlns:a16="http://schemas.microsoft.com/office/drawing/2014/main" id="{64BEB54A-AC9E-8674-28CF-4A0E4E944BD8}"/>
                    </a:ext>
                  </a:extLst>
                </p:cNvPr>
                <p:cNvSpPr/>
                <p:nvPr/>
              </p:nvSpPr>
              <p:spPr>
                <a:xfrm rot="5400000">
                  <a:off x="727757" y="2684957"/>
                  <a:ext cx="284257" cy="244430"/>
                </a:xfrm>
                <a:prstGeom prst="trapezoid">
                  <a:avLst>
                    <a:gd name="adj" fmla="val 22033"/>
                  </a:avLst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52" name="사다리꼴 451">
                <a:extLst>
                  <a:ext uri="{FF2B5EF4-FFF2-40B4-BE49-F238E27FC236}">
                    <a16:creationId xmlns:a16="http://schemas.microsoft.com/office/drawing/2014/main" id="{F66BF190-7148-EC13-1911-AC6D8B10D66A}"/>
                  </a:ext>
                </a:extLst>
              </p:cNvPr>
              <p:cNvSpPr/>
              <p:nvPr/>
            </p:nvSpPr>
            <p:spPr>
              <a:xfrm rot="5400000">
                <a:off x="5120420" y="2269032"/>
                <a:ext cx="284257" cy="244430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+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695B103-B0E3-D02A-6410-1FE1CC39ACD5}"/>
              </a:ext>
            </a:extLst>
          </p:cNvPr>
          <p:cNvSpPr txBox="1"/>
          <p:nvPr/>
        </p:nvSpPr>
        <p:spPr>
          <a:xfrm>
            <a:off x="4451279" y="1676287"/>
            <a:ext cx="7357293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Posieodn-128</a:t>
            </a:r>
            <a:r>
              <a:rPr lang="ko-KR" altLang="en-US" sz="1600" b="1" dirty="0"/>
              <a:t>의</a:t>
            </a:r>
            <a:r>
              <a:rPr lang="en-US" altLang="ko-KR" sz="1600" b="1" dirty="0"/>
              <a:t> R1CS </a:t>
            </a:r>
            <a:endParaRPr lang="en-US" altLang="ko-KR" sz="1400" b="1" i="1" dirty="0">
              <a:latin typeface="Cambria Math" panose="02040503050406030204" pitchFamily="18" charset="0"/>
            </a:endParaRPr>
          </a:p>
          <a:p>
            <a:endParaRPr lang="en-US" altLang="ko-KR" sz="1400" dirty="0"/>
          </a:p>
          <a:p>
            <a:r>
              <a:rPr lang="en-US" altLang="ko-KR" sz="1400" dirty="0"/>
              <a:t>&lt;Full Round&gt;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1 Round </a:t>
            </a:r>
            <a:r>
              <a:rPr lang="ko-KR" altLang="en-US" sz="1400" dirty="0"/>
              <a:t>당 발생하는 </a:t>
            </a:r>
            <a:r>
              <a:rPr lang="en-US" altLang="ko-KR" sz="1400" dirty="0"/>
              <a:t>R1CS : 3 x 3 = 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Full Round</a:t>
            </a:r>
            <a:r>
              <a:rPr lang="ko-KR" altLang="en-US" sz="1400" dirty="0"/>
              <a:t>에서 발생하는 </a:t>
            </a:r>
            <a:r>
              <a:rPr lang="en-US" altLang="ko-KR" sz="1400" dirty="0"/>
              <a:t>R1CS : 8 x 9 = 72</a:t>
            </a:r>
          </a:p>
          <a:p>
            <a:endParaRPr lang="en-US" altLang="ko-KR" sz="1400" dirty="0"/>
          </a:p>
          <a:p>
            <a:r>
              <a:rPr lang="en-US" altLang="ko-KR" sz="1400" dirty="0"/>
              <a:t>&lt;Partial Round&gt;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1 Round </a:t>
            </a:r>
            <a:r>
              <a:rPr lang="ko-KR" altLang="en-US" sz="1400" dirty="0"/>
              <a:t>당 발생하는 </a:t>
            </a:r>
            <a:r>
              <a:rPr lang="en-US" altLang="ko-KR" sz="1400" dirty="0"/>
              <a:t>R1CS : 3 x 1 =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Partial Round</a:t>
            </a:r>
            <a:r>
              <a:rPr lang="ko-KR" altLang="en-US" sz="1400" dirty="0"/>
              <a:t>에서 발생하는 </a:t>
            </a:r>
            <a:r>
              <a:rPr lang="en-US" altLang="ko-KR" sz="1400" dirty="0"/>
              <a:t>R1CS : 57 x 3 = 171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총 </a:t>
            </a:r>
            <a:r>
              <a:rPr lang="en-US" altLang="ko-KR" sz="1400" dirty="0"/>
              <a:t>R1CS = 243</a:t>
            </a:r>
          </a:p>
          <a:p>
            <a:endParaRPr lang="en-US" altLang="ko-KR" sz="1400" dirty="0"/>
          </a:p>
          <a:p>
            <a:r>
              <a:rPr lang="en-US" altLang="ko-KR" sz="1400" dirty="0"/>
              <a:t>Sol1</a:t>
            </a:r>
            <a:r>
              <a:rPr lang="ko-KR" altLang="en-US" sz="1400" dirty="0"/>
              <a:t>의 </a:t>
            </a:r>
            <a:r>
              <a:rPr lang="en-US" altLang="ko-KR" sz="1400" dirty="0"/>
              <a:t>R1CS = 243</a:t>
            </a:r>
          </a:p>
        </p:txBody>
      </p:sp>
    </p:spTree>
    <p:extLst>
      <p:ext uri="{BB962C8B-B14F-4D97-AF65-F5344CB8AC3E}">
        <p14:creationId xmlns:p14="http://schemas.microsoft.com/office/powerpoint/2010/main" val="1254828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583E0-40E5-E059-740C-4336CE9A0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DEC406-394C-F4BC-A418-47E443206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Sol2</a:t>
            </a:r>
            <a:r>
              <a:rPr lang="ko-KR" altLang="en-US" dirty="0"/>
              <a:t>의 </a:t>
            </a:r>
            <a:r>
              <a:rPr lang="en-US" altLang="ko-KR" dirty="0"/>
              <a:t>R1CS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6BCDAF-4381-025D-5A82-AC8530197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 dirty="0"/>
          </a:p>
        </p:txBody>
      </p:sp>
      <p:grpSp>
        <p:nvGrpSpPr>
          <p:cNvPr id="21" name="Group 28">
            <a:extLst>
              <a:ext uri="{FF2B5EF4-FFF2-40B4-BE49-F238E27FC236}">
                <a16:creationId xmlns:a16="http://schemas.microsoft.com/office/drawing/2014/main" id="{F724BA2F-9C03-02B6-9302-6F9D9E90D10F}"/>
              </a:ext>
            </a:extLst>
          </p:cNvPr>
          <p:cNvGrpSpPr/>
          <p:nvPr/>
        </p:nvGrpSpPr>
        <p:grpSpPr>
          <a:xfrm>
            <a:off x="361052" y="1766218"/>
            <a:ext cx="2906038" cy="3070197"/>
            <a:chOff x="4527692" y="2756818"/>
            <a:chExt cx="2906038" cy="3070197"/>
          </a:xfrm>
        </p:grpSpPr>
        <p:grpSp>
          <p:nvGrpSpPr>
            <p:cNvPr id="22" name="Group 29">
              <a:extLst>
                <a:ext uri="{FF2B5EF4-FFF2-40B4-BE49-F238E27FC236}">
                  <a16:creationId xmlns:a16="http://schemas.microsoft.com/office/drawing/2014/main" id="{991F836B-960D-B464-4A89-F143E3ADEB0F}"/>
                </a:ext>
              </a:extLst>
            </p:cNvPr>
            <p:cNvGrpSpPr/>
            <p:nvPr/>
          </p:nvGrpSpPr>
          <p:grpSpPr>
            <a:xfrm>
              <a:off x="5251301" y="3010700"/>
              <a:ext cx="1353426" cy="418300"/>
              <a:chOff x="3739859" y="5115350"/>
              <a:chExt cx="1353426" cy="418300"/>
            </a:xfrm>
          </p:grpSpPr>
          <p:sp>
            <p:nvSpPr>
              <p:cNvPr id="29" name="Rectangle 36">
                <a:extLst>
                  <a:ext uri="{FF2B5EF4-FFF2-40B4-BE49-F238E27FC236}">
                    <a16:creationId xmlns:a16="http://schemas.microsoft.com/office/drawing/2014/main" id="{1B8B4DED-0BB3-D9F7-8826-EEE9BA48CA63}"/>
                  </a:ext>
                </a:extLst>
              </p:cNvPr>
              <p:cNvSpPr/>
              <p:nvPr/>
            </p:nvSpPr>
            <p:spPr>
              <a:xfrm>
                <a:off x="3739859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2100" baseline="-25000" dirty="0">
                    <a:solidFill>
                      <a:schemeClr val="tx1"/>
                    </a:solidFill>
                  </a:rPr>
                  <a:t>1</a:t>
                </a:r>
                <a:endParaRPr lang="en-US" sz="21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 37">
                <a:extLst>
                  <a:ext uri="{FF2B5EF4-FFF2-40B4-BE49-F238E27FC236}">
                    <a16:creationId xmlns:a16="http://schemas.microsoft.com/office/drawing/2014/main" id="{DCCC235A-34E2-AAE4-13C0-EE27549627E1}"/>
                  </a:ext>
                </a:extLst>
              </p:cNvPr>
              <p:cNvSpPr/>
              <p:nvPr/>
            </p:nvSpPr>
            <p:spPr>
              <a:xfrm>
                <a:off x="4191001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2100" baseline="-25000" dirty="0">
                    <a:solidFill>
                      <a:schemeClr val="tx1"/>
                    </a:solidFill>
                  </a:rPr>
                  <a:t>2</a:t>
                </a:r>
                <a:endParaRPr lang="en-US" sz="21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Rectangle 38">
                <a:extLst>
                  <a:ext uri="{FF2B5EF4-FFF2-40B4-BE49-F238E27FC236}">
                    <a16:creationId xmlns:a16="http://schemas.microsoft.com/office/drawing/2014/main" id="{CA73BB26-EFC5-45AC-A33C-11EE259961CE}"/>
                  </a:ext>
                </a:extLst>
              </p:cNvPr>
              <p:cNvSpPr/>
              <p:nvPr/>
            </p:nvSpPr>
            <p:spPr>
              <a:xfrm>
                <a:off x="4642143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 dirty="0">
                    <a:solidFill>
                      <a:schemeClr val="tx1"/>
                    </a:solidFill>
                  </a:rPr>
                  <a:t>c</a:t>
                </a:r>
                <a:r>
                  <a:rPr lang="en-US" altLang="ko-KR" sz="2100" baseline="-25000" dirty="0">
                    <a:solidFill>
                      <a:schemeClr val="tx1"/>
                    </a:solidFill>
                  </a:rPr>
                  <a:t>1</a:t>
                </a:r>
                <a:endParaRPr lang="en-US" sz="2100" baseline="-25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3" name="Straight Arrow Connector 30">
              <a:extLst>
                <a:ext uri="{FF2B5EF4-FFF2-40B4-BE49-F238E27FC236}">
                  <a16:creationId xmlns:a16="http://schemas.microsoft.com/office/drawing/2014/main" id="{E8B55CB8-1817-F747-7A58-0CF183A285FF}"/>
                </a:ext>
              </a:extLst>
            </p:cNvPr>
            <p:cNvCxnSpPr>
              <a:cxnSpLocks/>
            </p:cNvCxnSpPr>
            <p:nvPr/>
          </p:nvCxnSpPr>
          <p:spPr>
            <a:xfrm>
              <a:off x="5463259" y="3429000"/>
              <a:ext cx="0" cy="12185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F8EA330-2B2F-083F-38A8-2B76726A3CEE}"/>
                </a:ext>
              </a:extLst>
            </p:cNvPr>
            <p:cNvSpPr txBox="1"/>
            <p:nvPr/>
          </p:nvSpPr>
          <p:spPr>
            <a:xfrm>
              <a:off x="4527692" y="4687216"/>
              <a:ext cx="25534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[ </a:t>
              </a:r>
              <a:r>
                <a:rPr lang="en-US" dirty="0">
                  <a:solidFill>
                    <a:srgbClr val="FF0000"/>
                  </a:solidFill>
                </a:rPr>
                <a:t>part of r</a:t>
              </a:r>
              <a:r>
                <a:rPr lang="en-US" baseline="-25000" dirty="0">
                  <a:solidFill>
                    <a:srgbClr val="FF0000"/>
                  </a:solidFill>
                </a:rPr>
                <a:t>1</a:t>
              </a:r>
              <a:r>
                <a:rPr lang="en-US" dirty="0">
                  <a:solidFill>
                    <a:srgbClr val="FF0000"/>
                  </a:solidFill>
                </a:rPr>
                <a:t> | part of r</a:t>
              </a:r>
              <a:r>
                <a:rPr lang="en-US" baseline="-25000" dirty="0">
                  <a:solidFill>
                    <a:srgbClr val="FF0000"/>
                  </a:solidFill>
                </a:rPr>
                <a:t>2</a:t>
              </a:r>
              <a:r>
                <a:rPr lang="en-US" baseline="-25000" dirty="0"/>
                <a:t> </a:t>
              </a:r>
              <a:r>
                <a:rPr lang="en-US" dirty="0"/>
                <a:t>]</a:t>
              </a:r>
            </a:p>
          </p:txBody>
        </p:sp>
        <p:sp>
          <p:nvSpPr>
            <p:cNvPr id="25" name="Right Brace 32">
              <a:extLst>
                <a:ext uri="{FF2B5EF4-FFF2-40B4-BE49-F238E27FC236}">
                  <a16:creationId xmlns:a16="http://schemas.microsoft.com/office/drawing/2014/main" id="{03F083CC-1510-1FCC-3262-E220A5521414}"/>
                </a:ext>
              </a:extLst>
            </p:cNvPr>
            <p:cNvSpPr/>
            <p:nvPr/>
          </p:nvSpPr>
          <p:spPr>
            <a:xfrm rot="5400000">
              <a:off x="5637041" y="4204777"/>
              <a:ext cx="299851" cy="212513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CFA90B8-A041-F757-7C54-CF9CE08E6179}"/>
                </a:ext>
              </a:extLst>
            </p:cNvPr>
            <p:cNvSpPr txBox="1"/>
            <p:nvPr/>
          </p:nvSpPr>
          <p:spPr>
            <a:xfrm>
              <a:off x="4646225" y="5457683"/>
              <a:ext cx="2787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byte-aligned (e.g., 256b)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04DCE16-B1EC-F055-B994-5EDDDF93D9DF}"/>
                </a:ext>
              </a:extLst>
            </p:cNvPr>
            <p:cNvSpPr txBox="1"/>
            <p:nvPr/>
          </p:nvSpPr>
          <p:spPr>
            <a:xfrm>
              <a:off x="5154231" y="2756818"/>
              <a:ext cx="673100" cy="2861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~255b</a:t>
              </a:r>
            </a:p>
          </p:txBody>
        </p:sp>
        <p:cxnSp>
          <p:nvCxnSpPr>
            <p:cNvPr id="28" name="Straight Arrow Connector 35">
              <a:extLst>
                <a:ext uri="{FF2B5EF4-FFF2-40B4-BE49-F238E27FC236}">
                  <a16:creationId xmlns:a16="http://schemas.microsoft.com/office/drawing/2014/main" id="{85CEB97C-607D-3848-F22F-27D40AE36257}"/>
                </a:ext>
              </a:extLst>
            </p:cNvPr>
            <p:cNvCxnSpPr>
              <a:cxnSpLocks/>
            </p:cNvCxnSpPr>
            <p:nvPr/>
          </p:nvCxnSpPr>
          <p:spPr>
            <a:xfrm>
              <a:off x="5901264" y="3429000"/>
              <a:ext cx="0" cy="12185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3F8A801-42A3-5489-6255-26F16B57CDC0}"/>
                  </a:ext>
                </a:extLst>
              </p:cNvPr>
              <p:cNvSpPr txBox="1"/>
              <p:nvPr/>
            </p:nvSpPr>
            <p:spPr>
              <a:xfrm>
                <a:off x="4451279" y="1676287"/>
                <a:ext cx="7357293" cy="4216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b="1" dirty="0"/>
                  <a:t>Sol2</a:t>
                </a:r>
                <a:r>
                  <a:rPr lang="ko-KR" altLang="en-US" sz="1600" b="1" dirty="0"/>
                  <a:t>의</a:t>
                </a:r>
                <a:r>
                  <a:rPr lang="en-US" altLang="ko-KR" sz="1600" b="1" dirty="0"/>
                  <a:t> R1CS </a:t>
                </a:r>
                <a:endParaRPr lang="en-US" altLang="ko-KR" sz="1400" b="1" i="1" dirty="0">
                  <a:latin typeface="Cambria Math" panose="02040503050406030204" pitchFamily="18" charset="0"/>
                </a:endParaRPr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&lt;r1</a:t>
                </a:r>
                <a:r>
                  <a:rPr lang="ko-KR" altLang="en-US" sz="1400" dirty="0"/>
                  <a:t>은 모든 값을 사용</a:t>
                </a:r>
                <a:r>
                  <a:rPr lang="en-US" altLang="ko-KR" sz="1400" dirty="0"/>
                  <a:t>, r2</a:t>
                </a:r>
                <a:r>
                  <a:rPr lang="ko-KR" altLang="en-US" sz="1400" dirty="0"/>
                  <a:t>에서 </a:t>
                </a:r>
                <a:r>
                  <a:rPr lang="en-US" altLang="ko-KR" sz="1400" dirty="0"/>
                  <a:t>2-bit</a:t>
                </a:r>
                <a:r>
                  <a:rPr lang="ko-KR" altLang="en-US" sz="1400" dirty="0"/>
                  <a:t> 추출하는 경우</a:t>
                </a:r>
                <a:r>
                  <a:rPr lang="en-US" altLang="ko-KR" sz="1400" dirty="0"/>
                  <a:t>&gt;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r2</a:t>
                </a:r>
                <a:r>
                  <a:rPr lang="ko-KR" altLang="en-US" sz="1400" dirty="0"/>
                  <a:t>의 </a:t>
                </a:r>
                <a:r>
                  <a:rPr lang="ko-KR" altLang="en-US" sz="1400" dirty="0" err="1"/>
                  <a:t>출력값을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254-bit </a:t>
                </a:r>
                <a:r>
                  <a:rPr lang="ko-KR" altLang="en-US" sz="1400" dirty="0"/>
                  <a:t>값으로 변환하는 과정 필요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1400" dirty="0"/>
                  <a:t> (</a:t>
                </a:r>
                <a14:m>
                  <m:oMath xmlns:m="http://schemas.openxmlformats.org/officeDocument/2006/math">
                    <m:r>
                      <a:rPr lang="en-US" altLang="ko-KR" sz="1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sz="1400" dirty="0"/>
                  <a:t> = 0, 1, … , 253)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출력값의 </a:t>
                </a:r>
                <a:r>
                  <a:rPr lang="en-US" altLang="ko-KR" sz="1400" dirty="0" err="1"/>
                  <a:t>i</a:t>
                </a:r>
                <a:r>
                  <a:rPr lang="ko-KR" altLang="en-US" sz="1400" dirty="0"/>
                  <a:t>번째 </a:t>
                </a:r>
                <a:r>
                  <a:rPr lang="ko-KR" altLang="en-US" sz="1400" dirty="0" err="1"/>
                  <a:t>비트값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r>
                  <a:rPr lang="ko-KR" altLang="en-US" sz="1400" dirty="0"/>
                  <a:t>약 </a:t>
                </a:r>
                <a:r>
                  <a:rPr lang="en-US" altLang="ko-KR" sz="1400" dirty="0"/>
                  <a:t>497</a:t>
                </a:r>
                <a:r>
                  <a:rPr lang="ko-KR" altLang="en-US" sz="1400" dirty="0"/>
                  <a:t>개의 </a:t>
                </a:r>
                <a:r>
                  <a:rPr lang="en-US" altLang="ko-KR" sz="1400" dirty="0"/>
                  <a:t>R1CS </a:t>
                </a:r>
                <a:r>
                  <a:rPr lang="ko-KR" altLang="en-US" sz="1400" dirty="0"/>
                  <a:t>발생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&lt;r1, r2 </a:t>
                </a:r>
                <a:r>
                  <a:rPr lang="ko-KR" altLang="en-US" sz="1400" dirty="0"/>
                  <a:t>모두 </a:t>
                </a:r>
                <a:r>
                  <a:rPr lang="en-US" altLang="ko-KR" sz="1400" dirty="0"/>
                  <a:t>128-bit </a:t>
                </a:r>
                <a:r>
                  <a:rPr lang="ko-KR" altLang="en-US" sz="1400" dirty="0"/>
                  <a:t>씩 추출하는 경우</a:t>
                </a:r>
                <a:r>
                  <a:rPr lang="en-US" altLang="ko-KR" sz="1400" dirty="0"/>
                  <a:t>&gt;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R1, r2</a:t>
                </a:r>
                <a:r>
                  <a:rPr lang="ko-KR" altLang="en-US" sz="1400" dirty="0"/>
                  <a:t>의 </a:t>
                </a:r>
                <a:r>
                  <a:rPr lang="ko-KR" altLang="en-US" sz="1400" dirty="0" err="1"/>
                  <a:t>출력값을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254-bit </a:t>
                </a:r>
                <a:r>
                  <a:rPr lang="ko-KR" altLang="en-US" sz="1400" dirty="0"/>
                  <a:t>값으로 변환하는 과정 필요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 sz="1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1400" dirty="0"/>
                  <a:t> (</a:t>
                </a:r>
                <a14:m>
                  <m:oMath xmlns:m="http://schemas.openxmlformats.org/officeDocument/2006/math">
                    <m:r>
                      <a:rPr lang="en-US" altLang="ko-KR" sz="14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sz="1400" dirty="0"/>
                  <a:t> = 0, 1, … , 253)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 sz="1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1400" dirty="0"/>
                  <a:t> (</a:t>
                </a:r>
                <a14:m>
                  <m:oMath xmlns:m="http://schemas.openxmlformats.org/officeDocument/2006/math">
                    <m:r>
                      <a:rPr lang="en-US" altLang="ko-KR" sz="14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sz="1400" dirty="0"/>
                  <a:t> = 0, 1, … , 253)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출력값의 </a:t>
                </a:r>
                <a:r>
                  <a:rPr lang="en-US" altLang="ko-KR" sz="1400" dirty="0" err="1"/>
                  <a:t>i</a:t>
                </a:r>
                <a:r>
                  <a:rPr lang="ko-KR" altLang="en-US" sz="1400" dirty="0"/>
                  <a:t>번째 </a:t>
                </a:r>
                <a:r>
                  <a:rPr lang="ko-KR" altLang="en-US" sz="1400" dirty="0" err="1"/>
                  <a:t>비트값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출력값의 </a:t>
                </a:r>
                <a:r>
                  <a:rPr lang="en-US" altLang="ko-KR" sz="1400" dirty="0" err="1"/>
                  <a:t>i</a:t>
                </a:r>
                <a:r>
                  <a:rPr lang="ko-KR" altLang="en-US" sz="1400" dirty="0"/>
                  <a:t>번째 </a:t>
                </a:r>
                <a:r>
                  <a:rPr lang="ko-KR" altLang="en-US" sz="1400" dirty="0" err="1"/>
                  <a:t>비트값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ko-KR" altLang="en-US" sz="1400" dirty="0"/>
                  <a:t>약 </a:t>
                </a:r>
                <a:r>
                  <a:rPr lang="en-US" altLang="ko-KR" sz="1400" dirty="0"/>
                  <a:t>773</a:t>
                </a:r>
                <a:r>
                  <a:rPr lang="ko-KR" altLang="en-US" sz="1400" dirty="0"/>
                  <a:t>개의 </a:t>
                </a:r>
                <a:r>
                  <a:rPr lang="en-US" altLang="ko-KR" sz="1400" dirty="0"/>
                  <a:t>R1CS </a:t>
                </a:r>
                <a:r>
                  <a:rPr lang="ko-KR" altLang="en-US" sz="1400" dirty="0"/>
                  <a:t>발생</a:t>
                </a:r>
                <a:endParaRPr lang="en-US" altLang="ko-KR" sz="1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3F8A801-42A3-5489-6255-26F16B57C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279" y="1676287"/>
                <a:ext cx="7357293" cy="4216539"/>
              </a:xfrm>
              <a:prstGeom prst="rect">
                <a:avLst/>
              </a:prstGeom>
              <a:blipFill>
                <a:blip r:embed="rId3"/>
                <a:stretch>
                  <a:fillRect l="-414" t="-578" b="-4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3834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EB375-E28A-B924-5E74-D47B50DD3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01D7B-814C-3B7C-C61A-958F7CDB7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Sol3</a:t>
            </a:r>
            <a:r>
              <a:rPr lang="ko-KR" altLang="en-US" dirty="0"/>
              <a:t>의 </a:t>
            </a:r>
            <a:r>
              <a:rPr lang="en-US" altLang="ko-KR" dirty="0"/>
              <a:t>R1CS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E7F3B9-EC7D-80A3-92E1-777325A1B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BE49A10-B204-7434-9BD0-F68428572D5F}"/>
                  </a:ext>
                </a:extLst>
              </p:cNvPr>
              <p:cNvSpPr txBox="1"/>
              <p:nvPr/>
            </p:nvSpPr>
            <p:spPr>
              <a:xfrm>
                <a:off x="4768779" y="1676287"/>
                <a:ext cx="7357293" cy="44343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b="1" dirty="0"/>
                  <a:t>Sol3</a:t>
                </a:r>
                <a:r>
                  <a:rPr lang="ko-KR" altLang="en-US" sz="1600" b="1" dirty="0"/>
                  <a:t>의</a:t>
                </a:r>
                <a:r>
                  <a:rPr lang="en-US" altLang="ko-KR" sz="1600" b="1" dirty="0"/>
                  <a:t> R1CS </a:t>
                </a:r>
                <a:endParaRPr lang="en-US" altLang="ko-KR" sz="1400" b="1" i="1" dirty="0">
                  <a:latin typeface="Cambria Math" panose="02040503050406030204" pitchFamily="18" charset="0"/>
                </a:endParaRPr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&lt;128-bit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Field</a:t>
                </a:r>
                <a:r>
                  <a:rPr lang="ko-KR" altLang="en-US" sz="1400" dirty="0"/>
                  <a:t>를 사용하는 경우</a:t>
                </a:r>
                <a:r>
                  <a:rPr lang="en-US" altLang="ko-KR" sz="1400" dirty="0"/>
                  <a:t>&gt;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Partial Round </a:t>
                </a:r>
                <a:r>
                  <a:rPr lang="ko-KR" altLang="en-US" sz="1400" dirty="0"/>
                  <a:t>수 </a:t>
                </a:r>
                <a:r>
                  <a:rPr lang="en-US" altLang="ko-KR" sz="1400" dirty="0"/>
                  <a:t>: 58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S-box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altLang="ko-KR" sz="1400" dirty="0"/>
                  <a:t> (3 R1CS)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Full Round</a:t>
                </a:r>
                <a:r>
                  <a:rPr lang="ko-KR" altLang="en-US" sz="1400" dirty="0"/>
                  <a:t>의 총 </a:t>
                </a:r>
                <a:r>
                  <a:rPr lang="en-US" altLang="ko-KR" sz="1400" dirty="0"/>
                  <a:t>R1CS : 6 x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8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x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3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=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144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Partial Round</a:t>
                </a:r>
                <a:r>
                  <a:rPr lang="ko-KR" altLang="en-US" sz="1400" dirty="0"/>
                  <a:t>의 총 </a:t>
                </a:r>
                <a:r>
                  <a:rPr lang="en-US" altLang="ko-KR" sz="1400" dirty="0"/>
                  <a:t>R1CS : 1 x 58 x 3 = 174</a:t>
                </a:r>
              </a:p>
              <a:p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r>
                  <a:rPr lang="ko-KR" altLang="en-US" sz="1400" dirty="0"/>
                  <a:t>약 </a:t>
                </a:r>
                <a:r>
                  <a:rPr lang="en-US" altLang="ko-KR" sz="1400" dirty="0"/>
                  <a:t>318</a:t>
                </a:r>
                <a:r>
                  <a:rPr lang="ko-KR" altLang="en-US" sz="1400" dirty="0"/>
                  <a:t>개의 </a:t>
                </a:r>
                <a:r>
                  <a:rPr lang="en-US" altLang="ko-KR" sz="1400" dirty="0"/>
                  <a:t>R1CS </a:t>
                </a:r>
                <a:r>
                  <a:rPr lang="ko-KR" altLang="en-US" sz="1400" dirty="0"/>
                  <a:t>발생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&lt;64-bit Field</a:t>
                </a:r>
                <a:r>
                  <a:rPr lang="ko-KR" altLang="en-US" sz="1400" dirty="0"/>
                  <a:t>를 사용하는 경우</a:t>
                </a:r>
                <a:r>
                  <a:rPr lang="en-US" altLang="ko-KR" sz="1400" dirty="0"/>
                  <a:t>&gt;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Partial Round </a:t>
                </a:r>
                <a:r>
                  <a:rPr lang="ko-KR" altLang="en-US" sz="1400" dirty="0"/>
                  <a:t>수 </a:t>
                </a:r>
                <a:r>
                  <a:rPr lang="en-US" altLang="ko-KR" sz="1400" dirty="0"/>
                  <a:t>: 22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S-box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US" altLang="ko-KR" sz="1400" dirty="0"/>
                  <a:t>(4 R1CS)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Full Round</a:t>
                </a:r>
                <a:r>
                  <a:rPr lang="ko-KR" altLang="en-US" sz="1400" dirty="0"/>
                  <a:t>의 총 </a:t>
                </a:r>
                <a:r>
                  <a:rPr lang="en-US" altLang="ko-KR" sz="1400" dirty="0"/>
                  <a:t>R1CS : 12 x 8 x 4= 384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Partial Round</a:t>
                </a:r>
                <a:r>
                  <a:rPr lang="ko-KR" altLang="en-US" sz="1400" dirty="0"/>
                  <a:t>의 총 </a:t>
                </a:r>
                <a:r>
                  <a:rPr lang="en-US" altLang="ko-KR" sz="1400" dirty="0"/>
                  <a:t>R1CS : 1 x 22 x 4 = 88</a:t>
                </a:r>
              </a:p>
              <a:p>
                <a:endParaRPr lang="en-US" altLang="ko-KR" sz="1400" dirty="0"/>
              </a:p>
              <a:p>
                <a:r>
                  <a:rPr lang="ko-KR" altLang="en-US" sz="1400" dirty="0"/>
                  <a:t>약 </a:t>
                </a:r>
                <a:r>
                  <a:rPr lang="en-US" altLang="ko-KR" sz="1400" dirty="0"/>
                  <a:t>472</a:t>
                </a:r>
                <a:r>
                  <a:rPr lang="ko-KR" altLang="en-US" sz="1400" dirty="0"/>
                  <a:t>개의 </a:t>
                </a:r>
                <a:r>
                  <a:rPr lang="en-US" altLang="ko-KR" sz="1400" dirty="0"/>
                  <a:t>R1CS </a:t>
                </a:r>
                <a:r>
                  <a:rPr lang="ko-KR" altLang="en-US" sz="1400" dirty="0"/>
                  <a:t>발생</a:t>
                </a:r>
                <a:endParaRPr lang="en-US" altLang="ko-KR" sz="1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BE49A10-B204-7434-9BD0-F68428572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8779" y="1676287"/>
                <a:ext cx="7357293" cy="4434355"/>
              </a:xfrm>
              <a:prstGeom prst="rect">
                <a:avLst/>
              </a:prstGeom>
              <a:blipFill>
                <a:blip r:embed="rId3"/>
                <a:stretch>
                  <a:fillRect l="-414" t="-550" b="-5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7">
            <a:extLst>
              <a:ext uri="{FF2B5EF4-FFF2-40B4-BE49-F238E27FC236}">
                <a16:creationId xmlns:a16="http://schemas.microsoft.com/office/drawing/2014/main" id="{75830A12-318D-1A19-4421-3DF42F3C4100}"/>
              </a:ext>
            </a:extLst>
          </p:cNvPr>
          <p:cNvGrpSpPr/>
          <p:nvPr/>
        </p:nvGrpSpPr>
        <p:grpSpPr>
          <a:xfrm>
            <a:off x="505016" y="1897789"/>
            <a:ext cx="3948096" cy="3062421"/>
            <a:chOff x="7724966" y="2757961"/>
            <a:chExt cx="3948096" cy="3062421"/>
          </a:xfrm>
        </p:grpSpPr>
        <p:sp>
          <p:nvSpPr>
            <p:cNvPr id="5" name="Right Brace 2">
              <a:extLst>
                <a:ext uri="{FF2B5EF4-FFF2-40B4-BE49-F238E27FC236}">
                  <a16:creationId xmlns:a16="http://schemas.microsoft.com/office/drawing/2014/main" id="{08053518-EFBA-91C1-7E67-E262F283C349}"/>
                </a:ext>
              </a:extLst>
            </p:cNvPr>
            <p:cNvSpPr/>
            <p:nvPr/>
          </p:nvSpPr>
          <p:spPr>
            <a:xfrm rot="5400000">
              <a:off x="8297859" y="4539230"/>
              <a:ext cx="342900" cy="1413178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C32EBFD-5419-8BD0-215C-B7C21C7D12E0}"/>
                </a:ext>
              </a:extLst>
            </p:cNvPr>
            <p:cNvSpPr txBox="1"/>
            <p:nvPr/>
          </p:nvSpPr>
          <p:spPr>
            <a:xfrm>
              <a:off x="7791897" y="5451050"/>
              <a:ext cx="29083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byte-aligned (e.g., 256b)</a:t>
              </a: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2E5C9531-BED4-547C-347D-9CE36D6FB076}"/>
                </a:ext>
              </a:extLst>
            </p:cNvPr>
            <p:cNvGrpSpPr/>
            <p:nvPr/>
          </p:nvGrpSpPr>
          <p:grpSpPr>
            <a:xfrm>
              <a:off x="7781602" y="3006661"/>
              <a:ext cx="3891460" cy="419931"/>
              <a:chOff x="7834765" y="3009069"/>
              <a:chExt cx="3891460" cy="419931"/>
            </a:xfrm>
          </p:grpSpPr>
          <p:grpSp>
            <p:nvGrpSpPr>
              <p:cNvPr id="13" name="Group 6">
                <a:extLst>
                  <a:ext uri="{FF2B5EF4-FFF2-40B4-BE49-F238E27FC236}">
                    <a16:creationId xmlns:a16="http://schemas.microsoft.com/office/drawing/2014/main" id="{7190CB88-3F80-5577-DFA4-A09BE7A5798E}"/>
                  </a:ext>
                </a:extLst>
              </p:cNvPr>
              <p:cNvGrpSpPr/>
              <p:nvPr/>
            </p:nvGrpSpPr>
            <p:grpSpPr>
              <a:xfrm>
                <a:off x="7834765" y="3010700"/>
                <a:ext cx="972865" cy="418300"/>
                <a:chOff x="3739857" y="5115350"/>
                <a:chExt cx="1353428" cy="418300"/>
              </a:xfrm>
            </p:grpSpPr>
            <p:sp>
              <p:nvSpPr>
                <p:cNvPr id="59" name="Rectangle 19">
                  <a:extLst>
                    <a:ext uri="{FF2B5EF4-FFF2-40B4-BE49-F238E27FC236}">
                      <a16:creationId xmlns:a16="http://schemas.microsoft.com/office/drawing/2014/main" id="{2C87EB3A-4AEC-7CFB-32F5-87C448D5FC8C}"/>
                    </a:ext>
                  </a:extLst>
                </p:cNvPr>
                <p:cNvSpPr/>
                <p:nvPr/>
              </p:nvSpPr>
              <p:spPr>
                <a:xfrm>
                  <a:off x="3739857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r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1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0" name="Rectangle 20">
                  <a:extLst>
                    <a:ext uri="{FF2B5EF4-FFF2-40B4-BE49-F238E27FC236}">
                      <a16:creationId xmlns:a16="http://schemas.microsoft.com/office/drawing/2014/main" id="{6938CB4C-3D90-CB14-A514-DD4B24441DCC}"/>
                    </a:ext>
                  </a:extLst>
                </p:cNvPr>
                <p:cNvSpPr/>
                <p:nvPr/>
              </p:nvSpPr>
              <p:spPr>
                <a:xfrm>
                  <a:off x="4191001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r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2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1" name="Rectangle 21">
                  <a:extLst>
                    <a:ext uri="{FF2B5EF4-FFF2-40B4-BE49-F238E27FC236}">
                      <a16:creationId xmlns:a16="http://schemas.microsoft.com/office/drawing/2014/main" id="{E16E4C03-3C59-EB4B-ED36-8766B9419F7D}"/>
                    </a:ext>
                  </a:extLst>
                </p:cNvPr>
                <p:cNvSpPr/>
                <p:nvPr/>
              </p:nvSpPr>
              <p:spPr>
                <a:xfrm>
                  <a:off x="4642143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r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3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" name="Group 7">
                <a:extLst>
                  <a:ext uri="{FF2B5EF4-FFF2-40B4-BE49-F238E27FC236}">
                    <a16:creationId xmlns:a16="http://schemas.microsoft.com/office/drawing/2014/main" id="{367386C3-4D36-6F62-1596-09722E96F4FA}"/>
                  </a:ext>
                </a:extLst>
              </p:cNvPr>
              <p:cNvGrpSpPr/>
              <p:nvPr/>
            </p:nvGrpSpPr>
            <p:grpSpPr>
              <a:xfrm>
                <a:off x="8807630" y="3010700"/>
                <a:ext cx="972865" cy="418300"/>
                <a:chOff x="3739857" y="5115350"/>
                <a:chExt cx="1353428" cy="418300"/>
              </a:xfrm>
            </p:grpSpPr>
            <p:sp>
              <p:nvSpPr>
                <p:cNvPr id="56" name="Rectangle 16">
                  <a:extLst>
                    <a:ext uri="{FF2B5EF4-FFF2-40B4-BE49-F238E27FC236}">
                      <a16:creationId xmlns:a16="http://schemas.microsoft.com/office/drawing/2014/main" id="{54AB02C6-1869-7890-EA51-62A716D95AC6}"/>
                    </a:ext>
                  </a:extLst>
                </p:cNvPr>
                <p:cNvSpPr/>
                <p:nvPr/>
              </p:nvSpPr>
              <p:spPr>
                <a:xfrm>
                  <a:off x="3739857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r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4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7" name="Rectangle 17">
                  <a:extLst>
                    <a:ext uri="{FF2B5EF4-FFF2-40B4-BE49-F238E27FC236}">
                      <a16:creationId xmlns:a16="http://schemas.microsoft.com/office/drawing/2014/main" id="{BFCF885A-5312-97CB-D4B2-219F1801D921}"/>
                    </a:ext>
                  </a:extLst>
                </p:cNvPr>
                <p:cNvSpPr/>
                <p:nvPr/>
              </p:nvSpPr>
              <p:spPr>
                <a:xfrm>
                  <a:off x="4191001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r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5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" name="Rectangle 18">
                  <a:extLst>
                    <a:ext uri="{FF2B5EF4-FFF2-40B4-BE49-F238E27FC236}">
                      <a16:creationId xmlns:a16="http://schemas.microsoft.com/office/drawing/2014/main" id="{C8C6573F-04DE-71E7-4686-F661C1E85F23}"/>
                    </a:ext>
                  </a:extLst>
                </p:cNvPr>
                <p:cNvSpPr/>
                <p:nvPr/>
              </p:nvSpPr>
              <p:spPr>
                <a:xfrm>
                  <a:off x="4642143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r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6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5" name="Group 8">
                <a:extLst>
                  <a:ext uri="{FF2B5EF4-FFF2-40B4-BE49-F238E27FC236}">
                    <a16:creationId xmlns:a16="http://schemas.microsoft.com/office/drawing/2014/main" id="{C65F687B-BACB-88AF-943F-9183662C4BB2}"/>
                  </a:ext>
                </a:extLst>
              </p:cNvPr>
              <p:cNvGrpSpPr/>
              <p:nvPr/>
            </p:nvGrpSpPr>
            <p:grpSpPr>
              <a:xfrm>
                <a:off x="9780495" y="3009069"/>
                <a:ext cx="972865" cy="418300"/>
                <a:chOff x="3739857" y="5115350"/>
                <a:chExt cx="1353428" cy="418300"/>
              </a:xfrm>
            </p:grpSpPr>
            <p:sp>
              <p:nvSpPr>
                <p:cNvPr id="20" name="Rectangle 13">
                  <a:extLst>
                    <a:ext uri="{FF2B5EF4-FFF2-40B4-BE49-F238E27FC236}">
                      <a16:creationId xmlns:a16="http://schemas.microsoft.com/office/drawing/2014/main" id="{1A8D84DC-3F5E-6DF9-FB5A-46AFAC44A933}"/>
                    </a:ext>
                  </a:extLst>
                </p:cNvPr>
                <p:cNvSpPr/>
                <p:nvPr/>
              </p:nvSpPr>
              <p:spPr>
                <a:xfrm>
                  <a:off x="3739857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r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7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" name="Rectangle 14">
                  <a:extLst>
                    <a:ext uri="{FF2B5EF4-FFF2-40B4-BE49-F238E27FC236}">
                      <a16:creationId xmlns:a16="http://schemas.microsoft.com/office/drawing/2014/main" id="{44B1396D-F551-A1E7-F81C-F452B2544E65}"/>
                    </a:ext>
                  </a:extLst>
                </p:cNvPr>
                <p:cNvSpPr/>
                <p:nvPr/>
              </p:nvSpPr>
              <p:spPr>
                <a:xfrm>
                  <a:off x="4191001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r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8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Rectangle 15">
                  <a:extLst>
                    <a:ext uri="{FF2B5EF4-FFF2-40B4-BE49-F238E27FC236}">
                      <a16:creationId xmlns:a16="http://schemas.microsoft.com/office/drawing/2014/main" id="{D31483D3-7F16-4D1D-B7DA-EC6618663F8C}"/>
                    </a:ext>
                  </a:extLst>
                </p:cNvPr>
                <p:cNvSpPr/>
                <p:nvPr/>
              </p:nvSpPr>
              <p:spPr>
                <a:xfrm>
                  <a:off x="4642143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c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1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6" name="Group 9">
                <a:extLst>
                  <a:ext uri="{FF2B5EF4-FFF2-40B4-BE49-F238E27FC236}">
                    <a16:creationId xmlns:a16="http://schemas.microsoft.com/office/drawing/2014/main" id="{CBC70B4B-7A38-9BFC-FBDC-BA8027444762}"/>
                  </a:ext>
                </a:extLst>
              </p:cNvPr>
              <p:cNvGrpSpPr/>
              <p:nvPr/>
            </p:nvGrpSpPr>
            <p:grpSpPr>
              <a:xfrm>
                <a:off x="10753360" y="3009069"/>
                <a:ext cx="972865" cy="418300"/>
                <a:chOff x="3739857" y="5115350"/>
                <a:chExt cx="1353428" cy="418300"/>
              </a:xfrm>
            </p:grpSpPr>
            <p:sp>
              <p:nvSpPr>
                <p:cNvPr id="17" name="Rectangle 10">
                  <a:extLst>
                    <a:ext uri="{FF2B5EF4-FFF2-40B4-BE49-F238E27FC236}">
                      <a16:creationId xmlns:a16="http://schemas.microsoft.com/office/drawing/2014/main" id="{E7B5BB39-354D-A381-4E78-D2335D8EABC5}"/>
                    </a:ext>
                  </a:extLst>
                </p:cNvPr>
                <p:cNvSpPr/>
                <p:nvPr/>
              </p:nvSpPr>
              <p:spPr>
                <a:xfrm>
                  <a:off x="3739857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c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2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1">
                  <a:extLst>
                    <a:ext uri="{FF2B5EF4-FFF2-40B4-BE49-F238E27FC236}">
                      <a16:creationId xmlns:a16="http://schemas.microsoft.com/office/drawing/2014/main" id="{C90879BD-E980-B39D-5BF4-F6469E88E014}"/>
                    </a:ext>
                  </a:extLst>
                </p:cNvPr>
                <p:cNvSpPr/>
                <p:nvPr/>
              </p:nvSpPr>
              <p:spPr>
                <a:xfrm>
                  <a:off x="4191001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c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3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2">
                  <a:extLst>
                    <a:ext uri="{FF2B5EF4-FFF2-40B4-BE49-F238E27FC236}">
                      <a16:creationId xmlns:a16="http://schemas.microsoft.com/office/drawing/2014/main" id="{F7187AD4-5431-7197-EB63-32AC94F493DD}"/>
                    </a:ext>
                  </a:extLst>
                </p:cNvPr>
                <p:cNvSpPr/>
                <p:nvPr/>
              </p:nvSpPr>
              <p:spPr>
                <a:xfrm>
                  <a:off x="4642143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>
                      <a:solidFill>
                        <a:schemeClr val="tx1"/>
                      </a:solidFill>
                    </a:rPr>
                    <a:t>c</a:t>
                  </a:r>
                  <a:r>
                    <a:rPr lang="en-US" altLang="ko-KR" sz="1200" baseline="-25000">
                      <a:solidFill>
                        <a:schemeClr val="tx1"/>
                      </a:solidFill>
                    </a:rPr>
                    <a:t>4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8521B01-61FB-2060-03C4-F2A9FD3326B2}"/>
                </a:ext>
              </a:extLst>
            </p:cNvPr>
            <p:cNvSpPr txBox="1"/>
            <p:nvPr/>
          </p:nvSpPr>
          <p:spPr>
            <a:xfrm>
              <a:off x="7724966" y="2757961"/>
              <a:ext cx="673100" cy="2861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64b</a:t>
              </a:r>
            </a:p>
          </p:txBody>
        </p:sp>
        <p:cxnSp>
          <p:nvCxnSpPr>
            <p:cNvPr id="9" name="Straight Arrow Connector 23">
              <a:extLst>
                <a:ext uri="{FF2B5EF4-FFF2-40B4-BE49-F238E27FC236}">
                  <a16:creationId xmlns:a16="http://schemas.microsoft.com/office/drawing/2014/main" id="{FAB8A44F-CA3B-BFD1-66EC-BC1960C03F14}"/>
                </a:ext>
              </a:extLst>
            </p:cNvPr>
            <p:cNvCxnSpPr>
              <a:cxnSpLocks/>
            </p:cNvCxnSpPr>
            <p:nvPr/>
          </p:nvCxnSpPr>
          <p:spPr>
            <a:xfrm>
              <a:off x="7943746" y="3429000"/>
              <a:ext cx="0" cy="12185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24">
              <a:extLst>
                <a:ext uri="{FF2B5EF4-FFF2-40B4-BE49-F238E27FC236}">
                  <a16:creationId xmlns:a16="http://schemas.microsoft.com/office/drawing/2014/main" id="{866E6FEC-21F9-95A9-B46F-8A60EB217DA2}"/>
                </a:ext>
              </a:extLst>
            </p:cNvPr>
            <p:cNvCxnSpPr>
              <a:cxnSpLocks/>
            </p:cNvCxnSpPr>
            <p:nvPr/>
          </p:nvCxnSpPr>
          <p:spPr>
            <a:xfrm>
              <a:off x="8272367" y="3424961"/>
              <a:ext cx="0" cy="12185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25">
              <a:extLst>
                <a:ext uri="{FF2B5EF4-FFF2-40B4-BE49-F238E27FC236}">
                  <a16:creationId xmlns:a16="http://schemas.microsoft.com/office/drawing/2014/main" id="{05261D8A-222B-1D8E-BFDD-EAA5398C2DB7}"/>
                </a:ext>
              </a:extLst>
            </p:cNvPr>
            <p:cNvCxnSpPr>
              <a:cxnSpLocks/>
            </p:cNvCxnSpPr>
            <p:nvPr/>
          </p:nvCxnSpPr>
          <p:spPr>
            <a:xfrm>
              <a:off x="8587990" y="3429000"/>
              <a:ext cx="0" cy="12185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26">
              <a:extLst>
                <a:ext uri="{FF2B5EF4-FFF2-40B4-BE49-F238E27FC236}">
                  <a16:creationId xmlns:a16="http://schemas.microsoft.com/office/drawing/2014/main" id="{0C875A5E-571F-9A54-BD2A-62C94EF99FD0}"/>
                </a:ext>
              </a:extLst>
            </p:cNvPr>
            <p:cNvCxnSpPr>
              <a:cxnSpLocks/>
            </p:cNvCxnSpPr>
            <p:nvPr/>
          </p:nvCxnSpPr>
          <p:spPr>
            <a:xfrm>
              <a:off x="8916611" y="3424961"/>
              <a:ext cx="0" cy="12185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47362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71EAA-B5FA-2F31-3A81-C6238D054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322483-F1E1-B002-0718-BB7A83F9E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Implementation Cost – Rows(PLONK)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F239C8-9456-2C19-DE7F-66A9DFD8D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10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0B5CDFC-C66E-F4E5-A35D-086260F30054}"/>
                  </a:ext>
                </a:extLst>
              </p:cNvPr>
              <p:cNvSpPr txBox="1"/>
              <p:nvPr/>
            </p:nvSpPr>
            <p:spPr>
              <a:xfrm>
                <a:off x="745419" y="1504837"/>
                <a:ext cx="7357293" cy="3354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b="1" dirty="0"/>
                  <a:t>Row </a:t>
                </a:r>
                <a:endParaRPr lang="en-US" altLang="ko-KR" sz="1400" b="1" i="1" dirty="0">
                  <a:latin typeface="Cambria Math" panose="02040503050406030204" pitchFamily="18" charset="0"/>
                </a:endParaRPr>
              </a:p>
              <a:p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PLONK</a:t>
                </a:r>
                <a:r>
                  <a:rPr lang="ko-KR" altLang="en-US" sz="1400" dirty="0"/>
                  <a:t>에서 회로 비용의 단위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형태의 수식의 개수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a, b, c : witness</a:t>
                </a:r>
                <a:r>
                  <a:rPr lang="ko-KR" altLang="en-US" sz="1400" dirty="0"/>
                  <a:t> 값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altLang="ko-KR" sz="1400" dirty="0"/>
                  <a:t> : switch (-1, 0, 1)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ex) a + b = c</a:t>
                </a:r>
                <a:r>
                  <a:rPr lang="ko-KR" altLang="en-US" sz="1400" dirty="0"/>
                  <a:t>를 증명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altLang="ko-KR" sz="1400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400" dirty="0">
                    <a:latin typeface="Cambria Math" panose="02040503050406030204" pitchFamily="18" charset="0"/>
                  </a:rPr>
                  <a:t>= 1</a:t>
                </a:r>
                <a:r>
                  <a:rPr lang="en-US" altLang="ko-KR" sz="1400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</m:oMath>
                </a14:m>
                <a:r>
                  <a:rPr lang="en-US" altLang="ko-KR" sz="1400" dirty="0"/>
                  <a:t> = -1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0B5CDFC-C66E-F4E5-A35D-086260F30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19" y="1504837"/>
                <a:ext cx="7357293" cy="3354765"/>
              </a:xfrm>
              <a:prstGeom prst="rect">
                <a:avLst/>
              </a:prstGeom>
              <a:blipFill>
                <a:blip r:embed="rId3"/>
                <a:stretch>
                  <a:fillRect l="-414" t="-5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8981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62028-146E-83A9-739A-430CA2E8B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E0F17-230B-C8CE-C467-4017FDD26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Implementation Cost – Rows(PLONK)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0DCE8A-F49E-AF51-E01D-7A03F7AC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11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C87B475-6A50-B4F5-497E-EAA5402900F1}"/>
                  </a:ext>
                </a:extLst>
              </p:cNvPr>
              <p:cNvSpPr txBox="1"/>
              <p:nvPr/>
            </p:nvSpPr>
            <p:spPr>
              <a:xfrm>
                <a:off x="745419" y="1504837"/>
                <a:ext cx="7357293" cy="335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b="1" dirty="0"/>
                  <a:t>Row </a:t>
                </a:r>
                <a:endParaRPr lang="en-US" altLang="ko-KR" sz="1400" b="1" i="1" dirty="0">
                  <a:latin typeface="Cambria Math" panose="02040503050406030204" pitchFamily="18" charset="0"/>
                </a:endParaRPr>
              </a:p>
              <a:p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PLONK</a:t>
                </a:r>
                <a:r>
                  <a:rPr lang="ko-KR" altLang="en-US" sz="1400" dirty="0"/>
                  <a:t>에서 회로 비용의 단위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형태의 수식의 개수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a, b, c : witness</a:t>
                </a:r>
                <a:r>
                  <a:rPr lang="ko-KR" altLang="en-US" sz="1400" dirty="0"/>
                  <a:t> 값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altLang="ko-KR" sz="1400" dirty="0"/>
                  <a:t> : switch (-1, 0, 1)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ex) S-box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 ∙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 ∙</m:t>
                        </m:r>
                        <m:sSup>
                          <m:sSup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US" altLang="ko-KR" sz="14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C87B475-6A50-B4F5-497E-EAA540290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19" y="1504837"/>
                <a:ext cx="7357293" cy="3359509"/>
              </a:xfrm>
              <a:prstGeom prst="rect">
                <a:avLst/>
              </a:prstGeom>
              <a:blipFill>
                <a:blip r:embed="rId3"/>
                <a:stretch>
                  <a:fillRect l="-414" t="-544" b="-5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132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B82BC-A92B-AFDF-56E1-38FAF8C6E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1E497F-1A07-EAEB-0F3F-5BBC6CF22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Implementation Cost – Rows(PLONK)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C92A97-8F77-60DF-A42D-B36D77290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0B4B4A3-F1C9-61F4-909F-BB7EBA59BB3A}"/>
              </a:ext>
            </a:extLst>
          </p:cNvPr>
          <p:cNvSpPr txBox="1"/>
          <p:nvPr/>
        </p:nvSpPr>
        <p:spPr>
          <a:xfrm>
            <a:off x="745419" y="1322658"/>
            <a:ext cx="735729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Row </a:t>
            </a:r>
            <a:endParaRPr lang="en-US" altLang="ko-KR" sz="1400" b="1" i="1" dirty="0">
              <a:latin typeface="Cambria Math" panose="02040503050406030204" pitchFamily="18" charset="0"/>
            </a:endParaRPr>
          </a:p>
          <a:p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Custom Gates </a:t>
            </a:r>
            <a:r>
              <a:rPr lang="ko-KR" altLang="en-US" sz="1400" dirty="0"/>
              <a:t>사용 가능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5978256-5D9A-FAB1-4DE3-4C52EA4B80FF}"/>
              </a:ext>
            </a:extLst>
          </p:cNvPr>
          <p:cNvGrpSpPr/>
          <p:nvPr/>
        </p:nvGrpSpPr>
        <p:grpSpPr>
          <a:xfrm>
            <a:off x="826270" y="2349354"/>
            <a:ext cx="3549973" cy="1779369"/>
            <a:chOff x="101277" y="1771080"/>
            <a:chExt cx="3549973" cy="177936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4C102B7-E5B3-AE6B-47F1-45008183F6FF}"/>
                </a:ext>
              </a:extLst>
            </p:cNvPr>
            <p:cNvSpPr txBox="1"/>
            <p:nvPr/>
          </p:nvSpPr>
          <p:spPr>
            <a:xfrm>
              <a:off x="1299539" y="3288839"/>
              <a:ext cx="11534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full round</a:t>
              </a: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58C4E1FB-0922-2A98-0502-CCAC9A9869F8}"/>
                </a:ext>
              </a:extLst>
            </p:cNvPr>
            <p:cNvGrpSpPr/>
            <p:nvPr/>
          </p:nvGrpSpPr>
          <p:grpSpPr>
            <a:xfrm>
              <a:off x="101277" y="1771080"/>
              <a:ext cx="3549973" cy="1217083"/>
              <a:chOff x="101277" y="1771080"/>
              <a:chExt cx="3549973" cy="1217083"/>
            </a:xfrm>
          </p:grpSpPr>
          <p:sp>
            <p:nvSpPr>
              <p:cNvPr id="25" name="사다리꼴 24">
                <a:extLst>
                  <a:ext uri="{FF2B5EF4-FFF2-40B4-BE49-F238E27FC236}">
                    <a16:creationId xmlns:a16="http://schemas.microsoft.com/office/drawing/2014/main" id="{7B893172-A4A2-FE20-648D-970BC4D85F59}"/>
                  </a:ext>
                </a:extLst>
              </p:cNvPr>
              <p:cNvSpPr/>
              <p:nvPr/>
            </p:nvSpPr>
            <p:spPr>
              <a:xfrm rot="5400000">
                <a:off x="727756" y="1853107"/>
                <a:ext cx="284257" cy="244430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+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8028E161-CB84-3FEE-89BE-2C3FF4A78723}"/>
                  </a:ext>
                </a:extLst>
              </p:cNvPr>
              <p:cNvGrpSpPr/>
              <p:nvPr/>
            </p:nvGrpSpPr>
            <p:grpSpPr>
              <a:xfrm>
                <a:off x="101277" y="1771080"/>
                <a:ext cx="431450" cy="1210362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1" name="직사각형 80">
                      <a:extLst>
                        <a:ext uri="{FF2B5EF4-FFF2-40B4-BE49-F238E27FC236}">
                          <a16:creationId xmlns:a16="http://schemas.microsoft.com/office/drawing/2014/main" id="{32FBF1DE-88EB-178E-2A94-0EC7FBC58E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3" name="직사각형 72">
                      <a:extLst>
                        <a:ext uri="{FF2B5EF4-FFF2-40B4-BE49-F238E27FC236}">
                          <a16:creationId xmlns:a16="http://schemas.microsoft.com/office/drawing/2014/main" id="{04EB813C-EF95-66B8-A0F1-35D6B27E486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2" name="직사각형 81">
                      <a:extLst>
                        <a:ext uri="{FF2B5EF4-FFF2-40B4-BE49-F238E27FC236}">
                          <a16:creationId xmlns:a16="http://schemas.microsoft.com/office/drawing/2014/main" id="{8CA8CDAC-BFA3-08D1-1A98-A27DDACA37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5" name="직사각형 74">
                      <a:extLst>
                        <a:ext uri="{FF2B5EF4-FFF2-40B4-BE49-F238E27FC236}">
                          <a16:creationId xmlns:a16="http://schemas.microsoft.com/office/drawing/2014/main" id="{5CC63EF1-921A-3743-EDA7-4742C137721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b="-1639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3" name="직사각형 82">
                      <a:extLst>
                        <a:ext uri="{FF2B5EF4-FFF2-40B4-BE49-F238E27FC236}">
                          <a16:creationId xmlns:a16="http://schemas.microsoft.com/office/drawing/2014/main" id="{28DCCB41-792C-7A22-F18E-E89A225699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00" name="직사각형 99">
                      <a:extLst>
                        <a:ext uri="{FF2B5EF4-FFF2-40B4-BE49-F238E27FC236}">
                          <a16:creationId xmlns:a16="http://schemas.microsoft.com/office/drawing/2014/main" id="{3F7D76FF-4A31-178E-FE45-6D9F3C0EEEC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7" name="그룹 26">
                <a:extLst>
                  <a:ext uri="{FF2B5EF4-FFF2-40B4-BE49-F238E27FC236}">
                    <a16:creationId xmlns:a16="http://schemas.microsoft.com/office/drawing/2014/main" id="{AD6E5DE2-EB84-F597-F6C1-F6C8BDEA66DD}"/>
                  </a:ext>
                </a:extLst>
              </p:cNvPr>
              <p:cNvGrpSpPr/>
              <p:nvPr/>
            </p:nvGrpSpPr>
            <p:grpSpPr>
              <a:xfrm>
                <a:off x="577254" y="1892264"/>
                <a:ext cx="602940" cy="153317"/>
                <a:chOff x="577254" y="1892264"/>
                <a:chExt cx="602940" cy="153317"/>
              </a:xfrm>
            </p:grpSpPr>
            <p:sp>
              <p:nvSpPr>
                <p:cNvPr id="79" name="화살표: 오른쪽 78">
                  <a:extLst>
                    <a:ext uri="{FF2B5EF4-FFF2-40B4-BE49-F238E27FC236}">
                      <a16:creationId xmlns:a16="http://schemas.microsoft.com/office/drawing/2014/main" id="{2E4727DF-156B-549F-230C-1B8DCA47093F}"/>
                    </a:ext>
                  </a:extLst>
                </p:cNvPr>
                <p:cNvSpPr/>
                <p:nvPr/>
              </p:nvSpPr>
              <p:spPr>
                <a:xfrm>
                  <a:off x="577254" y="1892264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" name="화살표: 오른쪽 79">
                  <a:extLst>
                    <a:ext uri="{FF2B5EF4-FFF2-40B4-BE49-F238E27FC236}">
                      <a16:creationId xmlns:a16="http://schemas.microsoft.com/office/drawing/2014/main" id="{1974F1B7-DFF0-CD50-61C7-0F80D3DB81CC}"/>
                    </a:ext>
                  </a:extLst>
                </p:cNvPr>
                <p:cNvSpPr/>
                <p:nvPr/>
              </p:nvSpPr>
              <p:spPr>
                <a:xfrm>
                  <a:off x="1035495" y="1901347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25863FC9-6F94-4C89-738C-79F1868719F4}"/>
                  </a:ext>
                </a:extLst>
              </p:cNvPr>
              <p:cNvGrpSpPr/>
              <p:nvPr/>
            </p:nvGrpSpPr>
            <p:grpSpPr>
              <a:xfrm>
                <a:off x="1221420" y="1777801"/>
                <a:ext cx="431450" cy="1210362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직사각형 75">
                      <a:extLst>
                        <a:ext uri="{FF2B5EF4-FFF2-40B4-BE49-F238E27FC236}">
                          <a16:creationId xmlns:a16="http://schemas.microsoft.com/office/drawing/2014/main" id="{5783C70C-04CD-10A7-1434-EAD14E552C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25" name="직사각형 124">
                      <a:extLst>
                        <a:ext uri="{FF2B5EF4-FFF2-40B4-BE49-F238E27FC236}">
                          <a16:creationId xmlns:a16="http://schemas.microsoft.com/office/drawing/2014/main" id="{B7C092C9-5776-E3BC-D307-8C1FA0F8F42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7" name="직사각형 76">
                      <a:extLst>
                        <a:ext uri="{FF2B5EF4-FFF2-40B4-BE49-F238E27FC236}">
                          <a16:creationId xmlns:a16="http://schemas.microsoft.com/office/drawing/2014/main" id="{D2D593C8-E313-14F3-0CAB-CB2F7294F1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26" name="직사각형 125">
                      <a:extLst>
                        <a:ext uri="{FF2B5EF4-FFF2-40B4-BE49-F238E27FC236}">
                          <a16:creationId xmlns:a16="http://schemas.microsoft.com/office/drawing/2014/main" id="{493B002A-1AE5-8DC4-C89A-EB7245FDECA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b="-1639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8" name="직사각형 77">
                      <a:extLst>
                        <a:ext uri="{FF2B5EF4-FFF2-40B4-BE49-F238E27FC236}">
                          <a16:creationId xmlns:a16="http://schemas.microsoft.com/office/drawing/2014/main" id="{A736484F-DC08-3163-4703-C7B479E02A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27" name="직사각형 126">
                      <a:extLst>
                        <a:ext uri="{FF2B5EF4-FFF2-40B4-BE49-F238E27FC236}">
                          <a16:creationId xmlns:a16="http://schemas.microsoft.com/office/drawing/2014/main" id="{6CD2BC4C-EEAB-1A50-6786-0B089868639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ACB90A20-6EC3-1136-1036-FFB2537276DA}"/>
                  </a:ext>
                </a:extLst>
              </p:cNvPr>
              <p:cNvGrpSpPr/>
              <p:nvPr/>
            </p:nvGrpSpPr>
            <p:grpSpPr>
              <a:xfrm>
                <a:off x="2377346" y="1777801"/>
                <a:ext cx="431450" cy="1210362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3" name="직사각형 72">
                      <a:extLst>
                        <a:ext uri="{FF2B5EF4-FFF2-40B4-BE49-F238E27FC236}">
                          <a16:creationId xmlns:a16="http://schemas.microsoft.com/office/drawing/2014/main" id="{06DD72E9-6657-B9B7-4C11-D31B9941EB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07" name="직사각형 206">
                      <a:extLst>
                        <a:ext uri="{FF2B5EF4-FFF2-40B4-BE49-F238E27FC236}">
                          <a16:creationId xmlns:a16="http://schemas.microsoft.com/office/drawing/2014/main" id="{F4384D62-E48D-9727-D25D-A4ADD88CBC0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4" name="직사각형 73">
                      <a:extLst>
                        <a:ext uri="{FF2B5EF4-FFF2-40B4-BE49-F238E27FC236}">
                          <a16:creationId xmlns:a16="http://schemas.microsoft.com/office/drawing/2014/main" id="{19453E68-C4C3-88E9-8F87-96F31846C0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08" name="직사각형 207">
                      <a:extLst>
                        <a:ext uri="{FF2B5EF4-FFF2-40B4-BE49-F238E27FC236}">
                          <a16:creationId xmlns:a16="http://schemas.microsoft.com/office/drawing/2014/main" id="{C2F7F317-B8FE-7C25-2422-442A0CB3B9C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b="-1639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직사각형 74">
                      <a:extLst>
                        <a:ext uri="{FF2B5EF4-FFF2-40B4-BE49-F238E27FC236}">
                          <a16:creationId xmlns:a16="http://schemas.microsoft.com/office/drawing/2014/main" id="{9439F8E2-5A99-F9DB-7B4F-8AF6291F6D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09" name="직사각형 208">
                      <a:extLst>
                        <a:ext uri="{FF2B5EF4-FFF2-40B4-BE49-F238E27FC236}">
                          <a16:creationId xmlns:a16="http://schemas.microsoft.com/office/drawing/2014/main" id="{7B9C2BF0-9329-2985-7BDA-B5D9ED74822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30" name="곱하기 기호 29">
                <a:extLst>
                  <a:ext uri="{FF2B5EF4-FFF2-40B4-BE49-F238E27FC236}">
                    <a16:creationId xmlns:a16="http://schemas.microsoft.com/office/drawing/2014/main" id="{C02FACAC-A795-5DF6-3B71-D157BDCE9529}"/>
                  </a:ext>
                </a:extLst>
              </p:cNvPr>
              <p:cNvSpPr/>
              <p:nvPr/>
            </p:nvSpPr>
            <p:spPr>
              <a:xfrm>
                <a:off x="2885600" y="2345559"/>
                <a:ext cx="142592" cy="144079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C5D7A353-889C-29A4-8303-A3F2122834D1}"/>
                  </a:ext>
                </a:extLst>
              </p:cNvPr>
              <p:cNvSpPr/>
              <p:nvPr/>
            </p:nvSpPr>
            <p:spPr>
              <a:xfrm>
                <a:off x="3070347" y="2345910"/>
                <a:ext cx="151659" cy="155755"/>
              </a:xfrm>
              <a:prstGeom prst="rect">
                <a:avLst/>
              </a:prstGeom>
              <a:solidFill>
                <a:srgbClr val="CC99FF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3CD5F466-3D75-67CE-17D2-F0A19F08D6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9334" y="2345911"/>
                <a:ext cx="0" cy="16315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38E5C252-319B-F7D2-BC44-F8C74B5537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78192" y="2450632"/>
                <a:ext cx="133746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A4CE38E-EA31-D21E-58E0-B4F89B247DF7}"/>
                  </a:ext>
                </a:extLst>
              </p:cNvPr>
              <p:cNvSpPr txBox="1"/>
              <p:nvPr/>
            </p:nvSpPr>
            <p:spPr>
              <a:xfrm>
                <a:off x="2687853" y="2582217"/>
                <a:ext cx="96339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/>
                  <a:t>3x3</a:t>
                </a:r>
                <a:r>
                  <a:rPr lang="ko-KR" altLang="en-US" sz="1000" dirty="0"/>
                  <a:t> </a:t>
                </a:r>
                <a:r>
                  <a:rPr lang="en-US" altLang="ko-KR" sz="1000" dirty="0"/>
                  <a:t>MDS</a:t>
                </a:r>
                <a:r>
                  <a:rPr lang="ko-KR" altLang="en-US" sz="1000" dirty="0"/>
                  <a:t>행렬</a:t>
                </a:r>
                <a:endParaRPr lang="en-US" altLang="ko-KR" sz="1000" dirty="0"/>
              </a:p>
            </p:txBody>
          </p: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48CF843F-33E6-01C5-8787-96FB2EBDF6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77804" y="2405936"/>
                <a:ext cx="133746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412D6AF9-6EF3-DFC4-7E2A-3A04F147A6A4}"/>
                  </a:ext>
                </a:extLst>
              </p:cNvPr>
              <p:cNvGrpSpPr/>
              <p:nvPr/>
            </p:nvGrpSpPr>
            <p:grpSpPr>
              <a:xfrm>
                <a:off x="576730" y="2308684"/>
                <a:ext cx="602940" cy="153317"/>
                <a:chOff x="576730" y="2312609"/>
                <a:chExt cx="602940" cy="153317"/>
              </a:xfrm>
            </p:grpSpPr>
            <p:sp>
              <p:nvSpPr>
                <p:cNvPr id="71" name="화살표: 오른쪽 70">
                  <a:extLst>
                    <a:ext uri="{FF2B5EF4-FFF2-40B4-BE49-F238E27FC236}">
                      <a16:creationId xmlns:a16="http://schemas.microsoft.com/office/drawing/2014/main" id="{73A463B6-95FC-ECD3-4DAC-DF7454D708C1}"/>
                    </a:ext>
                  </a:extLst>
                </p:cNvPr>
                <p:cNvSpPr/>
                <p:nvPr/>
              </p:nvSpPr>
              <p:spPr>
                <a:xfrm>
                  <a:off x="576730" y="2312609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" name="화살표: 오른쪽 71">
                  <a:extLst>
                    <a:ext uri="{FF2B5EF4-FFF2-40B4-BE49-F238E27FC236}">
                      <a16:creationId xmlns:a16="http://schemas.microsoft.com/office/drawing/2014/main" id="{82C5BD62-EFF6-DC07-4C68-1C4E1FB72C7E}"/>
                    </a:ext>
                  </a:extLst>
                </p:cNvPr>
                <p:cNvSpPr/>
                <p:nvPr/>
              </p:nvSpPr>
              <p:spPr>
                <a:xfrm>
                  <a:off x="1034971" y="2321692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47FF9551-4E3A-BADE-15F0-612306359519}"/>
                  </a:ext>
                </a:extLst>
              </p:cNvPr>
              <p:cNvGrpSpPr/>
              <p:nvPr/>
            </p:nvGrpSpPr>
            <p:grpSpPr>
              <a:xfrm>
                <a:off x="570234" y="2665043"/>
                <a:ext cx="602940" cy="284257"/>
                <a:chOff x="570234" y="2665043"/>
                <a:chExt cx="602940" cy="284257"/>
              </a:xfrm>
            </p:grpSpPr>
            <p:grpSp>
              <p:nvGrpSpPr>
                <p:cNvPr id="67" name="그룹 66">
                  <a:extLst>
                    <a:ext uri="{FF2B5EF4-FFF2-40B4-BE49-F238E27FC236}">
                      <a16:creationId xmlns:a16="http://schemas.microsoft.com/office/drawing/2014/main" id="{FB6E6A8E-7444-9069-4C38-52767D8D9672}"/>
                    </a:ext>
                  </a:extLst>
                </p:cNvPr>
                <p:cNvGrpSpPr/>
                <p:nvPr/>
              </p:nvGrpSpPr>
              <p:grpSpPr>
                <a:xfrm>
                  <a:off x="570234" y="2725104"/>
                  <a:ext cx="602940" cy="153317"/>
                  <a:chOff x="570234" y="2725104"/>
                  <a:chExt cx="602940" cy="153317"/>
                </a:xfrm>
              </p:grpSpPr>
              <p:sp>
                <p:nvSpPr>
                  <p:cNvPr id="69" name="화살표: 오른쪽 68">
                    <a:extLst>
                      <a:ext uri="{FF2B5EF4-FFF2-40B4-BE49-F238E27FC236}">
                        <a16:creationId xmlns:a16="http://schemas.microsoft.com/office/drawing/2014/main" id="{68327F6A-79F0-BEE9-163C-6315CA808175}"/>
                      </a:ext>
                    </a:extLst>
                  </p:cNvPr>
                  <p:cNvSpPr/>
                  <p:nvPr/>
                </p:nvSpPr>
                <p:spPr>
                  <a:xfrm>
                    <a:off x="570234" y="2725104"/>
                    <a:ext cx="144699" cy="144234"/>
                  </a:xfrm>
                  <a:prstGeom prst="rightArrow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" name="화살표: 오른쪽 69">
                    <a:extLst>
                      <a:ext uri="{FF2B5EF4-FFF2-40B4-BE49-F238E27FC236}">
                        <a16:creationId xmlns:a16="http://schemas.microsoft.com/office/drawing/2014/main" id="{BF56378C-860E-5905-8E73-FF44B32EA1C8}"/>
                      </a:ext>
                    </a:extLst>
                  </p:cNvPr>
                  <p:cNvSpPr/>
                  <p:nvPr/>
                </p:nvSpPr>
                <p:spPr>
                  <a:xfrm>
                    <a:off x="1028475" y="2734187"/>
                    <a:ext cx="144699" cy="144234"/>
                  </a:xfrm>
                  <a:prstGeom prst="rightArrow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8" name="사다리꼴 67">
                  <a:extLst>
                    <a:ext uri="{FF2B5EF4-FFF2-40B4-BE49-F238E27FC236}">
                      <a16:creationId xmlns:a16="http://schemas.microsoft.com/office/drawing/2014/main" id="{9B7F8F12-6F5A-14B6-6D34-49835EE952EB}"/>
                    </a:ext>
                  </a:extLst>
                </p:cNvPr>
                <p:cNvSpPr/>
                <p:nvPr/>
              </p:nvSpPr>
              <p:spPr>
                <a:xfrm rot="5400000">
                  <a:off x="727757" y="2684957"/>
                  <a:ext cx="284257" cy="244430"/>
                </a:xfrm>
                <a:prstGeom prst="trapezoid">
                  <a:avLst>
                    <a:gd name="adj" fmla="val 22033"/>
                  </a:avLst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0" name="사다리꼴 39">
                <a:extLst>
                  <a:ext uri="{FF2B5EF4-FFF2-40B4-BE49-F238E27FC236}">
                    <a16:creationId xmlns:a16="http://schemas.microsoft.com/office/drawing/2014/main" id="{D0B73BB5-D4B4-9CF3-5C41-51BDA9239211}"/>
                  </a:ext>
                </a:extLst>
              </p:cNvPr>
              <p:cNvSpPr/>
              <p:nvPr/>
            </p:nvSpPr>
            <p:spPr>
              <a:xfrm rot="5400000">
                <a:off x="733880" y="2269032"/>
                <a:ext cx="284257" cy="244430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+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B3C54383-0246-ADFC-5600-18DFF9A46D0A}"/>
                  </a:ext>
                </a:extLst>
              </p:cNvPr>
              <p:cNvGrpSpPr/>
              <p:nvPr/>
            </p:nvGrpSpPr>
            <p:grpSpPr>
              <a:xfrm>
                <a:off x="1700401" y="1842612"/>
                <a:ext cx="652839" cy="1121739"/>
                <a:chOff x="1700401" y="1842612"/>
                <a:chExt cx="652839" cy="1121739"/>
              </a:xfrm>
            </p:grpSpPr>
            <p:grpSp>
              <p:nvGrpSpPr>
                <p:cNvPr id="42" name="그룹 41">
                  <a:extLst>
                    <a:ext uri="{FF2B5EF4-FFF2-40B4-BE49-F238E27FC236}">
                      <a16:creationId xmlns:a16="http://schemas.microsoft.com/office/drawing/2014/main" id="{768135E8-C3B2-B357-B015-881A08540067}"/>
                    </a:ext>
                  </a:extLst>
                </p:cNvPr>
                <p:cNvGrpSpPr/>
                <p:nvPr/>
              </p:nvGrpSpPr>
              <p:grpSpPr>
                <a:xfrm>
                  <a:off x="1709932" y="1842612"/>
                  <a:ext cx="643308" cy="260571"/>
                  <a:chOff x="5574298" y="4874698"/>
                  <a:chExt cx="1423396" cy="431074"/>
                </a:xfrm>
              </p:grpSpPr>
              <p:grpSp>
                <p:nvGrpSpPr>
                  <p:cNvPr id="62" name="그룹 61">
                    <a:extLst>
                      <a:ext uri="{FF2B5EF4-FFF2-40B4-BE49-F238E27FC236}">
                        <a16:creationId xmlns:a16="http://schemas.microsoft.com/office/drawing/2014/main" id="{7740FF49-C76B-1518-C006-4DC1903ED492}"/>
                      </a:ext>
                    </a:extLst>
                  </p:cNvPr>
                  <p:cNvGrpSpPr/>
                  <p:nvPr/>
                </p:nvGrpSpPr>
                <p:grpSpPr>
                  <a:xfrm>
                    <a:off x="6076994" y="4874698"/>
                    <a:ext cx="418013" cy="431074"/>
                    <a:chOff x="5917473" y="4950823"/>
                    <a:chExt cx="418013" cy="431074"/>
                  </a:xfrm>
                </p:grpSpPr>
                <p:sp>
                  <p:nvSpPr>
                    <p:cNvPr id="65" name="직사각형 64">
                      <a:extLst>
                        <a:ext uri="{FF2B5EF4-FFF2-40B4-BE49-F238E27FC236}">
                          <a16:creationId xmlns:a16="http://schemas.microsoft.com/office/drawing/2014/main" id="{E4DE12AA-15BB-2BD4-1CC4-68DE61C6CA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7473" y="4950823"/>
                      <a:ext cx="418013" cy="431074"/>
                    </a:xfrm>
                    <a:prstGeom prst="rect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66" name="직사각형 65">
                      <a:extLst>
                        <a:ext uri="{FF2B5EF4-FFF2-40B4-BE49-F238E27FC236}">
                          <a16:creationId xmlns:a16="http://schemas.microsoft.com/office/drawing/2014/main" id="{6BC7AD34-A0C7-5EF1-6569-F3D99343EF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82788" y="5011656"/>
                      <a:ext cx="295667" cy="307182"/>
                    </a:xfrm>
                    <a:prstGeom prst="rect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63" name="화살표: 오른쪽 62">
                    <a:extLst>
                      <a:ext uri="{FF2B5EF4-FFF2-40B4-BE49-F238E27FC236}">
                        <a16:creationId xmlns:a16="http://schemas.microsoft.com/office/drawing/2014/main" id="{E13BB7F8-FE84-C136-34E0-13B4E79A5645}"/>
                      </a:ext>
                    </a:extLst>
                  </p:cNvPr>
                  <p:cNvSpPr/>
                  <p:nvPr/>
                </p:nvSpPr>
                <p:spPr>
                  <a:xfrm>
                    <a:off x="5574298" y="4934941"/>
                    <a:ext cx="413231" cy="307182"/>
                  </a:xfrm>
                  <a:prstGeom prst="rightArrow">
                    <a:avLst/>
                  </a:prstGeom>
                  <a:solidFill>
                    <a:schemeClr val="tx2">
                      <a:lumMod val="75000"/>
                    </a:schemeClr>
                  </a:solidFill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" name="화살표: 오른쪽 63">
                    <a:extLst>
                      <a:ext uri="{FF2B5EF4-FFF2-40B4-BE49-F238E27FC236}">
                        <a16:creationId xmlns:a16="http://schemas.microsoft.com/office/drawing/2014/main" id="{42D46788-FCD6-84CF-FC8B-61F16F915BA3}"/>
                      </a:ext>
                    </a:extLst>
                  </p:cNvPr>
                  <p:cNvSpPr/>
                  <p:nvPr/>
                </p:nvSpPr>
                <p:spPr>
                  <a:xfrm>
                    <a:off x="6584463" y="4940357"/>
                    <a:ext cx="413231" cy="307182"/>
                  </a:xfrm>
                  <a:prstGeom prst="rightArrow">
                    <a:avLst/>
                  </a:prstGeom>
                  <a:solidFill>
                    <a:schemeClr val="tx2">
                      <a:lumMod val="75000"/>
                    </a:schemeClr>
                  </a:solidFill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3" name="그룹 42">
                  <a:extLst>
                    <a:ext uri="{FF2B5EF4-FFF2-40B4-BE49-F238E27FC236}">
                      <a16:creationId xmlns:a16="http://schemas.microsoft.com/office/drawing/2014/main" id="{69F5904E-FCE0-424B-2667-69E888D18986}"/>
                    </a:ext>
                  </a:extLst>
                </p:cNvPr>
                <p:cNvGrpSpPr/>
                <p:nvPr/>
              </p:nvGrpSpPr>
              <p:grpSpPr>
                <a:xfrm>
                  <a:off x="1700401" y="2703780"/>
                  <a:ext cx="643308" cy="260571"/>
                  <a:chOff x="5574298" y="4874698"/>
                  <a:chExt cx="1423396" cy="431074"/>
                </a:xfrm>
              </p:grpSpPr>
              <p:grpSp>
                <p:nvGrpSpPr>
                  <p:cNvPr id="50" name="그룹 49">
                    <a:extLst>
                      <a:ext uri="{FF2B5EF4-FFF2-40B4-BE49-F238E27FC236}">
                        <a16:creationId xmlns:a16="http://schemas.microsoft.com/office/drawing/2014/main" id="{F26C1FD3-54F4-9850-3A91-5662FE5ED147}"/>
                      </a:ext>
                    </a:extLst>
                  </p:cNvPr>
                  <p:cNvGrpSpPr/>
                  <p:nvPr/>
                </p:nvGrpSpPr>
                <p:grpSpPr>
                  <a:xfrm>
                    <a:off x="6076994" y="4874698"/>
                    <a:ext cx="418013" cy="431074"/>
                    <a:chOff x="5917473" y="4950823"/>
                    <a:chExt cx="418013" cy="431074"/>
                  </a:xfrm>
                </p:grpSpPr>
                <p:sp>
                  <p:nvSpPr>
                    <p:cNvPr id="53" name="직사각형 52">
                      <a:extLst>
                        <a:ext uri="{FF2B5EF4-FFF2-40B4-BE49-F238E27FC236}">
                          <a16:creationId xmlns:a16="http://schemas.microsoft.com/office/drawing/2014/main" id="{2847ADA7-8C10-C820-552E-45B781A8DF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7473" y="4950823"/>
                      <a:ext cx="418013" cy="431074"/>
                    </a:xfrm>
                    <a:prstGeom prst="rect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54" name="직사각형 53">
                      <a:extLst>
                        <a:ext uri="{FF2B5EF4-FFF2-40B4-BE49-F238E27FC236}">
                          <a16:creationId xmlns:a16="http://schemas.microsoft.com/office/drawing/2014/main" id="{50B6C03D-E80D-8699-6B9E-716663EA08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82788" y="5011656"/>
                      <a:ext cx="295667" cy="307182"/>
                    </a:xfrm>
                    <a:prstGeom prst="rect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51" name="화살표: 오른쪽 50">
                    <a:extLst>
                      <a:ext uri="{FF2B5EF4-FFF2-40B4-BE49-F238E27FC236}">
                        <a16:creationId xmlns:a16="http://schemas.microsoft.com/office/drawing/2014/main" id="{141943CD-63BE-6142-0952-8C8CE57B31D6}"/>
                      </a:ext>
                    </a:extLst>
                  </p:cNvPr>
                  <p:cNvSpPr/>
                  <p:nvPr/>
                </p:nvSpPr>
                <p:spPr>
                  <a:xfrm>
                    <a:off x="5574298" y="4934941"/>
                    <a:ext cx="413231" cy="307182"/>
                  </a:xfrm>
                  <a:prstGeom prst="rightArrow">
                    <a:avLst/>
                  </a:prstGeom>
                  <a:solidFill>
                    <a:schemeClr val="tx2">
                      <a:lumMod val="75000"/>
                    </a:schemeClr>
                  </a:solidFill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2" name="화살표: 오른쪽 51">
                    <a:extLst>
                      <a:ext uri="{FF2B5EF4-FFF2-40B4-BE49-F238E27FC236}">
                        <a16:creationId xmlns:a16="http://schemas.microsoft.com/office/drawing/2014/main" id="{C74C9DD3-4396-842A-F4A0-15286C831821}"/>
                      </a:ext>
                    </a:extLst>
                  </p:cNvPr>
                  <p:cNvSpPr/>
                  <p:nvPr/>
                </p:nvSpPr>
                <p:spPr>
                  <a:xfrm>
                    <a:off x="6584463" y="4940357"/>
                    <a:ext cx="413231" cy="307182"/>
                  </a:xfrm>
                  <a:prstGeom prst="rightArrow">
                    <a:avLst/>
                  </a:prstGeom>
                  <a:solidFill>
                    <a:schemeClr val="tx2">
                      <a:lumMod val="75000"/>
                    </a:schemeClr>
                  </a:solidFill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4" name="그룹 43">
                  <a:extLst>
                    <a:ext uri="{FF2B5EF4-FFF2-40B4-BE49-F238E27FC236}">
                      <a16:creationId xmlns:a16="http://schemas.microsoft.com/office/drawing/2014/main" id="{F5CED1CB-3D7C-C08E-2311-C3EEA6D5C21A}"/>
                    </a:ext>
                  </a:extLst>
                </p:cNvPr>
                <p:cNvGrpSpPr/>
                <p:nvPr/>
              </p:nvGrpSpPr>
              <p:grpSpPr>
                <a:xfrm>
                  <a:off x="1700401" y="2262744"/>
                  <a:ext cx="643308" cy="260571"/>
                  <a:chOff x="5574298" y="4874698"/>
                  <a:chExt cx="1423396" cy="431074"/>
                </a:xfrm>
              </p:grpSpPr>
              <p:grpSp>
                <p:nvGrpSpPr>
                  <p:cNvPr id="45" name="그룹 44">
                    <a:extLst>
                      <a:ext uri="{FF2B5EF4-FFF2-40B4-BE49-F238E27FC236}">
                        <a16:creationId xmlns:a16="http://schemas.microsoft.com/office/drawing/2014/main" id="{8B2A9C7A-E976-8064-753E-281ED639E9C7}"/>
                      </a:ext>
                    </a:extLst>
                  </p:cNvPr>
                  <p:cNvGrpSpPr/>
                  <p:nvPr/>
                </p:nvGrpSpPr>
                <p:grpSpPr>
                  <a:xfrm>
                    <a:off x="6076994" y="4874698"/>
                    <a:ext cx="418013" cy="431074"/>
                    <a:chOff x="5917473" y="4950823"/>
                    <a:chExt cx="418013" cy="431074"/>
                  </a:xfrm>
                </p:grpSpPr>
                <p:sp>
                  <p:nvSpPr>
                    <p:cNvPr id="48" name="직사각형 47">
                      <a:extLst>
                        <a:ext uri="{FF2B5EF4-FFF2-40B4-BE49-F238E27FC236}">
                          <a16:creationId xmlns:a16="http://schemas.microsoft.com/office/drawing/2014/main" id="{89A4A81D-B285-48A7-04D6-282BB929AE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7473" y="4950823"/>
                      <a:ext cx="418013" cy="431074"/>
                    </a:xfrm>
                    <a:prstGeom prst="rect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9" name="직사각형 48">
                      <a:extLst>
                        <a:ext uri="{FF2B5EF4-FFF2-40B4-BE49-F238E27FC236}">
                          <a16:creationId xmlns:a16="http://schemas.microsoft.com/office/drawing/2014/main" id="{DA4F0068-BC0B-DC4B-E036-FB5E45F562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82788" y="5011656"/>
                      <a:ext cx="295667" cy="307182"/>
                    </a:xfrm>
                    <a:prstGeom prst="rect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46" name="화살표: 오른쪽 45">
                    <a:extLst>
                      <a:ext uri="{FF2B5EF4-FFF2-40B4-BE49-F238E27FC236}">
                        <a16:creationId xmlns:a16="http://schemas.microsoft.com/office/drawing/2014/main" id="{094C1B7C-25D8-54AD-2444-0BBC1499EA16}"/>
                      </a:ext>
                    </a:extLst>
                  </p:cNvPr>
                  <p:cNvSpPr/>
                  <p:nvPr/>
                </p:nvSpPr>
                <p:spPr>
                  <a:xfrm>
                    <a:off x="5574298" y="4934941"/>
                    <a:ext cx="413231" cy="307182"/>
                  </a:xfrm>
                  <a:prstGeom prst="rightArrow">
                    <a:avLst/>
                  </a:prstGeom>
                  <a:solidFill>
                    <a:schemeClr val="tx2">
                      <a:lumMod val="75000"/>
                    </a:schemeClr>
                  </a:solidFill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7" name="화살표: 오른쪽 46">
                    <a:extLst>
                      <a:ext uri="{FF2B5EF4-FFF2-40B4-BE49-F238E27FC236}">
                        <a16:creationId xmlns:a16="http://schemas.microsoft.com/office/drawing/2014/main" id="{D2CC9081-517C-A63C-35F8-4C9E03B7BC23}"/>
                      </a:ext>
                    </a:extLst>
                  </p:cNvPr>
                  <p:cNvSpPr/>
                  <p:nvPr/>
                </p:nvSpPr>
                <p:spPr>
                  <a:xfrm>
                    <a:off x="6584463" y="4940357"/>
                    <a:ext cx="413231" cy="307182"/>
                  </a:xfrm>
                  <a:prstGeom prst="rightArrow">
                    <a:avLst/>
                  </a:prstGeom>
                  <a:solidFill>
                    <a:schemeClr val="tx2">
                      <a:lumMod val="75000"/>
                    </a:schemeClr>
                  </a:solidFill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</p:grp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5905C993-12B8-6E4C-1D64-06DB68F3AC91}"/>
              </a:ext>
            </a:extLst>
          </p:cNvPr>
          <p:cNvGrpSpPr/>
          <p:nvPr/>
        </p:nvGrpSpPr>
        <p:grpSpPr>
          <a:xfrm>
            <a:off x="826269" y="4453211"/>
            <a:ext cx="3549973" cy="1771743"/>
            <a:chOff x="4476427" y="1770588"/>
            <a:chExt cx="3549973" cy="1771743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A1F27A0-3152-9390-BFB3-DA6F718A2722}"/>
                </a:ext>
              </a:extLst>
            </p:cNvPr>
            <p:cNvSpPr txBox="1"/>
            <p:nvPr/>
          </p:nvSpPr>
          <p:spPr>
            <a:xfrm>
              <a:off x="7063003" y="2581725"/>
              <a:ext cx="963397" cy="22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3x3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MDS</a:t>
              </a:r>
              <a:r>
                <a:rPr lang="ko-KR" altLang="en-US" sz="1000" dirty="0"/>
                <a:t>행렬</a:t>
              </a:r>
              <a:endParaRPr lang="en-US" altLang="ko-KR" sz="1000" dirty="0"/>
            </a:p>
          </p:txBody>
        </p: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76BD085D-FE34-A2D6-2D03-C3B87B79766A}"/>
                </a:ext>
              </a:extLst>
            </p:cNvPr>
            <p:cNvGrpSpPr/>
            <p:nvPr/>
          </p:nvGrpSpPr>
          <p:grpSpPr>
            <a:xfrm>
              <a:off x="4476427" y="1770588"/>
              <a:ext cx="3120729" cy="1771743"/>
              <a:chOff x="4476427" y="1770588"/>
              <a:chExt cx="3120729" cy="1771743"/>
            </a:xfrm>
          </p:grpSpPr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971D29A5-2893-2A53-D7C6-271859E1399A}"/>
                  </a:ext>
                </a:extLst>
              </p:cNvPr>
              <p:cNvGrpSpPr/>
              <p:nvPr/>
            </p:nvGrpSpPr>
            <p:grpSpPr>
              <a:xfrm>
                <a:off x="4476427" y="1770588"/>
                <a:ext cx="431450" cy="1210364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4" name="직사각형 123">
                      <a:extLst>
                        <a:ext uri="{FF2B5EF4-FFF2-40B4-BE49-F238E27FC236}">
                          <a16:creationId xmlns:a16="http://schemas.microsoft.com/office/drawing/2014/main" id="{AC87BA4E-EA18-CDA4-7EF1-8D23622D05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직사각형 20">
                      <a:extLst>
                        <a:ext uri="{FF2B5EF4-FFF2-40B4-BE49-F238E27FC236}">
                          <a16:creationId xmlns:a16="http://schemas.microsoft.com/office/drawing/2014/main" id="{E76FCAC3-BACC-6B1C-70AF-C3DC21FCEDB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5" name="직사각형 124">
                      <a:extLst>
                        <a:ext uri="{FF2B5EF4-FFF2-40B4-BE49-F238E27FC236}">
                          <a16:creationId xmlns:a16="http://schemas.microsoft.com/office/drawing/2014/main" id="{6EF67E84-A716-6FA4-DEDD-A62393F7FA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직사각형 21">
                      <a:extLst>
                        <a:ext uri="{FF2B5EF4-FFF2-40B4-BE49-F238E27FC236}">
                          <a16:creationId xmlns:a16="http://schemas.microsoft.com/office/drawing/2014/main" id="{B9382DB8-8EE8-18CF-6D87-B0FEF66BD1B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6" name="직사각형 125">
                      <a:extLst>
                        <a:ext uri="{FF2B5EF4-FFF2-40B4-BE49-F238E27FC236}">
                          <a16:creationId xmlns:a16="http://schemas.microsoft.com/office/drawing/2014/main" id="{1710D1C4-DD29-AAF4-EF2F-1AD8918110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직사각형 22">
                      <a:extLst>
                        <a:ext uri="{FF2B5EF4-FFF2-40B4-BE49-F238E27FC236}">
                          <a16:creationId xmlns:a16="http://schemas.microsoft.com/office/drawing/2014/main" id="{2F4C0908-0A63-0F93-9B8C-8FC4C0CD603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88" name="그룹 87">
                <a:extLst>
                  <a:ext uri="{FF2B5EF4-FFF2-40B4-BE49-F238E27FC236}">
                    <a16:creationId xmlns:a16="http://schemas.microsoft.com/office/drawing/2014/main" id="{1CFAAE98-DD4D-4437-7D32-FFA71F028332}"/>
                  </a:ext>
                </a:extLst>
              </p:cNvPr>
              <p:cNvGrpSpPr/>
              <p:nvPr/>
            </p:nvGrpSpPr>
            <p:grpSpPr>
              <a:xfrm>
                <a:off x="5596570" y="1777309"/>
                <a:ext cx="431450" cy="1210364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1" name="직사각형 120">
                      <a:extLst>
                        <a:ext uri="{FF2B5EF4-FFF2-40B4-BE49-F238E27FC236}">
                          <a16:creationId xmlns:a16="http://schemas.microsoft.com/office/drawing/2014/main" id="{A5BA3D88-176C-B3FD-DAD9-66DC385AC5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직사각형 20">
                      <a:extLst>
                        <a:ext uri="{FF2B5EF4-FFF2-40B4-BE49-F238E27FC236}">
                          <a16:creationId xmlns:a16="http://schemas.microsoft.com/office/drawing/2014/main" id="{E76FCAC3-BACC-6B1C-70AF-C3DC21FCEDB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2" name="직사각형 121">
                      <a:extLst>
                        <a:ext uri="{FF2B5EF4-FFF2-40B4-BE49-F238E27FC236}">
                          <a16:creationId xmlns:a16="http://schemas.microsoft.com/office/drawing/2014/main" id="{3ED7BE3E-423B-1D08-BE84-D92E12305E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직사각형 21">
                      <a:extLst>
                        <a:ext uri="{FF2B5EF4-FFF2-40B4-BE49-F238E27FC236}">
                          <a16:creationId xmlns:a16="http://schemas.microsoft.com/office/drawing/2014/main" id="{B9382DB8-8EE8-18CF-6D87-B0FEF66BD1B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3" name="직사각형 122">
                      <a:extLst>
                        <a:ext uri="{FF2B5EF4-FFF2-40B4-BE49-F238E27FC236}">
                          <a16:creationId xmlns:a16="http://schemas.microsoft.com/office/drawing/2014/main" id="{AB752A04-DCA7-8C70-6339-4441C702EF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직사각형 22">
                      <a:extLst>
                        <a:ext uri="{FF2B5EF4-FFF2-40B4-BE49-F238E27FC236}">
                          <a16:creationId xmlns:a16="http://schemas.microsoft.com/office/drawing/2014/main" id="{2F4C0908-0A63-0F93-9B8C-8FC4C0CD603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E81484A7-AC2D-EF7E-5269-32ABB5C1604A}"/>
                  </a:ext>
                </a:extLst>
              </p:cNvPr>
              <p:cNvGrpSpPr/>
              <p:nvPr/>
            </p:nvGrpSpPr>
            <p:grpSpPr>
              <a:xfrm>
                <a:off x="6752496" y="1777309"/>
                <a:ext cx="431450" cy="1210364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8" name="직사각형 117">
                      <a:extLst>
                        <a:ext uri="{FF2B5EF4-FFF2-40B4-BE49-F238E27FC236}">
                          <a16:creationId xmlns:a16="http://schemas.microsoft.com/office/drawing/2014/main" id="{F4B04B2F-05B0-2BB3-BFC0-758FE8FFAB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직사각형 20">
                      <a:extLst>
                        <a:ext uri="{FF2B5EF4-FFF2-40B4-BE49-F238E27FC236}">
                          <a16:creationId xmlns:a16="http://schemas.microsoft.com/office/drawing/2014/main" id="{E76FCAC3-BACC-6B1C-70AF-C3DC21FCEDB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9" name="직사각형 118">
                      <a:extLst>
                        <a:ext uri="{FF2B5EF4-FFF2-40B4-BE49-F238E27FC236}">
                          <a16:creationId xmlns:a16="http://schemas.microsoft.com/office/drawing/2014/main" id="{3A6E4019-E32C-675E-A93F-8296B7602E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직사각형 21">
                      <a:extLst>
                        <a:ext uri="{FF2B5EF4-FFF2-40B4-BE49-F238E27FC236}">
                          <a16:creationId xmlns:a16="http://schemas.microsoft.com/office/drawing/2014/main" id="{B9382DB8-8EE8-18CF-6D87-B0FEF66BD1B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0" name="직사각형 119">
                      <a:extLst>
                        <a:ext uri="{FF2B5EF4-FFF2-40B4-BE49-F238E27FC236}">
                          <a16:creationId xmlns:a16="http://schemas.microsoft.com/office/drawing/2014/main" id="{CFAF0507-F159-D9AF-2D3A-9D2849F7E3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직사각형 22">
                      <a:extLst>
                        <a:ext uri="{FF2B5EF4-FFF2-40B4-BE49-F238E27FC236}">
                          <a16:creationId xmlns:a16="http://schemas.microsoft.com/office/drawing/2014/main" id="{2F4C0908-0A63-0F93-9B8C-8FC4C0CD603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8A6D6BEB-0DBF-B426-AA6B-DEB530CD29C0}"/>
                  </a:ext>
                </a:extLst>
              </p:cNvPr>
              <p:cNvGrpSpPr/>
              <p:nvPr/>
            </p:nvGrpSpPr>
            <p:grpSpPr>
              <a:xfrm>
                <a:off x="6075552" y="2677891"/>
                <a:ext cx="643311" cy="260571"/>
                <a:chOff x="5574293" y="4874701"/>
                <a:chExt cx="1423401" cy="431074"/>
              </a:xfrm>
            </p:grpSpPr>
            <p:grpSp>
              <p:nvGrpSpPr>
                <p:cNvPr id="113" name="그룹 112">
                  <a:extLst>
                    <a:ext uri="{FF2B5EF4-FFF2-40B4-BE49-F238E27FC236}">
                      <a16:creationId xmlns:a16="http://schemas.microsoft.com/office/drawing/2014/main" id="{96E61371-FDA1-A8CB-26A9-B5CACBE42438}"/>
                    </a:ext>
                  </a:extLst>
                </p:cNvPr>
                <p:cNvGrpSpPr/>
                <p:nvPr/>
              </p:nvGrpSpPr>
              <p:grpSpPr>
                <a:xfrm>
                  <a:off x="6076987" y="4874701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116" name="직사각형 115">
                    <a:extLst>
                      <a:ext uri="{FF2B5EF4-FFF2-40B4-BE49-F238E27FC236}">
                        <a16:creationId xmlns:a16="http://schemas.microsoft.com/office/drawing/2014/main" id="{F3985BAE-3968-5C09-9E2A-3B59F4EF9222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17" name="직사각형 116">
                    <a:extLst>
                      <a:ext uri="{FF2B5EF4-FFF2-40B4-BE49-F238E27FC236}">
                        <a16:creationId xmlns:a16="http://schemas.microsoft.com/office/drawing/2014/main" id="{D16146B3-4149-2564-6000-FC50743C1B86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endParaRPr>
                  </a:p>
                </p:txBody>
              </p:sp>
            </p:grpSp>
            <p:sp>
              <p:nvSpPr>
                <p:cNvPr id="114" name="화살표: 오른쪽 113">
                  <a:extLst>
                    <a:ext uri="{FF2B5EF4-FFF2-40B4-BE49-F238E27FC236}">
                      <a16:creationId xmlns:a16="http://schemas.microsoft.com/office/drawing/2014/main" id="{F8C01078-B406-095A-7FA3-1C8A8397D707}"/>
                    </a:ext>
                  </a:extLst>
                </p:cNvPr>
                <p:cNvSpPr/>
                <p:nvPr/>
              </p:nvSpPr>
              <p:spPr>
                <a:xfrm>
                  <a:off x="5574293" y="4934939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5" name="화살표: 오른쪽 114">
                  <a:extLst>
                    <a:ext uri="{FF2B5EF4-FFF2-40B4-BE49-F238E27FC236}">
                      <a16:creationId xmlns:a16="http://schemas.microsoft.com/office/drawing/2014/main" id="{8AE91004-55AD-4A5D-1531-37549EF31DD9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91" name="곱하기 기호 90">
                <a:extLst>
                  <a:ext uri="{FF2B5EF4-FFF2-40B4-BE49-F238E27FC236}">
                    <a16:creationId xmlns:a16="http://schemas.microsoft.com/office/drawing/2014/main" id="{5698C6FA-069E-90F3-4C7C-B32E9B7C4442}"/>
                  </a:ext>
                </a:extLst>
              </p:cNvPr>
              <p:cNvSpPr/>
              <p:nvPr/>
            </p:nvSpPr>
            <p:spPr>
              <a:xfrm>
                <a:off x="7260750" y="2345068"/>
                <a:ext cx="142592" cy="144079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2" name="직사각형 91">
                <a:extLst>
                  <a:ext uri="{FF2B5EF4-FFF2-40B4-BE49-F238E27FC236}">
                    <a16:creationId xmlns:a16="http://schemas.microsoft.com/office/drawing/2014/main" id="{C8E68F0F-F404-E111-3634-5FA8D24CFF15}"/>
                  </a:ext>
                </a:extLst>
              </p:cNvPr>
              <p:cNvSpPr/>
              <p:nvPr/>
            </p:nvSpPr>
            <p:spPr>
              <a:xfrm>
                <a:off x="7445497" y="2345418"/>
                <a:ext cx="151659" cy="155755"/>
              </a:xfrm>
              <a:prstGeom prst="rect">
                <a:avLst/>
              </a:prstGeom>
              <a:solidFill>
                <a:srgbClr val="CC99FF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93" name="직선 연결선 92">
                <a:extLst>
                  <a:ext uri="{FF2B5EF4-FFF2-40B4-BE49-F238E27FC236}">
                    <a16:creationId xmlns:a16="http://schemas.microsoft.com/office/drawing/2014/main" id="{0B3CB8FB-FD74-518A-4E08-E611AEE137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94484" y="2345417"/>
                <a:ext cx="0" cy="16315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>
                <a:extLst>
                  <a:ext uri="{FF2B5EF4-FFF2-40B4-BE49-F238E27FC236}">
                    <a16:creationId xmlns:a16="http://schemas.microsoft.com/office/drawing/2014/main" id="{8E61CE8F-EBD8-A968-C981-5118363C81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53342" y="2450139"/>
                <a:ext cx="133746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>
                <a:extLst>
                  <a:ext uri="{FF2B5EF4-FFF2-40B4-BE49-F238E27FC236}">
                    <a16:creationId xmlns:a16="http://schemas.microsoft.com/office/drawing/2014/main" id="{60C8C5AC-6563-FFAE-EC5D-E7A0E3E87D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52954" y="2405442"/>
                <a:ext cx="133746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FF64BDDE-A5E6-4F75-EEA6-4C74B74FC0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4702" y="2345417"/>
                <a:ext cx="0" cy="16315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화살표: 오른쪽 96">
                <a:extLst>
                  <a:ext uri="{FF2B5EF4-FFF2-40B4-BE49-F238E27FC236}">
                    <a16:creationId xmlns:a16="http://schemas.microsoft.com/office/drawing/2014/main" id="{3C6150F8-75D4-B588-CF16-0E6894062A1B}"/>
                  </a:ext>
                </a:extLst>
              </p:cNvPr>
              <p:cNvSpPr/>
              <p:nvPr/>
            </p:nvSpPr>
            <p:spPr>
              <a:xfrm>
                <a:off x="6132262" y="1898426"/>
                <a:ext cx="542515" cy="2200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8" name="화살표: 오른쪽 97">
                <a:extLst>
                  <a:ext uri="{FF2B5EF4-FFF2-40B4-BE49-F238E27FC236}">
                    <a16:creationId xmlns:a16="http://schemas.microsoft.com/office/drawing/2014/main" id="{C4631180-1950-C4B3-23B3-8DEF1F1742DB}"/>
                  </a:ext>
                </a:extLst>
              </p:cNvPr>
              <p:cNvSpPr/>
              <p:nvPr/>
            </p:nvSpPr>
            <p:spPr>
              <a:xfrm>
                <a:off x="6127605" y="2304728"/>
                <a:ext cx="542515" cy="2200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81DEA0D3-CB34-8EAE-D4D5-0CFD054137A8}"/>
                  </a:ext>
                </a:extLst>
              </p:cNvPr>
              <p:cNvSpPr txBox="1"/>
              <p:nvPr/>
            </p:nvSpPr>
            <p:spPr>
              <a:xfrm>
                <a:off x="5508207" y="3280721"/>
                <a:ext cx="148641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100" dirty="0"/>
                  <a:t>partial round</a:t>
                </a:r>
              </a:p>
            </p:txBody>
          </p:sp>
          <p:sp>
            <p:nvSpPr>
              <p:cNvPr id="100" name="사다리꼴 99">
                <a:extLst>
                  <a:ext uri="{FF2B5EF4-FFF2-40B4-BE49-F238E27FC236}">
                    <a16:creationId xmlns:a16="http://schemas.microsoft.com/office/drawing/2014/main" id="{0EDADC30-0D68-3B7C-F1FB-869C0B2A04D3}"/>
                  </a:ext>
                </a:extLst>
              </p:cNvPr>
              <p:cNvSpPr/>
              <p:nvPr/>
            </p:nvSpPr>
            <p:spPr>
              <a:xfrm rot="5400000">
                <a:off x="5114296" y="1853107"/>
                <a:ext cx="284257" cy="244430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+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D390AFFB-F004-38F7-2E85-D241D16D6ACF}"/>
                  </a:ext>
                </a:extLst>
              </p:cNvPr>
              <p:cNvGrpSpPr/>
              <p:nvPr/>
            </p:nvGrpSpPr>
            <p:grpSpPr>
              <a:xfrm>
                <a:off x="4963794" y="1892264"/>
                <a:ext cx="602940" cy="153317"/>
                <a:chOff x="577254" y="1892264"/>
                <a:chExt cx="602940" cy="153317"/>
              </a:xfrm>
            </p:grpSpPr>
            <p:sp>
              <p:nvSpPr>
                <p:cNvPr id="111" name="화살표: 오른쪽 110">
                  <a:extLst>
                    <a:ext uri="{FF2B5EF4-FFF2-40B4-BE49-F238E27FC236}">
                      <a16:creationId xmlns:a16="http://schemas.microsoft.com/office/drawing/2014/main" id="{20180306-A36C-4F50-F3C4-9C031B93A74D}"/>
                    </a:ext>
                  </a:extLst>
                </p:cNvPr>
                <p:cNvSpPr/>
                <p:nvPr/>
              </p:nvSpPr>
              <p:spPr>
                <a:xfrm>
                  <a:off x="577254" y="1892264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2" name="화살표: 오른쪽 111">
                  <a:extLst>
                    <a:ext uri="{FF2B5EF4-FFF2-40B4-BE49-F238E27FC236}">
                      <a16:creationId xmlns:a16="http://schemas.microsoft.com/office/drawing/2014/main" id="{93667B65-3CE4-F3F3-2899-0D1380F0D7A0}"/>
                    </a:ext>
                  </a:extLst>
                </p:cNvPr>
                <p:cNvSpPr/>
                <p:nvPr/>
              </p:nvSpPr>
              <p:spPr>
                <a:xfrm>
                  <a:off x="1035495" y="1901347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2" name="그룹 101">
                <a:extLst>
                  <a:ext uri="{FF2B5EF4-FFF2-40B4-BE49-F238E27FC236}">
                    <a16:creationId xmlns:a16="http://schemas.microsoft.com/office/drawing/2014/main" id="{82C971F6-8460-F7E5-8EB8-2101C0851B8E}"/>
                  </a:ext>
                </a:extLst>
              </p:cNvPr>
              <p:cNvGrpSpPr/>
              <p:nvPr/>
            </p:nvGrpSpPr>
            <p:grpSpPr>
              <a:xfrm>
                <a:off x="4963270" y="2308684"/>
                <a:ext cx="602940" cy="153317"/>
                <a:chOff x="576730" y="2312609"/>
                <a:chExt cx="602940" cy="153317"/>
              </a:xfrm>
            </p:grpSpPr>
            <p:sp>
              <p:nvSpPr>
                <p:cNvPr id="109" name="화살표: 오른쪽 108">
                  <a:extLst>
                    <a:ext uri="{FF2B5EF4-FFF2-40B4-BE49-F238E27FC236}">
                      <a16:creationId xmlns:a16="http://schemas.microsoft.com/office/drawing/2014/main" id="{5B06E3FB-9C52-7D1E-3C09-EA46477EF9E9}"/>
                    </a:ext>
                  </a:extLst>
                </p:cNvPr>
                <p:cNvSpPr/>
                <p:nvPr/>
              </p:nvSpPr>
              <p:spPr>
                <a:xfrm>
                  <a:off x="576730" y="2312609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" name="화살표: 오른쪽 109">
                  <a:extLst>
                    <a:ext uri="{FF2B5EF4-FFF2-40B4-BE49-F238E27FC236}">
                      <a16:creationId xmlns:a16="http://schemas.microsoft.com/office/drawing/2014/main" id="{6C0558A3-2A18-537E-B3E1-7D41EE83E3BE}"/>
                    </a:ext>
                  </a:extLst>
                </p:cNvPr>
                <p:cNvSpPr/>
                <p:nvPr/>
              </p:nvSpPr>
              <p:spPr>
                <a:xfrm>
                  <a:off x="1034971" y="2321692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3" name="그룹 102">
                <a:extLst>
                  <a:ext uri="{FF2B5EF4-FFF2-40B4-BE49-F238E27FC236}">
                    <a16:creationId xmlns:a16="http://schemas.microsoft.com/office/drawing/2014/main" id="{1AD7C762-1BDD-D7CF-FD00-F270B858CEF6}"/>
                  </a:ext>
                </a:extLst>
              </p:cNvPr>
              <p:cNvGrpSpPr/>
              <p:nvPr/>
            </p:nvGrpSpPr>
            <p:grpSpPr>
              <a:xfrm>
                <a:off x="4956774" y="2665043"/>
                <a:ext cx="602940" cy="284257"/>
                <a:chOff x="570234" y="2665043"/>
                <a:chExt cx="602940" cy="284257"/>
              </a:xfrm>
            </p:grpSpPr>
            <p:grpSp>
              <p:nvGrpSpPr>
                <p:cNvPr id="105" name="그룹 104">
                  <a:extLst>
                    <a:ext uri="{FF2B5EF4-FFF2-40B4-BE49-F238E27FC236}">
                      <a16:creationId xmlns:a16="http://schemas.microsoft.com/office/drawing/2014/main" id="{9357BD47-B417-68A2-56D2-C49574DEC8D4}"/>
                    </a:ext>
                  </a:extLst>
                </p:cNvPr>
                <p:cNvGrpSpPr/>
                <p:nvPr/>
              </p:nvGrpSpPr>
              <p:grpSpPr>
                <a:xfrm>
                  <a:off x="570234" y="2725104"/>
                  <a:ext cx="602940" cy="153317"/>
                  <a:chOff x="570234" y="2725104"/>
                  <a:chExt cx="602940" cy="153317"/>
                </a:xfrm>
              </p:grpSpPr>
              <p:sp>
                <p:nvSpPr>
                  <p:cNvPr id="107" name="화살표: 오른쪽 106">
                    <a:extLst>
                      <a:ext uri="{FF2B5EF4-FFF2-40B4-BE49-F238E27FC236}">
                        <a16:creationId xmlns:a16="http://schemas.microsoft.com/office/drawing/2014/main" id="{DBED0EE4-C06D-17C5-57CC-94F65F9120B2}"/>
                      </a:ext>
                    </a:extLst>
                  </p:cNvPr>
                  <p:cNvSpPr/>
                  <p:nvPr/>
                </p:nvSpPr>
                <p:spPr>
                  <a:xfrm>
                    <a:off x="570234" y="2725104"/>
                    <a:ext cx="144699" cy="144234"/>
                  </a:xfrm>
                  <a:prstGeom prst="rightArrow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8" name="화살표: 오른쪽 107">
                    <a:extLst>
                      <a:ext uri="{FF2B5EF4-FFF2-40B4-BE49-F238E27FC236}">
                        <a16:creationId xmlns:a16="http://schemas.microsoft.com/office/drawing/2014/main" id="{A572B9BC-26BA-F032-FB68-A45B47C152A6}"/>
                      </a:ext>
                    </a:extLst>
                  </p:cNvPr>
                  <p:cNvSpPr/>
                  <p:nvPr/>
                </p:nvSpPr>
                <p:spPr>
                  <a:xfrm>
                    <a:off x="1028475" y="2734187"/>
                    <a:ext cx="144699" cy="144234"/>
                  </a:xfrm>
                  <a:prstGeom prst="rightArrow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106" name="사다리꼴 105">
                  <a:extLst>
                    <a:ext uri="{FF2B5EF4-FFF2-40B4-BE49-F238E27FC236}">
                      <a16:creationId xmlns:a16="http://schemas.microsoft.com/office/drawing/2014/main" id="{6CDF85FF-0F71-73B5-27EE-774DF63694FD}"/>
                    </a:ext>
                  </a:extLst>
                </p:cNvPr>
                <p:cNvSpPr/>
                <p:nvPr/>
              </p:nvSpPr>
              <p:spPr>
                <a:xfrm rot="5400000">
                  <a:off x="727757" y="2684957"/>
                  <a:ext cx="284257" cy="244430"/>
                </a:xfrm>
                <a:prstGeom prst="trapezoid">
                  <a:avLst>
                    <a:gd name="adj" fmla="val 22033"/>
                  </a:avLst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04" name="사다리꼴 103">
                <a:extLst>
                  <a:ext uri="{FF2B5EF4-FFF2-40B4-BE49-F238E27FC236}">
                    <a16:creationId xmlns:a16="http://schemas.microsoft.com/office/drawing/2014/main" id="{6CF616F1-F58E-450F-3C4C-B93E56AF0504}"/>
                  </a:ext>
                </a:extLst>
              </p:cNvPr>
              <p:cNvSpPr/>
              <p:nvPr/>
            </p:nvSpPr>
            <p:spPr>
              <a:xfrm rot="5400000">
                <a:off x="5120420" y="2269032"/>
                <a:ext cx="284257" cy="244430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+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27" name="화살표: 오른쪽 126">
            <a:extLst>
              <a:ext uri="{FF2B5EF4-FFF2-40B4-BE49-F238E27FC236}">
                <a16:creationId xmlns:a16="http://schemas.microsoft.com/office/drawing/2014/main" id="{A01AE864-435F-F3C3-D20D-F8D019E83780}"/>
              </a:ext>
            </a:extLst>
          </p:cNvPr>
          <p:cNvSpPr/>
          <p:nvPr/>
        </p:nvSpPr>
        <p:spPr>
          <a:xfrm>
            <a:off x="4977418" y="2841018"/>
            <a:ext cx="525777" cy="270632"/>
          </a:xfrm>
          <a:prstGeom prst="rightArrow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화살표: 오른쪽 127">
            <a:extLst>
              <a:ext uri="{FF2B5EF4-FFF2-40B4-BE49-F238E27FC236}">
                <a16:creationId xmlns:a16="http://schemas.microsoft.com/office/drawing/2014/main" id="{D9A32BC9-3CE1-E508-D980-47996C35A4A7}"/>
              </a:ext>
            </a:extLst>
          </p:cNvPr>
          <p:cNvSpPr/>
          <p:nvPr/>
        </p:nvSpPr>
        <p:spPr>
          <a:xfrm>
            <a:off x="4971353" y="5036454"/>
            <a:ext cx="525777" cy="270632"/>
          </a:xfrm>
          <a:prstGeom prst="rightArrow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EB8EAF9-5FE7-32C5-6633-23B48FA955AB}"/>
              </a:ext>
            </a:extLst>
          </p:cNvPr>
          <p:cNvSpPr txBox="1"/>
          <p:nvPr/>
        </p:nvSpPr>
        <p:spPr>
          <a:xfrm>
            <a:off x="5738195" y="2821596"/>
            <a:ext cx="886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1 Row </a:t>
            </a:r>
            <a:endParaRPr lang="en-US" altLang="ko-KR" sz="1400" b="1" i="1" dirty="0">
              <a:latin typeface="Cambria Math" panose="02040503050406030204" pitchFamily="18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D3C972B2-0E9F-005D-071C-1A1FECAF11A9}"/>
              </a:ext>
            </a:extLst>
          </p:cNvPr>
          <p:cNvSpPr txBox="1"/>
          <p:nvPr/>
        </p:nvSpPr>
        <p:spPr>
          <a:xfrm>
            <a:off x="5738007" y="5027691"/>
            <a:ext cx="886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1 Row </a:t>
            </a:r>
            <a:endParaRPr lang="en-US" altLang="ko-KR" sz="1400" b="1" i="1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830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E955E-2CA3-1AA5-3AC8-8838D39D8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A196BF-8B7C-BBC3-BD88-566342DD0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Implementation Cost – Rows(PLONK)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D71307-96B8-F9C5-620D-2036A06DE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5498D9-2241-4386-59EA-1147984B888F}"/>
              </a:ext>
            </a:extLst>
          </p:cNvPr>
          <p:cNvSpPr txBox="1"/>
          <p:nvPr/>
        </p:nvSpPr>
        <p:spPr>
          <a:xfrm>
            <a:off x="825429" y="2179908"/>
            <a:ext cx="7357293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Poseidon-128</a:t>
            </a:r>
            <a:r>
              <a:rPr lang="ko-KR" altLang="en-US" sz="1600" b="1" dirty="0"/>
              <a:t>의</a:t>
            </a:r>
            <a:r>
              <a:rPr lang="en-US" altLang="ko-KR" sz="1600" b="1" dirty="0"/>
              <a:t> Row(PLONK)</a:t>
            </a:r>
            <a:endParaRPr lang="en-US" altLang="ko-KR" sz="1400" b="1" i="1" dirty="0">
              <a:latin typeface="Cambria Math" panose="02040503050406030204" pitchFamily="18" charset="0"/>
            </a:endParaRPr>
          </a:p>
          <a:p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초기화 </a:t>
            </a:r>
            <a:r>
              <a:rPr lang="en-US" altLang="ko-KR" sz="1400" dirty="0"/>
              <a:t>: 1 Row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Full Round : 8 Row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Partial Round : 57 Row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r>
              <a:rPr lang="ko-KR" altLang="en-US" sz="1400" dirty="0"/>
              <a:t>총 </a:t>
            </a:r>
            <a:r>
              <a:rPr lang="en-US" altLang="ko-KR" sz="1400" dirty="0"/>
              <a:t>66 Rows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895903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E976-3BA1-3FDB-1E2F-484609C6B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4ABB56-9E7B-CAD6-3E67-1B485E483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Sol2</a:t>
            </a:r>
            <a:r>
              <a:rPr lang="ko-KR" altLang="en-US" dirty="0"/>
              <a:t>의</a:t>
            </a:r>
            <a:r>
              <a:rPr lang="en-US" altLang="ko-KR" dirty="0"/>
              <a:t> Rows(PLONK)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94C9C0-0C56-187E-7A3C-84D7C0E5D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F64C3B-30C3-0E91-1683-023B3163E1BA}"/>
              </a:ext>
            </a:extLst>
          </p:cNvPr>
          <p:cNvSpPr txBox="1"/>
          <p:nvPr/>
        </p:nvSpPr>
        <p:spPr>
          <a:xfrm>
            <a:off x="3465911" y="1859339"/>
            <a:ext cx="8246504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Sol2</a:t>
            </a:r>
            <a:r>
              <a:rPr lang="ko-KR" altLang="en-US" sz="1600" b="1" dirty="0"/>
              <a:t>의</a:t>
            </a:r>
            <a:r>
              <a:rPr lang="en-US" altLang="ko-KR" sz="1600" b="1" dirty="0"/>
              <a:t> Row(PLONK)</a:t>
            </a:r>
            <a:endParaRPr lang="en-US" altLang="ko-KR" sz="1400" b="1" i="1" dirty="0">
              <a:latin typeface="Cambria Math" panose="02040503050406030204" pitchFamily="18" charset="0"/>
            </a:endParaRPr>
          </a:p>
          <a:p>
            <a:endParaRPr lang="en-US" altLang="ko-KR" sz="1400" dirty="0"/>
          </a:p>
          <a:p>
            <a:r>
              <a:rPr lang="en-US" altLang="ko-KR" sz="1400" dirty="0"/>
              <a:t>&lt; r1</a:t>
            </a:r>
            <a:r>
              <a:rPr lang="ko-KR" altLang="en-US" sz="1400" dirty="0"/>
              <a:t>은 모든 값을 사용</a:t>
            </a:r>
            <a:r>
              <a:rPr lang="en-US" altLang="ko-KR" sz="1400" dirty="0"/>
              <a:t>, r2</a:t>
            </a:r>
            <a:r>
              <a:rPr lang="ko-KR" altLang="en-US" sz="1400" dirty="0"/>
              <a:t>에서 </a:t>
            </a:r>
            <a:r>
              <a:rPr lang="en-US" altLang="ko-KR" sz="1400" dirty="0"/>
              <a:t>2-bit</a:t>
            </a:r>
            <a:r>
              <a:rPr lang="ko-KR" altLang="en-US" sz="1400" dirty="0"/>
              <a:t> 추출하는 경우 </a:t>
            </a:r>
            <a:r>
              <a:rPr lang="en-US" altLang="ko-KR" sz="1400" dirty="0"/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Permutation : 66 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비트 분해 </a:t>
            </a:r>
            <a:r>
              <a:rPr lang="en-US" altLang="ko-KR" sz="1400" dirty="0"/>
              <a:t>: 85 Rows</a:t>
            </a:r>
          </a:p>
          <a:p>
            <a:endParaRPr lang="en-US" altLang="ko-KR" sz="1400" dirty="0"/>
          </a:p>
          <a:p>
            <a:r>
              <a:rPr lang="ko-KR" altLang="en-US" sz="1400" dirty="0"/>
              <a:t>총 </a:t>
            </a:r>
            <a:r>
              <a:rPr lang="en-US" altLang="ko-KR" sz="1400" dirty="0"/>
              <a:t>151 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&lt;r1, r2 </a:t>
            </a:r>
            <a:r>
              <a:rPr lang="ko-KR" altLang="en-US" sz="1400" dirty="0"/>
              <a:t>모두 </a:t>
            </a:r>
            <a:r>
              <a:rPr lang="en-US" altLang="ko-KR" sz="1400" dirty="0"/>
              <a:t>128-bit </a:t>
            </a:r>
            <a:r>
              <a:rPr lang="ko-KR" altLang="en-US" sz="1400" dirty="0"/>
              <a:t>씩 추출</a:t>
            </a:r>
            <a:r>
              <a:rPr lang="en-US" altLang="ko-KR" sz="1400" dirty="0"/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Permutation : 66 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비트 분해 </a:t>
            </a:r>
            <a:r>
              <a:rPr lang="en-US" altLang="ko-KR" sz="1400" dirty="0"/>
              <a:t>: 170 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r>
              <a:rPr lang="ko-KR" altLang="en-US" sz="1400" dirty="0"/>
              <a:t>총 </a:t>
            </a:r>
            <a:r>
              <a:rPr lang="en-US" altLang="ko-KR" sz="1400" dirty="0"/>
              <a:t>236 Rows</a:t>
            </a:r>
          </a:p>
        </p:txBody>
      </p:sp>
      <p:grpSp>
        <p:nvGrpSpPr>
          <p:cNvPr id="3" name="Group 28">
            <a:extLst>
              <a:ext uri="{FF2B5EF4-FFF2-40B4-BE49-F238E27FC236}">
                <a16:creationId xmlns:a16="http://schemas.microsoft.com/office/drawing/2014/main" id="{97CF3BD9-C5A6-D0B4-4C55-CFEA5015F87E}"/>
              </a:ext>
            </a:extLst>
          </p:cNvPr>
          <p:cNvGrpSpPr/>
          <p:nvPr/>
        </p:nvGrpSpPr>
        <p:grpSpPr>
          <a:xfrm>
            <a:off x="361052" y="1766218"/>
            <a:ext cx="2906038" cy="3070197"/>
            <a:chOff x="4527692" y="2756818"/>
            <a:chExt cx="2906038" cy="3070197"/>
          </a:xfrm>
        </p:grpSpPr>
        <p:grpSp>
          <p:nvGrpSpPr>
            <p:cNvPr id="5" name="Group 29">
              <a:extLst>
                <a:ext uri="{FF2B5EF4-FFF2-40B4-BE49-F238E27FC236}">
                  <a16:creationId xmlns:a16="http://schemas.microsoft.com/office/drawing/2014/main" id="{623FA82B-4583-4892-1A3A-B3BDA47F0609}"/>
                </a:ext>
              </a:extLst>
            </p:cNvPr>
            <p:cNvGrpSpPr/>
            <p:nvPr/>
          </p:nvGrpSpPr>
          <p:grpSpPr>
            <a:xfrm>
              <a:off x="5251301" y="3010700"/>
              <a:ext cx="1353426" cy="418300"/>
              <a:chOff x="3739859" y="5115350"/>
              <a:chExt cx="1353426" cy="418300"/>
            </a:xfrm>
          </p:grpSpPr>
          <p:sp>
            <p:nvSpPr>
              <p:cNvPr id="12" name="Rectangle 36">
                <a:extLst>
                  <a:ext uri="{FF2B5EF4-FFF2-40B4-BE49-F238E27FC236}">
                    <a16:creationId xmlns:a16="http://schemas.microsoft.com/office/drawing/2014/main" id="{FFC1EDB1-33DB-83CA-00A8-CFD198CBD625}"/>
                  </a:ext>
                </a:extLst>
              </p:cNvPr>
              <p:cNvSpPr/>
              <p:nvPr/>
            </p:nvSpPr>
            <p:spPr>
              <a:xfrm>
                <a:off x="3739859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2100" baseline="-25000" dirty="0">
                    <a:solidFill>
                      <a:schemeClr val="tx1"/>
                    </a:solidFill>
                  </a:rPr>
                  <a:t>1</a:t>
                </a:r>
                <a:endParaRPr lang="en-US" sz="21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37">
                <a:extLst>
                  <a:ext uri="{FF2B5EF4-FFF2-40B4-BE49-F238E27FC236}">
                    <a16:creationId xmlns:a16="http://schemas.microsoft.com/office/drawing/2014/main" id="{6DE5E5B1-CD68-4D11-E176-EBE69830ACFA}"/>
                  </a:ext>
                </a:extLst>
              </p:cNvPr>
              <p:cNvSpPr/>
              <p:nvPr/>
            </p:nvSpPr>
            <p:spPr>
              <a:xfrm>
                <a:off x="4191001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2100" baseline="-25000" dirty="0">
                    <a:solidFill>
                      <a:schemeClr val="tx1"/>
                    </a:solidFill>
                  </a:rPr>
                  <a:t>2</a:t>
                </a:r>
                <a:endParaRPr lang="en-US" sz="21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38">
                <a:extLst>
                  <a:ext uri="{FF2B5EF4-FFF2-40B4-BE49-F238E27FC236}">
                    <a16:creationId xmlns:a16="http://schemas.microsoft.com/office/drawing/2014/main" id="{E3CD5393-76F2-89E6-FFD4-E8EA1E069BE7}"/>
                  </a:ext>
                </a:extLst>
              </p:cNvPr>
              <p:cNvSpPr/>
              <p:nvPr/>
            </p:nvSpPr>
            <p:spPr>
              <a:xfrm>
                <a:off x="4642143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 dirty="0">
                    <a:solidFill>
                      <a:schemeClr val="tx1"/>
                    </a:solidFill>
                  </a:rPr>
                  <a:t>c</a:t>
                </a:r>
                <a:r>
                  <a:rPr lang="en-US" altLang="ko-KR" sz="2100" baseline="-25000" dirty="0">
                    <a:solidFill>
                      <a:schemeClr val="tx1"/>
                    </a:solidFill>
                  </a:rPr>
                  <a:t>1</a:t>
                </a:r>
                <a:endParaRPr lang="en-US" sz="2100" baseline="-25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6" name="Straight Arrow Connector 30">
              <a:extLst>
                <a:ext uri="{FF2B5EF4-FFF2-40B4-BE49-F238E27FC236}">
                  <a16:creationId xmlns:a16="http://schemas.microsoft.com/office/drawing/2014/main" id="{71AD970D-C550-5672-3DBD-38BEEEE15345}"/>
                </a:ext>
              </a:extLst>
            </p:cNvPr>
            <p:cNvCxnSpPr>
              <a:cxnSpLocks/>
            </p:cNvCxnSpPr>
            <p:nvPr/>
          </p:nvCxnSpPr>
          <p:spPr>
            <a:xfrm>
              <a:off x="5463259" y="3429000"/>
              <a:ext cx="0" cy="12185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9390C04-A93F-9710-0347-C9021A37D1BF}"/>
                </a:ext>
              </a:extLst>
            </p:cNvPr>
            <p:cNvSpPr txBox="1"/>
            <p:nvPr/>
          </p:nvSpPr>
          <p:spPr>
            <a:xfrm>
              <a:off x="4527692" y="4687216"/>
              <a:ext cx="25534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[ </a:t>
              </a:r>
              <a:r>
                <a:rPr lang="en-US" dirty="0">
                  <a:solidFill>
                    <a:srgbClr val="FF0000"/>
                  </a:solidFill>
                </a:rPr>
                <a:t>part of r</a:t>
              </a:r>
              <a:r>
                <a:rPr lang="en-US" baseline="-25000" dirty="0">
                  <a:solidFill>
                    <a:srgbClr val="FF0000"/>
                  </a:solidFill>
                </a:rPr>
                <a:t>1</a:t>
              </a:r>
              <a:r>
                <a:rPr lang="en-US" dirty="0">
                  <a:solidFill>
                    <a:srgbClr val="FF0000"/>
                  </a:solidFill>
                </a:rPr>
                <a:t> | part of r</a:t>
              </a:r>
              <a:r>
                <a:rPr lang="en-US" baseline="-25000" dirty="0">
                  <a:solidFill>
                    <a:srgbClr val="FF0000"/>
                  </a:solidFill>
                </a:rPr>
                <a:t>2</a:t>
              </a:r>
              <a:r>
                <a:rPr lang="en-US" baseline="-25000" dirty="0"/>
                <a:t> </a:t>
              </a:r>
              <a:r>
                <a:rPr lang="en-US" dirty="0"/>
                <a:t>]</a:t>
              </a:r>
            </a:p>
          </p:txBody>
        </p:sp>
        <p:sp>
          <p:nvSpPr>
            <p:cNvPr id="8" name="Right Brace 32">
              <a:extLst>
                <a:ext uri="{FF2B5EF4-FFF2-40B4-BE49-F238E27FC236}">
                  <a16:creationId xmlns:a16="http://schemas.microsoft.com/office/drawing/2014/main" id="{C5DC039E-8614-1300-C5A7-10127B2C3545}"/>
                </a:ext>
              </a:extLst>
            </p:cNvPr>
            <p:cNvSpPr/>
            <p:nvPr/>
          </p:nvSpPr>
          <p:spPr>
            <a:xfrm rot="5400000">
              <a:off x="5637041" y="4204777"/>
              <a:ext cx="299851" cy="212513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154048D-B517-9277-4C82-542CDDA6ABE8}"/>
                </a:ext>
              </a:extLst>
            </p:cNvPr>
            <p:cNvSpPr txBox="1"/>
            <p:nvPr/>
          </p:nvSpPr>
          <p:spPr>
            <a:xfrm>
              <a:off x="4646225" y="5457683"/>
              <a:ext cx="2787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byte-aligned (e.g., 256b)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0A58DC9-0F94-1097-6B01-303FEC48F63B}"/>
                </a:ext>
              </a:extLst>
            </p:cNvPr>
            <p:cNvSpPr txBox="1"/>
            <p:nvPr/>
          </p:nvSpPr>
          <p:spPr>
            <a:xfrm>
              <a:off x="5154231" y="2756818"/>
              <a:ext cx="673100" cy="2861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~255b</a:t>
              </a:r>
            </a:p>
          </p:txBody>
        </p:sp>
        <p:cxnSp>
          <p:nvCxnSpPr>
            <p:cNvPr id="11" name="Straight Arrow Connector 35">
              <a:extLst>
                <a:ext uri="{FF2B5EF4-FFF2-40B4-BE49-F238E27FC236}">
                  <a16:creationId xmlns:a16="http://schemas.microsoft.com/office/drawing/2014/main" id="{90D7DE5D-45EF-58D8-1B03-E8F9E7526E82}"/>
                </a:ext>
              </a:extLst>
            </p:cNvPr>
            <p:cNvCxnSpPr>
              <a:cxnSpLocks/>
            </p:cNvCxnSpPr>
            <p:nvPr/>
          </p:nvCxnSpPr>
          <p:spPr>
            <a:xfrm>
              <a:off x="5901264" y="3429000"/>
              <a:ext cx="0" cy="12185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9889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59999-1A2E-32CA-F3CF-6C9247F83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1A8C30-C7DA-E34C-B2B5-4A11516F3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Sol3</a:t>
            </a:r>
            <a:r>
              <a:rPr lang="ko-KR" altLang="en-US" dirty="0"/>
              <a:t>의 </a:t>
            </a:r>
            <a:r>
              <a:rPr lang="en-US" altLang="ko-KR" dirty="0"/>
              <a:t>Rows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094F27-0472-C425-35E9-5AFEA28B6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7B0161-0A58-BEAC-5F3B-62999D04C58C}"/>
              </a:ext>
            </a:extLst>
          </p:cNvPr>
          <p:cNvSpPr txBox="1"/>
          <p:nvPr/>
        </p:nvSpPr>
        <p:spPr>
          <a:xfrm>
            <a:off x="4768779" y="1676287"/>
            <a:ext cx="735729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Sol3</a:t>
            </a:r>
            <a:r>
              <a:rPr lang="ko-KR" altLang="en-US" sz="1600" b="1" dirty="0"/>
              <a:t>의</a:t>
            </a:r>
            <a:r>
              <a:rPr lang="en-US" altLang="ko-KR" sz="1600" b="1" dirty="0"/>
              <a:t> Rows </a:t>
            </a:r>
            <a:endParaRPr lang="en-US" altLang="ko-KR" sz="1400" b="1" i="1" dirty="0">
              <a:latin typeface="Cambria Math" panose="02040503050406030204" pitchFamily="18" charset="0"/>
            </a:endParaRPr>
          </a:p>
          <a:p>
            <a:endParaRPr lang="en-US" altLang="ko-KR" sz="1400" dirty="0"/>
          </a:p>
          <a:p>
            <a:r>
              <a:rPr lang="en-US" altLang="ko-KR" sz="1400" dirty="0"/>
              <a:t>&lt;128-bit</a:t>
            </a:r>
            <a:r>
              <a:rPr lang="ko-KR" altLang="en-US" sz="1400" dirty="0"/>
              <a:t> </a:t>
            </a:r>
            <a:r>
              <a:rPr lang="en-US" altLang="ko-KR" sz="1400" dirty="0"/>
              <a:t>Field</a:t>
            </a:r>
            <a:r>
              <a:rPr lang="ko-KR" altLang="en-US" sz="1400" dirty="0"/>
              <a:t>를 사용하는 경우</a:t>
            </a:r>
            <a:r>
              <a:rPr lang="en-US" altLang="ko-KR" sz="1400" dirty="0"/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초기화 </a:t>
            </a:r>
            <a:r>
              <a:rPr lang="en-US" altLang="ko-KR" sz="1400" dirty="0"/>
              <a:t>: 1 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Full Round : 8 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Partial Round : 58 Rows</a:t>
            </a:r>
          </a:p>
          <a:p>
            <a:endParaRPr lang="en-US" altLang="ko-KR" sz="1400" dirty="0"/>
          </a:p>
          <a:p>
            <a:r>
              <a:rPr lang="ko-KR" altLang="en-US" sz="1400" dirty="0"/>
              <a:t>총 </a:t>
            </a:r>
            <a:r>
              <a:rPr lang="en-US" altLang="ko-KR" sz="1400" dirty="0"/>
              <a:t>67</a:t>
            </a:r>
            <a:r>
              <a:rPr lang="ko-KR" altLang="en-US" sz="1400" dirty="0"/>
              <a:t>개의 </a:t>
            </a:r>
            <a:r>
              <a:rPr lang="en-US" altLang="ko-KR" sz="1400" dirty="0"/>
              <a:t>Rows</a:t>
            </a:r>
            <a:r>
              <a:rPr lang="ko-KR" altLang="en-US" sz="1400" dirty="0"/>
              <a:t>발생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&lt;64-bit Field</a:t>
            </a:r>
            <a:r>
              <a:rPr lang="ko-KR" altLang="en-US" sz="1400" dirty="0"/>
              <a:t>를 사용하는 경우</a:t>
            </a:r>
            <a:r>
              <a:rPr lang="en-US" altLang="ko-KR" sz="1400" dirty="0"/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Init : 1 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Full Round : 8 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Partial Round : 22 Rows</a:t>
            </a:r>
          </a:p>
          <a:p>
            <a:endParaRPr lang="en-US" altLang="ko-KR" sz="1400" dirty="0"/>
          </a:p>
          <a:p>
            <a:r>
              <a:rPr lang="ko-KR" altLang="en-US" sz="1400" dirty="0"/>
              <a:t>총 </a:t>
            </a:r>
            <a:r>
              <a:rPr lang="en-US" altLang="ko-KR" sz="1400" dirty="0"/>
              <a:t>31</a:t>
            </a:r>
            <a:r>
              <a:rPr lang="ko-KR" altLang="en-US" sz="1400" dirty="0"/>
              <a:t>개의 </a:t>
            </a:r>
            <a:r>
              <a:rPr lang="en-US" altLang="ko-KR" sz="1400" dirty="0"/>
              <a:t>Rows</a:t>
            </a:r>
            <a:r>
              <a:rPr lang="ko-KR" altLang="en-US" sz="1400" dirty="0"/>
              <a:t>발생</a:t>
            </a:r>
            <a:endParaRPr lang="en-US" altLang="ko-KR" sz="1400" dirty="0"/>
          </a:p>
        </p:txBody>
      </p:sp>
      <p:grpSp>
        <p:nvGrpSpPr>
          <p:cNvPr id="3" name="Group 27">
            <a:extLst>
              <a:ext uri="{FF2B5EF4-FFF2-40B4-BE49-F238E27FC236}">
                <a16:creationId xmlns:a16="http://schemas.microsoft.com/office/drawing/2014/main" id="{035E866F-C293-3DBD-5943-03D1D7169F3F}"/>
              </a:ext>
            </a:extLst>
          </p:cNvPr>
          <p:cNvGrpSpPr/>
          <p:nvPr/>
        </p:nvGrpSpPr>
        <p:grpSpPr>
          <a:xfrm>
            <a:off x="505016" y="1897789"/>
            <a:ext cx="3948096" cy="3062421"/>
            <a:chOff x="7724966" y="2757961"/>
            <a:chExt cx="3948096" cy="3062421"/>
          </a:xfrm>
        </p:grpSpPr>
        <p:sp>
          <p:nvSpPr>
            <p:cNvPr id="5" name="Right Brace 2">
              <a:extLst>
                <a:ext uri="{FF2B5EF4-FFF2-40B4-BE49-F238E27FC236}">
                  <a16:creationId xmlns:a16="http://schemas.microsoft.com/office/drawing/2014/main" id="{752A8595-2F5B-028B-4CA2-1E3EA27E00B2}"/>
                </a:ext>
              </a:extLst>
            </p:cNvPr>
            <p:cNvSpPr/>
            <p:nvPr/>
          </p:nvSpPr>
          <p:spPr>
            <a:xfrm rot="5400000">
              <a:off x="8297859" y="4539230"/>
              <a:ext cx="342900" cy="1413178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9BA8783-9428-9EBE-C972-AAA6AADEA3F7}"/>
                </a:ext>
              </a:extLst>
            </p:cNvPr>
            <p:cNvSpPr txBox="1"/>
            <p:nvPr/>
          </p:nvSpPr>
          <p:spPr>
            <a:xfrm>
              <a:off x="7791897" y="5451050"/>
              <a:ext cx="29083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byte-aligned (e.g., 256b)</a:t>
              </a: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72EFBCAA-F016-A977-283B-83C4414009D6}"/>
                </a:ext>
              </a:extLst>
            </p:cNvPr>
            <p:cNvGrpSpPr/>
            <p:nvPr/>
          </p:nvGrpSpPr>
          <p:grpSpPr>
            <a:xfrm>
              <a:off x="7781602" y="3006661"/>
              <a:ext cx="3891460" cy="419931"/>
              <a:chOff x="7834765" y="3009069"/>
              <a:chExt cx="3891460" cy="419931"/>
            </a:xfrm>
          </p:grpSpPr>
          <p:grpSp>
            <p:nvGrpSpPr>
              <p:cNvPr id="13" name="Group 6">
                <a:extLst>
                  <a:ext uri="{FF2B5EF4-FFF2-40B4-BE49-F238E27FC236}">
                    <a16:creationId xmlns:a16="http://schemas.microsoft.com/office/drawing/2014/main" id="{914343F0-7FE6-3859-CD46-92B9CB50E2E0}"/>
                  </a:ext>
                </a:extLst>
              </p:cNvPr>
              <p:cNvGrpSpPr/>
              <p:nvPr/>
            </p:nvGrpSpPr>
            <p:grpSpPr>
              <a:xfrm>
                <a:off x="7834765" y="3010700"/>
                <a:ext cx="972865" cy="418300"/>
                <a:chOff x="3739857" y="5115350"/>
                <a:chExt cx="1353428" cy="418300"/>
              </a:xfrm>
            </p:grpSpPr>
            <p:sp>
              <p:nvSpPr>
                <p:cNvPr id="59" name="Rectangle 19">
                  <a:extLst>
                    <a:ext uri="{FF2B5EF4-FFF2-40B4-BE49-F238E27FC236}">
                      <a16:creationId xmlns:a16="http://schemas.microsoft.com/office/drawing/2014/main" id="{ABB19306-D497-99B9-AF1B-F379BEBFDA8F}"/>
                    </a:ext>
                  </a:extLst>
                </p:cNvPr>
                <p:cNvSpPr/>
                <p:nvPr/>
              </p:nvSpPr>
              <p:spPr>
                <a:xfrm>
                  <a:off x="3739857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r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1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0" name="Rectangle 20">
                  <a:extLst>
                    <a:ext uri="{FF2B5EF4-FFF2-40B4-BE49-F238E27FC236}">
                      <a16:creationId xmlns:a16="http://schemas.microsoft.com/office/drawing/2014/main" id="{58279883-EC89-342C-747A-7E050BAA7615}"/>
                    </a:ext>
                  </a:extLst>
                </p:cNvPr>
                <p:cNvSpPr/>
                <p:nvPr/>
              </p:nvSpPr>
              <p:spPr>
                <a:xfrm>
                  <a:off x="4191001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r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2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1" name="Rectangle 21">
                  <a:extLst>
                    <a:ext uri="{FF2B5EF4-FFF2-40B4-BE49-F238E27FC236}">
                      <a16:creationId xmlns:a16="http://schemas.microsoft.com/office/drawing/2014/main" id="{5DFA91AD-C62B-F856-1376-651BEECB9736}"/>
                    </a:ext>
                  </a:extLst>
                </p:cNvPr>
                <p:cNvSpPr/>
                <p:nvPr/>
              </p:nvSpPr>
              <p:spPr>
                <a:xfrm>
                  <a:off x="4642143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r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3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" name="Group 7">
                <a:extLst>
                  <a:ext uri="{FF2B5EF4-FFF2-40B4-BE49-F238E27FC236}">
                    <a16:creationId xmlns:a16="http://schemas.microsoft.com/office/drawing/2014/main" id="{FB58549E-5381-9CF6-849E-E78F81D77E53}"/>
                  </a:ext>
                </a:extLst>
              </p:cNvPr>
              <p:cNvGrpSpPr/>
              <p:nvPr/>
            </p:nvGrpSpPr>
            <p:grpSpPr>
              <a:xfrm>
                <a:off x="8807630" y="3010700"/>
                <a:ext cx="972865" cy="418300"/>
                <a:chOff x="3739857" y="5115350"/>
                <a:chExt cx="1353428" cy="418300"/>
              </a:xfrm>
            </p:grpSpPr>
            <p:sp>
              <p:nvSpPr>
                <p:cNvPr id="56" name="Rectangle 16">
                  <a:extLst>
                    <a:ext uri="{FF2B5EF4-FFF2-40B4-BE49-F238E27FC236}">
                      <a16:creationId xmlns:a16="http://schemas.microsoft.com/office/drawing/2014/main" id="{C099E849-157D-7EB6-2896-74B1BFBF0EE7}"/>
                    </a:ext>
                  </a:extLst>
                </p:cNvPr>
                <p:cNvSpPr/>
                <p:nvPr/>
              </p:nvSpPr>
              <p:spPr>
                <a:xfrm>
                  <a:off x="3739857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r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4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7" name="Rectangle 17">
                  <a:extLst>
                    <a:ext uri="{FF2B5EF4-FFF2-40B4-BE49-F238E27FC236}">
                      <a16:creationId xmlns:a16="http://schemas.microsoft.com/office/drawing/2014/main" id="{872EF6B8-68B6-096C-92F2-A70488A9C29F}"/>
                    </a:ext>
                  </a:extLst>
                </p:cNvPr>
                <p:cNvSpPr/>
                <p:nvPr/>
              </p:nvSpPr>
              <p:spPr>
                <a:xfrm>
                  <a:off x="4191001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r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5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" name="Rectangle 18">
                  <a:extLst>
                    <a:ext uri="{FF2B5EF4-FFF2-40B4-BE49-F238E27FC236}">
                      <a16:creationId xmlns:a16="http://schemas.microsoft.com/office/drawing/2014/main" id="{AFA906F2-4F5D-EEEA-F0FF-D3A9B5CCD637}"/>
                    </a:ext>
                  </a:extLst>
                </p:cNvPr>
                <p:cNvSpPr/>
                <p:nvPr/>
              </p:nvSpPr>
              <p:spPr>
                <a:xfrm>
                  <a:off x="4642143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r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6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5" name="Group 8">
                <a:extLst>
                  <a:ext uri="{FF2B5EF4-FFF2-40B4-BE49-F238E27FC236}">
                    <a16:creationId xmlns:a16="http://schemas.microsoft.com/office/drawing/2014/main" id="{5AB90BD0-6200-1262-91E6-2C828286B8C8}"/>
                  </a:ext>
                </a:extLst>
              </p:cNvPr>
              <p:cNvGrpSpPr/>
              <p:nvPr/>
            </p:nvGrpSpPr>
            <p:grpSpPr>
              <a:xfrm>
                <a:off x="9780495" y="3009069"/>
                <a:ext cx="972865" cy="418300"/>
                <a:chOff x="3739857" y="5115350"/>
                <a:chExt cx="1353428" cy="418300"/>
              </a:xfrm>
            </p:grpSpPr>
            <p:sp>
              <p:nvSpPr>
                <p:cNvPr id="20" name="Rectangle 13">
                  <a:extLst>
                    <a:ext uri="{FF2B5EF4-FFF2-40B4-BE49-F238E27FC236}">
                      <a16:creationId xmlns:a16="http://schemas.microsoft.com/office/drawing/2014/main" id="{809690A1-56A0-0C8B-B5F7-AEA5E176848D}"/>
                    </a:ext>
                  </a:extLst>
                </p:cNvPr>
                <p:cNvSpPr/>
                <p:nvPr/>
              </p:nvSpPr>
              <p:spPr>
                <a:xfrm>
                  <a:off x="3739857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r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7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" name="Rectangle 14">
                  <a:extLst>
                    <a:ext uri="{FF2B5EF4-FFF2-40B4-BE49-F238E27FC236}">
                      <a16:creationId xmlns:a16="http://schemas.microsoft.com/office/drawing/2014/main" id="{D8457B4F-C274-3C7F-017D-FEBC181F2848}"/>
                    </a:ext>
                  </a:extLst>
                </p:cNvPr>
                <p:cNvSpPr/>
                <p:nvPr/>
              </p:nvSpPr>
              <p:spPr>
                <a:xfrm>
                  <a:off x="4191001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r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8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Rectangle 15">
                  <a:extLst>
                    <a:ext uri="{FF2B5EF4-FFF2-40B4-BE49-F238E27FC236}">
                      <a16:creationId xmlns:a16="http://schemas.microsoft.com/office/drawing/2014/main" id="{A8CD08B0-3669-09F3-5B70-135066FCF618}"/>
                    </a:ext>
                  </a:extLst>
                </p:cNvPr>
                <p:cNvSpPr/>
                <p:nvPr/>
              </p:nvSpPr>
              <p:spPr>
                <a:xfrm>
                  <a:off x="4642143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c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1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6" name="Group 9">
                <a:extLst>
                  <a:ext uri="{FF2B5EF4-FFF2-40B4-BE49-F238E27FC236}">
                    <a16:creationId xmlns:a16="http://schemas.microsoft.com/office/drawing/2014/main" id="{EBC6C267-5528-D4F6-B9E2-7D4846ACE081}"/>
                  </a:ext>
                </a:extLst>
              </p:cNvPr>
              <p:cNvGrpSpPr/>
              <p:nvPr/>
            </p:nvGrpSpPr>
            <p:grpSpPr>
              <a:xfrm>
                <a:off x="10753360" y="3009069"/>
                <a:ext cx="972865" cy="418300"/>
                <a:chOff x="3739857" y="5115350"/>
                <a:chExt cx="1353428" cy="418300"/>
              </a:xfrm>
            </p:grpSpPr>
            <p:sp>
              <p:nvSpPr>
                <p:cNvPr id="17" name="Rectangle 10">
                  <a:extLst>
                    <a:ext uri="{FF2B5EF4-FFF2-40B4-BE49-F238E27FC236}">
                      <a16:creationId xmlns:a16="http://schemas.microsoft.com/office/drawing/2014/main" id="{4D3267A3-8C73-7001-6D0D-FE7D6EFD2BFF}"/>
                    </a:ext>
                  </a:extLst>
                </p:cNvPr>
                <p:cNvSpPr/>
                <p:nvPr/>
              </p:nvSpPr>
              <p:spPr>
                <a:xfrm>
                  <a:off x="3739857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c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2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1">
                  <a:extLst>
                    <a:ext uri="{FF2B5EF4-FFF2-40B4-BE49-F238E27FC236}">
                      <a16:creationId xmlns:a16="http://schemas.microsoft.com/office/drawing/2014/main" id="{E25A20F2-8470-C8D9-A67F-00A6045A0476}"/>
                    </a:ext>
                  </a:extLst>
                </p:cNvPr>
                <p:cNvSpPr/>
                <p:nvPr/>
              </p:nvSpPr>
              <p:spPr>
                <a:xfrm>
                  <a:off x="4191001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c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3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2">
                  <a:extLst>
                    <a:ext uri="{FF2B5EF4-FFF2-40B4-BE49-F238E27FC236}">
                      <a16:creationId xmlns:a16="http://schemas.microsoft.com/office/drawing/2014/main" id="{30EE84D0-B090-0C86-8917-9CBCA0645F70}"/>
                    </a:ext>
                  </a:extLst>
                </p:cNvPr>
                <p:cNvSpPr/>
                <p:nvPr/>
              </p:nvSpPr>
              <p:spPr>
                <a:xfrm>
                  <a:off x="4642143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>
                      <a:solidFill>
                        <a:schemeClr val="tx1"/>
                      </a:solidFill>
                    </a:rPr>
                    <a:t>c</a:t>
                  </a:r>
                  <a:r>
                    <a:rPr lang="en-US" altLang="ko-KR" sz="1200" baseline="-25000">
                      <a:solidFill>
                        <a:schemeClr val="tx1"/>
                      </a:solidFill>
                    </a:rPr>
                    <a:t>4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00EA5CE-3EFD-78BA-51F7-03A9642DCECA}"/>
                </a:ext>
              </a:extLst>
            </p:cNvPr>
            <p:cNvSpPr txBox="1"/>
            <p:nvPr/>
          </p:nvSpPr>
          <p:spPr>
            <a:xfrm>
              <a:off x="7724966" y="2757961"/>
              <a:ext cx="673100" cy="2861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64b</a:t>
              </a:r>
            </a:p>
          </p:txBody>
        </p:sp>
        <p:cxnSp>
          <p:nvCxnSpPr>
            <p:cNvPr id="9" name="Straight Arrow Connector 23">
              <a:extLst>
                <a:ext uri="{FF2B5EF4-FFF2-40B4-BE49-F238E27FC236}">
                  <a16:creationId xmlns:a16="http://schemas.microsoft.com/office/drawing/2014/main" id="{9A06632E-BEED-A367-3FF9-67AE292A0D7D}"/>
                </a:ext>
              </a:extLst>
            </p:cNvPr>
            <p:cNvCxnSpPr>
              <a:cxnSpLocks/>
            </p:cNvCxnSpPr>
            <p:nvPr/>
          </p:nvCxnSpPr>
          <p:spPr>
            <a:xfrm>
              <a:off x="7943746" y="3429000"/>
              <a:ext cx="0" cy="12185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24">
              <a:extLst>
                <a:ext uri="{FF2B5EF4-FFF2-40B4-BE49-F238E27FC236}">
                  <a16:creationId xmlns:a16="http://schemas.microsoft.com/office/drawing/2014/main" id="{98014EA8-EB4B-F3AB-39BF-1D11CBAED75C}"/>
                </a:ext>
              </a:extLst>
            </p:cNvPr>
            <p:cNvCxnSpPr>
              <a:cxnSpLocks/>
            </p:cNvCxnSpPr>
            <p:nvPr/>
          </p:nvCxnSpPr>
          <p:spPr>
            <a:xfrm>
              <a:off x="8272367" y="3424961"/>
              <a:ext cx="0" cy="12185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25">
              <a:extLst>
                <a:ext uri="{FF2B5EF4-FFF2-40B4-BE49-F238E27FC236}">
                  <a16:creationId xmlns:a16="http://schemas.microsoft.com/office/drawing/2014/main" id="{6D00AA1C-D72A-B03E-7891-1DDD7C107956}"/>
                </a:ext>
              </a:extLst>
            </p:cNvPr>
            <p:cNvCxnSpPr>
              <a:cxnSpLocks/>
            </p:cNvCxnSpPr>
            <p:nvPr/>
          </p:nvCxnSpPr>
          <p:spPr>
            <a:xfrm>
              <a:off x="8587990" y="3429000"/>
              <a:ext cx="0" cy="12185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26">
              <a:extLst>
                <a:ext uri="{FF2B5EF4-FFF2-40B4-BE49-F238E27FC236}">
                  <a16:creationId xmlns:a16="http://schemas.microsoft.com/office/drawing/2014/main" id="{1B7BE784-7BC7-6D0F-0257-2124A6D33E05}"/>
                </a:ext>
              </a:extLst>
            </p:cNvPr>
            <p:cNvCxnSpPr>
              <a:cxnSpLocks/>
            </p:cNvCxnSpPr>
            <p:nvPr/>
          </p:nvCxnSpPr>
          <p:spPr>
            <a:xfrm>
              <a:off x="8916611" y="3424961"/>
              <a:ext cx="0" cy="12185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9158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45763</TotalTime>
  <Words>1119</Words>
  <Application>Microsoft Office PowerPoint</Application>
  <PresentationFormat>와이드스크린</PresentationFormat>
  <Paragraphs>409</Paragraphs>
  <Slides>15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Cambria Math</vt:lpstr>
      <vt:lpstr>Office 테마</vt:lpstr>
      <vt:lpstr>Poseidon 평가 지표 측정</vt:lpstr>
      <vt:lpstr>2. Solutions</vt:lpstr>
      <vt:lpstr>Implementation Cost</vt:lpstr>
      <vt:lpstr>Implementation Cost – R1CS</vt:lpstr>
      <vt:lpstr>POSEIDONπ 구조</vt:lpstr>
      <vt:lpstr>Poseidon-128의 R1CS</vt:lpstr>
      <vt:lpstr>Poseidon-128의 R1CS</vt:lpstr>
      <vt:lpstr>Sol2의 R1CS</vt:lpstr>
      <vt:lpstr>Sol3의 R1CS</vt:lpstr>
      <vt:lpstr>Implementation Cost – Rows(PLONK)</vt:lpstr>
      <vt:lpstr>Implementation Cost – Rows(PLONK)</vt:lpstr>
      <vt:lpstr>Implementation Cost – Rows(PLONK)</vt:lpstr>
      <vt:lpstr>Implementation Cost – Rows(PLONK)</vt:lpstr>
      <vt:lpstr>Sol2의 Rows(PLONK)</vt:lpstr>
      <vt:lpstr>Sol3의 Rows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2217</cp:revision>
  <dcterms:created xsi:type="dcterms:W3CDTF">2023-03-06T16:32:37Z</dcterms:created>
  <dcterms:modified xsi:type="dcterms:W3CDTF">2026-03-18T07:42:24Z</dcterms:modified>
</cp:coreProperties>
</file>