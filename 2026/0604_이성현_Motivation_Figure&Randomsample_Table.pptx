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성현 이" initials="성이" lastIdx="2" clrIdx="0">
    <p:extLst>
      <p:ext uri="{19B8F6BF-5375-455C-9EA6-DF929625EA0E}">
        <p15:presenceInfo xmlns:p15="http://schemas.microsoft.com/office/powerpoint/2012/main" userId="2f0182ffdb5a30a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E3BF"/>
    <a:srgbClr val="0066CC"/>
    <a:srgbClr val="000099"/>
    <a:srgbClr val="002C62"/>
    <a:srgbClr val="CC99FF"/>
    <a:srgbClr val="2156A4"/>
    <a:srgbClr val="3366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73083" autoAdjust="0"/>
  </p:normalViewPr>
  <p:slideViewPr>
    <p:cSldViewPr snapToGrid="0">
      <p:cViewPr varScale="1">
        <p:scale>
          <a:sx n="119" d="100"/>
          <a:sy n="119" d="100"/>
        </p:scale>
        <p:origin x="2284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현 이" userId="2f0182ffdb5a30a3" providerId="LiveId" clId="{96CFCBFF-3B86-4DA3-8BC4-90A0DDDF2BC8}"/>
    <pc:docChg chg="custSel addSld delSld modSld">
      <pc:chgData name="성현 이" userId="2f0182ffdb5a30a3" providerId="LiveId" clId="{96CFCBFF-3B86-4DA3-8BC4-90A0DDDF2BC8}" dt="2026-06-04T07:44:48.828" v="132" actId="14100"/>
      <pc:docMkLst>
        <pc:docMk/>
      </pc:docMkLst>
      <pc:sldChg chg="modSp mod">
        <pc:chgData name="성현 이" userId="2f0182ffdb5a30a3" providerId="LiveId" clId="{96CFCBFF-3B86-4DA3-8BC4-90A0DDDF2BC8}" dt="2026-06-02T12:16:26.152" v="36" actId="255"/>
        <pc:sldMkLst>
          <pc:docMk/>
          <pc:sldMk cId="1460686755" sldId="256"/>
        </pc:sldMkLst>
        <pc:spChg chg="mod">
          <ac:chgData name="성현 이" userId="2f0182ffdb5a30a3" providerId="LiveId" clId="{96CFCBFF-3B86-4DA3-8BC4-90A0DDDF2BC8}" dt="2026-06-02T12:16:26.152" v="36" actId="255"/>
          <ac:spMkLst>
            <pc:docMk/>
            <pc:sldMk cId="1460686755" sldId="256"/>
            <ac:spMk id="2" creationId="{AEB04FD9-6A59-4C4E-B0B6-829FC2BFF5E2}"/>
          </ac:spMkLst>
        </pc:spChg>
        <pc:spChg chg="mod">
          <ac:chgData name="성현 이" userId="2f0182ffdb5a30a3" providerId="LiveId" clId="{96CFCBFF-3B86-4DA3-8BC4-90A0DDDF2BC8}" dt="2026-06-02T12:15:46.514" v="7" actId="20577"/>
          <ac:spMkLst>
            <pc:docMk/>
            <pc:sldMk cId="1460686755" sldId="256"/>
            <ac:spMk id="7" creationId="{770FAEFE-5022-C97B-B627-1644546785A2}"/>
          </ac:spMkLst>
        </pc:spChg>
      </pc:sldChg>
      <pc:sldChg chg="del">
        <pc:chgData name="성현 이" userId="2f0182ffdb5a30a3" providerId="LiveId" clId="{96CFCBFF-3B86-4DA3-8BC4-90A0DDDF2BC8}" dt="2026-06-02T12:15:40.575" v="0" actId="2696"/>
        <pc:sldMkLst>
          <pc:docMk/>
          <pc:sldMk cId="1628135739" sldId="257"/>
        </pc:sldMkLst>
      </pc:sldChg>
      <pc:sldChg chg="addSp delSp modSp new mod">
        <pc:chgData name="성현 이" userId="2f0182ffdb5a30a3" providerId="LiveId" clId="{96CFCBFF-3B86-4DA3-8BC4-90A0DDDF2BC8}" dt="2026-06-04T07:44:48.828" v="132" actId="14100"/>
        <pc:sldMkLst>
          <pc:docMk/>
          <pc:sldMk cId="1967002995" sldId="257"/>
        </pc:sldMkLst>
        <pc:spChg chg="mod">
          <ac:chgData name="성현 이" userId="2f0182ffdb5a30a3" providerId="LiveId" clId="{96CFCBFF-3B86-4DA3-8BC4-90A0DDDF2BC8}" dt="2026-06-02T12:17:03.432" v="51" actId="20577"/>
          <ac:spMkLst>
            <pc:docMk/>
            <pc:sldMk cId="1967002995" sldId="257"/>
            <ac:spMk id="2" creationId="{DA1971FB-6191-E0B0-C8EB-29478A12AE41}"/>
          </ac:spMkLst>
        </pc:spChg>
        <pc:picChg chg="add mod">
          <ac:chgData name="성현 이" userId="2f0182ffdb5a30a3" providerId="LiveId" clId="{96CFCBFF-3B86-4DA3-8BC4-90A0DDDF2BC8}" dt="2026-06-04T07:44:48.828" v="132" actId="14100"/>
          <ac:picMkLst>
            <pc:docMk/>
            <pc:sldMk cId="1967002995" sldId="257"/>
            <ac:picMk id="5" creationId="{010EA05A-EC44-E0EE-6B26-51FD3E664292}"/>
          </ac:picMkLst>
        </pc:picChg>
      </pc:sldChg>
      <pc:sldChg chg="del">
        <pc:chgData name="성현 이" userId="2f0182ffdb5a30a3" providerId="LiveId" clId="{96CFCBFF-3B86-4DA3-8BC4-90A0DDDF2BC8}" dt="2026-06-02T12:15:41.428" v="1" actId="2696"/>
        <pc:sldMkLst>
          <pc:docMk/>
          <pc:sldMk cId="424482040" sldId="258"/>
        </pc:sldMkLst>
      </pc:sldChg>
      <pc:sldChg chg="addSp delSp modSp new mod">
        <pc:chgData name="성현 이" userId="2f0182ffdb5a30a3" providerId="LiveId" clId="{96CFCBFF-3B86-4DA3-8BC4-90A0DDDF2BC8}" dt="2026-06-02T12:17:33.048" v="69"/>
        <pc:sldMkLst>
          <pc:docMk/>
          <pc:sldMk cId="1896285819" sldId="258"/>
        </pc:sldMkLst>
        <pc:spChg chg="mod">
          <ac:chgData name="성현 이" userId="2f0182ffdb5a30a3" providerId="LiveId" clId="{96CFCBFF-3B86-4DA3-8BC4-90A0DDDF2BC8}" dt="2026-06-02T12:17:18.182" v="67" actId="20577"/>
          <ac:spMkLst>
            <pc:docMk/>
            <pc:sldMk cId="1896285819" sldId="258"/>
            <ac:spMk id="2" creationId="{60F044B8-A0D1-A098-6F0E-8940C42B5A58}"/>
          </ac:spMkLst>
        </pc:spChg>
        <pc:spChg chg="add mod">
          <ac:chgData name="성현 이" userId="2f0182ffdb5a30a3" providerId="LiveId" clId="{96CFCBFF-3B86-4DA3-8BC4-90A0DDDF2BC8}" dt="2026-06-02T12:17:33.048" v="69"/>
          <ac:spMkLst>
            <pc:docMk/>
            <pc:sldMk cId="1896285819" sldId="258"/>
            <ac:spMk id="6" creationId="{C61806E3-7EDD-16F9-7B3A-D8C941CBB6C7}"/>
          </ac:spMkLst>
        </pc:spChg>
        <pc:spChg chg="add mod">
          <ac:chgData name="성현 이" userId="2f0182ffdb5a30a3" providerId="LiveId" clId="{96CFCBFF-3B86-4DA3-8BC4-90A0DDDF2BC8}" dt="2026-06-02T12:17:33.048" v="69"/>
          <ac:spMkLst>
            <pc:docMk/>
            <pc:sldMk cId="1896285819" sldId="258"/>
            <ac:spMk id="7" creationId="{7857EEE3-61FB-F31C-EE49-E7397BB85EEA}"/>
          </ac:spMkLst>
        </pc:spChg>
        <pc:graphicFrameChg chg="add mod">
          <ac:chgData name="성현 이" userId="2f0182ffdb5a30a3" providerId="LiveId" clId="{96CFCBFF-3B86-4DA3-8BC4-90A0DDDF2BC8}" dt="2026-06-02T12:17:33.048" v="69"/>
          <ac:graphicFrameMkLst>
            <pc:docMk/>
            <pc:sldMk cId="1896285819" sldId="258"/>
            <ac:graphicFrameMk id="5" creationId="{6AB7C91B-51E0-970C-8BBB-E3C84AE54E61}"/>
          </ac:graphicFrameMkLst>
        </pc:graphicFrameChg>
      </pc:sldChg>
      <pc:sldChg chg="addSp delSp modSp new mod">
        <pc:chgData name="성현 이" userId="2f0182ffdb5a30a3" providerId="LiveId" clId="{96CFCBFF-3B86-4DA3-8BC4-90A0DDDF2BC8}" dt="2026-06-02T12:24:11.100" v="130"/>
        <pc:sldMkLst>
          <pc:docMk/>
          <pc:sldMk cId="1140834300" sldId="259"/>
        </pc:sldMkLst>
        <pc:spChg chg="mod">
          <ac:chgData name="성현 이" userId="2f0182ffdb5a30a3" providerId="LiveId" clId="{96CFCBFF-3B86-4DA3-8BC4-90A0DDDF2BC8}" dt="2026-06-02T12:21:50.472" v="78" actId="20577"/>
          <ac:spMkLst>
            <pc:docMk/>
            <pc:sldMk cId="1140834300" sldId="259"/>
            <ac:spMk id="2" creationId="{2FD24DEC-71F9-80A1-B054-6D9E141322AC}"/>
          </ac:spMkLst>
        </pc:spChg>
        <pc:spChg chg="add mod">
          <ac:chgData name="성현 이" userId="2f0182ffdb5a30a3" providerId="LiveId" clId="{96CFCBFF-3B86-4DA3-8BC4-90A0DDDF2BC8}" dt="2026-06-02T12:24:11.100" v="130"/>
          <ac:spMkLst>
            <pc:docMk/>
            <pc:sldMk cId="1140834300" sldId="259"/>
            <ac:spMk id="7" creationId="{FE240DB7-47DF-9354-4E42-4830A0A31DA4}"/>
          </ac:spMkLst>
        </pc:spChg>
        <pc:picChg chg="add mod">
          <ac:chgData name="성현 이" userId="2f0182ffdb5a30a3" providerId="LiveId" clId="{96CFCBFF-3B86-4DA3-8BC4-90A0DDDF2BC8}" dt="2026-06-02T12:24:02.573" v="129" actId="1076"/>
          <ac:picMkLst>
            <pc:docMk/>
            <pc:sldMk cId="1140834300" sldId="259"/>
            <ac:picMk id="6" creationId="{43FDB153-CE57-5BB1-D72D-C33AF064618D}"/>
          </ac:picMkLst>
        </pc:picChg>
      </pc:sldChg>
      <pc:sldChg chg="addSp delSp modSp new mod">
        <pc:chgData name="성현 이" userId="2f0182ffdb5a30a3" providerId="LiveId" clId="{96CFCBFF-3B86-4DA3-8BC4-90A0DDDF2BC8}" dt="2026-06-02T12:24:19.895" v="131"/>
        <pc:sldMkLst>
          <pc:docMk/>
          <pc:sldMk cId="3188454895" sldId="260"/>
        </pc:sldMkLst>
        <pc:spChg chg="mod">
          <ac:chgData name="성현 이" userId="2f0182ffdb5a30a3" providerId="LiveId" clId="{96CFCBFF-3B86-4DA3-8BC4-90A0DDDF2BC8}" dt="2026-06-02T12:22:28.561" v="90" actId="20577"/>
          <ac:spMkLst>
            <pc:docMk/>
            <pc:sldMk cId="3188454895" sldId="260"/>
            <ac:spMk id="2" creationId="{310FE4F6-99F8-EFEA-F9AD-605244ECAF28}"/>
          </ac:spMkLst>
        </pc:spChg>
        <pc:spChg chg="add mod">
          <ac:chgData name="성현 이" userId="2f0182ffdb5a30a3" providerId="LiveId" clId="{96CFCBFF-3B86-4DA3-8BC4-90A0DDDF2BC8}" dt="2026-06-02T12:24:19.895" v="131"/>
          <ac:spMkLst>
            <pc:docMk/>
            <pc:sldMk cId="3188454895" sldId="260"/>
            <ac:spMk id="6" creationId="{D5D8F012-0D90-2480-1B76-2B78CA9E972E}"/>
          </ac:spMkLst>
        </pc:spChg>
        <pc:picChg chg="add mod">
          <ac:chgData name="성현 이" userId="2f0182ffdb5a30a3" providerId="LiveId" clId="{96CFCBFF-3B86-4DA3-8BC4-90A0DDDF2BC8}" dt="2026-06-02T12:23:22.717" v="92"/>
          <ac:picMkLst>
            <pc:docMk/>
            <pc:sldMk cId="3188454895" sldId="260"/>
            <ac:picMk id="5" creationId="{51D61FE2-2C3B-C166-9194-54DA348748E7}"/>
          </ac:picMkLst>
        </pc:picChg>
      </pc:sldChg>
      <pc:sldChg chg="addSp delSp modSp new mod">
        <pc:chgData name="성현 이" userId="2f0182ffdb5a30a3" providerId="LiveId" clId="{96CFCBFF-3B86-4DA3-8BC4-90A0DDDF2BC8}" dt="2026-06-02T12:23:57.246" v="127"/>
        <pc:sldMkLst>
          <pc:docMk/>
          <pc:sldMk cId="3652535557" sldId="261"/>
        </pc:sldMkLst>
        <pc:spChg chg="mod">
          <ac:chgData name="성현 이" userId="2f0182ffdb5a30a3" providerId="LiveId" clId="{96CFCBFF-3B86-4DA3-8BC4-90A0DDDF2BC8}" dt="2026-06-02T12:23:40.083" v="126" actId="20577"/>
          <ac:spMkLst>
            <pc:docMk/>
            <pc:sldMk cId="3652535557" sldId="261"/>
            <ac:spMk id="2" creationId="{98B9EAE7-0899-8AD2-A909-7452DFBB2DB1}"/>
          </ac:spMkLst>
        </pc:spChg>
        <pc:picChg chg="add mod">
          <ac:chgData name="성현 이" userId="2f0182ffdb5a30a3" providerId="LiveId" clId="{96CFCBFF-3B86-4DA3-8BC4-90A0DDDF2BC8}" dt="2026-06-02T12:23:57.246" v="127"/>
          <ac:picMkLst>
            <pc:docMk/>
            <pc:sldMk cId="3652535557" sldId="261"/>
            <ac:picMk id="5" creationId="{48295BF8-293E-3ECF-0526-C3B3C949FC2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Sunghyun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4000" b="1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Motivation_Figure&amp;Randomsample_Table</a:t>
            </a:r>
            <a:endParaRPr lang="ko-KR" altLang="en-US" sz="40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0FAEFE-5022-C97B-B627-1644546785A2}"/>
              </a:ext>
            </a:extLst>
          </p:cNvPr>
          <p:cNvSpPr txBox="1"/>
          <p:nvPr/>
        </p:nvSpPr>
        <p:spPr>
          <a:xfrm>
            <a:off x="9898742" y="1712635"/>
            <a:ext cx="2061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2C62"/>
                </a:solidFill>
                <a:latin typeface="+mj-lt"/>
              </a:rPr>
              <a:t>2026</a:t>
            </a:r>
            <a:r>
              <a:rPr lang="ko-KR" altLang="en-US" b="1">
                <a:solidFill>
                  <a:srgbClr val="002C62"/>
                </a:solidFill>
                <a:latin typeface="+mj-lt"/>
              </a:rPr>
              <a:t>년 </a:t>
            </a:r>
            <a:r>
              <a:rPr lang="en-US" altLang="ko-KR" b="1">
                <a:solidFill>
                  <a:srgbClr val="002C62"/>
                </a:solidFill>
                <a:latin typeface="+mj-lt"/>
              </a:rPr>
              <a:t>06</a:t>
            </a:r>
            <a:r>
              <a:rPr lang="ko-KR" altLang="en-US" b="1">
                <a:solidFill>
                  <a:srgbClr val="002C62"/>
                </a:solidFill>
                <a:latin typeface="+mj-lt"/>
              </a:rPr>
              <a:t>월 </a:t>
            </a:r>
            <a:r>
              <a:rPr lang="en-US" altLang="ko-KR" b="1">
                <a:solidFill>
                  <a:srgbClr val="002C62"/>
                </a:solidFill>
                <a:latin typeface="+mj-lt"/>
              </a:rPr>
              <a:t>04</a:t>
            </a:r>
            <a:r>
              <a:rPr lang="ko-KR" altLang="en-US" b="1">
                <a:solidFill>
                  <a:srgbClr val="002C62"/>
                </a:solidFill>
                <a:latin typeface="+mj-lt"/>
              </a:rPr>
              <a:t>일 </a:t>
            </a:r>
            <a:endParaRPr lang="ko-KR" altLang="en-US" b="1" dirty="0">
              <a:solidFill>
                <a:srgbClr val="002C6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1971FB-6191-E0B0-C8EB-29478A12A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Motivation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9F2697-9F9A-4EDF-4970-204E818A3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10EA05A-EC44-E0EE-6B26-51FD3E664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70" y="1244553"/>
            <a:ext cx="12106730" cy="377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002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F044B8-A0D1-A098-6F0E-8940C42B5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Random Sample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05BFAC-F539-7723-7D5B-006BE5279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AB7C91B-51E0-970C-8BBB-E3C84AE54E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1610624"/>
              </p:ext>
            </p:extLst>
          </p:nvPr>
        </p:nvGraphicFramePr>
        <p:xfrm>
          <a:off x="1265789" y="2501900"/>
          <a:ext cx="81279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80293385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78131899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4480379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Method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Storage(Mbit)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Accuracy(%)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137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Ours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3.73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49.03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897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Random(max)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3.74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48.76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838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Random(mean)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3.72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47.35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0902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61806E3-7EDD-16F9-7B3A-D8C941CBB6C7}"/>
                  </a:ext>
                </a:extLst>
              </p:cNvPr>
              <p:cNvSpPr txBox="1"/>
              <p:nvPr/>
            </p:nvSpPr>
            <p:spPr>
              <a:xfrm>
                <a:off x="826271" y="1478757"/>
                <a:ext cx="981310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/>
                  <a:t>본 </a:t>
                </a:r>
                <a:r>
                  <a:rPr lang="en-US" altLang="ko-KR"/>
                  <a:t>framework</a:t>
                </a:r>
                <a:r>
                  <a:rPr lang="ko-KR" altLang="en-US"/>
                  <a:t>로 학습한 </a:t>
                </a:r>
                <a:r>
                  <a:rPr lang="en-US" altLang="ko-KR"/>
                  <a:t>Mixed-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model(TinyImageNet, Storage=3.73Mbit)</a:t>
                </a:r>
                <a:r>
                  <a:rPr lang="ko-KR" altLang="en-US"/>
                  <a:t>과 동일 </a:t>
                </a:r>
                <a:r>
                  <a:rPr lang="en-US" altLang="ko-KR"/>
                  <a:t>storage </a:t>
                </a:r>
                <a:r>
                  <a:rPr lang="ko-KR" altLang="en-US"/>
                  <a:t>범위</a:t>
                </a:r>
                <a:r>
                  <a:rPr lang="en-US" altLang="ko-KR"/>
                  <a:t>(3.73Mbit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2%</m:t>
                    </m:r>
                  </m:oMath>
                </a14:m>
                <a:r>
                  <a:rPr lang="en-US" altLang="ko-KR"/>
                  <a:t>) </a:t>
                </a:r>
                <a:r>
                  <a:rPr lang="ko-KR" altLang="en-US"/>
                  <a:t>의 </a:t>
                </a:r>
                <a:r>
                  <a:rPr lang="en-US" altLang="ko-KR"/>
                  <a:t>random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/>
                  <a:t>-list model 20</a:t>
                </a:r>
                <a:r>
                  <a:rPr lang="ko-KR" altLang="en-US"/>
                  <a:t>개의 </a:t>
                </a:r>
                <a:r>
                  <a:rPr lang="en-US" altLang="ko-KR"/>
                  <a:t>accuracy </a:t>
                </a:r>
                <a:r>
                  <a:rPr lang="ko-KR" altLang="en-US"/>
                  <a:t>비교</a:t>
                </a:r>
                <a:r>
                  <a:rPr lang="en-US" altLang="ko-KR"/>
                  <a:t> </a:t>
                </a:r>
                <a:endParaRPr lang="ko-KR" altLang="en-US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61806E3-7EDD-16F9-7B3A-D8C941CBB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271" y="1478757"/>
                <a:ext cx="9813102" cy="646331"/>
              </a:xfrm>
              <a:prstGeom prst="rect">
                <a:avLst/>
              </a:prstGeom>
              <a:blipFill>
                <a:blip r:embed="rId2"/>
                <a:stretch>
                  <a:fillRect l="-559" t="-5660" b="-150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857EEE3-61FB-F31C-EE49-E7397BB85EEA}"/>
              </a:ext>
            </a:extLst>
          </p:cNvPr>
          <p:cNvSpPr txBox="1"/>
          <p:nvPr/>
        </p:nvSpPr>
        <p:spPr>
          <a:xfrm>
            <a:off x="884712" y="4419692"/>
            <a:ext cx="9316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Ours : three times with different random seeds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6285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D24DEC-71F9-80A1-B054-6D9E14132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Phase 1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DFB77D-8453-18E9-1CC9-6AF63A452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3FDB153-CE57-5BB1-D72D-C33AF06461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2865" y="176443"/>
            <a:ext cx="6781675" cy="46705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E240DB7-47DF-9354-4E42-4830A0A31DA4}"/>
                  </a:ext>
                </a:extLst>
              </p:cNvPr>
              <p:cNvSpPr txBox="1"/>
              <p:nvPr/>
            </p:nvSpPr>
            <p:spPr>
              <a:xfrm>
                <a:off x="821469" y="5227304"/>
                <a:ext cx="11236271" cy="1517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/>
                  <a:t>Mixed-SNN</a:t>
                </a:r>
                <a:r>
                  <a:rPr lang="ko-KR" altLang="en-US"/>
                  <a:t>의 </a:t>
                </a:r>
                <a:r>
                  <a:rPr lang="en-US" altLang="ko-KR"/>
                  <a:t>DNAS </a:t>
                </a:r>
                <a:r>
                  <a:rPr lang="ko-KR" altLang="en-US"/>
                  <a:t>개요</a:t>
                </a:r>
                <a:r>
                  <a:rPr lang="en-US" altLang="ko-KR"/>
                  <a:t>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/>
                  <a:t>각 </a:t>
                </a:r>
                <a:r>
                  <a:rPr lang="en-US" altLang="ko-KR"/>
                  <a:t>sub-bit </a:t>
                </a:r>
                <a:r>
                  <a:rPr lang="ko-KR" altLang="en-US"/>
                  <a:t>레이어의 가중치를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=1~8</m:t>
                    </m:r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codebook</a:t>
                </a:r>
                <a:r>
                  <a:rPr lang="ko-KR" altLang="en-US"/>
                  <a:t>의 가중합</a:t>
                </a:r>
                <a:r>
                  <a:rPr lang="en-US" altLang="ko-KR"/>
                  <a:t>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9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nary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)</a:t>
                </a:r>
                <a:r>
                  <a:rPr lang="ko-KR" altLang="en-US"/>
                  <a:t>으로 표현하고</a:t>
                </a:r>
                <a:r>
                  <a:rPr lang="en-US" altLang="ko-KR"/>
                  <a:t>, Gumbel-Softmax</a:t>
                </a:r>
                <a:r>
                  <a:rPr lang="ko-KR" altLang="en-US"/>
                  <a:t>으로 확률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/>
                  <a:t> 학습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/>
                  <a:t>손실은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acc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∙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storage</m:t>
                        </m:r>
                      </m:sub>
                    </m:sSub>
                  </m:oMath>
                </a14:m>
                <a:r>
                  <a:rPr lang="ko-KR" altLang="en-US"/>
                  <a:t> 로 정확도와 저장 비용을 함께 최적화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/>
                  <a:t>탐색 결과</a:t>
                </a:r>
                <a:r>
                  <a:rPr lang="en-US" altLang="ko-KR"/>
                  <a:t>(</a:t>
                </a:r>
                <a:r>
                  <a:rPr lang="ko-KR" altLang="en-US"/>
                  <a:t>우측</a:t>
                </a:r>
                <a:r>
                  <a:rPr lang="en-US" altLang="ko-KR"/>
                  <a:t>)</a:t>
                </a:r>
                <a:r>
                  <a:rPr lang="ko-KR" altLang="en-US"/>
                  <a:t>는 레이어마다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/>
                  <a:t> 분포가 다름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E240DB7-47DF-9354-4E42-4830A0A31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469" y="5227304"/>
                <a:ext cx="11236271" cy="1517531"/>
              </a:xfrm>
              <a:prstGeom prst="rect">
                <a:avLst/>
              </a:prstGeom>
              <a:blipFill>
                <a:blip r:embed="rId3"/>
                <a:stretch>
                  <a:fillRect l="-488" t="-10040" b="-56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0834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0FE4F6-99F8-EFEA-F9AD-605244ECA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Phase 2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D5102B-2AB2-833C-CC82-7815EC1AF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1D61FE2-2C3B-C166-9194-54DA34874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9867"/>
            <a:ext cx="12192000" cy="41244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5D8F012-0D90-2480-1B76-2B78CA9E972E}"/>
                  </a:ext>
                </a:extLst>
              </p:cNvPr>
              <p:cNvSpPr txBox="1"/>
              <p:nvPr/>
            </p:nvSpPr>
            <p:spPr>
              <a:xfrm>
                <a:off x="263542" y="5060198"/>
                <a:ext cx="11275017" cy="1506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/>
                  <a:t>MCKP </a:t>
                </a:r>
                <a:r>
                  <a:rPr lang="ko-KR" altLang="en-US"/>
                  <a:t>기반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/>
                  <a:t> 확정 개요</a:t>
                </a:r>
                <a:r>
                  <a:rPr lang="en-US" altLang="ko-KR"/>
                  <a:t>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Phase 1</a:t>
                </a:r>
                <a:r>
                  <a:rPr lang="ko-KR" altLang="en-US"/>
                  <a:t>의 확률 분포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로부터 </a:t>
                </a:r>
                <a:r>
                  <a:rPr lang="en-US" altLang="ko-KR"/>
                  <a:t>value(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 = − 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5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 |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ko-KR"/>
                  <a:t> ) </a:t>
                </a:r>
                <a:r>
                  <a:rPr lang="ko-KR" altLang="en-US"/>
                  <a:t>를 정의하고</a:t>
                </a:r>
                <a:r>
                  <a:rPr lang="en-US" altLang="ko-KR"/>
                  <a:t>, </a:t>
                </a:r>
                <a:r>
                  <a:rPr lang="ko-KR" altLang="en-US"/>
                  <a:t>레이어마다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/>
                  <a:t>를 하나씩 고르는 문제를 </a:t>
                </a:r>
                <a:r>
                  <a:rPr lang="en-US" altLang="ko-KR"/>
                  <a:t>Multiple-Choice Knapsack</a:t>
                </a:r>
                <a:r>
                  <a:rPr lang="ko-KR" altLang="en-US"/>
                  <a:t>으로 정식화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/>
                  <a:t>하드웨어 제약하에서 </a:t>
                </a:r>
                <a:r>
                  <a:rPr lang="en-US" altLang="ko-KR"/>
                  <a:t>total value</a:t>
                </a:r>
                <a:r>
                  <a:rPr lang="ko-KR" altLang="en-US"/>
                  <a:t>를 최대화하도록 </a:t>
                </a:r>
                <a:r>
                  <a:rPr lang="en-US" altLang="ko-KR"/>
                  <a:t>DP</a:t>
                </a:r>
                <a:r>
                  <a:rPr lang="ko-KR" altLang="en-US"/>
                  <a:t>로 최적 조합 탐색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/>
                  <a:t>결과</a:t>
                </a:r>
                <a:r>
                  <a:rPr lang="en-US" altLang="ko-KR"/>
                  <a:t>: </a:t>
                </a:r>
                <a:r>
                  <a:rPr lang="ko-KR" altLang="en-US"/>
                  <a:t>레이어별 최종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확정하고</a:t>
                </a:r>
                <a:r>
                  <a:rPr lang="en-US" altLang="ko-KR"/>
                  <a:t>, Phase 3 </a:t>
                </a:r>
                <a:r>
                  <a:rPr lang="ko-KR" altLang="en-US"/>
                  <a:t>학습으로 전달</a:t>
                </a:r>
                <a:endParaRPr lang="en-US" altLang="ko-KR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5D8F012-0D90-2480-1B76-2B78CA9E9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42" y="5060198"/>
                <a:ext cx="11275017" cy="1506887"/>
              </a:xfrm>
              <a:prstGeom prst="rect">
                <a:avLst/>
              </a:prstGeom>
              <a:blipFill>
                <a:blip r:embed="rId3"/>
                <a:stretch>
                  <a:fillRect l="-432" t="-10121" b="-566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8454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B9EAE7-0899-8AD2-A909-7452DFBB2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Phase 2(</a:t>
            </a:r>
            <a:r>
              <a:rPr lang="ko-KR" altLang="en-US"/>
              <a:t>다른버전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783005-B150-6BDC-60AA-02452B54F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8295BF8-293E-3ECF-0526-C3B3C949F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6409"/>
            <a:ext cx="11697301" cy="4305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535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30116</TotalTime>
  <Words>213</Words>
  <Application>Microsoft Office PowerPoint</Application>
  <PresentationFormat>와이드스크린</PresentationFormat>
  <Paragraphs>37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Cambria Math</vt:lpstr>
      <vt:lpstr>Office 테마</vt:lpstr>
      <vt:lpstr>Motivation_Figure&amp;Randomsample_Table</vt:lpstr>
      <vt:lpstr>Motivation</vt:lpstr>
      <vt:lpstr>Random Sample</vt:lpstr>
      <vt:lpstr>Phase 1</vt:lpstr>
      <vt:lpstr>Phase 2</vt:lpstr>
      <vt:lpstr>Phase 2(다른버전)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성현 이</cp:lastModifiedBy>
  <cp:revision>1365</cp:revision>
  <dcterms:created xsi:type="dcterms:W3CDTF">2023-03-06T16:32:37Z</dcterms:created>
  <dcterms:modified xsi:type="dcterms:W3CDTF">2026-06-04T07:44:50Z</dcterms:modified>
</cp:coreProperties>
</file>