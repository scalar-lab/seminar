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2C62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66" d="100"/>
          <a:sy n="66" d="100"/>
        </p:scale>
        <p:origin x="873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">
      <pc:chgData name="성현 이" userId="2f0182ffdb5a30a3" providerId="LiveId" clId="{96CFCBFF-3B86-4DA3-8BC4-90A0DDDF2BC8}" dt="2026-01-15T01:41:10.743" v="838" actId="1076"/>
      <pc:docMkLst>
        <pc:docMk/>
      </pc:docMkLst>
      <pc:sldChg chg="modSp mod">
        <pc:chgData name="성현 이" userId="2f0182ffdb5a30a3" providerId="LiveId" clId="{96CFCBFF-3B86-4DA3-8BC4-90A0DDDF2BC8}" dt="2026-01-14T04:05:33.816" v="19" actId="20577"/>
        <pc:sldMkLst>
          <pc:docMk/>
          <pc:sldMk cId="2158580055" sldId="259"/>
        </pc:sldMkLst>
        <pc:spChg chg="mod">
          <ac:chgData name="성현 이" userId="2f0182ffdb5a30a3" providerId="LiveId" clId="{96CFCBFF-3B86-4DA3-8BC4-90A0DDDF2BC8}" dt="2026-01-14T04:05:33.816" v="19" actId="20577"/>
          <ac:spMkLst>
            <pc:docMk/>
            <pc:sldMk cId="2158580055" sldId="259"/>
            <ac:spMk id="9" creationId="{9CCF3F11-C414-EC78-0BEE-ECA89DDCE67F}"/>
          </ac:spMkLst>
        </pc:spChg>
        <pc:spChg chg="mod">
          <ac:chgData name="성현 이" userId="2f0182ffdb5a30a3" providerId="LiveId" clId="{96CFCBFF-3B86-4DA3-8BC4-90A0DDDF2BC8}" dt="2026-01-14T04:05:31.350" v="15" actId="20577"/>
          <ac:spMkLst>
            <pc:docMk/>
            <pc:sldMk cId="2158580055" sldId="259"/>
            <ac:spMk id="11" creationId="{13759524-6D46-FE14-5826-C73CA332A434}"/>
          </ac:spMkLst>
        </pc:spChg>
        <pc:spChg chg="mod">
          <ac:chgData name="성현 이" userId="2f0182ffdb5a30a3" providerId="LiveId" clId="{96CFCBFF-3B86-4DA3-8BC4-90A0DDDF2BC8}" dt="2026-01-14T04:05:29.902" v="11" actId="20577"/>
          <ac:spMkLst>
            <pc:docMk/>
            <pc:sldMk cId="2158580055" sldId="259"/>
            <ac:spMk id="18" creationId="{68097611-CE0F-02EB-011A-3D29F64FF938}"/>
          </ac:spMkLst>
        </pc:spChg>
      </pc:sldChg>
      <pc:sldChg chg="addSp delSp modSp new mod">
        <pc:chgData name="성현 이" userId="2f0182ffdb5a30a3" providerId="LiveId" clId="{96CFCBFF-3B86-4DA3-8BC4-90A0DDDF2BC8}" dt="2026-01-14T13:21:45.684" v="209" actId="13822"/>
        <pc:sldMkLst>
          <pc:docMk/>
          <pc:sldMk cId="1937202624" sldId="260"/>
        </pc:sldMkLst>
        <pc:spChg chg="mod">
          <ac:chgData name="성현 이" userId="2f0182ffdb5a30a3" providerId="LiveId" clId="{96CFCBFF-3B86-4DA3-8BC4-90A0DDDF2BC8}" dt="2026-01-14T13:19:23.972" v="196" actId="20577"/>
          <ac:spMkLst>
            <pc:docMk/>
            <pc:sldMk cId="1937202624" sldId="260"/>
            <ac:spMk id="2" creationId="{FB884A82-CC38-1883-CF46-78876859ECFA}"/>
          </ac:spMkLst>
        </pc:spChg>
        <pc:spChg chg="del mod">
          <ac:chgData name="성현 이" userId="2f0182ffdb5a30a3" providerId="LiveId" clId="{96CFCBFF-3B86-4DA3-8BC4-90A0DDDF2BC8}" dt="2026-01-14T13:19:28.625" v="198" actId="478"/>
          <ac:spMkLst>
            <pc:docMk/>
            <pc:sldMk cId="1937202624" sldId="260"/>
            <ac:spMk id="3" creationId="{2A2641A0-F1E3-D48B-936D-E40AFAABAC69}"/>
          </ac:spMkLst>
        </pc:spChg>
        <pc:spChg chg="add mod">
          <ac:chgData name="성현 이" userId="2f0182ffdb5a30a3" providerId="LiveId" clId="{96CFCBFF-3B86-4DA3-8BC4-90A0DDDF2BC8}" dt="2026-01-14T13:21:45.684" v="209" actId="13822"/>
          <ac:spMkLst>
            <pc:docMk/>
            <pc:sldMk cId="1937202624" sldId="260"/>
            <ac:spMk id="8" creationId="{82B320D5-2198-3FF8-82D7-12DEB269E240}"/>
          </ac:spMkLst>
        </pc:spChg>
        <pc:picChg chg="add mod">
          <ac:chgData name="성현 이" userId="2f0182ffdb5a30a3" providerId="LiveId" clId="{96CFCBFF-3B86-4DA3-8BC4-90A0DDDF2BC8}" dt="2026-01-14T13:20:47.686" v="200" actId="1076"/>
          <ac:picMkLst>
            <pc:docMk/>
            <pc:sldMk cId="1937202624" sldId="260"/>
            <ac:picMk id="5" creationId="{629A6F7C-1110-2E59-EC9D-DF754B52C8F6}"/>
          </ac:picMkLst>
        </pc:picChg>
        <pc:picChg chg="add mod">
          <ac:chgData name="성현 이" userId="2f0182ffdb5a30a3" providerId="LiveId" clId="{96CFCBFF-3B86-4DA3-8BC4-90A0DDDF2BC8}" dt="2026-01-14T13:21:38.267" v="206" actId="1076"/>
          <ac:picMkLst>
            <pc:docMk/>
            <pc:sldMk cId="1937202624" sldId="260"/>
            <ac:picMk id="7" creationId="{69743B6B-E6FF-F56F-A39B-E7334BD55415}"/>
          </ac:picMkLst>
        </pc:picChg>
      </pc:sldChg>
      <pc:sldChg chg="addSp delSp modSp new del mod">
        <pc:chgData name="성현 이" userId="2f0182ffdb5a30a3" providerId="LiveId" clId="{96CFCBFF-3B86-4DA3-8BC4-90A0DDDF2BC8}" dt="2026-01-14T13:19:05.759" v="168" actId="2696"/>
        <pc:sldMkLst>
          <pc:docMk/>
          <pc:sldMk cId="2622568229" sldId="260"/>
        </pc:sldMkLst>
        <pc:spChg chg="mod">
          <ac:chgData name="성현 이" userId="2f0182ffdb5a30a3" providerId="LiveId" clId="{96CFCBFF-3B86-4DA3-8BC4-90A0DDDF2BC8}" dt="2026-01-14T12:35:32.895" v="152" actId="20577"/>
          <ac:spMkLst>
            <pc:docMk/>
            <pc:sldMk cId="2622568229" sldId="260"/>
            <ac:spMk id="2" creationId="{E4A33781-726B-1D61-78D3-9F4486ABCDA5}"/>
          </ac:spMkLst>
        </pc:spChg>
        <pc:spChg chg="del">
          <ac:chgData name="성현 이" userId="2f0182ffdb5a30a3" providerId="LiveId" clId="{96CFCBFF-3B86-4DA3-8BC4-90A0DDDF2BC8}" dt="2026-01-14T08:10:36.507" v="60" actId="478"/>
          <ac:spMkLst>
            <pc:docMk/>
            <pc:sldMk cId="2622568229" sldId="260"/>
            <ac:spMk id="3" creationId="{EC9D4E4A-55D5-2BB4-E6A0-A3EBC022132C}"/>
          </ac:spMkLst>
        </pc:spChg>
        <pc:spChg chg="add mod">
          <ac:chgData name="성현 이" userId="2f0182ffdb5a30a3" providerId="LiveId" clId="{96CFCBFF-3B86-4DA3-8BC4-90A0DDDF2BC8}" dt="2026-01-14T12:34:56.121" v="114" actId="767"/>
          <ac:spMkLst>
            <pc:docMk/>
            <pc:sldMk cId="2622568229" sldId="260"/>
            <ac:spMk id="3" creationId="{EF087FA5-6944-02D2-F1CE-F069CB8EBB9D}"/>
          </ac:spMkLst>
        </pc:spChg>
        <pc:spChg chg="add mod">
          <ac:chgData name="성현 이" userId="2f0182ffdb5a30a3" providerId="LiveId" clId="{96CFCBFF-3B86-4DA3-8BC4-90A0DDDF2BC8}" dt="2026-01-14T12:35:50.322" v="167" actId="20577"/>
          <ac:spMkLst>
            <pc:docMk/>
            <pc:sldMk cId="2622568229" sldId="260"/>
            <ac:spMk id="5" creationId="{B50AE8AB-A7F2-5F94-565D-22AE8423C44C}"/>
          </ac:spMkLst>
        </pc:spChg>
        <pc:spChg chg="add mod">
          <ac:chgData name="성현 이" userId="2f0182ffdb5a30a3" providerId="LiveId" clId="{96CFCBFF-3B86-4DA3-8BC4-90A0DDDF2BC8}" dt="2026-01-14T08:11:00.959" v="88" actId="1076"/>
          <ac:spMkLst>
            <pc:docMk/>
            <pc:sldMk cId="2622568229" sldId="260"/>
            <ac:spMk id="7" creationId="{EF1DF338-8DB7-0740-8D1D-EB3A417D6607}"/>
          </ac:spMkLst>
        </pc:spChg>
        <pc:spChg chg="add del mod">
          <ac:chgData name="성현 이" userId="2f0182ffdb5a30a3" providerId="LiveId" clId="{96CFCBFF-3B86-4DA3-8BC4-90A0DDDF2BC8}" dt="2026-01-14T08:11:13.520" v="91"/>
          <ac:spMkLst>
            <pc:docMk/>
            <pc:sldMk cId="2622568229" sldId="260"/>
            <ac:spMk id="8" creationId="{AE86D367-D1C1-F764-FA6B-CAD5668A71AA}"/>
          </ac:spMkLst>
        </pc:spChg>
        <pc:picChg chg="add mod">
          <ac:chgData name="성현 이" userId="2f0182ffdb5a30a3" providerId="LiveId" clId="{96CFCBFF-3B86-4DA3-8BC4-90A0DDDF2BC8}" dt="2026-01-14T08:10:42.186" v="65" actId="14100"/>
          <ac:picMkLst>
            <pc:docMk/>
            <pc:sldMk cId="2622568229" sldId="260"/>
            <ac:picMk id="6" creationId="{E5557F87-205A-BE35-BA31-E798959035C8}"/>
          </ac:picMkLst>
        </pc:picChg>
      </pc:sldChg>
      <pc:sldChg chg="addSp delSp modSp new del mod">
        <pc:chgData name="성현 이" userId="2f0182ffdb5a30a3" providerId="LiveId" clId="{96CFCBFF-3B86-4DA3-8BC4-90A0DDDF2BC8}" dt="2026-01-14T13:19:09.747" v="169" actId="2696"/>
        <pc:sldMkLst>
          <pc:docMk/>
          <pc:sldMk cId="353317779" sldId="261"/>
        </pc:sldMkLst>
        <pc:spChg chg="mod">
          <ac:chgData name="성현 이" userId="2f0182ffdb5a30a3" providerId="LiveId" clId="{96CFCBFF-3B86-4DA3-8BC4-90A0DDDF2BC8}" dt="2026-01-14T12:35:44.335" v="164" actId="20577"/>
          <ac:spMkLst>
            <pc:docMk/>
            <pc:sldMk cId="353317779" sldId="261"/>
            <ac:spMk id="2" creationId="{998EDBCE-4E4B-74BD-1B45-43B3F5F3876A}"/>
          </ac:spMkLst>
        </pc:spChg>
        <pc:spChg chg="del">
          <ac:chgData name="성현 이" userId="2f0182ffdb5a30a3" providerId="LiveId" clId="{96CFCBFF-3B86-4DA3-8BC4-90A0DDDF2BC8}" dt="2026-01-14T08:12:44.323" v="108" actId="478"/>
          <ac:spMkLst>
            <pc:docMk/>
            <pc:sldMk cId="353317779" sldId="261"/>
            <ac:spMk id="3" creationId="{0689489F-918C-9B68-50D8-C5C54F3049BC}"/>
          </ac:spMkLst>
        </pc:spChg>
        <pc:picChg chg="add mod">
          <ac:chgData name="성현 이" userId="2f0182ffdb5a30a3" providerId="LiveId" clId="{96CFCBFF-3B86-4DA3-8BC4-90A0DDDF2BC8}" dt="2026-01-14T08:12:53.495" v="112" actId="1076"/>
          <ac:picMkLst>
            <pc:docMk/>
            <pc:sldMk cId="353317779" sldId="261"/>
            <ac:picMk id="6" creationId="{E7DF0E22-C840-B595-C93E-539637B0527B}"/>
          </ac:picMkLst>
        </pc:picChg>
      </pc:sldChg>
      <pc:sldChg chg="addSp delSp modSp new mod">
        <pc:chgData name="성현 이" userId="2f0182ffdb5a30a3" providerId="LiveId" clId="{96CFCBFF-3B86-4DA3-8BC4-90A0DDDF2BC8}" dt="2026-01-15T01:41:10.743" v="838" actId="1076"/>
        <pc:sldMkLst>
          <pc:docMk/>
          <pc:sldMk cId="467715919" sldId="261"/>
        </pc:sldMkLst>
        <pc:spChg chg="mod">
          <ac:chgData name="성현 이" userId="2f0182ffdb5a30a3" providerId="LiveId" clId="{96CFCBFF-3B86-4DA3-8BC4-90A0DDDF2BC8}" dt="2026-01-14T13:21:52.326" v="217" actId="20577"/>
          <ac:spMkLst>
            <pc:docMk/>
            <pc:sldMk cId="467715919" sldId="261"/>
            <ac:spMk id="2" creationId="{CD2B7FFA-4D7D-8D8D-F393-EDA0BB2F27DE}"/>
          </ac:spMkLst>
        </pc:spChg>
        <pc:spChg chg="add mod">
          <ac:chgData name="성현 이" userId="2f0182ffdb5a30a3" providerId="LiveId" clId="{96CFCBFF-3B86-4DA3-8BC4-90A0DDDF2BC8}" dt="2026-01-15T01:41:10.743" v="838" actId="1076"/>
          <ac:spMkLst>
            <pc:docMk/>
            <pc:sldMk cId="467715919" sldId="261"/>
            <ac:spMk id="3" creationId="{88F0C169-1958-D1D1-B800-24721F2A1CEA}"/>
          </ac:spMkLst>
        </pc:spChg>
        <pc:spChg chg="del mod">
          <ac:chgData name="성현 이" userId="2f0182ffdb5a30a3" providerId="LiveId" clId="{96CFCBFF-3B86-4DA3-8BC4-90A0DDDF2BC8}" dt="2026-01-14T13:21:57.467" v="221" actId="478"/>
          <ac:spMkLst>
            <pc:docMk/>
            <pc:sldMk cId="467715919" sldId="261"/>
            <ac:spMk id="3" creationId="{FE515128-98D9-F592-B520-F9352216F37B}"/>
          </ac:spMkLst>
        </pc:spChg>
        <pc:spChg chg="add mod">
          <ac:chgData name="성현 이" userId="2f0182ffdb5a30a3" providerId="LiveId" clId="{96CFCBFF-3B86-4DA3-8BC4-90A0DDDF2BC8}" dt="2026-01-14T13:58:28.653" v="687"/>
          <ac:spMkLst>
            <pc:docMk/>
            <pc:sldMk cId="467715919" sldId="261"/>
            <ac:spMk id="5" creationId="{CDFF9925-3464-4141-88C0-813FE29627A6}"/>
          </ac:spMkLst>
        </pc:spChg>
        <pc:picChg chg="add mod">
          <ac:chgData name="성현 이" userId="2f0182ffdb5a30a3" providerId="LiveId" clId="{96CFCBFF-3B86-4DA3-8BC4-90A0DDDF2BC8}" dt="2026-01-14T13:57:39.301" v="681" actId="14100"/>
          <ac:picMkLst>
            <pc:docMk/>
            <pc:sldMk cId="467715919" sldId="261"/>
            <ac:picMk id="6" creationId="{EECF16B5-DFF3-3300-6462-C9BD83ABD6C9}"/>
          </ac:picMkLst>
        </pc:picChg>
        <pc:picChg chg="add mod">
          <ac:chgData name="성현 이" userId="2f0182ffdb5a30a3" providerId="LiveId" clId="{96CFCBFF-3B86-4DA3-8BC4-90A0DDDF2BC8}" dt="2026-01-14T13:57:31.364" v="676" actId="14100"/>
          <ac:picMkLst>
            <pc:docMk/>
            <pc:sldMk cId="467715919" sldId="261"/>
            <ac:picMk id="7" creationId="{A7D2812E-D609-00F5-FBC7-435BCE7B4B0A}"/>
          </ac:picMkLst>
        </pc:picChg>
      </pc:sldChg>
      <pc:sldChg chg="del">
        <pc:chgData name="성현 이" userId="2f0182ffdb5a30a3" providerId="LiveId" clId="{96CFCBFF-3B86-4DA3-8BC4-90A0DDDF2BC8}" dt="2026-01-14T04:05:42.688" v="20" actId="2696"/>
        <pc:sldMkLst>
          <pc:docMk/>
          <pc:sldMk cId="344234826" sldId="263"/>
        </pc:sldMkLst>
      </pc:sldChg>
      <pc:sldChg chg="del">
        <pc:chgData name="성현 이" userId="2f0182ffdb5a30a3" providerId="LiveId" clId="{96CFCBFF-3B86-4DA3-8BC4-90A0DDDF2BC8}" dt="2026-01-14T04:05:43.407" v="21" actId="2696"/>
        <pc:sldMkLst>
          <pc:docMk/>
          <pc:sldMk cId="606442107" sldId="264"/>
        </pc:sldMkLst>
      </pc:sldChg>
      <pc:sldChg chg="del">
        <pc:chgData name="성현 이" userId="2f0182ffdb5a30a3" providerId="LiveId" clId="{96CFCBFF-3B86-4DA3-8BC4-90A0DDDF2BC8}" dt="2026-01-14T04:05:45.499" v="22" actId="2696"/>
        <pc:sldMkLst>
          <pc:docMk/>
          <pc:sldMk cId="3862645208" sldId="265"/>
        </pc:sldMkLst>
      </pc:sldChg>
      <pc:sldChg chg="del">
        <pc:chgData name="성현 이" userId="2f0182ffdb5a30a3" providerId="LiveId" clId="{96CFCBFF-3B86-4DA3-8BC4-90A0DDDF2BC8}" dt="2026-01-14T04:05:46.085" v="23" actId="2696"/>
        <pc:sldMkLst>
          <pc:docMk/>
          <pc:sldMk cId="79611536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BNN model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code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변환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A18EF-5636-43BA-3510-F9C27E61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CC34E-57E2-2F80-228A-1AF393B6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9D864-299F-B167-EC6B-8A818FA793C1}"/>
              </a:ext>
            </a:extLst>
          </p:cNvPr>
          <p:cNvSpPr txBox="1"/>
          <p:nvPr/>
        </p:nvSpPr>
        <p:spPr>
          <a:xfrm>
            <a:off x="319314" y="1349829"/>
            <a:ext cx="1046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Goal : BNN </a:t>
            </a:r>
            <a:r>
              <a:rPr lang="ko-KR" altLang="en-US" dirty="0"/>
              <a:t>모델을 </a:t>
            </a:r>
            <a:r>
              <a:rPr lang="en-US" altLang="ko-KR" dirty="0"/>
              <a:t>C </a:t>
            </a:r>
            <a:r>
              <a:rPr lang="ko-KR" altLang="en-US" dirty="0"/>
              <a:t>추론 변환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옆의 그림처럼 </a:t>
            </a:r>
            <a:r>
              <a:rPr lang="en-US" altLang="ko-KR" dirty="0"/>
              <a:t>lenet5 </a:t>
            </a:r>
            <a:r>
              <a:rPr lang="ko-KR" altLang="en-US" dirty="0"/>
              <a:t>모델을 </a:t>
            </a:r>
            <a:r>
              <a:rPr lang="en-US" altLang="ko-KR" dirty="0"/>
              <a:t>C </a:t>
            </a:r>
            <a:r>
              <a:rPr lang="ko-KR" altLang="en-US" dirty="0"/>
              <a:t>추론 </a:t>
            </a:r>
            <a:endParaRPr lang="en-US" altLang="ko-KR" dirty="0"/>
          </a:p>
          <a:p>
            <a:r>
              <a:rPr lang="ko-KR" altLang="en-US" dirty="0"/>
              <a:t>변환했듯이 </a:t>
            </a:r>
            <a:r>
              <a:rPr lang="en-US" altLang="ko-KR" dirty="0"/>
              <a:t>BNN </a:t>
            </a:r>
            <a:r>
              <a:rPr lang="ko-KR" altLang="en-US" dirty="0"/>
              <a:t>모델</a:t>
            </a:r>
            <a:r>
              <a:rPr lang="en-US" altLang="ko-KR" dirty="0"/>
              <a:t>(</a:t>
            </a:r>
            <a:r>
              <a:rPr lang="en-US" altLang="ko-KR" dirty="0" err="1"/>
              <a:t>ReActNet</a:t>
            </a:r>
            <a:r>
              <a:rPr lang="en-US" altLang="ko-KR" dirty="0"/>
              <a:t>, </a:t>
            </a:r>
            <a:r>
              <a:rPr lang="en-US" altLang="ko-KR" dirty="0" err="1"/>
              <a:t>XnorNet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들을 </a:t>
            </a:r>
            <a:r>
              <a:rPr lang="en-US" altLang="ko-KR" dirty="0"/>
              <a:t>C </a:t>
            </a:r>
            <a:r>
              <a:rPr lang="ko-KR" altLang="en-US" dirty="0"/>
              <a:t>추론으로 변환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03F7AB-ED75-15A0-C941-9081C6F8C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701" y="863604"/>
            <a:ext cx="6775470" cy="5724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ACCA51-1005-67DD-B5C8-70D22A9BC54A}"/>
              </a:ext>
            </a:extLst>
          </p:cNvPr>
          <p:cNvSpPr txBox="1"/>
          <p:nvPr/>
        </p:nvSpPr>
        <p:spPr>
          <a:xfrm>
            <a:off x="4828701" y="494272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lenet5_mnist.c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176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89BC8-EBF6-D869-62BB-8F56343B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3F2614-F8E8-0E21-9BC0-1F72C274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B5B827-9E87-B45D-D274-61ADAFC1BCC5}"/>
              </a:ext>
            </a:extLst>
          </p:cNvPr>
          <p:cNvSpPr/>
          <p:nvPr/>
        </p:nvSpPr>
        <p:spPr>
          <a:xfrm>
            <a:off x="2452915" y="863604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</a:rPr>
              <a:t>BNN model </a:t>
            </a:r>
            <a:r>
              <a:rPr lang="en-US" altLang="ko-KR" dirty="0" err="1">
                <a:ln w="0"/>
                <a:solidFill>
                  <a:schemeClr val="tx1"/>
                </a:solidFill>
              </a:rPr>
              <a:t>pytorch</a:t>
            </a:r>
            <a:r>
              <a:rPr lang="en-US" altLang="ko-KR" dirty="0">
                <a:ln w="0"/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ln w="0"/>
                <a:solidFill>
                  <a:schemeClr val="tx1"/>
                </a:solidFill>
              </a:rPr>
              <a:t>ReActNet</a:t>
            </a:r>
            <a:r>
              <a:rPr lang="en-US" altLang="ko-KR" dirty="0">
                <a:ln w="0"/>
                <a:solidFill>
                  <a:schemeClr val="tx1"/>
                </a:solidFill>
              </a:rPr>
              <a:t>, </a:t>
            </a:r>
            <a:r>
              <a:rPr lang="en-US" altLang="ko-KR" dirty="0" err="1">
                <a:ln w="0"/>
                <a:solidFill>
                  <a:schemeClr val="tx1"/>
                </a:solidFill>
              </a:rPr>
              <a:t>XnorNet</a:t>
            </a:r>
            <a:r>
              <a:rPr lang="en-US" altLang="ko-KR" dirty="0">
                <a:ln w="0"/>
                <a:solidFill>
                  <a:schemeClr val="tx1"/>
                </a:solidFill>
              </a:rPr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11BE8D-7715-D174-7CFE-F5B83203FF50}"/>
              </a:ext>
            </a:extLst>
          </p:cNvPr>
          <p:cNvSpPr/>
          <p:nvPr/>
        </p:nvSpPr>
        <p:spPr>
          <a:xfrm>
            <a:off x="2452915" y="1807033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get_net_details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모델 </a:t>
            </a:r>
            <a:r>
              <a:rPr lang="ko-KR" altLang="en-US">
                <a:solidFill>
                  <a:schemeClr val="tx1"/>
                </a:solidFill>
              </a:rPr>
              <a:t>구조 파악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970DF76-1FFB-85B3-FA9D-3165E3ABF814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5667829" y="1550765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CF3F11-C414-EC78-0BEE-ECA89DDCE67F}"/>
              </a:ext>
            </a:extLst>
          </p:cNvPr>
          <p:cNvSpPr/>
          <p:nvPr/>
        </p:nvSpPr>
        <p:spPr>
          <a:xfrm>
            <a:off x="2452915" y="2750462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get_int_params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파라미터 추출 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CFB3C0F-BA64-2285-E240-678A3BF2D812}"/>
              </a:ext>
            </a:extLst>
          </p:cNvPr>
          <p:cNvCxnSpPr/>
          <p:nvPr/>
        </p:nvCxnSpPr>
        <p:spPr>
          <a:xfrm>
            <a:off x="5667829" y="2494194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759524-6D46-FE14-5826-C73CA332A434}"/>
              </a:ext>
            </a:extLst>
          </p:cNvPr>
          <p:cNvSpPr/>
          <p:nvPr/>
        </p:nvSpPr>
        <p:spPr>
          <a:xfrm>
            <a:off x="2452915" y="3693891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save_cnn_net_params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파라미터 저장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3D0A525-15DC-CB1F-BB73-B44A23024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969" y="3693891"/>
            <a:ext cx="2129974" cy="1492431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157D191-116A-B2FB-07F2-0292B3F1E9C9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5667829" y="3437623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266142B-7C70-E4E1-0F06-4476B8938A38}"/>
              </a:ext>
            </a:extLst>
          </p:cNvPr>
          <p:cNvSpPr txBox="1"/>
          <p:nvPr/>
        </p:nvSpPr>
        <p:spPr>
          <a:xfrm>
            <a:off x="9241969" y="3437623"/>
            <a:ext cx="163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파라미터 저장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097611-CE0F-02EB-011A-3D29F64FF938}"/>
              </a:ext>
            </a:extLst>
          </p:cNvPr>
          <p:cNvSpPr/>
          <p:nvPr/>
        </p:nvSpPr>
        <p:spPr>
          <a:xfrm>
            <a:off x="2452915" y="4637320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generate_og_c_code_cnn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추론 코드 변환</a:t>
            </a:r>
            <a:r>
              <a:rPr lang="en-US" altLang="ko-KR" dirty="0">
                <a:solidFill>
                  <a:schemeClr val="tx1"/>
                </a:solidFill>
              </a:rPr>
              <a:t> (</a:t>
            </a:r>
            <a:r>
              <a:rPr lang="ko-KR" altLang="en-US" b="1" dirty="0">
                <a:solidFill>
                  <a:srgbClr val="FF0000"/>
                </a:solidFill>
              </a:rPr>
              <a:t>완료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C3A8D00-38AC-5A76-8418-E7EBA255F33F}"/>
              </a:ext>
            </a:extLst>
          </p:cNvPr>
          <p:cNvCxnSpPr>
            <a:stCxn id="11" idx="2"/>
            <a:endCxn id="18" idx="0"/>
          </p:cNvCxnSpPr>
          <p:nvPr/>
        </p:nvCxnSpPr>
        <p:spPr>
          <a:xfrm>
            <a:off x="5667829" y="4381052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F17FE9F-C82C-0A8D-3576-C959F0E688A2}"/>
              </a:ext>
            </a:extLst>
          </p:cNvPr>
          <p:cNvCxnSpPr>
            <a:stCxn id="18" idx="2"/>
          </p:cNvCxnSpPr>
          <p:nvPr/>
        </p:nvCxnSpPr>
        <p:spPr>
          <a:xfrm>
            <a:off x="5667829" y="5324481"/>
            <a:ext cx="0" cy="328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A1CD5AB-3E69-A335-3A9D-D4C03BA7A3B3}"/>
              </a:ext>
            </a:extLst>
          </p:cNvPr>
          <p:cNvSpPr txBox="1"/>
          <p:nvPr/>
        </p:nvSpPr>
        <p:spPr>
          <a:xfrm>
            <a:off x="4800602" y="5791200"/>
            <a:ext cx="1734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BNN_model.c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858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884A82-CC38-1883-CF46-78876859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simple_xnornet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8100A6-64E1-86C5-D021-23A6DA68D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29A6F7C-1110-2E59-EC9D-DF754B52C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2" y="1187407"/>
            <a:ext cx="5233786" cy="48451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9743B6B-E6FF-F56F-A39B-E7334BD55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750" y="212575"/>
            <a:ext cx="4737579" cy="6508900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82B320D5-2198-3FF8-82D7-12DEB269E240}"/>
              </a:ext>
            </a:extLst>
          </p:cNvPr>
          <p:cNvSpPr/>
          <p:nvPr/>
        </p:nvSpPr>
        <p:spPr>
          <a:xfrm>
            <a:off x="5776022" y="3294743"/>
            <a:ext cx="878114" cy="63137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202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B7FFA-4D7D-8D8D-F393-EDA0BB2F2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322FDA-0E19-433A-3EEE-D7AE2DCB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F9925-3464-4141-88C0-813FE29627A6}"/>
              </a:ext>
            </a:extLst>
          </p:cNvPr>
          <p:cNvSpPr txBox="1"/>
          <p:nvPr/>
        </p:nvSpPr>
        <p:spPr>
          <a:xfrm>
            <a:off x="493486" y="969962"/>
            <a:ext cx="9731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 inference</a:t>
            </a:r>
            <a:r>
              <a:rPr lang="ko-KR" altLang="en-US" dirty="0"/>
              <a:t>을 </a:t>
            </a:r>
            <a:r>
              <a:rPr lang="en-US" altLang="ko-KR" dirty="0"/>
              <a:t>x86(</a:t>
            </a:r>
            <a:r>
              <a:rPr lang="ko-KR" altLang="en-US" dirty="0"/>
              <a:t>컴퓨터 내의 </a:t>
            </a:r>
            <a:r>
              <a:rPr lang="en-US" altLang="ko-KR" dirty="0" err="1"/>
              <a:t>cpu</a:t>
            </a:r>
            <a:r>
              <a:rPr lang="en-US" altLang="ko-KR" dirty="0"/>
              <a:t>)</a:t>
            </a:r>
            <a:r>
              <a:rPr lang="ko-KR" altLang="en-US" dirty="0"/>
              <a:t>에서  실행해보니 </a:t>
            </a:r>
            <a:r>
              <a:rPr lang="ko-KR" altLang="en-US" dirty="0" err="1"/>
              <a:t>오버플로우</a:t>
            </a:r>
            <a:r>
              <a:rPr lang="ko-KR" altLang="en-US" dirty="0"/>
              <a:t> 발생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common </a:t>
            </a:r>
            <a:r>
              <a:rPr lang="ko-KR" altLang="en-US" dirty="0"/>
              <a:t>폴더 안에 있는 </a:t>
            </a:r>
            <a:r>
              <a:rPr lang="en-US" altLang="ko-KR" dirty="0"/>
              <a:t>conv2.h, </a:t>
            </a:r>
            <a:r>
              <a:rPr lang="en-US" altLang="ko-KR" dirty="0" err="1"/>
              <a:t>fully_connected.h</a:t>
            </a:r>
            <a:r>
              <a:rPr lang="en-US" altLang="ko-KR" dirty="0"/>
              <a:t> </a:t>
            </a:r>
            <a:r>
              <a:rPr lang="ko-KR" altLang="en-US" dirty="0"/>
              <a:t>등 수정이 필요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 </a:t>
            </a:r>
            <a:r>
              <a:rPr lang="en-US" altLang="ko-KR" dirty="0"/>
              <a:t>layer</a:t>
            </a:r>
            <a:r>
              <a:rPr lang="ko-KR" altLang="en-US" dirty="0"/>
              <a:t>의 </a:t>
            </a:r>
            <a:r>
              <a:rPr lang="ko-KR" altLang="en-US" dirty="0" err="1"/>
              <a:t>출력값을</a:t>
            </a:r>
            <a:r>
              <a:rPr lang="ko-KR" altLang="en-US" dirty="0"/>
              <a:t> 확인하면서 어느 부분에 문제가 발생했는지 확인</a:t>
            </a:r>
            <a:r>
              <a:rPr lang="en-US" altLang="ko-KR" dirty="0"/>
              <a:t> </a:t>
            </a:r>
            <a:r>
              <a:rPr lang="ko-KR" altLang="en-US" dirty="0"/>
              <a:t>중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D2812E-D609-00F5-FBC7-435BCE7B4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71" y="1844570"/>
            <a:ext cx="7178231" cy="21613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ECF16B5-DFF3-3300-6462-C9BD83ABD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64" y="4093028"/>
            <a:ext cx="7172752" cy="20859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F0C169-1958-D1D1-B800-24721F2A1CEA}"/>
              </a:ext>
            </a:extLst>
          </p:cNvPr>
          <p:cNvSpPr txBox="1"/>
          <p:nvPr/>
        </p:nvSpPr>
        <p:spPr>
          <a:xfrm>
            <a:off x="8216865" y="3589387"/>
            <a:ext cx="3120571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Layer1</a:t>
            </a:r>
            <a:r>
              <a:rPr lang="ko-KR" altLang="en-US" dirty="0"/>
              <a:t> </a:t>
            </a:r>
            <a:r>
              <a:rPr lang="en-US" altLang="ko-KR" dirty="0"/>
              <a:t>: Conv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Layer2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Binconv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Layer3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ElementwiseAdd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Layer4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Binconv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Layer5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DownsampleConv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dirty="0"/>
              <a:t>Layer6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ElementwiseAdd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Layer7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AdaptiveAvgpool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7715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12828</TotalTime>
  <Words>178</Words>
  <Application>Microsoft Office PowerPoint</Application>
  <PresentationFormat>와이드스크린</PresentationFormat>
  <Paragraphs>35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BNN model code 변환</vt:lpstr>
      <vt:lpstr>Goal</vt:lpstr>
      <vt:lpstr>Process</vt:lpstr>
      <vt:lpstr>simple_xnornet</vt:lpstr>
      <vt:lpstr>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1342</cp:revision>
  <dcterms:created xsi:type="dcterms:W3CDTF">2023-03-06T16:32:37Z</dcterms:created>
  <dcterms:modified xsi:type="dcterms:W3CDTF">2026-01-15T01:41:12Z</dcterms:modified>
</cp:coreProperties>
</file>