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70" r:id="rId3"/>
    <p:sldId id="283" r:id="rId4"/>
    <p:sldId id="291" r:id="rId5"/>
    <p:sldId id="287" r:id="rId6"/>
    <p:sldId id="29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61" autoAdjust="0"/>
    <p:restoredTop sz="95946" autoAdjust="0"/>
  </p:normalViewPr>
  <p:slideViewPr>
    <p:cSldViewPr snapToGrid="0">
      <p:cViewPr varScale="1">
        <p:scale>
          <a:sx n="108" d="100"/>
          <a:sy n="108" d="100"/>
        </p:scale>
        <p:origin x="224" y="2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B8B9-D6D6-FCDE-CEBC-89FF2A2A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82F0B-98AA-7A8A-357A-FB816ADD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61B1D-779C-86C5-8AB0-B4A483B00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57740B-5461-FE8B-1AEE-C0F8B7792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096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8939-E811-BAA3-D8E1-C6AF074D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6CB4A-C803-8756-F7D9-CBA3D7A2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35A58-FF9C-B813-5072-67FD837AD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DD421-993F-D04A-3C9A-CE7B8CA0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4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2026. 5. 26.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ANE Transformer GUI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5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27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28571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r>
              <a:rPr lang="ko-KR" altLang="en-US" dirty="0"/>
              <a:t> </a:t>
            </a:r>
            <a:r>
              <a:rPr lang="en-US" altLang="ko-KR" dirty="0"/>
              <a:t>workbench</a:t>
            </a:r>
            <a:endParaRPr lang="en-US" altLang="ko-KR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cs typeface="Arial"/>
              </a:rPr>
              <a:t>ViT</a:t>
            </a:r>
            <a:r>
              <a:rPr lang="en-US" altLang="ko-KR" dirty="0">
                <a:cs typeface="Arial"/>
              </a:rPr>
              <a:t>/Swin/Bert</a:t>
            </a:r>
            <a:r>
              <a:rPr lang="ko-KR" altLang="en-US" dirty="0">
                <a:cs typeface="Arial"/>
              </a:rPr>
              <a:t> 계열 모델 추론 </a:t>
            </a:r>
            <a:r>
              <a:rPr lang="en-US" altLang="ko-KR" dirty="0">
                <a:cs typeface="Arial"/>
              </a:rPr>
              <a:t>latency </a:t>
            </a:r>
            <a:r>
              <a:rPr lang="ko-KR" altLang="en-US" dirty="0">
                <a:cs typeface="Arial"/>
              </a:rPr>
              <a:t>데이터 수집 완료</a:t>
            </a:r>
            <a:endParaRPr lang="en" alt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dirty="0">
                <a:cs typeface="Arial"/>
              </a:rPr>
              <a:t>GUI </a:t>
            </a:r>
            <a:r>
              <a:rPr lang="ko-KR" altLang="en-US" dirty="0">
                <a:cs typeface="Arial"/>
              </a:rPr>
              <a:t>개선</a:t>
            </a:r>
            <a:endParaRPr lang="en-US" altLang="ko-K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"Deploying Transformers on the ANE", 2022 - </a:t>
            </a:r>
            <a:r>
              <a:rPr lang="ko-KR" altLang="en-US" sz="2800" dirty="0"/>
              <a:t>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D06A-8FC9-E533-C05D-F47FCA44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28B48-936B-54E4-D961-9D57666B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Models tested</a:t>
            </a:r>
            <a:endParaRPr lang="ko-KR" altLang="en-US" sz="2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72C4E-3D1B-5318-FFED-BEC14889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7E5DC-FE7A-7CC7-8925-D8ED078EBBCE}"/>
              </a:ext>
            </a:extLst>
          </p:cNvPr>
          <p:cNvSpPr txBox="1"/>
          <p:nvPr/>
        </p:nvSpPr>
        <p:spPr>
          <a:xfrm>
            <a:off x="1083542" y="1268760"/>
            <a:ext cx="9310523" cy="49403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en-US" altLang="ko-KR" dirty="0" err="1"/>
              <a:t>ViT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model size: small/base/large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input 224/384/512 (small x)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cs typeface="Arial"/>
              </a:rPr>
              <a:t>2. Swin Transformer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model size: small/base/large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input 224/384</a:t>
            </a:r>
            <a:r>
              <a:rPr lang="ko-KR" altLang="en-US" dirty="0">
                <a:cs typeface="Arial"/>
              </a:rPr>
              <a:t> </a:t>
            </a:r>
            <a:r>
              <a:rPr lang="en-US" altLang="ko-KR" dirty="0">
                <a:cs typeface="Arial"/>
              </a:rPr>
              <a:t>(small x)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cs typeface="Arial"/>
              </a:rPr>
              <a:t>3. BERT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model size: small/base/large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Sequence length 128/256/512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cs typeface="Arial"/>
              </a:rPr>
              <a:t>4. </a:t>
            </a:r>
            <a:r>
              <a:rPr lang="en-US" altLang="ko-KR" dirty="0" err="1">
                <a:cs typeface="Arial"/>
              </a:rPr>
              <a:t>EoMT</a:t>
            </a:r>
            <a:endParaRPr lang="ko-KR" altLang="en-US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2182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2EA7-98EF-332A-9095-B4723442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E2AC3-0806-62A3-D8E5-C25659FD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Swin-384 </a:t>
            </a:r>
            <a:r>
              <a:rPr lang="ko-KR" altLang="en-US" dirty="0"/>
              <a:t>모델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29668-C915-5326-463D-B49F8490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66ADC3-7761-79D8-4290-62A7EC354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68071"/>
            <a:ext cx="7772400" cy="432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1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ABF4B-F937-FFCC-AB5B-EAF05975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GUI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C8DC7-2BDE-4E5D-0B06-548E2CC3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012358-F7AE-9023-2309-FB78F6118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765" y="1148494"/>
            <a:ext cx="5756470" cy="553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3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8774</TotalTime>
  <Words>214</Words>
  <Application>Microsoft Macintosh PowerPoint</Application>
  <PresentationFormat>와이드스크린</PresentationFormat>
  <Paragraphs>51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Arial,Sans-Serif</vt:lpstr>
      <vt:lpstr>Arial</vt:lpstr>
      <vt:lpstr>Office 테마</vt:lpstr>
      <vt:lpstr>ANE Transformer GUI</vt:lpstr>
      <vt:lpstr>목표 및 진행사항</vt:lpstr>
      <vt:lpstr>"Deploying Transformers on the ANE", 2022 - 원리</vt:lpstr>
      <vt:lpstr>Models tested</vt:lpstr>
      <vt:lpstr>Swin-384 모델 비교</vt:lpstr>
      <vt:lpstr>GUI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이수현</cp:lastModifiedBy>
  <cp:revision>1877</cp:revision>
  <dcterms:created xsi:type="dcterms:W3CDTF">2023-03-06T16:32:37Z</dcterms:created>
  <dcterms:modified xsi:type="dcterms:W3CDTF">2026-05-26T14:57:56Z</dcterms:modified>
</cp:coreProperties>
</file>