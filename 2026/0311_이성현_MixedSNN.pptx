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66" d="100"/>
          <a:sy n="66" d="100"/>
        </p:scale>
        <p:origin x="873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">
      <pc:chgData name="성현 이" userId="2f0182ffdb5a30a3" providerId="LiveId" clId="{96CFCBFF-3B86-4DA3-8BC4-90A0DDDF2BC8}" dt="2026-03-10T12:00:58.155" v="4538" actId="20577"/>
      <pc:docMkLst>
        <pc:docMk/>
      </pc:docMkLst>
      <pc:sldChg chg="modSp mod">
        <pc:chgData name="성현 이" userId="2f0182ffdb5a30a3" providerId="LiveId" clId="{96CFCBFF-3B86-4DA3-8BC4-90A0DDDF2BC8}" dt="2026-03-09T04:42:10.905" v="31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3-09T04:42:01.701" v="27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3-09T04:42:10.905" v="31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del">
        <pc:chgData name="성현 이" userId="2f0182ffdb5a30a3" providerId="LiveId" clId="{96CFCBFF-3B86-4DA3-8BC4-90A0DDDF2BC8}" dt="2026-03-09T04:42:25.103" v="38" actId="2696"/>
        <pc:sldMkLst>
          <pc:docMk/>
          <pc:sldMk cId="3618571820" sldId="257"/>
        </pc:sldMkLst>
      </pc:sldChg>
      <pc:sldChg chg="addSp delSp modSp new mod">
        <pc:chgData name="성현 이" userId="2f0182ffdb5a30a3" providerId="LiveId" clId="{96CFCBFF-3B86-4DA3-8BC4-90A0DDDF2BC8}" dt="2026-03-10T11:56:14.688" v="4519"/>
        <pc:sldMkLst>
          <pc:docMk/>
          <pc:sldMk cId="3724380490" sldId="257"/>
        </pc:sldMkLst>
        <pc:spChg chg="mod">
          <ac:chgData name="성현 이" userId="2f0182ffdb5a30a3" providerId="LiveId" clId="{96CFCBFF-3B86-4DA3-8BC4-90A0DDDF2BC8}" dt="2026-03-09T04:43:14.565" v="85" actId="20577"/>
          <ac:spMkLst>
            <pc:docMk/>
            <pc:sldMk cId="3724380490" sldId="257"/>
            <ac:spMk id="2" creationId="{A11D4BF5-2D49-A6BA-F2F4-9BE7A324CD22}"/>
          </ac:spMkLst>
        </pc:spChg>
        <pc:spChg chg="del">
          <ac:chgData name="성현 이" userId="2f0182ffdb5a30a3" providerId="LiveId" clId="{96CFCBFF-3B86-4DA3-8BC4-90A0DDDF2BC8}" dt="2026-03-09T04:42:28.471" v="40" actId="478"/>
          <ac:spMkLst>
            <pc:docMk/>
            <pc:sldMk cId="3724380490" sldId="257"/>
            <ac:spMk id="3" creationId="{98C83B68-5310-59BB-39D8-803CD093D568}"/>
          </ac:spMkLst>
        </pc:spChg>
        <pc:spChg chg="add mod">
          <ac:chgData name="성현 이" userId="2f0182ffdb5a30a3" providerId="LiveId" clId="{96CFCBFF-3B86-4DA3-8BC4-90A0DDDF2BC8}" dt="2026-03-10T11:56:14.688" v="4519"/>
          <ac:spMkLst>
            <pc:docMk/>
            <pc:sldMk cId="3724380490" sldId="257"/>
            <ac:spMk id="5" creationId="{5BCA7858-09CC-4B29-0CC1-287835CABA30}"/>
          </ac:spMkLst>
        </pc:spChg>
        <pc:spChg chg="add mod">
          <ac:chgData name="성현 이" userId="2f0182ffdb5a30a3" providerId="LiveId" clId="{96CFCBFF-3B86-4DA3-8BC4-90A0DDDF2BC8}" dt="2026-03-09T09:54:49.586" v="3989" actId="1076"/>
          <ac:spMkLst>
            <pc:docMk/>
            <pc:sldMk cId="3724380490" sldId="257"/>
            <ac:spMk id="6" creationId="{5B2C9A2C-8A2C-03F0-ADB4-5A080D60643E}"/>
          </ac:spMkLst>
        </pc:spChg>
        <pc:spChg chg="add mod">
          <ac:chgData name="성현 이" userId="2f0182ffdb5a30a3" providerId="LiveId" clId="{96CFCBFF-3B86-4DA3-8BC4-90A0DDDF2BC8}" dt="2026-03-09T04:53:19.201" v="446" actId="1076"/>
          <ac:spMkLst>
            <pc:docMk/>
            <pc:sldMk cId="3724380490" sldId="257"/>
            <ac:spMk id="10" creationId="{7123431B-C0B4-1D73-156C-CB3820251FC2}"/>
          </ac:spMkLst>
        </pc:spChg>
        <pc:spChg chg="add mod">
          <ac:chgData name="성현 이" userId="2f0182ffdb5a30a3" providerId="LiveId" clId="{96CFCBFF-3B86-4DA3-8BC4-90A0DDDF2BC8}" dt="2026-03-10T11:52:34.322" v="4461" actId="20577"/>
          <ac:spMkLst>
            <pc:docMk/>
            <pc:sldMk cId="3724380490" sldId="257"/>
            <ac:spMk id="12" creationId="{D2AEFACC-915A-0ACF-5765-BBB648478C6C}"/>
          </ac:spMkLst>
        </pc:spChg>
        <pc:spChg chg="add del mod">
          <ac:chgData name="성현 이" userId="2f0182ffdb5a30a3" providerId="LiveId" clId="{96CFCBFF-3B86-4DA3-8BC4-90A0DDDF2BC8}" dt="2026-03-09T04:57:24.927" v="580" actId="478"/>
          <ac:spMkLst>
            <pc:docMk/>
            <pc:sldMk cId="3724380490" sldId="257"/>
            <ac:spMk id="13" creationId="{1AA9B170-38EF-E5B7-32E6-1FFE82665D32}"/>
          </ac:spMkLst>
        </pc:spChg>
        <pc:spChg chg="add del mod">
          <ac:chgData name="성현 이" userId="2f0182ffdb5a30a3" providerId="LiveId" clId="{96CFCBFF-3B86-4DA3-8BC4-90A0DDDF2BC8}" dt="2026-03-09T04:53:44.251" v="451" actId="478"/>
          <ac:spMkLst>
            <pc:docMk/>
            <pc:sldMk cId="3724380490" sldId="257"/>
            <ac:spMk id="15" creationId="{45CFA007-A013-F68C-EB56-4900844005CF}"/>
          </ac:spMkLst>
        </pc:spChg>
        <pc:spChg chg="add mod">
          <ac:chgData name="성현 이" userId="2f0182ffdb5a30a3" providerId="LiveId" clId="{96CFCBFF-3B86-4DA3-8BC4-90A0DDDF2BC8}" dt="2026-03-10T11:52:40.984" v="4469" actId="20577"/>
          <ac:spMkLst>
            <pc:docMk/>
            <pc:sldMk cId="3724380490" sldId="257"/>
            <ac:spMk id="16" creationId="{5E161682-DF04-FA4E-A7EC-39A01FAAB3A6}"/>
          </ac:spMkLst>
        </pc:spChg>
        <pc:spChg chg="add del mod">
          <ac:chgData name="성현 이" userId="2f0182ffdb5a30a3" providerId="LiveId" clId="{96CFCBFF-3B86-4DA3-8BC4-90A0DDDF2BC8}" dt="2026-03-09T04:57:23.542" v="579" actId="478"/>
          <ac:spMkLst>
            <pc:docMk/>
            <pc:sldMk cId="3724380490" sldId="257"/>
            <ac:spMk id="17" creationId="{F3776298-42F4-FBCB-C78B-6D90B2D7F5FF}"/>
          </ac:spMkLst>
        </pc:spChg>
        <pc:spChg chg="add mod">
          <ac:chgData name="성현 이" userId="2f0182ffdb5a30a3" providerId="LiveId" clId="{96CFCBFF-3B86-4DA3-8BC4-90A0DDDF2BC8}" dt="2026-03-10T11:52:47.776" v="4477" actId="20577"/>
          <ac:spMkLst>
            <pc:docMk/>
            <pc:sldMk cId="3724380490" sldId="257"/>
            <ac:spMk id="19" creationId="{25F055B0-E470-A613-24B9-A3510C418F4C}"/>
          </ac:spMkLst>
        </pc:spChg>
        <pc:spChg chg="add mod">
          <ac:chgData name="성현 이" userId="2f0182ffdb5a30a3" providerId="LiveId" clId="{96CFCBFF-3B86-4DA3-8BC4-90A0DDDF2BC8}" dt="2026-03-10T11:54:13.369" v="4517" actId="20577"/>
          <ac:spMkLst>
            <pc:docMk/>
            <pc:sldMk cId="3724380490" sldId="257"/>
            <ac:spMk id="21" creationId="{2EE75DA5-A37F-FBAA-3659-DD3B3FD864EA}"/>
          </ac:spMkLst>
        </pc:spChg>
        <pc:spChg chg="add mod">
          <ac:chgData name="성현 이" userId="2f0182ffdb5a30a3" providerId="LiveId" clId="{96CFCBFF-3B86-4DA3-8BC4-90A0DDDF2BC8}" dt="2026-03-09T04:56:22.138" v="547"/>
          <ac:spMkLst>
            <pc:docMk/>
            <pc:sldMk cId="3724380490" sldId="257"/>
            <ac:spMk id="23" creationId="{D52C6E3E-26C7-3F4B-8EC4-2FF0476B9A5D}"/>
          </ac:spMkLst>
        </pc:spChg>
        <pc:spChg chg="add del mod">
          <ac:chgData name="성현 이" userId="2f0182ffdb5a30a3" providerId="LiveId" clId="{96CFCBFF-3B86-4DA3-8BC4-90A0DDDF2BC8}" dt="2026-03-09T04:57:26.165" v="581" actId="478"/>
          <ac:spMkLst>
            <pc:docMk/>
            <pc:sldMk cId="3724380490" sldId="257"/>
            <ac:spMk id="24" creationId="{10CF0970-3601-916F-56FE-18B277CD3A02}"/>
          </ac:spMkLst>
        </pc:spChg>
        <pc:spChg chg="add del mod">
          <ac:chgData name="성현 이" userId="2f0182ffdb5a30a3" providerId="LiveId" clId="{96CFCBFF-3B86-4DA3-8BC4-90A0DDDF2BC8}" dt="2026-03-09T04:57:27.525" v="582" actId="478"/>
          <ac:spMkLst>
            <pc:docMk/>
            <pc:sldMk cId="3724380490" sldId="257"/>
            <ac:spMk id="25" creationId="{58D21980-D6E3-A784-5A48-F900C5D8F5D4}"/>
          </ac:spMkLst>
        </pc:spChg>
        <pc:spChg chg="add mod">
          <ac:chgData name="성현 이" userId="2f0182ffdb5a30a3" providerId="LiveId" clId="{96CFCBFF-3B86-4DA3-8BC4-90A0DDDF2BC8}" dt="2026-03-09T09:54:38.807" v="3987" actId="14100"/>
          <ac:spMkLst>
            <pc:docMk/>
            <pc:sldMk cId="3724380490" sldId="257"/>
            <ac:spMk id="26" creationId="{4313BBA5-B47C-0B65-BA95-A333A4113FDD}"/>
          </ac:spMkLst>
        </pc:spChg>
        <pc:spChg chg="add mod">
          <ac:chgData name="성현 이" userId="2f0182ffdb5a30a3" providerId="LiveId" clId="{96CFCBFF-3B86-4DA3-8BC4-90A0DDDF2BC8}" dt="2026-03-09T05:25:06.527" v="1134" actId="571"/>
          <ac:spMkLst>
            <pc:docMk/>
            <pc:sldMk cId="3724380490" sldId="257"/>
            <ac:spMk id="27" creationId="{3BADA03D-0F59-0CEA-2E8E-AB1F492AAABB}"/>
          </ac:spMkLst>
        </pc:spChg>
        <pc:spChg chg="add mod">
          <ac:chgData name="성현 이" userId="2f0182ffdb5a30a3" providerId="LiveId" clId="{96CFCBFF-3B86-4DA3-8BC4-90A0DDDF2BC8}" dt="2026-03-09T05:25:06.527" v="1134" actId="571"/>
          <ac:spMkLst>
            <pc:docMk/>
            <pc:sldMk cId="3724380490" sldId="257"/>
            <ac:spMk id="28" creationId="{60724D30-0723-15B6-1259-0A5C8A04849A}"/>
          </ac:spMkLst>
        </pc:spChg>
        <pc:spChg chg="add del mod">
          <ac:chgData name="성현 이" userId="2f0182ffdb5a30a3" providerId="LiveId" clId="{96CFCBFF-3B86-4DA3-8BC4-90A0DDDF2BC8}" dt="2026-03-09T08:05:43.466" v="3653" actId="478"/>
          <ac:spMkLst>
            <pc:docMk/>
            <pc:sldMk cId="3724380490" sldId="257"/>
            <ac:spMk id="29" creationId="{8250F91E-4D91-47B0-6C20-3A415C90FE14}"/>
          </ac:spMkLst>
        </pc:spChg>
        <pc:spChg chg="add del mod">
          <ac:chgData name="성현 이" userId="2f0182ffdb5a30a3" providerId="LiveId" clId="{96CFCBFF-3B86-4DA3-8BC4-90A0DDDF2BC8}" dt="2026-03-09T08:05:44.952" v="3654" actId="478"/>
          <ac:spMkLst>
            <pc:docMk/>
            <pc:sldMk cId="3724380490" sldId="257"/>
            <ac:spMk id="30" creationId="{B369F561-6CF9-089E-620F-CDD75ADFF9E7}"/>
          </ac:spMkLst>
        </pc:spChg>
        <pc:spChg chg="add del mod">
          <ac:chgData name="성현 이" userId="2f0182ffdb5a30a3" providerId="LiveId" clId="{96CFCBFF-3B86-4DA3-8BC4-90A0DDDF2BC8}" dt="2026-03-09T08:05:46.388" v="3655" actId="478"/>
          <ac:spMkLst>
            <pc:docMk/>
            <pc:sldMk cId="3724380490" sldId="257"/>
            <ac:spMk id="31" creationId="{FD2E74DC-7B3B-2790-4BAF-582C4857B311}"/>
          </ac:spMkLst>
        </pc:spChg>
        <pc:spChg chg="add del mod">
          <ac:chgData name="성현 이" userId="2f0182ffdb5a30a3" providerId="LiveId" clId="{96CFCBFF-3B86-4DA3-8BC4-90A0DDDF2BC8}" dt="2026-03-09T08:05:47.529" v="3656" actId="478"/>
          <ac:spMkLst>
            <pc:docMk/>
            <pc:sldMk cId="3724380490" sldId="257"/>
            <ac:spMk id="32" creationId="{05CBE9D6-FD64-560E-8F9E-6397C7BA0A44}"/>
          </ac:spMkLst>
        </pc:spChg>
        <pc:spChg chg="add mod">
          <ac:chgData name="성현 이" userId="2f0182ffdb5a30a3" providerId="LiveId" clId="{96CFCBFF-3B86-4DA3-8BC4-90A0DDDF2BC8}" dt="2026-03-10T11:53:01.221" v="4490" actId="113"/>
          <ac:spMkLst>
            <pc:docMk/>
            <pc:sldMk cId="3724380490" sldId="257"/>
            <ac:spMk id="33" creationId="{616C2FAC-1CB5-4CF5-018B-29D4F92EF205}"/>
          </ac:spMkLst>
        </pc:spChg>
        <pc:spChg chg="add mod">
          <ac:chgData name="성현 이" userId="2f0182ffdb5a30a3" providerId="LiveId" clId="{96CFCBFF-3B86-4DA3-8BC4-90A0DDDF2BC8}" dt="2026-03-10T11:53:05.122" v="4491" actId="113"/>
          <ac:spMkLst>
            <pc:docMk/>
            <pc:sldMk cId="3724380490" sldId="257"/>
            <ac:spMk id="34" creationId="{750AC74A-9670-2CEA-73FD-877B8C9C0F7B}"/>
          </ac:spMkLst>
        </pc:spChg>
        <pc:spChg chg="add mod">
          <ac:chgData name="성현 이" userId="2f0182ffdb5a30a3" providerId="LiveId" clId="{96CFCBFF-3B86-4DA3-8BC4-90A0DDDF2BC8}" dt="2026-03-10T11:53:07.778" v="4492" actId="113"/>
          <ac:spMkLst>
            <pc:docMk/>
            <pc:sldMk cId="3724380490" sldId="257"/>
            <ac:spMk id="35" creationId="{F8F6B078-3508-F015-5814-72B41140F10F}"/>
          </ac:spMkLst>
        </pc:spChg>
        <pc:spChg chg="add mod">
          <ac:chgData name="성현 이" userId="2f0182ffdb5a30a3" providerId="LiveId" clId="{96CFCBFF-3B86-4DA3-8BC4-90A0DDDF2BC8}" dt="2026-03-10T11:53:10.099" v="4493" actId="113"/>
          <ac:spMkLst>
            <pc:docMk/>
            <pc:sldMk cId="3724380490" sldId="257"/>
            <ac:spMk id="36" creationId="{2A557C5F-8DCB-7CF2-1D9E-4FCCEE30A19B}"/>
          </ac:spMkLst>
        </pc:spChg>
        <pc:cxnChg chg="add mod">
          <ac:chgData name="성현 이" userId="2f0182ffdb5a30a3" providerId="LiveId" clId="{96CFCBFF-3B86-4DA3-8BC4-90A0DDDF2BC8}" dt="2026-03-09T04:57:33.647" v="583" actId="1076"/>
          <ac:cxnSpMkLst>
            <pc:docMk/>
            <pc:sldMk cId="3724380490" sldId="257"/>
            <ac:cxnSpMk id="8" creationId="{D734D752-7E21-48F8-0966-632A8EBDB375}"/>
          </ac:cxnSpMkLst>
        </pc:cxnChg>
        <pc:cxnChg chg="add mod">
          <ac:chgData name="성현 이" userId="2f0182ffdb5a30a3" providerId="LiveId" clId="{96CFCBFF-3B86-4DA3-8BC4-90A0DDDF2BC8}" dt="2026-03-09T04:53:36.555" v="448" actId="1076"/>
          <ac:cxnSpMkLst>
            <pc:docMk/>
            <pc:sldMk cId="3724380490" sldId="257"/>
            <ac:cxnSpMk id="11" creationId="{E1160135-6037-1727-A52F-CA606A7150CC}"/>
          </ac:cxnSpMkLst>
        </pc:cxnChg>
        <pc:cxnChg chg="add mod">
          <ac:chgData name="성현 이" userId="2f0182ffdb5a30a3" providerId="LiveId" clId="{96CFCBFF-3B86-4DA3-8BC4-90A0DDDF2BC8}" dt="2026-03-09T04:55:19.201" v="524" actId="1076"/>
          <ac:cxnSpMkLst>
            <pc:docMk/>
            <pc:sldMk cId="3724380490" sldId="257"/>
            <ac:cxnSpMk id="14" creationId="{58FBC67F-9985-EC71-6B80-E7BBCF6F176B}"/>
          </ac:cxnSpMkLst>
        </pc:cxnChg>
        <pc:cxnChg chg="add mod">
          <ac:chgData name="성현 이" userId="2f0182ffdb5a30a3" providerId="LiveId" clId="{96CFCBFF-3B86-4DA3-8BC4-90A0DDDF2BC8}" dt="2026-03-09T04:56:05.329" v="544" actId="1076"/>
          <ac:cxnSpMkLst>
            <pc:docMk/>
            <pc:sldMk cId="3724380490" sldId="257"/>
            <ac:cxnSpMk id="18" creationId="{AEA00DAD-2F50-E49B-318A-AC8CDEC02528}"/>
          </ac:cxnSpMkLst>
        </pc:cxnChg>
        <pc:cxnChg chg="add mod">
          <ac:chgData name="성현 이" userId="2f0182ffdb5a30a3" providerId="LiveId" clId="{96CFCBFF-3B86-4DA3-8BC4-90A0DDDF2BC8}" dt="2026-03-09T04:56:18.307" v="546" actId="1076"/>
          <ac:cxnSpMkLst>
            <pc:docMk/>
            <pc:sldMk cId="3724380490" sldId="257"/>
            <ac:cxnSpMk id="20" creationId="{A96FF6B4-5130-D439-51CB-2FF066193574}"/>
          </ac:cxnSpMkLst>
        </pc:cxnChg>
        <pc:cxnChg chg="add mod">
          <ac:chgData name="성현 이" userId="2f0182ffdb5a30a3" providerId="LiveId" clId="{96CFCBFF-3B86-4DA3-8BC4-90A0DDDF2BC8}" dt="2026-03-09T04:56:22.138" v="547"/>
          <ac:cxnSpMkLst>
            <pc:docMk/>
            <pc:sldMk cId="3724380490" sldId="257"/>
            <ac:cxnSpMk id="22" creationId="{397735CD-7B2B-6D2C-DB9B-D94490DA15FB}"/>
          </ac:cxnSpMkLst>
        </pc:cxnChg>
      </pc:sldChg>
      <pc:sldChg chg="addSp delSp modSp new add del mod">
        <pc:chgData name="성현 이" userId="2f0182ffdb5a30a3" providerId="LiveId" clId="{96CFCBFF-3B86-4DA3-8BC4-90A0DDDF2BC8}" dt="2026-03-09T08:25:59.146" v="3985" actId="2696"/>
        <pc:sldMkLst>
          <pc:docMk/>
          <pc:sldMk cId="1116856983" sldId="258"/>
        </pc:sldMkLst>
        <pc:spChg chg="mod">
          <ac:chgData name="성현 이" userId="2f0182ffdb5a30a3" providerId="LiveId" clId="{96CFCBFF-3B86-4DA3-8BC4-90A0DDDF2BC8}" dt="2026-03-09T05:05:40.756" v="914" actId="20577"/>
          <ac:spMkLst>
            <pc:docMk/>
            <pc:sldMk cId="1116856983" sldId="258"/>
            <ac:spMk id="2" creationId="{52DD4AC6-3541-1DB6-85D9-CDBF7CD96AD0}"/>
          </ac:spMkLst>
        </pc:spChg>
        <pc:spChg chg="del mod">
          <ac:chgData name="성현 이" userId="2f0182ffdb5a30a3" providerId="LiveId" clId="{96CFCBFF-3B86-4DA3-8BC4-90A0DDDF2BC8}" dt="2026-03-09T05:13:46.718" v="919" actId="478"/>
          <ac:spMkLst>
            <pc:docMk/>
            <pc:sldMk cId="1116856983" sldId="258"/>
            <ac:spMk id="3" creationId="{ACD04E24-9C84-7D97-857A-3A9841E2D819}"/>
          </ac:spMkLst>
        </pc:spChg>
        <pc:spChg chg="add del mod">
          <ac:chgData name="성현 이" userId="2f0182ffdb5a30a3" providerId="LiveId" clId="{96CFCBFF-3B86-4DA3-8BC4-90A0DDDF2BC8}" dt="2026-03-09T05:14:29.575" v="923"/>
          <ac:spMkLst>
            <pc:docMk/>
            <pc:sldMk cId="1116856983" sldId="258"/>
            <ac:spMk id="5" creationId="{0A401A7C-56F4-AAE3-FF59-8B4D178EC6CA}"/>
          </ac:spMkLst>
        </pc:spChg>
        <pc:spChg chg="add mod">
          <ac:chgData name="성현 이" userId="2f0182ffdb5a30a3" providerId="LiveId" clId="{96CFCBFF-3B86-4DA3-8BC4-90A0DDDF2BC8}" dt="2026-03-09T05:39:36.121" v="1797" actId="20577"/>
          <ac:spMkLst>
            <pc:docMk/>
            <pc:sldMk cId="1116856983" sldId="258"/>
            <ac:spMk id="6" creationId="{0527AD05-9A13-0A7B-70BA-2DE42EC7FDAD}"/>
          </ac:spMkLst>
        </pc:spChg>
        <pc:spChg chg="add del mod">
          <ac:chgData name="성현 이" userId="2f0182ffdb5a30a3" providerId="LiveId" clId="{96CFCBFF-3B86-4DA3-8BC4-90A0DDDF2BC8}" dt="2026-03-09T05:24:56.276" v="1128" actId="478"/>
          <ac:spMkLst>
            <pc:docMk/>
            <pc:sldMk cId="1116856983" sldId="258"/>
            <ac:spMk id="7" creationId="{10A979CC-D8E4-11D0-3428-04ED86065184}"/>
          </ac:spMkLst>
        </pc:spChg>
        <pc:spChg chg="add del mod">
          <ac:chgData name="성현 이" userId="2f0182ffdb5a30a3" providerId="LiveId" clId="{96CFCBFF-3B86-4DA3-8BC4-90A0DDDF2BC8}" dt="2026-03-09T05:24:57.314" v="1130" actId="478"/>
          <ac:spMkLst>
            <pc:docMk/>
            <pc:sldMk cId="1116856983" sldId="258"/>
            <ac:spMk id="8" creationId="{5A187B38-6278-234C-3299-C7845922E4D5}"/>
          </ac:spMkLst>
        </pc:spChg>
        <pc:spChg chg="add del mod">
          <ac:chgData name="성현 이" userId="2f0182ffdb5a30a3" providerId="LiveId" clId="{96CFCBFF-3B86-4DA3-8BC4-90A0DDDF2BC8}" dt="2026-03-09T05:24:57.947" v="1131" actId="478"/>
          <ac:spMkLst>
            <pc:docMk/>
            <pc:sldMk cId="1116856983" sldId="258"/>
            <ac:spMk id="9" creationId="{FD278F83-E74C-DEEE-5599-F2CDF4705A57}"/>
          </ac:spMkLst>
        </pc:spChg>
        <pc:spChg chg="add del mod">
          <ac:chgData name="성현 이" userId="2f0182ffdb5a30a3" providerId="LiveId" clId="{96CFCBFF-3B86-4DA3-8BC4-90A0DDDF2BC8}" dt="2026-03-09T05:24:58.502" v="1132" actId="478"/>
          <ac:spMkLst>
            <pc:docMk/>
            <pc:sldMk cId="1116856983" sldId="258"/>
            <ac:spMk id="10" creationId="{B218730B-A8D0-4629-860D-6BDEF3D9EAB8}"/>
          </ac:spMkLst>
        </pc:spChg>
        <pc:spChg chg="add mod">
          <ac:chgData name="성현 이" userId="2f0182ffdb5a30a3" providerId="LiveId" clId="{96CFCBFF-3B86-4DA3-8BC4-90A0DDDF2BC8}" dt="2026-03-09T06:06:20.899" v="2095" actId="1076"/>
          <ac:spMkLst>
            <pc:docMk/>
            <pc:sldMk cId="1116856983" sldId="258"/>
            <ac:spMk id="13" creationId="{4A6E4D50-21D8-2974-BCCA-DE33289445D1}"/>
          </ac:spMkLst>
        </pc:spChg>
        <pc:spChg chg="add mod">
          <ac:chgData name="성현 이" userId="2f0182ffdb5a30a3" providerId="LiveId" clId="{96CFCBFF-3B86-4DA3-8BC4-90A0DDDF2BC8}" dt="2026-03-09T06:06:20.899" v="2095" actId="1076"/>
          <ac:spMkLst>
            <pc:docMk/>
            <pc:sldMk cId="1116856983" sldId="258"/>
            <ac:spMk id="14" creationId="{D06725EB-C89C-E004-85A9-801004D34B5A}"/>
          </ac:spMkLst>
        </pc:spChg>
        <pc:spChg chg="add mod">
          <ac:chgData name="성현 이" userId="2f0182ffdb5a30a3" providerId="LiveId" clId="{96CFCBFF-3B86-4DA3-8BC4-90A0DDDF2BC8}" dt="2026-03-09T06:06:20.899" v="2095" actId="1076"/>
          <ac:spMkLst>
            <pc:docMk/>
            <pc:sldMk cId="1116856983" sldId="258"/>
            <ac:spMk id="15" creationId="{FB92C106-11F9-EEAC-5871-C9CD69697D7A}"/>
          </ac:spMkLst>
        </pc:spChg>
        <pc:spChg chg="add mod">
          <ac:chgData name="성현 이" userId="2f0182ffdb5a30a3" providerId="LiveId" clId="{96CFCBFF-3B86-4DA3-8BC4-90A0DDDF2BC8}" dt="2026-03-09T08:04:13.281" v="3615" actId="1076"/>
          <ac:spMkLst>
            <pc:docMk/>
            <pc:sldMk cId="1116856983" sldId="258"/>
            <ac:spMk id="16" creationId="{EA6258FD-2AE4-9C6B-887A-BA76D8FB476B}"/>
          </ac:spMkLst>
        </pc:spChg>
        <pc:spChg chg="add mod">
          <ac:chgData name="성현 이" userId="2f0182ffdb5a30a3" providerId="LiveId" clId="{96CFCBFF-3B86-4DA3-8BC4-90A0DDDF2BC8}" dt="2026-03-09T06:06:20.899" v="2095" actId="1076"/>
          <ac:spMkLst>
            <pc:docMk/>
            <pc:sldMk cId="1116856983" sldId="258"/>
            <ac:spMk id="22" creationId="{18CE4F1E-1BFC-C4D4-B81D-21F4CEA86D83}"/>
          </ac:spMkLst>
        </pc:spChg>
        <pc:spChg chg="add mod">
          <ac:chgData name="성현 이" userId="2f0182ffdb5a30a3" providerId="LiveId" clId="{96CFCBFF-3B86-4DA3-8BC4-90A0DDDF2BC8}" dt="2026-03-09T06:06:20.899" v="2095" actId="1076"/>
          <ac:spMkLst>
            <pc:docMk/>
            <pc:sldMk cId="1116856983" sldId="258"/>
            <ac:spMk id="23" creationId="{2B6A6091-B124-EEB3-00CF-55D62EEA571B}"/>
          </ac:spMkLst>
        </pc:spChg>
        <pc:spChg chg="add mod">
          <ac:chgData name="성현 이" userId="2f0182ffdb5a30a3" providerId="LiveId" clId="{96CFCBFF-3B86-4DA3-8BC4-90A0DDDF2BC8}" dt="2026-03-09T06:06:20.899" v="2095" actId="1076"/>
          <ac:spMkLst>
            <pc:docMk/>
            <pc:sldMk cId="1116856983" sldId="258"/>
            <ac:spMk id="24" creationId="{A8796198-74A5-8E47-2C4A-DA7F1B09C798}"/>
          </ac:spMkLst>
        </pc:spChg>
        <pc:spChg chg="add mod">
          <ac:chgData name="성현 이" userId="2f0182ffdb5a30a3" providerId="LiveId" clId="{96CFCBFF-3B86-4DA3-8BC4-90A0DDDF2BC8}" dt="2026-03-09T06:06:20.899" v="2095" actId="1076"/>
          <ac:spMkLst>
            <pc:docMk/>
            <pc:sldMk cId="1116856983" sldId="258"/>
            <ac:spMk id="25" creationId="{93518CC6-01A5-1C16-C83E-8E894461EF9B}"/>
          </ac:spMkLst>
        </pc:spChg>
        <pc:spChg chg="add mod">
          <ac:chgData name="성현 이" userId="2f0182ffdb5a30a3" providerId="LiveId" clId="{96CFCBFF-3B86-4DA3-8BC4-90A0DDDF2BC8}" dt="2026-03-09T06:06:10.951" v="2094" actId="571"/>
          <ac:spMkLst>
            <pc:docMk/>
            <pc:sldMk cId="1116856983" sldId="258"/>
            <ac:spMk id="27" creationId="{A60F7EAF-2BA8-05EE-E6A4-56F363F4A70F}"/>
          </ac:spMkLst>
        </pc:spChg>
        <pc:spChg chg="add mod">
          <ac:chgData name="성현 이" userId="2f0182ffdb5a30a3" providerId="LiveId" clId="{96CFCBFF-3B86-4DA3-8BC4-90A0DDDF2BC8}" dt="2026-03-09T06:06:10.951" v="2094" actId="571"/>
          <ac:spMkLst>
            <pc:docMk/>
            <pc:sldMk cId="1116856983" sldId="258"/>
            <ac:spMk id="28" creationId="{704F2DA3-A522-8DFB-0339-99FECA7FAE1C}"/>
          </ac:spMkLst>
        </pc:spChg>
        <pc:spChg chg="add mod">
          <ac:chgData name="성현 이" userId="2f0182ffdb5a30a3" providerId="LiveId" clId="{96CFCBFF-3B86-4DA3-8BC4-90A0DDDF2BC8}" dt="2026-03-09T06:06:10.951" v="2094" actId="571"/>
          <ac:spMkLst>
            <pc:docMk/>
            <pc:sldMk cId="1116856983" sldId="258"/>
            <ac:spMk id="29" creationId="{1B39881C-26A1-F323-8427-146D5F4E4CB5}"/>
          </ac:spMkLst>
        </pc:spChg>
        <pc:spChg chg="add mod">
          <ac:chgData name="성현 이" userId="2f0182ffdb5a30a3" providerId="LiveId" clId="{96CFCBFF-3B86-4DA3-8BC4-90A0DDDF2BC8}" dt="2026-03-09T06:06:10.951" v="2094" actId="571"/>
          <ac:spMkLst>
            <pc:docMk/>
            <pc:sldMk cId="1116856983" sldId="258"/>
            <ac:spMk id="30" creationId="{72DBD4DC-0B1C-DA11-33FA-310208F15D47}"/>
          </ac:spMkLst>
        </pc:spChg>
        <pc:spChg chg="add del mod">
          <ac:chgData name="성현 이" userId="2f0182ffdb5a30a3" providerId="LiveId" clId="{96CFCBFF-3B86-4DA3-8BC4-90A0DDDF2BC8}" dt="2026-03-09T08:18:00.092" v="3915" actId="478"/>
          <ac:spMkLst>
            <pc:docMk/>
            <pc:sldMk cId="1116856983" sldId="258"/>
            <ac:spMk id="31" creationId="{B374BEF3-488D-CA19-DA42-A9D733E21381}"/>
          </ac:spMkLst>
        </pc:spChg>
        <pc:spChg chg="add del mod">
          <ac:chgData name="성현 이" userId="2f0182ffdb5a30a3" providerId="LiveId" clId="{96CFCBFF-3B86-4DA3-8BC4-90A0DDDF2BC8}" dt="2026-03-09T08:18:02.803" v="3917" actId="478"/>
          <ac:spMkLst>
            <pc:docMk/>
            <pc:sldMk cId="1116856983" sldId="258"/>
            <ac:spMk id="32" creationId="{AC0CB861-DFFC-DD77-F8CD-7B361C4E6E32}"/>
          </ac:spMkLst>
        </pc:spChg>
        <pc:spChg chg="add del mod">
          <ac:chgData name="성현 이" userId="2f0182ffdb5a30a3" providerId="LiveId" clId="{96CFCBFF-3B86-4DA3-8BC4-90A0DDDF2BC8}" dt="2026-03-09T08:18:01.501" v="3916" actId="478"/>
          <ac:spMkLst>
            <pc:docMk/>
            <pc:sldMk cId="1116856983" sldId="258"/>
            <ac:spMk id="33" creationId="{CDA25E9D-68B2-EC95-7A10-FA04BC9F0D9E}"/>
          </ac:spMkLst>
        </pc:spChg>
        <pc:spChg chg="add del mod">
          <ac:chgData name="성현 이" userId="2f0182ffdb5a30a3" providerId="LiveId" clId="{96CFCBFF-3B86-4DA3-8BC4-90A0DDDF2BC8}" dt="2026-03-09T08:18:04.147" v="3918" actId="478"/>
          <ac:spMkLst>
            <pc:docMk/>
            <pc:sldMk cId="1116856983" sldId="258"/>
            <ac:spMk id="34" creationId="{14FA7CF8-EDE5-F1DC-CD4E-346D55D6C2E5}"/>
          </ac:spMkLst>
        </pc:spChg>
        <pc:cxnChg chg="add del mod">
          <ac:chgData name="성현 이" userId="2f0182ffdb5a30a3" providerId="LiveId" clId="{96CFCBFF-3B86-4DA3-8BC4-90A0DDDF2BC8}" dt="2026-03-09T05:24:56.835" v="1129" actId="478"/>
          <ac:cxnSpMkLst>
            <pc:docMk/>
            <pc:sldMk cId="1116856983" sldId="258"/>
            <ac:cxnSpMk id="12" creationId="{1CBBA489-B51F-43B3-EBC2-70217B022678}"/>
          </ac:cxnSpMkLst>
        </pc:cxnChg>
        <pc:cxnChg chg="add mod">
          <ac:chgData name="성현 이" userId="2f0182ffdb5a30a3" providerId="LiveId" clId="{96CFCBFF-3B86-4DA3-8BC4-90A0DDDF2BC8}" dt="2026-03-09T06:06:06.615" v="2092" actId="14100"/>
          <ac:cxnSpMkLst>
            <pc:docMk/>
            <pc:sldMk cId="1116856983" sldId="258"/>
            <ac:cxnSpMk id="18" creationId="{FE0B9D5C-0732-6069-9C3F-FF75C5FA6C71}"/>
          </ac:cxnSpMkLst>
        </pc:cxnChg>
        <pc:cxnChg chg="add mod">
          <ac:chgData name="성현 이" userId="2f0182ffdb5a30a3" providerId="LiveId" clId="{96CFCBFF-3B86-4DA3-8BC4-90A0DDDF2BC8}" dt="2026-03-09T06:06:20.899" v="2095" actId="1076"/>
          <ac:cxnSpMkLst>
            <pc:docMk/>
            <pc:sldMk cId="1116856983" sldId="258"/>
            <ac:cxnSpMk id="19" creationId="{4BA79821-A32C-5189-5642-A2190E27E1B4}"/>
          </ac:cxnSpMkLst>
        </pc:cxnChg>
        <pc:cxnChg chg="add mod">
          <ac:chgData name="성현 이" userId="2f0182ffdb5a30a3" providerId="LiveId" clId="{96CFCBFF-3B86-4DA3-8BC4-90A0DDDF2BC8}" dt="2026-03-09T06:06:20.899" v="2095" actId="1076"/>
          <ac:cxnSpMkLst>
            <pc:docMk/>
            <pc:sldMk cId="1116856983" sldId="258"/>
            <ac:cxnSpMk id="20" creationId="{EB90FCED-E401-0302-FF9F-E2004DB89C0C}"/>
          </ac:cxnSpMkLst>
        </pc:cxnChg>
        <pc:cxnChg chg="add mod">
          <ac:chgData name="성현 이" userId="2f0182ffdb5a30a3" providerId="LiveId" clId="{96CFCBFF-3B86-4DA3-8BC4-90A0DDDF2BC8}" dt="2026-03-09T05:28:07.429" v="1240" actId="1076"/>
          <ac:cxnSpMkLst>
            <pc:docMk/>
            <pc:sldMk cId="1116856983" sldId="258"/>
            <ac:cxnSpMk id="21" creationId="{8240E0D7-389E-13F8-09E1-2B453FDF7522}"/>
          </ac:cxnSpMkLst>
        </pc:cxnChg>
      </pc:sldChg>
      <pc:sldChg chg="del">
        <pc:chgData name="성현 이" userId="2f0182ffdb5a30a3" providerId="LiveId" clId="{96CFCBFF-3B86-4DA3-8BC4-90A0DDDF2BC8}" dt="2026-03-09T04:42:23.659" v="37" actId="2696"/>
        <pc:sldMkLst>
          <pc:docMk/>
          <pc:sldMk cId="3353636603" sldId="258"/>
        </pc:sldMkLst>
      </pc:sldChg>
      <pc:sldChg chg="del">
        <pc:chgData name="성현 이" userId="2f0182ffdb5a30a3" providerId="LiveId" clId="{96CFCBFF-3B86-4DA3-8BC4-90A0DDDF2BC8}" dt="2026-03-09T04:42:20.482" v="36" actId="2696"/>
        <pc:sldMkLst>
          <pc:docMk/>
          <pc:sldMk cId="3251251540" sldId="259"/>
        </pc:sldMkLst>
      </pc:sldChg>
      <pc:sldChg chg="addSp delSp modSp add del mod">
        <pc:chgData name="성현 이" userId="2f0182ffdb5a30a3" providerId="LiveId" clId="{96CFCBFF-3B86-4DA3-8BC4-90A0DDDF2BC8}" dt="2026-03-09T08:25:57.059" v="3983" actId="2696"/>
        <pc:sldMkLst>
          <pc:docMk/>
          <pc:sldMk cId="3914679827" sldId="259"/>
        </pc:sldMkLst>
        <pc:spChg chg="add del mod">
          <ac:chgData name="성현 이" userId="2f0182ffdb5a30a3" providerId="LiveId" clId="{96CFCBFF-3B86-4DA3-8BC4-90A0DDDF2BC8}" dt="2026-03-09T08:05:53.736" v="3659" actId="478"/>
          <ac:spMkLst>
            <pc:docMk/>
            <pc:sldMk cId="3914679827" sldId="259"/>
            <ac:spMk id="5" creationId="{C7B1BD36-2222-2630-918D-C9796E037F5C}"/>
          </ac:spMkLst>
        </pc:spChg>
        <pc:spChg chg="mod">
          <ac:chgData name="성현 이" userId="2f0182ffdb5a30a3" providerId="LiveId" clId="{96CFCBFF-3B86-4DA3-8BC4-90A0DDDF2BC8}" dt="2026-03-09T05:55:22.930" v="1991" actId="20577"/>
          <ac:spMkLst>
            <pc:docMk/>
            <pc:sldMk cId="3914679827" sldId="259"/>
            <ac:spMk id="6" creationId="{7E15A713-353C-2CA5-B26A-2B277F8DD330}"/>
          </ac:spMkLst>
        </pc:spChg>
        <pc:spChg chg="add del mod">
          <ac:chgData name="성현 이" userId="2f0182ffdb5a30a3" providerId="LiveId" clId="{96CFCBFF-3B86-4DA3-8BC4-90A0DDDF2BC8}" dt="2026-03-09T08:05:51.075" v="3657" actId="478"/>
          <ac:spMkLst>
            <pc:docMk/>
            <pc:sldMk cId="3914679827" sldId="259"/>
            <ac:spMk id="7" creationId="{AB4E09C0-9043-83EE-C4BF-082FD5888A8C}"/>
          </ac:spMkLst>
        </pc:spChg>
        <pc:spChg chg="add del mod">
          <ac:chgData name="성현 이" userId="2f0182ffdb5a30a3" providerId="LiveId" clId="{96CFCBFF-3B86-4DA3-8BC4-90A0DDDF2BC8}" dt="2026-03-09T08:05:52.495" v="3658" actId="478"/>
          <ac:spMkLst>
            <pc:docMk/>
            <pc:sldMk cId="3914679827" sldId="259"/>
            <ac:spMk id="8" creationId="{1685F405-003F-F83C-55FD-A0D51C56C292}"/>
          </ac:spMkLst>
        </pc:spChg>
        <pc:spChg chg="add del mod">
          <ac:chgData name="성현 이" userId="2f0182ffdb5a30a3" providerId="LiveId" clId="{96CFCBFF-3B86-4DA3-8BC4-90A0DDDF2BC8}" dt="2026-03-09T08:05:54.977" v="3660" actId="478"/>
          <ac:spMkLst>
            <pc:docMk/>
            <pc:sldMk cId="3914679827" sldId="259"/>
            <ac:spMk id="9" creationId="{CF34743C-85F0-901C-36D8-6E7CCD6EB574}"/>
          </ac:spMkLst>
        </pc:spChg>
        <pc:spChg chg="mod">
          <ac:chgData name="성현 이" userId="2f0182ffdb5a30a3" providerId="LiveId" clId="{96CFCBFF-3B86-4DA3-8BC4-90A0DDDF2BC8}" dt="2026-03-09T06:05:52.159" v="2090" actId="1076"/>
          <ac:spMkLst>
            <pc:docMk/>
            <pc:sldMk cId="3914679827" sldId="259"/>
            <ac:spMk id="13" creationId="{6D47F101-6DF8-5D90-7E8C-22AC85A79A41}"/>
          </ac:spMkLst>
        </pc:spChg>
        <pc:spChg chg="mod">
          <ac:chgData name="성현 이" userId="2f0182ffdb5a30a3" providerId="LiveId" clId="{96CFCBFF-3B86-4DA3-8BC4-90A0DDDF2BC8}" dt="2026-03-09T06:05:52.159" v="2090" actId="1076"/>
          <ac:spMkLst>
            <pc:docMk/>
            <pc:sldMk cId="3914679827" sldId="259"/>
            <ac:spMk id="14" creationId="{9369544C-6B43-7024-D03E-E063837E3363}"/>
          </ac:spMkLst>
        </pc:spChg>
        <pc:spChg chg="mod">
          <ac:chgData name="성현 이" userId="2f0182ffdb5a30a3" providerId="LiveId" clId="{96CFCBFF-3B86-4DA3-8BC4-90A0DDDF2BC8}" dt="2026-03-09T06:05:52.159" v="2090" actId="1076"/>
          <ac:spMkLst>
            <pc:docMk/>
            <pc:sldMk cId="3914679827" sldId="259"/>
            <ac:spMk id="15" creationId="{D68AA8DF-E677-1BAF-A523-C5514873299B}"/>
          </ac:spMkLst>
        </pc:spChg>
        <pc:spChg chg="mod">
          <ac:chgData name="성현 이" userId="2f0182ffdb5a30a3" providerId="LiveId" clId="{96CFCBFF-3B86-4DA3-8BC4-90A0DDDF2BC8}" dt="2026-03-09T06:05:52.159" v="2090" actId="1076"/>
          <ac:spMkLst>
            <pc:docMk/>
            <pc:sldMk cId="3914679827" sldId="259"/>
            <ac:spMk id="16" creationId="{21432F28-2E7A-141F-11B4-5587BC8FAAEF}"/>
          </ac:spMkLst>
        </pc:spChg>
        <pc:spChg chg="mod">
          <ac:chgData name="성현 이" userId="2f0182ffdb5a30a3" providerId="LiveId" clId="{96CFCBFF-3B86-4DA3-8BC4-90A0DDDF2BC8}" dt="2026-03-09T06:05:52.159" v="2090" actId="1076"/>
          <ac:spMkLst>
            <pc:docMk/>
            <pc:sldMk cId="3914679827" sldId="259"/>
            <ac:spMk id="22" creationId="{517EB51F-2BDB-C5A4-178D-C572DABE406A}"/>
          </ac:spMkLst>
        </pc:spChg>
        <pc:spChg chg="mod">
          <ac:chgData name="성현 이" userId="2f0182ffdb5a30a3" providerId="LiveId" clId="{96CFCBFF-3B86-4DA3-8BC4-90A0DDDF2BC8}" dt="2026-03-09T06:05:52.159" v="2090" actId="1076"/>
          <ac:spMkLst>
            <pc:docMk/>
            <pc:sldMk cId="3914679827" sldId="259"/>
            <ac:spMk id="23" creationId="{A61732DE-6144-B01C-018A-4BE403342ACC}"/>
          </ac:spMkLst>
        </pc:spChg>
        <pc:spChg chg="mod">
          <ac:chgData name="성현 이" userId="2f0182ffdb5a30a3" providerId="LiveId" clId="{96CFCBFF-3B86-4DA3-8BC4-90A0DDDF2BC8}" dt="2026-03-09T06:05:52.159" v="2090" actId="1076"/>
          <ac:spMkLst>
            <pc:docMk/>
            <pc:sldMk cId="3914679827" sldId="259"/>
            <ac:spMk id="24" creationId="{C84273E0-7887-5CE1-A8F7-DF2B8C71C18F}"/>
          </ac:spMkLst>
        </pc:spChg>
        <pc:spChg chg="mod">
          <ac:chgData name="성현 이" userId="2f0182ffdb5a30a3" providerId="LiveId" clId="{96CFCBFF-3B86-4DA3-8BC4-90A0DDDF2BC8}" dt="2026-03-09T06:05:52.159" v="2090" actId="1076"/>
          <ac:spMkLst>
            <pc:docMk/>
            <pc:sldMk cId="3914679827" sldId="259"/>
            <ac:spMk id="25" creationId="{A7FCE0D0-81F8-51D7-3BDE-0099BC594E40}"/>
          </ac:spMkLst>
        </pc:spChg>
        <pc:graphicFrameChg chg="add mod modGraphic">
          <ac:chgData name="성현 이" userId="2f0182ffdb5a30a3" providerId="LiveId" clId="{96CFCBFF-3B86-4DA3-8BC4-90A0DDDF2BC8}" dt="2026-03-09T06:05:16.326" v="2088" actId="1076"/>
          <ac:graphicFrameMkLst>
            <pc:docMk/>
            <pc:sldMk cId="3914679827" sldId="259"/>
            <ac:graphicFrameMk id="3" creationId="{009B0E25-3D68-F21C-BE65-A82150CA7498}"/>
          </ac:graphicFrameMkLst>
        </pc:graphicFrameChg>
        <pc:cxnChg chg="mod">
          <ac:chgData name="성현 이" userId="2f0182ffdb5a30a3" providerId="LiveId" clId="{96CFCBFF-3B86-4DA3-8BC4-90A0DDDF2BC8}" dt="2026-03-09T06:05:52.159" v="2090" actId="1076"/>
          <ac:cxnSpMkLst>
            <pc:docMk/>
            <pc:sldMk cId="3914679827" sldId="259"/>
            <ac:cxnSpMk id="20" creationId="{F359C729-D5CD-1C59-4BC7-774D424E8B3C}"/>
          </ac:cxnSpMkLst>
        </pc:cxnChg>
        <pc:cxnChg chg="mod">
          <ac:chgData name="성현 이" userId="2f0182ffdb5a30a3" providerId="LiveId" clId="{96CFCBFF-3B86-4DA3-8BC4-90A0DDDF2BC8}" dt="2026-03-09T06:05:52.159" v="2090" actId="1076"/>
          <ac:cxnSpMkLst>
            <pc:docMk/>
            <pc:sldMk cId="3914679827" sldId="259"/>
            <ac:cxnSpMk id="21" creationId="{FD32D7E3-8BF2-EEF8-7F56-FAD0913EBCBC}"/>
          </ac:cxnSpMkLst>
        </pc:cxnChg>
      </pc:sldChg>
      <pc:sldChg chg="del">
        <pc:chgData name="성현 이" userId="2f0182ffdb5a30a3" providerId="LiveId" clId="{96CFCBFF-3B86-4DA3-8BC4-90A0DDDF2BC8}" dt="2026-03-09T04:42:19.889" v="35" actId="2696"/>
        <pc:sldMkLst>
          <pc:docMk/>
          <pc:sldMk cId="133033091" sldId="260"/>
        </pc:sldMkLst>
      </pc:sldChg>
      <pc:sldChg chg="addSp delSp modSp add del mod">
        <pc:chgData name="성현 이" userId="2f0182ffdb5a30a3" providerId="LiveId" clId="{96CFCBFF-3B86-4DA3-8BC4-90A0DDDF2BC8}" dt="2026-03-09T08:25:55.833" v="3982" actId="2696"/>
        <pc:sldMkLst>
          <pc:docMk/>
          <pc:sldMk cId="3208733912" sldId="260"/>
        </pc:sldMkLst>
        <pc:spChg chg="add del mod">
          <ac:chgData name="성현 이" userId="2f0182ffdb5a30a3" providerId="LiveId" clId="{96CFCBFF-3B86-4DA3-8BC4-90A0DDDF2BC8}" dt="2026-03-09T08:05:35.899" v="3649" actId="478"/>
          <ac:spMkLst>
            <pc:docMk/>
            <pc:sldMk cId="3208733912" sldId="260"/>
            <ac:spMk id="5" creationId="{0AFF0216-5705-445E-C880-67288FC5F85A}"/>
          </ac:spMkLst>
        </pc:spChg>
        <pc:spChg chg="mod">
          <ac:chgData name="성현 이" userId="2f0182ffdb5a30a3" providerId="LiveId" clId="{96CFCBFF-3B86-4DA3-8BC4-90A0DDDF2BC8}" dt="2026-03-09T06:18:00.915" v="2311" actId="20577"/>
          <ac:spMkLst>
            <pc:docMk/>
            <pc:sldMk cId="3208733912" sldId="260"/>
            <ac:spMk id="6" creationId="{0DC3B5DA-3BCE-9F63-9E27-4166BC4B0466}"/>
          </ac:spMkLst>
        </pc:spChg>
        <pc:spChg chg="add del mod">
          <ac:chgData name="성현 이" userId="2f0182ffdb5a30a3" providerId="LiveId" clId="{96CFCBFF-3B86-4DA3-8BC4-90A0DDDF2BC8}" dt="2026-03-09T08:05:34.511" v="3648" actId="478"/>
          <ac:spMkLst>
            <pc:docMk/>
            <pc:sldMk cId="3208733912" sldId="260"/>
            <ac:spMk id="7" creationId="{311EAB54-8038-AD67-2D17-9C51A5A9A30D}"/>
          </ac:spMkLst>
        </pc:spChg>
        <pc:spChg chg="add del mod">
          <ac:chgData name="성현 이" userId="2f0182ffdb5a30a3" providerId="LiveId" clId="{96CFCBFF-3B86-4DA3-8BC4-90A0DDDF2BC8}" dt="2026-03-09T08:05:39.790" v="3652" actId="478"/>
          <ac:spMkLst>
            <pc:docMk/>
            <pc:sldMk cId="3208733912" sldId="260"/>
            <ac:spMk id="8" creationId="{A247F290-FEA9-81AB-156C-981D16661F37}"/>
          </ac:spMkLst>
        </pc:spChg>
        <pc:spChg chg="add del mod">
          <ac:chgData name="성현 이" userId="2f0182ffdb5a30a3" providerId="LiveId" clId="{96CFCBFF-3B86-4DA3-8BC4-90A0DDDF2BC8}" dt="2026-03-09T08:05:32.955" v="3647" actId="478"/>
          <ac:spMkLst>
            <pc:docMk/>
            <pc:sldMk cId="3208733912" sldId="260"/>
            <ac:spMk id="9" creationId="{0C93C616-C7E6-F731-A32F-05C2FCD37898}"/>
          </ac:spMkLst>
        </pc:spChg>
        <pc:spChg chg="add del">
          <ac:chgData name="성현 이" userId="2f0182ffdb5a30a3" providerId="LiveId" clId="{96CFCBFF-3B86-4DA3-8BC4-90A0DDDF2BC8}" dt="2026-03-09T08:05:38.159" v="3651" actId="478"/>
          <ac:spMkLst>
            <pc:docMk/>
            <pc:sldMk cId="3208733912" sldId="260"/>
            <ac:spMk id="15" creationId="{B0CEB2E3-39F4-DE77-0A30-84C75A486706}"/>
          </ac:spMkLst>
        </pc:spChg>
        <pc:spChg chg="mod">
          <ac:chgData name="성현 이" userId="2f0182ffdb5a30a3" providerId="LiveId" clId="{96CFCBFF-3B86-4DA3-8BC4-90A0DDDF2BC8}" dt="2026-03-09T06:09:27.130" v="2139" actId="20577"/>
          <ac:spMkLst>
            <pc:docMk/>
            <pc:sldMk cId="3208733912" sldId="260"/>
            <ac:spMk id="22" creationId="{E7E5655E-D19E-1822-2B8F-BE30FF35BD3A}"/>
          </ac:spMkLst>
        </pc:spChg>
        <pc:spChg chg="mod">
          <ac:chgData name="성현 이" userId="2f0182ffdb5a30a3" providerId="LiveId" clId="{96CFCBFF-3B86-4DA3-8BC4-90A0DDDF2BC8}" dt="2026-03-09T06:09:35.737" v="2147" actId="20577"/>
          <ac:spMkLst>
            <pc:docMk/>
            <pc:sldMk cId="3208733912" sldId="260"/>
            <ac:spMk id="23" creationId="{91C4AD26-504A-A286-A32A-4370F530932E}"/>
          </ac:spMkLst>
        </pc:spChg>
        <pc:spChg chg="mod">
          <ac:chgData name="성현 이" userId="2f0182ffdb5a30a3" providerId="LiveId" clId="{96CFCBFF-3B86-4DA3-8BC4-90A0DDDF2BC8}" dt="2026-03-09T06:09:44.913" v="2155" actId="20577"/>
          <ac:spMkLst>
            <pc:docMk/>
            <pc:sldMk cId="3208733912" sldId="260"/>
            <ac:spMk id="24" creationId="{9D2931D5-4683-8B10-20C7-3BEBF401301C}"/>
          </ac:spMkLst>
        </pc:spChg>
        <pc:spChg chg="mod">
          <ac:chgData name="성현 이" userId="2f0182ffdb5a30a3" providerId="LiveId" clId="{96CFCBFF-3B86-4DA3-8BC4-90A0DDDF2BC8}" dt="2026-03-09T06:09:50.650" v="2157" actId="20577"/>
          <ac:spMkLst>
            <pc:docMk/>
            <pc:sldMk cId="3208733912" sldId="260"/>
            <ac:spMk id="25" creationId="{9BD02669-A57D-333F-7225-438415AA05A3}"/>
          </ac:spMkLst>
        </pc:spChg>
        <pc:graphicFrameChg chg="del">
          <ac:chgData name="성현 이" userId="2f0182ffdb5a30a3" providerId="LiveId" clId="{96CFCBFF-3B86-4DA3-8BC4-90A0DDDF2BC8}" dt="2026-03-09T06:09:18.540" v="2137" actId="478"/>
          <ac:graphicFrameMkLst>
            <pc:docMk/>
            <pc:sldMk cId="3208733912" sldId="260"/>
            <ac:graphicFrameMk id="3" creationId="{B741825A-2188-1485-693F-E4BAEF432CB0}"/>
          </ac:graphicFrameMkLst>
        </pc:graphicFrameChg>
      </pc:sldChg>
      <pc:sldChg chg="modSp add del mod">
        <pc:chgData name="성현 이" userId="2f0182ffdb5a30a3" providerId="LiveId" clId="{96CFCBFF-3B86-4DA3-8BC4-90A0DDDF2BC8}" dt="2026-03-09T08:25:57.670" v="3984" actId="2696"/>
        <pc:sldMkLst>
          <pc:docMk/>
          <pc:sldMk cId="342579824" sldId="261"/>
        </pc:sldMkLst>
        <pc:spChg chg="mod">
          <ac:chgData name="성현 이" userId="2f0182ffdb5a30a3" providerId="LiveId" clId="{96CFCBFF-3B86-4DA3-8BC4-90A0DDDF2BC8}" dt="2026-03-09T08:25:24.279" v="3981" actId="1076"/>
          <ac:spMkLst>
            <pc:docMk/>
            <pc:sldMk cId="342579824" sldId="261"/>
            <ac:spMk id="2" creationId="{BA88B374-951D-D288-3ABC-04B3D20651F3}"/>
          </ac:spMkLst>
        </pc:spChg>
        <pc:spChg chg="mod">
          <ac:chgData name="성현 이" userId="2f0182ffdb5a30a3" providerId="LiveId" clId="{96CFCBFF-3B86-4DA3-8BC4-90A0DDDF2BC8}" dt="2026-03-09T06:23:19.419" v="2490" actId="20577"/>
          <ac:spMkLst>
            <pc:docMk/>
            <pc:sldMk cId="342579824" sldId="261"/>
            <ac:spMk id="6" creationId="{F207BA07-03CE-385C-1947-AC69F97838CB}"/>
          </ac:spMkLst>
        </pc:spChg>
        <pc:spChg chg="mod">
          <ac:chgData name="성현 이" userId="2f0182ffdb5a30a3" providerId="LiveId" clId="{96CFCBFF-3B86-4DA3-8BC4-90A0DDDF2BC8}" dt="2026-03-09T06:22:56.078" v="2465" actId="20577"/>
          <ac:spMkLst>
            <pc:docMk/>
            <pc:sldMk cId="342579824" sldId="261"/>
            <ac:spMk id="22" creationId="{903145C4-6755-86B1-39D5-423638F4794E}"/>
          </ac:spMkLst>
        </pc:spChg>
        <pc:spChg chg="mod">
          <ac:chgData name="성현 이" userId="2f0182ffdb5a30a3" providerId="LiveId" clId="{96CFCBFF-3B86-4DA3-8BC4-90A0DDDF2BC8}" dt="2026-03-09T06:23:49.614" v="2500" actId="20577"/>
          <ac:spMkLst>
            <pc:docMk/>
            <pc:sldMk cId="342579824" sldId="261"/>
            <ac:spMk id="23" creationId="{FE9E73F5-22C3-8A50-912F-D6BA0C9DF55C}"/>
          </ac:spMkLst>
        </pc:spChg>
        <pc:spChg chg="mod">
          <ac:chgData name="성현 이" userId="2f0182ffdb5a30a3" providerId="LiveId" clId="{96CFCBFF-3B86-4DA3-8BC4-90A0DDDF2BC8}" dt="2026-03-09T06:23:59.539" v="2508" actId="20577"/>
          <ac:spMkLst>
            <pc:docMk/>
            <pc:sldMk cId="342579824" sldId="261"/>
            <ac:spMk id="24" creationId="{573267CC-30F7-10BC-DF97-4EE4CC0261EB}"/>
          </ac:spMkLst>
        </pc:spChg>
        <pc:spChg chg="mod">
          <ac:chgData name="성현 이" userId="2f0182ffdb5a30a3" providerId="LiveId" clId="{96CFCBFF-3B86-4DA3-8BC4-90A0DDDF2BC8}" dt="2026-03-09T06:24:04.852" v="2512" actId="20577"/>
          <ac:spMkLst>
            <pc:docMk/>
            <pc:sldMk cId="342579824" sldId="261"/>
            <ac:spMk id="25" creationId="{CEA6AC87-44A0-FFCA-2E76-21BEF4871E5B}"/>
          </ac:spMkLst>
        </pc:spChg>
      </pc:sldChg>
      <pc:sldChg chg="del">
        <pc:chgData name="성현 이" userId="2f0182ffdb5a30a3" providerId="LiveId" clId="{96CFCBFF-3B86-4DA3-8BC4-90A0DDDF2BC8}" dt="2026-03-09T04:42:19.137" v="34" actId="2696"/>
        <pc:sldMkLst>
          <pc:docMk/>
          <pc:sldMk cId="3219383971" sldId="261"/>
        </pc:sldMkLst>
      </pc:sldChg>
      <pc:sldChg chg="del">
        <pc:chgData name="성현 이" userId="2f0182ffdb5a30a3" providerId="LiveId" clId="{96CFCBFF-3B86-4DA3-8BC4-90A0DDDF2BC8}" dt="2026-03-09T04:42:17.483" v="33" actId="2696"/>
        <pc:sldMkLst>
          <pc:docMk/>
          <pc:sldMk cId="574084233" sldId="262"/>
        </pc:sldMkLst>
      </pc:sldChg>
      <pc:sldChg chg="addSp delSp modSp new mod">
        <pc:chgData name="성현 이" userId="2f0182ffdb5a30a3" providerId="LiveId" clId="{96CFCBFF-3B86-4DA3-8BC4-90A0DDDF2BC8}" dt="2026-03-10T11:52:23.127" v="4453" actId="20577"/>
        <pc:sldMkLst>
          <pc:docMk/>
          <pc:sldMk cId="3418556176" sldId="262"/>
        </pc:sldMkLst>
        <pc:spChg chg="mod">
          <ac:chgData name="성현 이" userId="2f0182ffdb5a30a3" providerId="LiveId" clId="{96CFCBFF-3B86-4DA3-8BC4-90A0DDDF2BC8}" dt="2026-03-10T11:52:15.670" v="4445" actId="20577"/>
          <ac:spMkLst>
            <pc:docMk/>
            <pc:sldMk cId="3418556176" sldId="262"/>
            <ac:spMk id="2" creationId="{515BACB4-5730-81B4-EC3D-BEA760D73115}"/>
          </ac:spMkLst>
        </pc:spChg>
        <pc:spChg chg="del">
          <ac:chgData name="성현 이" userId="2f0182ffdb5a30a3" providerId="LiveId" clId="{96CFCBFF-3B86-4DA3-8BC4-90A0DDDF2BC8}" dt="2026-03-09T06:28:18.309" v="2525" actId="478"/>
          <ac:spMkLst>
            <pc:docMk/>
            <pc:sldMk cId="3418556176" sldId="262"/>
            <ac:spMk id="3" creationId="{3509AD5E-89AD-5277-000D-B1CF081B74AE}"/>
          </ac:spMkLst>
        </pc:spChg>
        <pc:spChg chg="mod">
          <ac:chgData name="성현 이" userId="2f0182ffdb5a30a3" providerId="LiveId" clId="{96CFCBFF-3B86-4DA3-8BC4-90A0DDDF2BC8}" dt="2026-03-09T06:50:44.012" v="2716" actId="1076"/>
          <ac:spMkLst>
            <pc:docMk/>
            <pc:sldMk cId="3418556176" sldId="262"/>
            <ac:spMk id="4" creationId="{D6EC955C-4F87-D970-68E7-470A6D2B106C}"/>
          </ac:spMkLst>
        </pc:spChg>
        <pc:spChg chg="add del mod">
          <ac:chgData name="성현 이" userId="2f0182ffdb5a30a3" providerId="LiveId" clId="{96CFCBFF-3B86-4DA3-8BC4-90A0DDDF2BC8}" dt="2026-03-09T06:38:06.548" v="2595"/>
          <ac:spMkLst>
            <pc:docMk/>
            <pc:sldMk cId="3418556176" sldId="262"/>
            <ac:spMk id="9" creationId="{730414BF-FBC6-F3B5-9FCB-BAA37DB79F3C}"/>
          </ac:spMkLst>
        </pc:spChg>
        <pc:spChg chg="add del mod">
          <ac:chgData name="성현 이" userId="2f0182ffdb5a30a3" providerId="LiveId" clId="{96CFCBFF-3B86-4DA3-8BC4-90A0DDDF2BC8}" dt="2026-03-09T06:37:35.241" v="2588" actId="478"/>
          <ac:spMkLst>
            <pc:docMk/>
            <pc:sldMk cId="3418556176" sldId="262"/>
            <ac:spMk id="10" creationId="{BECF62D0-2C3C-D84F-8B96-2F707D56799B}"/>
          </ac:spMkLst>
        </pc:spChg>
        <pc:spChg chg="add del mod">
          <ac:chgData name="성현 이" userId="2f0182ffdb5a30a3" providerId="LiveId" clId="{96CFCBFF-3B86-4DA3-8BC4-90A0DDDF2BC8}" dt="2026-03-09T06:37:38.017" v="2591" actId="478"/>
          <ac:spMkLst>
            <pc:docMk/>
            <pc:sldMk cId="3418556176" sldId="262"/>
            <ac:spMk id="11" creationId="{FB1DD446-78D2-5366-0CEE-D31B7D929CEE}"/>
          </ac:spMkLst>
        </pc:spChg>
        <pc:spChg chg="add del mod">
          <ac:chgData name="성현 이" userId="2f0182ffdb5a30a3" providerId="LiveId" clId="{96CFCBFF-3B86-4DA3-8BC4-90A0DDDF2BC8}" dt="2026-03-09T06:37:35.859" v="2589" actId="478"/>
          <ac:spMkLst>
            <pc:docMk/>
            <pc:sldMk cId="3418556176" sldId="262"/>
            <ac:spMk id="12" creationId="{B0727B60-7F67-CF3F-F1DA-B6A12197EA53}"/>
          </ac:spMkLst>
        </pc:spChg>
        <pc:spChg chg="add del mod">
          <ac:chgData name="성현 이" userId="2f0182ffdb5a30a3" providerId="LiveId" clId="{96CFCBFF-3B86-4DA3-8BC4-90A0DDDF2BC8}" dt="2026-03-09T06:50:48.516" v="2723" actId="478"/>
          <ac:spMkLst>
            <pc:docMk/>
            <pc:sldMk cId="3418556176" sldId="262"/>
            <ac:spMk id="21" creationId="{2D48E67F-A836-4352-90F0-4EE91EC33813}"/>
          </ac:spMkLst>
        </pc:spChg>
        <pc:spChg chg="add del mod">
          <ac:chgData name="성현 이" userId="2f0182ffdb5a30a3" providerId="LiveId" clId="{96CFCBFF-3B86-4DA3-8BC4-90A0DDDF2BC8}" dt="2026-03-09T06:50:51.768" v="2726" actId="478"/>
          <ac:spMkLst>
            <pc:docMk/>
            <pc:sldMk cId="3418556176" sldId="262"/>
            <ac:spMk id="22" creationId="{A8498C50-7A2A-2EF2-FD09-BC6BDDCD477F}"/>
          </ac:spMkLst>
        </pc:spChg>
        <pc:spChg chg="add del mod">
          <ac:chgData name="성현 이" userId="2f0182ffdb5a30a3" providerId="LiveId" clId="{96CFCBFF-3B86-4DA3-8BC4-90A0DDDF2BC8}" dt="2026-03-09T06:50:50.486" v="2725" actId="478"/>
          <ac:spMkLst>
            <pc:docMk/>
            <pc:sldMk cId="3418556176" sldId="262"/>
            <ac:spMk id="23" creationId="{07A1F3D1-5C92-79E4-95B0-FC5E216AC1E6}"/>
          </ac:spMkLst>
        </pc:spChg>
        <pc:spChg chg="add del mod">
          <ac:chgData name="성현 이" userId="2f0182ffdb5a30a3" providerId="LiveId" clId="{96CFCBFF-3B86-4DA3-8BC4-90A0DDDF2BC8}" dt="2026-03-09T06:50:47.116" v="2721" actId="478"/>
          <ac:spMkLst>
            <pc:docMk/>
            <pc:sldMk cId="3418556176" sldId="262"/>
            <ac:spMk id="24" creationId="{4A76D2D3-B05A-24E4-9B19-AF45DE18F5FA}"/>
          </ac:spMkLst>
        </pc:spChg>
        <pc:spChg chg="add mod">
          <ac:chgData name="성현 이" userId="2f0182ffdb5a30a3" providerId="LiveId" clId="{96CFCBFF-3B86-4DA3-8BC4-90A0DDDF2BC8}" dt="2026-03-10T11:52:18.489" v="4447" actId="20577"/>
          <ac:spMkLst>
            <pc:docMk/>
            <pc:sldMk cId="3418556176" sldId="262"/>
            <ac:spMk id="29" creationId="{D5400A9E-72B9-55EA-A295-E36E0E85750F}"/>
          </ac:spMkLst>
        </pc:spChg>
        <pc:spChg chg="add mod">
          <ac:chgData name="성현 이" userId="2f0182ffdb5a30a3" providerId="LiveId" clId="{96CFCBFF-3B86-4DA3-8BC4-90A0DDDF2BC8}" dt="2026-03-10T11:52:21.723" v="4451" actId="20577"/>
          <ac:spMkLst>
            <pc:docMk/>
            <pc:sldMk cId="3418556176" sldId="262"/>
            <ac:spMk id="30" creationId="{E502AFBF-C5CC-8949-C11C-5FC97B124BDA}"/>
          </ac:spMkLst>
        </pc:spChg>
        <pc:spChg chg="add mod">
          <ac:chgData name="성현 이" userId="2f0182ffdb5a30a3" providerId="LiveId" clId="{96CFCBFF-3B86-4DA3-8BC4-90A0DDDF2BC8}" dt="2026-03-10T11:52:20.157" v="4449" actId="20577"/>
          <ac:spMkLst>
            <pc:docMk/>
            <pc:sldMk cId="3418556176" sldId="262"/>
            <ac:spMk id="31" creationId="{30D0670C-2DD0-76B5-76CD-C81E9F3D4DB1}"/>
          </ac:spMkLst>
        </pc:spChg>
        <pc:spChg chg="add mod">
          <ac:chgData name="성현 이" userId="2f0182ffdb5a30a3" providerId="LiveId" clId="{96CFCBFF-3B86-4DA3-8BC4-90A0DDDF2BC8}" dt="2026-03-10T11:52:23.127" v="4453" actId="20577"/>
          <ac:spMkLst>
            <pc:docMk/>
            <pc:sldMk cId="3418556176" sldId="262"/>
            <ac:spMk id="32" creationId="{004513E5-D2E6-9FDF-6B70-B4377A190F7B}"/>
          </ac:spMkLst>
        </pc:spChg>
        <pc:picChg chg="add del mod modCrop">
          <ac:chgData name="성현 이" userId="2f0182ffdb5a30a3" providerId="LiveId" clId="{96CFCBFF-3B86-4DA3-8BC4-90A0DDDF2BC8}" dt="2026-03-09T06:37:31.750" v="2586" actId="478"/>
          <ac:picMkLst>
            <pc:docMk/>
            <pc:sldMk cId="3418556176" sldId="262"/>
            <ac:picMk id="6" creationId="{312DF9E4-6C31-C4BC-3833-692684E5F051}"/>
          </ac:picMkLst>
        </pc:picChg>
        <pc:picChg chg="add del mod modCrop">
          <ac:chgData name="성현 이" userId="2f0182ffdb5a30a3" providerId="LiveId" clId="{96CFCBFF-3B86-4DA3-8BC4-90A0DDDF2BC8}" dt="2026-03-09T06:37:33.062" v="2587" actId="478"/>
          <ac:picMkLst>
            <pc:docMk/>
            <pc:sldMk cId="3418556176" sldId="262"/>
            <ac:picMk id="8" creationId="{6097FD61-E724-B498-D558-A7658835BAC5}"/>
          </ac:picMkLst>
        </pc:picChg>
        <pc:picChg chg="add del mod modCrop">
          <ac:chgData name="성현 이" userId="2f0182ffdb5a30a3" providerId="LiveId" clId="{96CFCBFF-3B86-4DA3-8BC4-90A0DDDF2BC8}" dt="2026-03-09T06:50:45.199" v="2717" actId="478"/>
          <ac:picMkLst>
            <pc:docMk/>
            <pc:sldMk cId="3418556176" sldId="262"/>
            <ac:picMk id="14" creationId="{06C1B8FB-FD32-506D-1148-4AA7D0F4D72E}"/>
          </ac:picMkLst>
        </pc:picChg>
        <pc:picChg chg="add del mod modCrop">
          <ac:chgData name="성현 이" userId="2f0182ffdb5a30a3" providerId="LiveId" clId="{96CFCBFF-3B86-4DA3-8BC4-90A0DDDF2BC8}" dt="2026-03-09T06:50:45.534" v="2718" actId="478"/>
          <ac:picMkLst>
            <pc:docMk/>
            <pc:sldMk cId="3418556176" sldId="262"/>
            <ac:picMk id="16" creationId="{90734D89-37E6-D591-646A-6416C3184A9E}"/>
          </ac:picMkLst>
        </pc:picChg>
        <pc:picChg chg="add del mod modCrop">
          <ac:chgData name="성현 이" userId="2f0182ffdb5a30a3" providerId="LiveId" clId="{96CFCBFF-3B86-4DA3-8BC4-90A0DDDF2BC8}" dt="2026-03-09T06:50:46.266" v="2720" actId="478"/>
          <ac:picMkLst>
            <pc:docMk/>
            <pc:sldMk cId="3418556176" sldId="262"/>
            <ac:picMk id="18" creationId="{8862AD86-0529-A97C-39C0-16301DF62A07}"/>
          </ac:picMkLst>
        </pc:picChg>
        <pc:picChg chg="add del mod modCrop">
          <ac:chgData name="성현 이" userId="2f0182ffdb5a30a3" providerId="LiveId" clId="{96CFCBFF-3B86-4DA3-8BC4-90A0DDDF2BC8}" dt="2026-03-09T06:50:45.919" v="2719" actId="478"/>
          <ac:picMkLst>
            <pc:docMk/>
            <pc:sldMk cId="3418556176" sldId="262"/>
            <ac:picMk id="20" creationId="{5C469482-307A-7704-0F58-96E54CDC9ECF}"/>
          </ac:picMkLst>
        </pc:picChg>
        <pc:picChg chg="add mod modCrop">
          <ac:chgData name="성현 이" userId="2f0182ffdb5a30a3" providerId="LiveId" clId="{96CFCBFF-3B86-4DA3-8BC4-90A0DDDF2BC8}" dt="2026-03-09T06:53:09.568" v="2740" actId="1076"/>
          <ac:picMkLst>
            <pc:docMk/>
            <pc:sldMk cId="3418556176" sldId="262"/>
            <ac:picMk id="26" creationId="{0A797D00-2AEC-C31A-00AE-C5BF1638248D}"/>
          </ac:picMkLst>
        </pc:picChg>
        <pc:picChg chg="add mod modCrop">
          <ac:chgData name="성현 이" userId="2f0182ffdb5a30a3" providerId="LiveId" clId="{96CFCBFF-3B86-4DA3-8BC4-90A0DDDF2BC8}" dt="2026-03-09T06:53:48.202" v="2745" actId="1076"/>
          <ac:picMkLst>
            <pc:docMk/>
            <pc:sldMk cId="3418556176" sldId="262"/>
            <ac:picMk id="28" creationId="{0E243313-D658-7412-19D6-A64293784DA7}"/>
          </ac:picMkLst>
        </pc:picChg>
      </pc:sldChg>
      <pc:sldChg chg="addSp delSp modSp add mod">
        <pc:chgData name="성현 이" userId="2f0182ffdb5a30a3" providerId="LiveId" clId="{96CFCBFF-3B86-4DA3-8BC4-90A0DDDF2BC8}" dt="2026-03-10T11:52:07.376" v="4435" actId="20577"/>
        <pc:sldMkLst>
          <pc:docMk/>
          <pc:sldMk cId="1062571198" sldId="263"/>
        </pc:sldMkLst>
        <pc:spChg chg="mod">
          <ac:chgData name="성현 이" userId="2f0182ffdb5a30a3" providerId="LiveId" clId="{96CFCBFF-3B86-4DA3-8BC4-90A0DDDF2BC8}" dt="2026-03-10T11:51:55.304" v="4425" actId="20577"/>
          <ac:spMkLst>
            <pc:docMk/>
            <pc:sldMk cId="1062571198" sldId="263"/>
            <ac:spMk id="2" creationId="{8B533980-9E4D-B4EC-B505-322875C81769}"/>
          </ac:spMkLst>
        </pc:spChg>
        <pc:spChg chg="add del mod ord">
          <ac:chgData name="성현 이" userId="2f0182ffdb5a30a3" providerId="LiveId" clId="{96CFCBFF-3B86-4DA3-8BC4-90A0DDDF2BC8}" dt="2026-03-10T11:43:04.991" v="4016" actId="478"/>
          <ac:spMkLst>
            <pc:docMk/>
            <pc:sldMk cId="1062571198" sldId="263"/>
            <ac:spMk id="3" creationId="{615AD726-C61F-33F9-4396-871BFBF433DB}"/>
          </ac:spMkLst>
        </pc:spChg>
        <pc:spChg chg="add mod">
          <ac:chgData name="성현 이" userId="2f0182ffdb5a30a3" providerId="LiveId" clId="{96CFCBFF-3B86-4DA3-8BC4-90A0DDDF2BC8}" dt="2026-03-10T11:51:59.363" v="4427" actId="20577"/>
          <ac:spMkLst>
            <pc:docMk/>
            <pc:sldMk cId="1062571198" sldId="263"/>
            <ac:spMk id="19" creationId="{97F00720-90C4-7E2C-B213-6A873D52CEE4}"/>
          </ac:spMkLst>
        </pc:spChg>
        <pc:spChg chg="del mod ord">
          <ac:chgData name="성현 이" userId="2f0182ffdb5a30a3" providerId="LiveId" clId="{96CFCBFF-3B86-4DA3-8BC4-90A0DDDF2BC8}" dt="2026-03-09T06:51:00.952" v="2729" actId="478"/>
          <ac:spMkLst>
            <pc:docMk/>
            <pc:sldMk cId="1062571198" sldId="263"/>
            <ac:spMk id="21" creationId="{7BA0F451-B7B5-F6EA-FE26-7ABDCA28D4A4}"/>
          </ac:spMkLst>
        </pc:spChg>
        <pc:spChg chg="del mod ord">
          <ac:chgData name="성현 이" userId="2f0182ffdb5a30a3" providerId="LiveId" clId="{96CFCBFF-3B86-4DA3-8BC4-90A0DDDF2BC8}" dt="2026-03-09T06:50:59.196" v="2728" actId="478"/>
          <ac:spMkLst>
            <pc:docMk/>
            <pc:sldMk cId="1062571198" sldId="263"/>
            <ac:spMk id="22" creationId="{302C4385-60FC-5408-4344-86B800DBE53C}"/>
          </ac:spMkLst>
        </pc:spChg>
        <pc:spChg chg="del mod ord">
          <ac:chgData name="성현 이" userId="2f0182ffdb5a30a3" providerId="LiveId" clId="{96CFCBFF-3B86-4DA3-8BC4-90A0DDDF2BC8}" dt="2026-03-09T06:51:03.991" v="2733" actId="478"/>
          <ac:spMkLst>
            <pc:docMk/>
            <pc:sldMk cId="1062571198" sldId="263"/>
            <ac:spMk id="23" creationId="{510BA952-5807-7C41-9ACF-55A1CF0A769D}"/>
          </ac:spMkLst>
        </pc:spChg>
        <pc:spChg chg="del mod ord">
          <ac:chgData name="성현 이" userId="2f0182ffdb5a30a3" providerId="LiveId" clId="{96CFCBFF-3B86-4DA3-8BC4-90A0DDDF2BC8}" dt="2026-03-09T06:51:05.167" v="2735" actId="478"/>
          <ac:spMkLst>
            <pc:docMk/>
            <pc:sldMk cId="1062571198" sldId="263"/>
            <ac:spMk id="24" creationId="{8816FF9F-C508-5B94-29A3-02DF1FB00119}"/>
          </ac:spMkLst>
        </pc:spChg>
        <pc:spChg chg="add mod">
          <ac:chgData name="성현 이" userId="2f0182ffdb5a30a3" providerId="LiveId" clId="{96CFCBFF-3B86-4DA3-8BC4-90A0DDDF2BC8}" dt="2026-03-10T11:52:05.384" v="4433" actId="20577"/>
          <ac:spMkLst>
            <pc:docMk/>
            <pc:sldMk cId="1062571198" sldId="263"/>
            <ac:spMk id="25" creationId="{C7BDAD00-1654-0979-FD4A-202359025E86}"/>
          </ac:spMkLst>
        </pc:spChg>
        <pc:spChg chg="add mod">
          <ac:chgData name="성현 이" userId="2f0182ffdb5a30a3" providerId="LiveId" clId="{96CFCBFF-3B86-4DA3-8BC4-90A0DDDF2BC8}" dt="2026-03-10T11:52:02.260" v="4429" actId="20577"/>
          <ac:spMkLst>
            <pc:docMk/>
            <pc:sldMk cId="1062571198" sldId="263"/>
            <ac:spMk id="26" creationId="{42CA771D-8C3F-74A6-BE42-34EBAADFC6F4}"/>
          </ac:spMkLst>
        </pc:spChg>
        <pc:spChg chg="add mod">
          <ac:chgData name="성현 이" userId="2f0182ffdb5a30a3" providerId="LiveId" clId="{96CFCBFF-3B86-4DA3-8BC4-90A0DDDF2BC8}" dt="2026-03-10T11:52:07.376" v="4435" actId="20577"/>
          <ac:spMkLst>
            <pc:docMk/>
            <pc:sldMk cId="1062571198" sldId="263"/>
            <ac:spMk id="27" creationId="{7292EE72-A3E3-D67A-9A23-FC4C5924B27C}"/>
          </ac:spMkLst>
        </pc:spChg>
        <pc:picChg chg="add del mod modCrop">
          <ac:chgData name="성현 이" userId="2f0182ffdb5a30a3" providerId="LiveId" clId="{96CFCBFF-3B86-4DA3-8BC4-90A0DDDF2BC8}" dt="2026-03-09T06:51:01.376" v="2730" actId="478"/>
          <ac:picMkLst>
            <pc:docMk/>
            <pc:sldMk cId="1062571198" sldId="263"/>
            <ac:picMk id="5" creationId="{C0759257-5B67-2FC1-64E4-23FE91B1C2A9}"/>
          </ac:picMkLst>
        </pc:picChg>
        <pc:picChg chg="add del mod modCrop">
          <ac:chgData name="성현 이" userId="2f0182ffdb5a30a3" providerId="LiveId" clId="{96CFCBFF-3B86-4DA3-8BC4-90A0DDDF2BC8}" dt="2026-03-09T06:50:58.375" v="2727" actId="478"/>
          <ac:picMkLst>
            <pc:docMk/>
            <pc:sldMk cId="1062571198" sldId="263"/>
            <ac:picMk id="7" creationId="{E151439C-35A6-D00D-A3BD-49C8B2624C5E}"/>
          </ac:picMkLst>
        </pc:picChg>
        <pc:picChg chg="add del mod modCrop">
          <ac:chgData name="성현 이" userId="2f0182ffdb5a30a3" providerId="LiveId" clId="{96CFCBFF-3B86-4DA3-8BC4-90A0DDDF2BC8}" dt="2026-03-09T06:51:03.377" v="2732" actId="478"/>
          <ac:picMkLst>
            <pc:docMk/>
            <pc:sldMk cId="1062571198" sldId="263"/>
            <ac:picMk id="9" creationId="{24B326E1-46A9-4C64-AEAF-BBACC213ED7E}"/>
          </ac:picMkLst>
        </pc:picChg>
        <pc:picChg chg="add del mod modCrop">
          <ac:chgData name="성현 이" userId="2f0182ffdb5a30a3" providerId="LiveId" clId="{96CFCBFF-3B86-4DA3-8BC4-90A0DDDF2BC8}" dt="2026-03-09T06:51:04.540" v="2734" actId="478"/>
          <ac:picMkLst>
            <pc:docMk/>
            <pc:sldMk cId="1062571198" sldId="263"/>
            <ac:picMk id="11" creationId="{9D6D7D2D-CBD9-1A57-AF89-F2C7B4B4BE8A}"/>
          </ac:picMkLst>
        </pc:picChg>
        <pc:picChg chg="add mod modCrop">
          <ac:chgData name="성현 이" userId="2f0182ffdb5a30a3" providerId="LiveId" clId="{96CFCBFF-3B86-4DA3-8BC4-90A0DDDF2BC8}" dt="2026-03-09T06:55:13.287" v="2784" actId="14100"/>
          <ac:picMkLst>
            <pc:docMk/>
            <pc:sldMk cId="1062571198" sldId="263"/>
            <ac:picMk id="13" creationId="{250C5F95-6EB1-34E8-B0D9-D3CAAFE17380}"/>
          </ac:picMkLst>
        </pc:picChg>
        <pc:picChg chg="del">
          <ac:chgData name="성현 이" userId="2f0182ffdb5a30a3" providerId="LiveId" clId="{96CFCBFF-3B86-4DA3-8BC4-90A0DDDF2BC8}" dt="2026-03-09T06:43:09.374" v="2672" actId="478"/>
          <ac:picMkLst>
            <pc:docMk/>
            <pc:sldMk cId="1062571198" sldId="263"/>
            <ac:picMk id="14" creationId="{FCA5319B-3848-41EA-C82F-6EF24F356ED3}"/>
          </ac:picMkLst>
        </pc:picChg>
        <pc:picChg chg="del">
          <ac:chgData name="성현 이" userId="2f0182ffdb5a30a3" providerId="LiveId" clId="{96CFCBFF-3B86-4DA3-8BC4-90A0DDDF2BC8}" dt="2026-03-09T06:43:53.906" v="2684" actId="478"/>
          <ac:picMkLst>
            <pc:docMk/>
            <pc:sldMk cId="1062571198" sldId="263"/>
            <ac:picMk id="16" creationId="{40B31F66-7B33-69AA-39B7-A85C5C5F9143}"/>
          </ac:picMkLst>
        </pc:picChg>
        <pc:picChg chg="add mod modCrop">
          <ac:chgData name="성현 이" userId="2f0182ffdb5a30a3" providerId="LiveId" clId="{96CFCBFF-3B86-4DA3-8BC4-90A0DDDF2BC8}" dt="2026-03-09T06:55:27.311" v="2788" actId="14100"/>
          <ac:picMkLst>
            <pc:docMk/>
            <pc:sldMk cId="1062571198" sldId="263"/>
            <ac:picMk id="17" creationId="{7488311D-B8D0-58AC-B846-FC40EB3F9260}"/>
          </ac:picMkLst>
        </pc:picChg>
        <pc:picChg chg="del">
          <ac:chgData name="성현 이" userId="2f0182ffdb5a30a3" providerId="LiveId" clId="{96CFCBFF-3B86-4DA3-8BC4-90A0DDDF2BC8}" dt="2026-03-09T06:45:05.539" v="2695" actId="478"/>
          <ac:picMkLst>
            <pc:docMk/>
            <pc:sldMk cId="1062571198" sldId="263"/>
            <ac:picMk id="18" creationId="{6747C72D-BEB2-2A50-4A7C-9B934D311627}"/>
          </ac:picMkLst>
        </pc:picChg>
        <pc:picChg chg="del">
          <ac:chgData name="성현 이" userId="2f0182ffdb5a30a3" providerId="LiveId" clId="{96CFCBFF-3B86-4DA3-8BC4-90A0DDDF2BC8}" dt="2026-03-09T06:45:10.618" v="2697" actId="478"/>
          <ac:picMkLst>
            <pc:docMk/>
            <pc:sldMk cId="1062571198" sldId="263"/>
            <ac:picMk id="20" creationId="{8CB2CA05-A453-0EDF-8179-74E902BE3730}"/>
          </ac:picMkLst>
        </pc:picChg>
      </pc:sldChg>
      <pc:sldChg chg="del">
        <pc:chgData name="성현 이" userId="2f0182ffdb5a30a3" providerId="LiveId" clId="{96CFCBFF-3B86-4DA3-8BC4-90A0DDDF2BC8}" dt="2026-03-09T04:42:16.808" v="32" actId="2696"/>
        <pc:sldMkLst>
          <pc:docMk/>
          <pc:sldMk cId="1354386498" sldId="263"/>
        </pc:sldMkLst>
      </pc:sldChg>
      <pc:sldChg chg="new del">
        <pc:chgData name="성현 이" userId="2f0182ffdb5a30a3" providerId="LiveId" clId="{96CFCBFF-3B86-4DA3-8BC4-90A0DDDF2BC8}" dt="2026-03-09T06:56:48.008" v="2808" actId="2696"/>
        <pc:sldMkLst>
          <pc:docMk/>
          <pc:sldMk cId="1558029929" sldId="264"/>
        </pc:sldMkLst>
      </pc:sldChg>
      <pc:sldChg chg="addSp delSp modSp add mod">
        <pc:chgData name="성현 이" userId="2f0182ffdb5a30a3" providerId="LiveId" clId="{96CFCBFF-3B86-4DA3-8BC4-90A0DDDF2BC8}" dt="2026-03-10T11:51:41.794" v="4415" actId="20577"/>
        <pc:sldMkLst>
          <pc:docMk/>
          <pc:sldMk cId="2823120708" sldId="264"/>
        </pc:sldMkLst>
        <pc:spChg chg="mod">
          <ac:chgData name="성현 이" userId="2f0182ffdb5a30a3" providerId="LiveId" clId="{96CFCBFF-3B86-4DA3-8BC4-90A0DDDF2BC8}" dt="2026-03-10T11:51:24.873" v="4393" actId="20577"/>
          <ac:spMkLst>
            <pc:docMk/>
            <pc:sldMk cId="2823120708" sldId="264"/>
            <ac:spMk id="2" creationId="{5DEA1498-CE8F-0C5D-4190-F5511415DD9A}"/>
          </ac:spMkLst>
        </pc:spChg>
        <pc:spChg chg="mod">
          <ac:chgData name="성현 이" userId="2f0182ffdb5a30a3" providerId="LiveId" clId="{96CFCBFF-3B86-4DA3-8BC4-90A0DDDF2BC8}" dt="2026-03-10T11:51:31.208" v="4409" actId="20577"/>
          <ac:spMkLst>
            <pc:docMk/>
            <pc:sldMk cId="2823120708" sldId="264"/>
            <ac:spMk id="19" creationId="{7A1A31AA-C8F4-8751-D027-545AA18F405F}"/>
          </ac:spMkLst>
        </pc:spChg>
        <pc:spChg chg="mod">
          <ac:chgData name="성현 이" userId="2f0182ffdb5a30a3" providerId="LiveId" clId="{96CFCBFF-3B86-4DA3-8BC4-90A0DDDF2BC8}" dt="2026-03-10T11:51:38.908" v="4413" actId="20577"/>
          <ac:spMkLst>
            <pc:docMk/>
            <pc:sldMk cId="2823120708" sldId="264"/>
            <ac:spMk id="25" creationId="{A9C42F43-D951-8588-0ECA-69A33605372F}"/>
          </ac:spMkLst>
        </pc:spChg>
        <pc:spChg chg="mod">
          <ac:chgData name="성현 이" userId="2f0182ffdb5a30a3" providerId="LiveId" clId="{96CFCBFF-3B86-4DA3-8BC4-90A0DDDF2BC8}" dt="2026-03-10T11:51:35.775" v="4411" actId="20577"/>
          <ac:spMkLst>
            <pc:docMk/>
            <pc:sldMk cId="2823120708" sldId="264"/>
            <ac:spMk id="26" creationId="{72E5AD6A-B5AB-1642-F223-CE5964833959}"/>
          </ac:spMkLst>
        </pc:spChg>
        <pc:spChg chg="mod">
          <ac:chgData name="성현 이" userId="2f0182ffdb5a30a3" providerId="LiveId" clId="{96CFCBFF-3B86-4DA3-8BC4-90A0DDDF2BC8}" dt="2026-03-10T11:51:41.794" v="4415" actId="20577"/>
          <ac:spMkLst>
            <pc:docMk/>
            <pc:sldMk cId="2823120708" sldId="264"/>
            <ac:spMk id="27" creationId="{192D1F4D-8A95-32A9-6C83-44DF3AFAED63}"/>
          </ac:spMkLst>
        </pc:spChg>
        <pc:picChg chg="add del mod ord modCrop">
          <ac:chgData name="성현 이" userId="2f0182ffdb5a30a3" providerId="LiveId" clId="{96CFCBFF-3B86-4DA3-8BC4-90A0DDDF2BC8}" dt="2026-03-09T06:58:23.802" v="2834" actId="478"/>
          <ac:picMkLst>
            <pc:docMk/>
            <pc:sldMk cId="2823120708" sldId="264"/>
            <ac:picMk id="5" creationId="{ED114E93-EAD4-12CB-367C-6A93F91E6BB3}"/>
          </ac:picMkLst>
        </pc:picChg>
        <pc:picChg chg="add del mod">
          <ac:chgData name="성현 이" userId="2f0182ffdb5a30a3" providerId="LiveId" clId="{96CFCBFF-3B86-4DA3-8BC4-90A0DDDF2BC8}" dt="2026-03-09T06:57:45.983" v="2820" actId="478"/>
          <ac:picMkLst>
            <pc:docMk/>
            <pc:sldMk cId="2823120708" sldId="264"/>
            <ac:picMk id="7" creationId="{8BC9A3AB-3898-6FCE-2B7B-8C1EA32BD7AD}"/>
          </ac:picMkLst>
        </pc:picChg>
        <pc:picChg chg="add mod ord modCrop">
          <ac:chgData name="성현 이" userId="2f0182ffdb5a30a3" providerId="LiveId" clId="{96CFCBFF-3B86-4DA3-8BC4-90A0DDDF2BC8}" dt="2026-03-09T06:58:22.153" v="2833" actId="167"/>
          <ac:picMkLst>
            <pc:docMk/>
            <pc:sldMk cId="2823120708" sldId="264"/>
            <ac:picMk id="9" creationId="{F6101734-0914-A22F-90CE-E99C31BD44D7}"/>
          </ac:picMkLst>
        </pc:picChg>
        <pc:picChg chg="add mod ord modCrop">
          <ac:chgData name="성현 이" userId="2f0182ffdb5a30a3" providerId="LiveId" clId="{96CFCBFF-3B86-4DA3-8BC4-90A0DDDF2BC8}" dt="2026-03-09T06:58:45.440" v="2839" actId="167"/>
          <ac:picMkLst>
            <pc:docMk/>
            <pc:sldMk cId="2823120708" sldId="264"/>
            <ac:picMk id="11" creationId="{1E19A3C0-202D-92DE-04B2-581F396CBD14}"/>
          </ac:picMkLst>
        </pc:picChg>
        <pc:picChg chg="del">
          <ac:chgData name="성현 이" userId="2f0182ffdb5a30a3" providerId="LiveId" clId="{96CFCBFF-3B86-4DA3-8BC4-90A0DDDF2BC8}" dt="2026-03-09T06:57:34.778" v="2816" actId="478"/>
          <ac:picMkLst>
            <pc:docMk/>
            <pc:sldMk cId="2823120708" sldId="264"/>
            <ac:picMk id="13" creationId="{B7B40DFE-E28C-1459-7BFB-19EB7F65FF37}"/>
          </ac:picMkLst>
        </pc:picChg>
        <pc:picChg chg="del">
          <ac:chgData name="성현 이" userId="2f0182ffdb5a30a3" providerId="LiveId" clId="{96CFCBFF-3B86-4DA3-8BC4-90A0DDDF2BC8}" dt="2026-03-09T06:58:46.543" v="2840" actId="478"/>
          <ac:picMkLst>
            <pc:docMk/>
            <pc:sldMk cId="2823120708" sldId="264"/>
            <ac:picMk id="17" creationId="{5FBD4F8A-B1B4-F716-CC93-8BF239EE1F97}"/>
          </ac:picMkLst>
        </pc:picChg>
      </pc:sldChg>
      <pc:sldChg chg="addSp delSp modSp add mod">
        <pc:chgData name="성현 이" userId="2f0182ffdb5a30a3" providerId="LiveId" clId="{96CFCBFF-3B86-4DA3-8BC4-90A0DDDF2BC8}" dt="2026-03-10T11:53:43.142" v="4513" actId="20577"/>
        <pc:sldMkLst>
          <pc:docMk/>
          <pc:sldMk cId="2457177073" sldId="265"/>
        </pc:sldMkLst>
        <pc:spChg chg="mod">
          <ac:chgData name="성현 이" userId="2f0182ffdb5a30a3" providerId="LiveId" clId="{96CFCBFF-3B86-4DA3-8BC4-90A0DDDF2BC8}" dt="2026-03-10T11:53:20.714" v="4505" actId="20577"/>
          <ac:spMkLst>
            <pc:docMk/>
            <pc:sldMk cId="2457177073" sldId="265"/>
            <ac:spMk id="2" creationId="{C4559445-C849-069C-596E-A5C8F03BEE0D}"/>
          </ac:spMkLst>
        </pc:spChg>
        <pc:spChg chg="mod">
          <ac:chgData name="성현 이" userId="2f0182ffdb5a30a3" providerId="LiveId" clId="{96CFCBFF-3B86-4DA3-8BC4-90A0DDDF2BC8}" dt="2026-03-10T11:53:24.180" v="4507" actId="20577"/>
          <ac:spMkLst>
            <pc:docMk/>
            <pc:sldMk cId="2457177073" sldId="265"/>
            <ac:spMk id="19" creationId="{2D641247-AF4A-6446-6A61-F8D6C53A3AA1}"/>
          </ac:spMkLst>
        </pc:spChg>
        <pc:spChg chg="mod">
          <ac:chgData name="성현 이" userId="2f0182ffdb5a30a3" providerId="LiveId" clId="{96CFCBFF-3B86-4DA3-8BC4-90A0DDDF2BC8}" dt="2026-03-10T11:53:40.994" v="4511" actId="20577"/>
          <ac:spMkLst>
            <pc:docMk/>
            <pc:sldMk cId="2457177073" sldId="265"/>
            <ac:spMk id="25" creationId="{6B31B39D-2B13-EC89-0069-120D750E3B34}"/>
          </ac:spMkLst>
        </pc:spChg>
        <pc:spChg chg="mod">
          <ac:chgData name="성현 이" userId="2f0182ffdb5a30a3" providerId="LiveId" clId="{96CFCBFF-3B86-4DA3-8BC4-90A0DDDF2BC8}" dt="2026-03-10T11:53:27.363" v="4509" actId="20577"/>
          <ac:spMkLst>
            <pc:docMk/>
            <pc:sldMk cId="2457177073" sldId="265"/>
            <ac:spMk id="26" creationId="{D6988130-B7FB-FC40-A7E8-F6ACCC8065BF}"/>
          </ac:spMkLst>
        </pc:spChg>
        <pc:spChg chg="mod">
          <ac:chgData name="성현 이" userId="2f0182ffdb5a30a3" providerId="LiveId" clId="{96CFCBFF-3B86-4DA3-8BC4-90A0DDDF2BC8}" dt="2026-03-10T11:53:43.142" v="4513" actId="20577"/>
          <ac:spMkLst>
            <pc:docMk/>
            <pc:sldMk cId="2457177073" sldId="265"/>
            <ac:spMk id="27" creationId="{E6242427-66B0-6DBA-BD3C-5CE4511C05A8}"/>
          </ac:spMkLst>
        </pc:spChg>
        <pc:picChg chg="add mod ord modCrop">
          <ac:chgData name="성현 이" userId="2f0182ffdb5a30a3" providerId="LiveId" clId="{96CFCBFF-3B86-4DA3-8BC4-90A0DDDF2BC8}" dt="2026-03-09T06:59:50.119" v="2857" actId="167"/>
          <ac:picMkLst>
            <pc:docMk/>
            <pc:sldMk cId="2457177073" sldId="265"/>
            <ac:picMk id="5" creationId="{0494EB64-CABB-38BC-838C-C2738D777607}"/>
          </ac:picMkLst>
        </pc:picChg>
        <pc:picChg chg="add mod ord modCrop">
          <ac:chgData name="성현 이" userId="2f0182ffdb5a30a3" providerId="LiveId" clId="{96CFCBFF-3B86-4DA3-8BC4-90A0DDDF2BC8}" dt="2026-03-09T07:00:15.693" v="2867" actId="1076"/>
          <ac:picMkLst>
            <pc:docMk/>
            <pc:sldMk cId="2457177073" sldId="265"/>
            <ac:picMk id="7" creationId="{7B4D2126-8814-AC07-E59C-9756DC8E446B}"/>
          </ac:picMkLst>
        </pc:picChg>
        <pc:picChg chg="del">
          <ac:chgData name="성현 이" userId="2f0182ffdb5a30a3" providerId="LiveId" clId="{96CFCBFF-3B86-4DA3-8BC4-90A0DDDF2BC8}" dt="2026-03-09T06:59:51.190" v="2858" actId="478"/>
          <ac:picMkLst>
            <pc:docMk/>
            <pc:sldMk cId="2457177073" sldId="265"/>
            <ac:picMk id="9" creationId="{CD7F92D4-8F78-5CE5-FE55-70B92F462985}"/>
          </ac:picMkLst>
        </pc:picChg>
        <pc:picChg chg="del">
          <ac:chgData name="성현 이" userId="2f0182ffdb5a30a3" providerId="LiveId" clId="{96CFCBFF-3B86-4DA3-8BC4-90A0DDDF2BC8}" dt="2026-03-09T07:00:11.973" v="2866" actId="478"/>
          <ac:picMkLst>
            <pc:docMk/>
            <pc:sldMk cId="2457177073" sldId="265"/>
            <ac:picMk id="11" creationId="{566295F3-BB3C-163F-859D-A36C367C809E}"/>
          </ac:picMkLst>
        </pc:picChg>
      </pc:sldChg>
      <pc:sldChg chg="addSp delSp modSp new mod">
        <pc:chgData name="성현 이" userId="2f0182ffdb5a30a3" providerId="LiveId" clId="{96CFCBFF-3B86-4DA3-8BC4-90A0DDDF2BC8}" dt="2026-03-10T12:00:58.155" v="4538" actId="20577"/>
        <pc:sldMkLst>
          <pc:docMk/>
          <pc:sldMk cId="2845547424" sldId="266"/>
        </pc:sldMkLst>
        <pc:spChg chg="mod">
          <ac:chgData name="성현 이" userId="2f0182ffdb5a30a3" providerId="LiveId" clId="{96CFCBFF-3B86-4DA3-8BC4-90A0DDDF2BC8}" dt="2026-03-09T07:47:06.607" v="2890" actId="20577"/>
          <ac:spMkLst>
            <pc:docMk/>
            <pc:sldMk cId="2845547424" sldId="266"/>
            <ac:spMk id="2" creationId="{F71739DA-33C0-65B4-C9BB-4E38BA4A4D68}"/>
          </ac:spMkLst>
        </pc:spChg>
        <pc:spChg chg="del mod">
          <ac:chgData name="성현 이" userId="2f0182ffdb5a30a3" providerId="LiveId" clId="{96CFCBFF-3B86-4DA3-8BC4-90A0DDDF2BC8}" dt="2026-03-09T07:47:10.138" v="2892" actId="478"/>
          <ac:spMkLst>
            <pc:docMk/>
            <pc:sldMk cId="2845547424" sldId="266"/>
            <ac:spMk id="3" creationId="{05B73907-34E3-80F3-8359-0EBF9871E831}"/>
          </ac:spMkLst>
        </pc:spChg>
        <pc:spChg chg="add">
          <ac:chgData name="성현 이" userId="2f0182ffdb5a30a3" providerId="LiveId" clId="{96CFCBFF-3B86-4DA3-8BC4-90A0DDDF2BC8}" dt="2026-03-10T11:45:23.893" v="4117"/>
          <ac:spMkLst>
            <pc:docMk/>
            <pc:sldMk cId="2845547424" sldId="266"/>
            <ac:spMk id="3" creationId="{CED39367-511C-A151-658C-F0B3386669E8}"/>
          </ac:spMkLst>
        </pc:spChg>
        <pc:spChg chg="add mod">
          <ac:chgData name="성현 이" userId="2f0182ffdb5a30a3" providerId="LiveId" clId="{96CFCBFF-3B86-4DA3-8BC4-90A0DDDF2BC8}" dt="2026-03-10T11:57:28.319" v="4532" actId="20577"/>
          <ac:spMkLst>
            <pc:docMk/>
            <pc:sldMk cId="2845547424" sldId="266"/>
            <ac:spMk id="5" creationId="{2518D182-0FD0-E65E-7439-B60BD3B184C3}"/>
          </ac:spMkLst>
        </pc:spChg>
        <pc:spChg chg="add mod">
          <ac:chgData name="성현 이" userId="2f0182ffdb5a30a3" providerId="LiveId" clId="{96CFCBFF-3B86-4DA3-8BC4-90A0DDDF2BC8}" dt="2026-03-10T12:00:58.155" v="4538" actId="20577"/>
          <ac:spMkLst>
            <pc:docMk/>
            <pc:sldMk cId="2845547424" sldId="266"/>
            <ac:spMk id="6" creationId="{C6B7F1CC-7870-CC0A-9FAC-6A95E96A8AC0}"/>
          </ac:spMkLst>
        </pc:spChg>
        <pc:spChg chg="add">
          <ac:chgData name="성현 이" userId="2f0182ffdb5a30a3" providerId="LiveId" clId="{96CFCBFF-3B86-4DA3-8BC4-90A0DDDF2BC8}" dt="2026-03-10T11:45:30.192" v="4118"/>
          <ac:spMkLst>
            <pc:docMk/>
            <pc:sldMk cId="2845547424" sldId="266"/>
            <ac:spMk id="7" creationId="{6B98DE3A-12C6-72A3-C64E-38AB32775C40}"/>
          </ac:spMkLst>
        </pc:spChg>
        <pc:spChg chg="add del mod">
          <ac:chgData name="성현 이" userId="2f0182ffdb5a30a3" providerId="LiveId" clId="{96CFCBFF-3B86-4DA3-8BC4-90A0DDDF2BC8}" dt="2026-03-09T08:25:01.720" v="3979"/>
          <ac:spMkLst>
            <pc:docMk/>
            <pc:sldMk cId="2845547424" sldId="266"/>
            <ac:spMk id="7" creationId="{9EEAF129-1212-0B6B-7E3B-30A3DA1B2B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Mixed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SNN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 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03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11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일 </a:t>
            </a: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D4BF5-2D49-A6BA-F2F4-9BE7A324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A24C4-63C6-A269-C054-9530CD72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A7858-09CC-4B29-0CC1-287835CABA30}"/>
              </a:ext>
            </a:extLst>
          </p:cNvPr>
          <p:cNvSpPr txBox="1"/>
          <p:nvPr/>
        </p:nvSpPr>
        <p:spPr>
          <a:xfrm>
            <a:off x="272152" y="982253"/>
            <a:ext cx="290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ResNet-18 of </a:t>
            </a:r>
            <a:r>
              <a:rPr lang="en-US" altLang="ko-KR" dirty="0" err="1"/>
              <a:t>ReActNet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C9A2C-8A2C-03F0-ADB4-5A080D60643E}"/>
              </a:ext>
            </a:extLst>
          </p:cNvPr>
          <p:cNvSpPr txBox="1"/>
          <p:nvPr/>
        </p:nvSpPr>
        <p:spPr>
          <a:xfrm>
            <a:off x="4137934" y="290759"/>
            <a:ext cx="238034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/>
              <a:t>input (3 x 224x 224)</a:t>
            </a:r>
            <a:endParaRPr lang="ko-KR" altLang="en-US" sz="13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734D752-7E21-48F8-0966-632A8EBDB375}"/>
              </a:ext>
            </a:extLst>
          </p:cNvPr>
          <p:cNvCxnSpPr>
            <a:cxnSpLocks/>
          </p:cNvCxnSpPr>
          <p:nvPr/>
        </p:nvCxnSpPr>
        <p:spPr>
          <a:xfrm>
            <a:off x="5328106" y="662157"/>
            <a:ext cx="0" cy="320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23431B-C0B4-1D73-156C-CB3820251FC2}"/>
              </a:ext>
            </a:extLst>
          </p:cNvPr>
          <p:cNvSpPr txBox="1"/>
          <p:nvPr/>
        </p:nvSpPr>
        <p:spPr>
          <a:xfrm>
            <a:off x="2587171" y="989875"/>
            <a:ext cx="5638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/>
              <a:t>conv : 3-&gt; 64ch, 7x7</a:t>
            </a:r>
          </a:p>
          <a:p>
            <a:pPr algn="ctr"/>
            <a:r>
              <a:rPr lang="en-US" altLang="ko-KR" sz="1300" dirty="0"/>
              <a:t>BN + </a:t>
            </a:r>
            <a:r>
              <a:rPr lang="en-US" altLang="ko-KR" sz="1300" dirty="0" err="1"/>
              <a:t>Maxpool</a:t>
            </a:r>
            <a:endParaRPr lang="ko-KR" altLang="en-US" sz="13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1160135-6037-1727-A52F-CA606A7150CC}"/>
              </a:ext>
            </a:extLst>
          </p:cNvPr>
          <p:cNvCxnSpPr>
            <a:cxnSpLocks/>
          </p:cNvCxnSpPr>
          <p:nvPr/>
        </p:nvCxnSpPr>
        <p:spPr>
          <a:xfrm>
            <a:off x="5362803" y="1507969"/>
            <a:ext cx="0" cy="320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AEFACC-915A-0ACF-5765-BBB648478C6C}"/>
              </a:ext>
            </a:extLst>
          </p:cNvPr>
          <p:cNvSpPr/>
          <p:nvPr/>
        </p:nvSpPr>
        <p:spPr>
          <a:xfrm>
            <a:off x="2202316" y="1853716"/>
            <a:ext cx="6596742" cy="9535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Block 1 </a:t>
            </a:r>
            <a:r>
              <a:rPr lang="en-US" altLang="ko-KR" sz="1300" b="1" dirty="0">
                <a:solidFill>
                  <a:schemeClr val="tx1"/>
                </a:solidFill>
              </a:rPr>
              <a:t>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64 -&gt;64ch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4,096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Block 2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dirty="0">
                <a:solidFill>
                  <a:schemeClr val="tx1"/>
                </a:solidFill>
              </a:rPr>
              <a:t> 64 -&gt;64ch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4,096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Block 3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dirty="0">
                <a:solidFill>
                  <a:schemeClr val="tx1"/>
                </a:solidFill>
              </a:rPr>
              <a:t> 64 -&gt;64ch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4,096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Block 4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dirty="0">
                <a:solidFill>
                  <a:schemeClr val="tx1"/>
                </a:solidFill>
              </a:rPr>
              <a:t> 64 -&gt;64ch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4,096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ko-KR" altLang="en-US" sz="12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8FBC67F-9985-EC71-6B80-E7BBCF6F176B}"/>
              </a:ext>
            </a:extLst>
          </p:cNvPr>
          <p:cNvCxnSpPr>
            <a:cxnSpLocks/>
          </p:cNvCxnSpPr>
          <p:nvPr/>
        </p:nvCxnSpPr>
        <p:spPr>
          <a:xfrm>
            <a:off x="5378906" y="2807295"/>
            <a:ext cx="0" cy="320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161682-DF04-FA4E-A7EC-39A01FAAB3A6}"/>
              </a:ext>
            </a:extLst>
          </p:cNvPr>
          <p:cNvSpPr/>
          <p:nvPr/>
        </p:nvSpPr>
        <p:spPr>
          <a:xfrm>
            <a:off x="2202316" y="3162834"/>
            <a:ext cx="6596742" cy="9535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rgbClr val="FF0000"/>
                </a:solidFill>
              </a:rPr>
              <a:t>Block 1 </a:t>
            </a:r>
            <a:r>
              <a:rPr lang="en-US" altLang="ko-KR" sz="1300" dirty="0">
                <a:solidFill>
                  <a:schemeClr val="tx1"/>
                </a:solidFill>
              </a:rPr>
              <a:t>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rgbClr val="FF0000"/>
                </a:solidFill>
              </a:rPr>
              <a:t>64 -&gt;128ch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8,192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   Block 2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dirty="0">
                <a:solidFill>
                  <a:schemeClr val="tx1"/>
                </a:solidFill>
              </a:rPr>
              <a:t> 128 -&gt;128ch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16,384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   Block 3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dirty="0">
                <a:solidFill>
                  <a:schemeClr val="tx1"/>
                </a:solidFill>
              </a:rPr>
              <a:t> 128 -&gt;128ch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16,384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   Block 4 :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128 -&gt;128ch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16,384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ko-KR" altLang="en-US" sz="12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EA00DAD-2F50-E49B-318A-AC8CDEC02528}"/>
              </a:ext>
            </a:extLst>
          </p:cNvPr>
          <p:cNvCxnSpPr>
            <a:cxnSpLocks/>
          </p:cNvCxnSpPr>
          <p:nvPr/>
        </p:nvCxnSpPr>
        <p:spPr>
          <a:xfrm>
            <a:off x="5378906" y="4116413"/>
            <a:ext cx="0" cy="320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F055B0-E470-A613-24B9-A3510C418F4C}"/>
              </a:ext>
            </a:extLst>
          </p:cNvPr>
          <p:cNvSpPr/>
          <p:nvPr/>
        </p:nvSpPr>
        <p:spPr>
          <a:xfrm>
            <a:off x="2202316" y="4471952"/>
            <a:ext cx="6596742" cy="9535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 </a:t>
            </a:r>
            <a:r>
              <a:rPr lang="en-US" altLang="ko-KR" sz="1300" dirty="0">
                <a:solidFill>
                  <a:srgbClr val="FF0000"/>
                </a:solidFill>
              </a:rPr>
              <a:t>Block 1 </a:t>
            </a:r>
            <a:r>
              <a:rPr lang="en-US" altLang="ko-KR" sz="1300" dirty="0">
                <a:solidFill>
                  <a:schemeClr val="tx1"/>
                </a:solidFill>
              </a:rPr>
              <a:t>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rgbClr val="FF0000"/>
                </a:solidFill>
              </a:rPr>
              <a:t>128-&gt;256ch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32,768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  Block 2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dirty="0">
                <a:solidFill>
                  <a:schemeClr val="tx1"/>
                </a:solidFill>
              </a:rPr>
              <a:t> 256 -&gt;256ch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65,536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  Block 3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dirty="0">
                <a:solidFill>
                  <a:schemeClr val="tx1"/>
                </a:solidFill>
              </a:rPr>
              <a:t> 256 -&gt;256ch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65,536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  Block 4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dirty="0">
                <a:solidFill>
                  <a:schemeClr val="tx1"/>
                </a:solidFill>
              </a:rPr>
              <a:t> 256 -&gt;256ch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65,536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ko-KR" altLang="en-US" sz="12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96FF6B4-5130-D439-51CB-2FF066193574}"/>
              </a:ext>
            </a:extLst>
          </p:cNvPr>
          <p:cNvCxnSpPr>
            <a:cxnSpLocks/>
          </p:cNvCxnSpPr>
          <p:nvPr/>
        </p:nvCxnSpPr>
        <p:spPr>
          <a:xfrm>
            <a:off x="5378906" y="5412357"/>
            <a:ext cx="0" cy="320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E75DA5-A37F-FBAA-3659-DD3B3FD864EA}"/>
              </a:ext>
            </a:extLst>
          </p:cNvPr>
          <p:cNvSpPr/>
          <p:nvPr/>
        </p:nvSpPr>
        <p:spPr>
          <a:xfrm>
            <a:off x="2202316" y="5767896"/>
            <a:ext cx="6596742" cy="9535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rgbClr val="FF0000"/>
                </a:solidFill>
              </a:rPr>
              <a:t> Block 1 </a:t>
            </a:r>
            <a:r>
              <a:rPr lang="en-US" altLang="ko-KR" sz="1300" dirty="0">
                <a:solidFill>
                  <a:schemeClr val="tx1"/>
                </a:solidFill>
              </a:rPr>
              <a:t>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rgbClr val="FF0000"/>
                </a:solidFill>
              </a:rPr>
              <a:t>256 -&gt;512ch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131,072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Block 2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512 -&gt;512ch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262,144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Block 3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512 -&gt;512ch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262,144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 Block 4 : </a:t>
            </a:r>
            <a:r>
              <a:rPr lang="en-US" altLang="ko-KR" sz="1300" b="1" dirty="0" err="1">
                <a:solidFill>
                  <a:schemeClr val="tx1"/>
                </a:solidFill>
              </a:rPr>
              <a:t>BinaryConv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512 -&gt;512ch  </a:t>
            </a:r>
            <a:r>
              <a:rPr lang="ko-KR" altLang="en-US" sz="1300" dirty="0">
                <a:solidFill>
                  <a:schemeClr val="tx1"/>
                </a:solidFill>
              </a:rPr>
              <a:t>커널 수 </a:t>
            </a:r>
            <a:r>
              <a:rPr lang="en-US" altLang="ko-KR" sz="1300" dirty="0">
                <a:solidFill>
                  <a:schemeClr val="tx1"/>
                </a:solidFill>
              </a:rPr>
              <a:t>: 262,144</a:t>
            </a:r>
            <a:r>
              <a:rPr lang="ko-KR" altLang="en-US" sz="1300" dirty="0">
                <a:solidFill>
                  <a:schemeClr val="tx1"/>
                </a:solidFill>
              </a:rPr>
              <a:t>개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13BBA5-B47C-0B65-BA95-A333A4113FDD}"/>
                  </a:ext>
                </a:extLst>
              </p:cNvPr>
              <p:cNvSpPr txBox="1"/>
              <p:nvPr/>
            </p:nvSpPr>
            <p:spPr>
              <a:xfrm>
                <a:off x="7029895" y="481011"/>
                <a:ext cx="48899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핵심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각 </a:t>
                </a:r>
                <a:r>
                  <a:rPr lang="en-US" altLang="ko-KR" dirty="0"/>
                  <a:t>Binary conv</a:t>
                </a:r>
                <a:r>
                  <a:rPr lang="ko-KR" altLang="en-US" dirty="0"/>
                  <a:t>에 얼마만큼의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를 할당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13BBA5-B47C-0B65-BA95-A333A4113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95" y="481011"/>
                <a:ext cx="4889951" cy="369332"/>
              </a:xfrm>
              <a:prstGeom prst="rect">
                <a:avLst/>
              </a:prstGeom>
              <a:blipFill>
                <a:blip r:embed="rId2"/>
                <a:stretch>
                  <a:fillRect l="-998" t="-10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616C2FAC-1CB5-4CF5-018B-29D4F92EF205}"/>
              </a:ext>
            </a:extLst>
          </p:cNvPr>
          <p:cNvSpPr txBox="1"/>
          <p:nvPr/>
        </p:nvSpPr>
        <p:spPr>
          <a:xfrm>
            <a:off x="1324428" y="1561318"/>
            <a:ext cx="126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Stage</a:t>
            </a:r>
            <a:r>
              <a:rPr lang="ko-KR" altLang="en-US" b="1" dirty="0"/>
              <a:t> </a:t>
            </a:r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0AC74A-9670-2CEA-73FD-877B8C9C0F7B}"/>
              </a:ext>
            </a:extLst>
          </p:cNvPr>
          <p:cNvSpPr txBox="1"/>
          <p:nvPr/>
        </p:nvSpPr>
        <p:spPr>
          <a:xfrm>
            <a:off x="1324428" y="2855912"/>
            <a:ext cx="126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Stage</a:t>
            </a:r>
            <a:r>
              <a:rPr lang="ko-KR" altLang="en-US" b="1" dirty="0"/>
              <a:t> </a:t>
            </a:r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F6B078-3508-F015-5814-72B41140F10F}"/>
              </a:ext>
            </a:extLst>
          </p:cNvPr>
          <p:cNvSpPr txBox="1"/>
          <p:nvPr/>
        </p:nvSpPr>
        <p:spPr>
          <a:xfrm>
            <a:off x="1324428" y="4197687"/>
            <a:ext cx="126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Stage</a:t>
            </a:r>
            <a:r>
              <a:rPr lang="ko-KR" altLang="en-US" b="1" dirty="0"/>
              <a:t> </a:t>
            </a:r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557C5F-8DCB-7CF2-1D9E-4FCCEE30A19B}"/>
              </a:ext>
            </a:extLst>
          </p:cNvPr>
          <p:cNvSpPr txBox="1"/>
          <p:nvPr/>
        </p:nvSpPr>
        <p:spPr>
          <a:xfrm>
            <a:off x="1324427" y="5539462"/>
            <a:ext cx="126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Stage</a:t>
            </a:r>
            <a:r>
              <a:rPr lang="ko-KR" altLang="en-US" b="1" dirty="0"/>
              <a:t> </a:t>
            </a:r>
            <a:r>
              <a:rPr lang="en-US" altLang="ko-KR" b="1" dirty="0"/>
              <a:t>4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2438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BACB4-5730-81B4-EC3D-BEA760D7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Standard BNN (Stage 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EC955C-4F87-D970-68E7-470A6D2B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A797D00-2AEC-C31A-00AE-C5BF16382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16" b="49206"/>
          <a:stretch>
            <a:fillRect/>
          </a:stretch>
        </p:blipFill>
        <p:spPr>
          <a:xfrm>
            <a:off x="1395866" y="921658"/>
            <a:ext cx="3415620" cy="554528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E243313-D658-7412-19D6-A64293784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0000" r="-24498"/>
          <a:stretch>
            <a:fillRect/>
          </a:stretch>
        </p:blipFill>
        <p:spPr>
          <a:xfrm>
            <a:off x="5684837" y="1162830"/>
            <a:ext cx="4242934" cy="545288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5400A9E-72B9-55EA-A295-E36E0E85750F}"/>
              </a:ext>
            </a:extLst>
          </p:cNvPr>
          <p:cNvSpPr txBox="1"/>
          <p:nvPr/>
        </p:nvSpPr>
        <p:spPr>
          <a:xfrm>
            <a:off x="921656" y="921658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1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02AFBF-C5CC-8949-C11C-5FC97B124BDA}"/>
              </a:ext>
            </a:extLst>
          </p:cNvPr>
          <p:cNvSpPr txBox="1"/>
          <p:nvPr/>
        </p:nvSpPr>
        <p:spPr>
          <a:xfrm>
            <a:off x="921655" y="3694299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2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D0670C-2DD0-76B5-76CD-C81E9F3D4DB1}"/>
              </a:ext>
            </a:extLst>
          </p:cNvPr>
          <p:cNvSpPr txBox="1"/>
          <p:nvPr/>
        </p:nvSpPr>
        <p:spPr>
          <a:xfrm>
            <a:off x="5285696" y="921658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3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4513E5-D2E6-9FDF-6B70-B4377A190F7B}"/>
              </a:ext>
            </a:extLst>
          </p:cNvPr>
          <p:cNvSpPr txBox="1"/>
          <p:nvPr/>
        </p:nvSpPr>
        <p:spPr>
          <a:xfrm>
            <a:off x="5285695" y="3704605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855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7AF2-FC88-AC2D-2B51-73C2A20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33980-9E4D-B4EC-B505-322875C81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Standard BNN (Stage 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42B29E-29BB-2D91-CE21-4AF6FC85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50C5F95-6EB1-34E8-B0D9-D3CAAFE17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5196" b="50000"/>
          <a:stretch>
            <a:fillRect/>
          </a:stretch>
        </p:blipFill>
        <p:spPr>
          <a:xfrm>
            <a:off x="1896608" y="1016225"/>
            <a:ext cx="3705906" cy="56365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488311D-B8D0-58AC-B846-FC40EB3F9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0000" r="-794"/>
          <a:stretch>
            <a:fillRect/>
          </a:stretch>
        </p:blipFill>
        <p:spPr>
          <a:xfrm>
            <a:off x="5917065" y="1077685"/>
            <a:ext cx="3553506" cy="56408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F00720-90C4-7E2C-B213-6A873D52CEE4}"/>
              </a:ext>
            </a:extLst>
          </p:cNvPr>
          <p:cNvSpPr txBox="1"/>
          <p:nvPr/>
        </p:nvSpPr>
        <p:spPr>
          <a:xfrm>
            <a:off x="1371599" y="1023707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Block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BDAD00-1654-0979-FD4A-202359025E86}"/>
              </a:ext>
            </a:extLst>
          </p:cNvPr>
          <p:cNvSpPr txBox="1"/>
          <p:nvPr/>
        </p:nvSpPr>
        <p:spPr>
          <a:xfrm>
            <a:off x="1371598" y="3874490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2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CA771D-8C3F-74A6-BE42-34EBAADFC6F4}"/>
              </a:ext>
            </a:extLst>
          </p:cNvPr>
          <p:cNvSpPr txBox="1"/>
          <p:nvPr/>
        </p:nvSpPr>
        <p:spPr>
          <a:xfrm>
            <a:off x="5321298" y="863604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3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92EE72-A3E3-D67A-9A23-FC4C5924B27C}"/>
              </a:ext>
            </a:extLst>
          </p:cNvPr>
          <p:cNvSpPr txBox="1"/>
          <p:nvPr/>
        </p:nvSpPr>
        <p:spPr>
          <a:xfrm>
            <a:off x="5321297" y="3713439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257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F519B-C361-E1A9-E8EF-85C61A29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E19A3C0-202D-92DE-04B2-581F396CB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-2826"/>
          <a:stretch>
            <a:fillRect/>
          </a:stretch>
        </p:blipFill>
        <p:spPr>
          <a:xfrm>
            <a:off x="5902551" y="1023706"/>
            <a:ext cx="3676878" cy="57213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6101734-0914-A22F-90CE-E99C31BD4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794" b="50000"/>
          <a:stretch>
            <a:fillRect/>
          </a:stretch>
        </p:blipFill>
        <p:spPr>
          <a:xfrm>
            <a:off x="1941057" y="910889"/>
            <a:ext cx="3617008" cy="574164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EA1498-CE8F-0C5D-4190-F5511415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Standard BNN (Stage 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58AEA-9AAA-4E67-809C-B810C080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1A31AA-C8F4-8751-D027-545AA18F405F}"/>
              </a:ext>
            </a:extLst>
          </p:cNvPr>
          <p:cNvSpPr txBox="1"/>
          <p:nvPr/>
        </p:nvSpPr>
        <p:spPr>
          <a:xfrm>
            <a:off x="1371599" y="1023707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Block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C42F43-D951-8588-0ECA-69A33605372F}"/>
              </a:ext>
            </a:extLst>
          </p:cNvPr>
          <p:cNvSpPr txBox="1"/>
          <p:nvPr/>
        </p:nvSpPr>
        <p:spPr>
          <a:xfrm>
            <a:off x="1371598" y="3874490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2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E5AD6A-B5AB-1642-F223-CE5964833959}"/>
              </a:ext>
            </a:extLst>
          </p:cNvPr>
          <p:cNvSpPr txBox="1"/>
          <p:nvPr/>
        </p:nvSpPr>
        <p:spPr>
          <a:xfrm>
            <a:off x="5321298" y="863604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3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2D1F4D-8A95-32A9-6C83-44DF3AFAED63}"/>
              </a:ext>
            </a:extLst>
          </p:cNvPr>
          <p:cNvSpPr txBox="1"/>
          <p:nvPr/>
        </p:nvSpPr>
        <p:spPr>
          <a:xfrm>
            <a:off x="5321297" y="3713439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3120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5E637-5E52-8757-1D9B-FE0AA477B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B4D2126-8814-AC07-E59C-9756DC8E4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561"/>
          <a:stretch>
            <a:fillRect/>
          </a:stretch>
        </p:blipFill>
        <p:spPr>
          <a:xfrm>
            <a:off x="5892661" y="1048270"/>
            <a:ext cx="3567022" cy="57394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94EB64-CABB-38BC-838C-C2738D777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794" b="50000"/>
          <a:stretch>
            <a:fillRect/>
          </a:stretch>
        </p:blipFill>
        <p:spPr>
          <a:xfrm>
            <a:off x="2027602" y="1060552"/>
            <a:ext cx="3530463" cy="560426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559445-C849-069C-596E-A5C8F03BE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Standard BNN (Stage 4)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C8584-BF38-9274-4F13-1F7BE971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641247-AF4A-6446-6A61-F8D6C53A3AA1}"/>
              </a:ext>
            </a:extLst>
          </p:cNvPr>
          <p:cNvSpPr txBox="1"/>
          <p:nvPr/>
        </p:nvSpPr>
        <p:spPr>
          <a:xfrm>
            <a:off x="1371599" y="1023707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Block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31B39D-2B13-EC89-0069-120D750E3B34}"/>
              </a:ext>
            </a:extLst>
          </p:cNvPr>
          <p:cNvSpPr txBox="1"/>
          <p:nvPr/>
        </p:nvSpPr>
        <p:spPr>
          <a:xfrm>
            <a:off x="1371598" y="3874490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2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988130-B7FB-FC40-A7E8-F6ACCC8065BF}"/>
              </a:ext>
            </a:extLst>
          </p:cNvPr>
          <p:cNvSpPr txBox="1"/>
          <p:nvPr/>
        </p:nvSpPr>
        <p:spPr>
          <a:xfrm>
            <a:off x="5321298" y="863604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3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242427-66B0-6DBA-BD3C-5CE4511C05A8}"/>
              </a:ext>
            </a:extLst>
          </p:cNvPr>
          <p:cNvSpPr txBox="1"/>
          <p:nvPr/>
        </p:nvSpPr>
        <p:spPr>
          <a:xfrm>
            <a:off x="5321297" y="3713439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7177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739DA-33C0-65B4-C9BB-4E38BA4A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Standard BNN(</a:t>
            </a:r>
            <a:r>
              <a:rPr lang="ko-KR" altLang="en-US" dirty="0"/>
              <a:t>특징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94A67D-439C-8E4B-B493-8DB6DFBA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8D182-0FD0-E65E-7439-B60BD3B184C3}"/>
              </a:ext>
            </a:extLst>
          </p:cNvPr>
          <p:cNvSpPr txBox="1"/>
          <p:nvPr/>
        </p:nvSpPr>
        <p:spPr>
          <a:xfrm>
            <a:off x="1030514" y="1611086"/>
            <a:ext cx="100656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각 </a:t>
            </a:r>
            <a:r>
              <a:rPr lang="en-US" altLang="ko-KR" dirty="0"/>
              <a:t>stage</a:t>
            </a:r>
            <a:r>
              <a:rPr lang="ko-KR" altLang="en-US" dirty="0"/>
              <a:t>의 첫 번째 </a:t>
            </a:r>
            <a:r>
              <a:rPr lang="en-US" altLang="ko-KR" dirty="0"/>
              <a:t>Block</a:t>
            </a:r>
            <a:r>
              <a:rPr lang="ko-KR" altLang="en-US" dirty="0"/>
              <a:t>이 </a:t>
            </a:r>
            <a:r>
              <a:rPr lang="en-US" altLang="ko-KR" dirty="0"/>
              <a:t>clustering</a:t>
            </a:r>
            <a:r>
              <a:rPr lang="ko-KR" altLang="en-US" dirty="0"/>
              <a:t>이 큼</a:t>
            </a:r>
            <a:endParaRPr lang="en-US" altLang="ko-KR" dirty="0"/>
          </a:p>
          <a:p>
            <a:pPr lvl="1"/>
            <a:r>
              <a:rPr lang="en-US" altLang="ko-KR" dirty="0"/>
              <a:t>Top-64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Stage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 의 첫 번째 </a:t>
            </a:r>
            <a:r>
              <a:rPr lang="en-US" altLang="ko-KR" dirty="0"/>
              <a:t>Block  </a:t>
            </a:r>
            <a:r>
              <a:rPr lang="en-US" altLang="ko-KR" b="1" dirty="0"/>
              <a:t>62.1%  </a:t>
            </a:r>
            <a:r>
              <a:rPr lang="en-US" altLang="ko-KR" dirty="0"/>
              <a:t>vs </a:t>
            </a:r>
            <a:r>
              <a:rPr lang="ko-KR" altLang="en-US" dirty="0"/>
              <a:t>나머지 평균 </a:t>
            </a:r>
            <a:r>
              <a:rPr lang="en-US" altLang="ko-KR" dirty="0"/>
              <a:t>~36%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Stage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 의 첫 번째 </a:t>
            </a:r>
            <a:r>
              <a:rPr lang="en-US" altLang="ko-KR" dirty="0"/>
              <a:t>Block  </a:t>
            </a:r>
            <a:r>
              <a:rPr lang="en-US" altLang="ko-KR" b="1" dirty="0"/>
              <a:t>64.0%  </a:t>
            </a:r>
            <a:r>
              <a:rPr lang="en-US" altLang="ko-KR" dirty="0"/>
              <a:t>vs </a:t>
            </a:r>
            <a:r>
              <a:rPr lang="ko-KR" altLang="en-US" dirty="0"/>
              <a:t>나머지 평균 </a:t>
            </a:r>
            <a:r>
              <a:rPr lang="en-US" altLang="ko-KR" dirty="0"/>
              <a:t>~40%</a:t>
            </a:r>
            <a:endParaRPr lang="en-US" altLang="ko-K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Stage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 의 첫 번째 </a:t>
            </a:r>
            <a:r>
              <a:rPr lang="en-US" altLang="ko-KR" dirty="0"/>
              <a:t>Block  </a:t>
            </a:r>
            <a:r>
              <a:rPr lang="en-US" altLang="ko-KR" b="1" dirty="0"/>
              <a:t>66.4%  </a:t>
            </a:r>
            <a:r>
              <a:rPr lang="en-US" altLang="ko-KR" dirty="0"/>
              <a:t>vs </a:t>
            </a:r>
            <a:r>
              <a:rPr lang="ko-KR" altLang="en-US" dirty="0"/>
              <a:t>나머지 평균 </a:t>
            </a:r>
            <a:r>
              <a:rPr lang="en-US" altLang="ko-KR" dirty="0"/>
              <a:t>~51%</a:t>
            </a:r>
            <a:endParaRPr lang="en-US" altLang="ko-K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첫번째 블록의 특징은 채널 확장과 해상도 축소</a:t>
            </a:r>
            <a:r>
              <a:rPr lang="en-US" altLang="ko-KR" dirty="0"/>
              <a:t>(stride=2)</a:t>
            </a:r>
            <a:r>
              <a:rPr lang="ko-KR" altLang="en-US" dirty="0"/>
              <a:t>를 담당</a:t>
            </a:r>
            <a:endParaRPr lang="en-US" altLang="ko-KR" dirty="0"/>
          </a:p>
          <a:p>
            <a:pPr lvl="1"/>
            <a:r>
              <a:rPr lang="en-US" altLang="ko-KR" dirty="0"/>
              <a:t>		 </a:t>
            </a:r>
          </a:p>
          <a:p>
            <a:pPr lvl="1"/>
            <a:r>
              <a:rPr lang="en-US" altLang="ko-KR" dirty="0"/>
              <a:t>				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7F1CC-7870-CC0A-9FAC-6A95E96A8AC0}"/>
              </a:ext>
            </a:extLst>
          </p:cNvPr>
          <p:cNvSpPr txBox="1"/>
          <p:nvPr/>
        </p:nvSpPr>
        <p:spPr>
          <a:xfrm>
            <a:off x="1030513" y="3577543"/>
            <a:ext cx="10065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마지막 </a:t>
            </a:r>
            <a:r>
              <a:rPr lang="en-US" altLang="ko-KR" dirty="0"/>
              <a:t>stage</a:t>
            </a:r>
            <a:r>
              <a:rPr lang="ko-KR" altLang="en-US" dirty="0"/>
              <a:t>가 전반적으로 집중됨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Stage 1 ~ 3 top-64 </a:t>
            </a:r>
            <a:r>
              <a:rPr lang="ko-KR" altLang="en-US" dirty="0"/>
              <a:t>평균 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43% -&gt; Stage 4 top-64 </a:t>
            </a:r>
            <a:r>
              <a:rPr lang="ko-KR" altLang="en-US" dirty="0"/>
              <a:t>평균 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55%	 </a:t>
            </a:r>
          </a:p>
          <a:p>
            <a:pPr lvl="1"/>
            <a:r>
              <a:rPr lang="en-US" altLang="ko-KR" dirty="0"/>
              <a:t>			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5547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13997</TotalTime>
  <Words>435</Words>
  <Application>Microsoft Office PowerPoint</Application>
  <PresentationFormat>와이드스크린</PresentationFormat>
  <Paragraphs>73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Cambria Math</vt:lpstr>
      <vt:lpstr>Office 테마</vt:lpstr>
      <vt:lpstr>Mixed SNN   </vt:lpstr>
      <vt:lpstr>Model</vt:lpstr>
      <vt:lpstr>Standard BNN (Stage 1)</vt:lpstr>
      <vt:lpstr>Standard BNN (Stage 2)</vt:lpstr>
      <vt:lpstr>Standard BNN (Stage 3)</vt:lpstr>
      <vt:lpstr>Standard BNN (Stage 4)</vt:lpstr>
      <vt:lpstr>Standard BNN(특징)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1353</cp:revision>
  <dcterms:created xsi:type="dcterms:W3CDTF">2023-03-06T16:32:37Z</dcterms:created>
  <dcterms:modified xsi:type="dcterms:W3CDTF">2026-03-10T12:01:01Z</dcterms:modified>
</cp:coreProperties>
</file>