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성현 이" initials="성이" lastIdx="2" clrIdx="0">
    <p:extLst>
      <p:ext uri="{19B8F6BF-5375-455C-9EA6-DF929625EA0E}">
        <p15:presenceInfo xmlns:p15="http://schemas.microsoft.com/office/powerpoint/2012/main" userId="2f0182ffdb5a30a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E3BF"/>
    <a:srgbClr val="0066CC"/>
    <a:srgbClr val="000099"/>
    <a:srgbClr val="002C62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73083" autoAdjust="0"/>
  </p:normalViewPr>
  <p:slideViewPr>
    <p:cSldViewPr snapToGrid="0">
      <p:cViewPr varScale="1">
        <p:scale>
          <a:sx n="118" d="100"/>
          <a:sy n="118" d="100"/>
        </p:scale>
        <p:origin x="2316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현 이" userId="2f0182ffdb5a30a3" providerId="LiveId" clId="{96CFCBFF-3B86-4DA3-8BC4-90A0DDDF2BC8}"/>
    <pc:docChg chg="custSel addSld delSld modSld">
      <pc:chgData name="성현 이" userId="2f0182ffdb5a30a3" providerId="LiveId" clId="{96CFCBFF-3B86-4DA3-8BC4-90A0DDDF2BC8}" dt="2026-05-27T11:37:45.124" v="857" actId="1076"/>
      <pc:docMkLst>
        <pc:docMk/>
      </pc:docMkLst>
      <pc:sldChg chg="modSp mod">
        <pc:chgData name="성현 이" userId="2f0182ffdb5a30a3" providerId="LiveId" clId="{96CFCBFF-3B86-4DA3-8BC4-90A0DDDF2BC8}" dt="2026-05-27T01:33:16.094" v="20" actId="20577"/>
        <pc:sldMkLst>
          <pc:docMk/>
          <pc:sldMk cId="1460686755" sldId="256"/>
        </pc:sldMkLst>
        <pc:spChg chg="mod">
          <ac:chgData name="성현 이" userId="2f0182ffdb5a30a3" providerId="LiveId" clId="{96CFCBFF-3B86-4DA3-8BC4-90A0DDDF2BC8}" dt="2026-05-27T01:33:16.094" v="20" actId="20577"/>
          <ac:spMkLst>
            <pc:docMk/>
            <pc:sldMk cId="1460686755" sldId="256"/>
            <ac:spMk id="2" creationId="{AEB04FD9-6A59-4C4E-B0B6-829FC2BFF5E2}"/>
          </ac:spMkLst>
        </pc:spChg>
        <pc:spChg chg="mod">
          <ac:chgData name="성현 이" userId="2f0182ffdb5a30a3" providerId="LiveId" clId="{96CFCBFF-3B86-4DA3-8BC4-90A0DDDF2BC8}" dt="2026-05-27T01:33:08.947" v="3" actId="20577"/>
          <ac:spMkLst>
            <pc:docMk/>
            <pc:sldMk cId="1460686755" sldId="256"/>
            <ac:spMk id="7" creationId="{770FAEFE-5022-C97B-B627-1644546785A2}"/>
          </ac:spMkLst>
        </pc:spChg>
      </pc:sldChg>
      <pc:sldChg chg="addSp delSp modSp new mod modNotesTx">
        <pc:chgData name="성현 이" userId="2f0182ffdb5a30a3" providerId="LiveId" clId="{96CFCBFF-3B86-4DA3-8BC4-90A0DDDF2BC8}" dt="2026-05-27T05:49:49.877" v="848" actId="20577"/>
        <pc:sldMkLst>
          <pc:docMk/>
          <pc:sldMk cId="1628135739" sldId="257"/>
        </pc:sldMkLst>
        <pc:spChg chg="mod">
          <ac:chgData name="성현 이" userId="2f0182ffdb5a30a3" providerId="LiveId" clId="{96CFCBFF-3B86-4DA3-8BC4-90A0DDDF2BC8}" dt="2026-05-27T01:33:51.579" v="63" actId="20577"/>
          <ac:spMkLst>
            <pc:docMk/>
            <pc:sldMk cId="1628135739" sldId="257"/>
            <ac:spMk id="2" creationId="{CEC37139-78E8-D825-F6E1-1902B581EEDC}"/>
          </ac:spMkLst>
        </pc:spChg>
        <pc:spChg chg="del">
          <ac:chgData name="성현 이" userId="2f0182ffdb5a30a3" providerId="LiveId" clId="{96CFCBFF-3B86-4DA3-8BC4-90A0DDDF2BC8}" dt="2026-05-27T01:33:54.167" v="64" actId="478"/>
          <ac:spMkLst>
            <pc:docMk/>
            <pc:sldMk cId="1628135739" sldId="257"/>
            <ac:spMk id="3" creationId="{07BC4AA1-1992-9A18-31EC-606CC405DE7A}"/>
          </ac:spMkLst>
        </pc:spChg>
        <pc:spChg chg="add mod">
          <ac:chgData name="성현 이" userId="2f0182ffdb5a30a3" providerId="LiveId" clId="{96CFCBFF-3B86-4DA3-8BC4-90A0DDDF2BC8}" dt="2026-05-27T05:36:43.833" v="834" actId="20577"/>
          <ac:spMkLst>
            <pc:docMk/>
            <pc:sldMk cId="1628135739" sldId="257"/>
            <ac:spMk id="5" creationId="{CAAA1072-80C6-AA84-83CD-8D95D4448A49}"/>
          </ac:spMkLst>
        </pc:spChg>
        <pc:spChg chg="add mod">
          <ac:chgData name="성현 이" userId="2f0182ffdb5a30a3" providerId="LiveId" clId="{96CFCBFF-3B86-4DA3-8BC4-90A0DDDF2BC8}" dt="2026-05-27T05:37:17.796" v="844" actId="1076"/>
          <ac:spMkLst>
            <pc:docMk/>
            <pc:sldMk cId="1628135739" sldId="257"/>
            <ac:spMk id="7" creationId="{583D4099-A751-5C31-4D59-8DDFED44EDE5}"/>
          </ac:spMkLst>
        </pc:spChg>
        <pc:graphicFrameChg chg="add mod modGraphic">
          <ac:chgData name="성현 이" userId="2f0182ffdb5a30a3" providerId="LiveId" clId="{96CFCBFF-3B86-4DA3-8BC4-90A0DDDF2BC8}" dt="2026-05-27T05:37:14.663" v="843" actId="1076"/>
          <ac:graphicFrameMkLst>
            <pc:docMk/>
            <pc:sldMk cId="1628135739" sldId="257"/>
            <ac:graphicFrameMk id="6" creationId="{E68E0E68-5315-4127-80D1-D75533CF8E9F}"/>
          </ac:graphicFrameMkLst>
        </pc:graphicFrameChg>
        <pc:graphicFrameChg chg="add del mod modGraphic">
          <ac:chgData name="성현 이" userId="2f0182ffdb5a30a3" providerId="LiveId" clId="{96CFCBFF-3B86-4DA3-8BC4-90A0DDDF2BC8}" dt="2026-05-27T02:08:56.613" v="278" actId="478"/>
          <ac:graphicFrameMkLst>
            <pc:docMk/>
            <pc:sldMk cId="1628135739" sldId="257"/>
            <ac:graphicFrameMk id="10" creationId="{25AD7AA2-2F87-552E-13F8-0ABCA6CF982F}"/>
          </ac:graphicFrameMkLst>
        </pc:graphicFrameChg>
        <pc:picChg chg="add mod">
          <ac:chgData name="성현 이" userId="2f0182ffdb5a30a3" providerId="LiveId" clId="{96CFCBFF-3B86-4DA3-8BC4-90A0DDDF2BC8}" dt="2026-05-27T05:37:10.243" v="842" actId="14100"/>
          <ac:picMkLst>
            <pc:docMk/>
            <pc:sldMk cId="1628135739" sldId="257"/>
            <ac:picMk id="9" creationId="{BB50BF5B-F3B8-3BF3-F576-9DDB97024C71}"/>
          </ac:picMkLst>
        </pc:picChg>
      </pc:sldChg>
      <pc:sldChg chg="addSp delSp modSp new mod">
        <pc:chgData name="성현 이" userId="2f0182ffdb5a30a3" providerId="LiveId" clId="{96CFCBFF-3B86-4DA3-8BC4-90A0DDDF2BC8}" dt="2026-05-27T11:37:45.124" v="857" actId="1076"/>
        <pc:sldMkLst>
          <pc:docMk/>
          <pc:sldMk cId="424482040" sldId="258"/>
        </pc:sldMkLst>
        <pc:spChg chg="mod">
          <ac:chgData name="성현 이" userId="2f0182ffdb5a30a3" providerId="LiveId" clId="{96CFCBFF-3B86-4DA3-8BC4-90A0DDDF2BC8}" dt="2026-05-27T04:36:43.995" v="782" actId="20577"/>
          <ac:spMkLst>
            <pc:docMk/>
            <pc:sldMk cId="424482040" sldId="258"/>
            <ac:spMk id="2" creationId="{88886879-5E49-1B4F-A81A-34F48C32FAC1}"/>
          </ac:spMkLst>
        </pc:spChg>
        <pc:spChg chg="del">
          <ac:chgData name="성현 이" userId="2f0182ffdb5a30a3" providerId="LiveId" clId="{96CFCBFF-3B86-4DA3-8BC4-90A0DDDF2BC8}" dt="2026-05-27T02:27:14.839" v="280" actId="478"/>
          <ac:spMkLst>
            <pc:docMk/>
            <pc:sldMk cId="424482040" sldId="258"/>
            <ac:spMk id="3" creationId="{587ED4A2-070B-BFA0-CFD4-87D4A98A991D}"/>
          </ac:spMkLst>
        </pc:spChg>
        <pc:spChg chg="add mod">
          <ac:chgData name="성현 이" userId="2f0182ffdb5a30a3" providerId="LiveId" clId="{96CFCBFF-3B86-4DA3-8BC4-90A0DDDF2BC8}" dt="2026-05-27T04:32:49.460" v="543" actId="1076"/>
          <ac:spMkLst>
            <pc:docMk/>
            <pc:sldMk cId="424482040" sldId="258"/>
            <ac:spMk id="6" creationId="{9B0A36FE-7283-C57F-26EF-DA20CAFFF862}"/>
          </ac:spMkLst>
        </pc:spChg>
        <pc:spChg chg="add mod">
          <ac:chgData name="성현 이" userId="2f0182ffdb5a30a3" providerId="LiveId" clId="{96CFCBFF-3B86-4DA3-8BC4-90A0DDDF2BC8}" dt="2026-05-27T05:22:45.709" v="809" actId="1076"/>
          <ac:spMkLst>
            <pc:docMk/>
            <pc:sldMk cId="424482040" sldId="258"/>
            <ac:spMk id="8" creationId="{0A5DCF07-8DCC-63B9-21B8-FA1A3F797F5D}"/>
          </ac:spMkLst>
        </pc:spChg>
        <pc:spChg chg="add mod">
          <ac:chgData name="성현 이" userId="2f0182ffdb5a30a3" providerId="LiveId" clId="{96CFCBFF-3B86-4DA3-8BC4-90A0DDDF2BC8}" dt="2026-05-27T06:47:00.609" v="852" actId="20577"/>
          <ac:spMkLst>
            <pc:docMk/>
            <pc:sldMk cId="424482040" sldId="258"/>
            <ac:spMk id="9" creationId="{924B7FF4-8ACD-8975-C12D-5BB43ED5E631}"/>
          </ac:spMkLst>
        </pc:spChg>
        <pc:spChg chg="add mod">
          <ac:chgData name="성현 이" userId="2f0182ffdb5a30a3" providerId="LiveId" clId="{96CFCBFF-3B86-4DA3-8BC4-90A0DDDF2BC8}" dt="2026-05-27T05:25:59.583" v="826" actId="1076"/>
          <ac:spMkLst>
            <pc:docMk/>
            <pc:sldMk cId="424482040" sldId="258"/>
            <ac:spMk id="14" creationId="{99F396FE-B03A-1115-56D4-385FB443CFDD}"/>
          </ac:spMkLst>
        </pc:spChg>
        <pc:graphicFrameChg chg="add mod modGraphic">
          <ac:chgData name="성현 이" userId="2f0182ffdb5a30a3" providerId="LiveId" clId="{96CFCBFF-3B86-4DA3-8BC4-90A0DDDF2BC8}" dt="2026-05-27T05:22:35.062" v="807" actId="14734"/>
          <ac:graphicFrameMkLst>
            <pc:docMk/>
            <pc:sldMk cId="424482040" sldId="258"/>
            <ac:graphicFrameMk id="5" creationId="{9704AE3C-42CE-90BA-218A-4B03B299EE41}"/>
          </ac:graphicFrameMkLst>
        </pc:graphicFrameChg>
        <pc:graphicFrameChg chg="add mod modGraphic">
          <ac:chgData name="성현 이" userId="2f0182ffdb5a30a3" providerId="LiveId" clId="{96CFCBFF-3B86-4DA3-8BC4-90A0DDDF2BC8}" dt="2026-05-27T05:22:45.709" v="809" actId="1076"/>
          <ac:graphicFrameMkLst>
            <pc:docMk/>
            <pc:sldMk cId="424482040" sldId="258"/>
            <ac:graphicFrameMk id="7" creationId="{80FDAB16-B9EF-6A43-0530-C729C7063F58}"/>
          </ac:graphicFrameMkLst>
        </pc:graphicFrameChg>
        <pc:picChg chg="add mod">
          <ac:chgData name="성현 이" userId="2f0182ffdb5a30a3" providerId="LiveId" clId="{96CFCBFF-3B86-4DA3-8BC4-90A0DDDF2BC8}" dt="2026-05-27T11:37:45.124" v="857" actId="1076"/>
          <ac:picMkLst>
            <pc:docMk/>
            <pc:sldMk cId="424482040" sldId="258"/>
            <ac:picMk id="10" creationId="{84D6EE7F-B973-DC1C-FD2C-C45B8BA80E27}"/>
          </ac:picMkLst>
        </pc:picChg>
        <pc:picChg chg="add del mod">
          <ac:chgData name="성현 이" userId="2f0182ffdb5a30a3" providerId="LiveId" clId="{96CFCBFF-3B86-4DA3-8BC4-90A0DDDF2BC8}" dt="2026-05-27T04:53:02.574" v="798" actId="478"/>
          <ac:picMkLst>
            <pc:docMk/>
            <pc:sldMk cId="424482040" sldId="258"/>
            <ac:picMk id="11" creationId="{1CF4457B-D21A-B1CF-9FCC-88C5AE27426C}"/>
          </ac:picMkLst>
        </pc:picChg>
        <pc:picChg chg="add del mod">
          <ac:chgData name="성현 이" userId="2f0182ffdb5a30a3" providerId="LiveId" clId="{96CFCBFF-3B86-4DA3-8BC4-90A0DDDF2BC8}" dt="2026-05-27T11:37:38.740" v="854" actId="478"/>
          <ac:picMkLst>
            <pc:docMk/>
            <pc:sldMk cId="424482040" sldId="258"/>
            <ac:picMk id="13" creationId="{4BEE7C9E-A515-BC20-249D-FEC5A50032C8}"/>
          </ac:picMkLst>
        </pc:picChg>
      </pc:sldChg>
      <pc:sldChg chg="addSp delSp modSp new del mod">
        <pc:chgData name="성현 이" userId="2f0182ffdb5a30a3" providerId="LiveId" clId="{96CFCBFF-3B86-4DA3-8BC4-90A0DDDF2BC8}" dt="2026-05-27T04:54:07.312" v="803" actId="2696"/>
        <pc:sldMkLst>
          <pc:docMk/>
          <pc:sldMk cId="664065777" sldId="259"/>
        </pc:sldMkLst>
        <pc:spChg chg="mod">
          <ac:chgData name="성현 이" userId="2f0182ffdb5a30a3" providerId="LiveId" clId="{96CFCBFF-3B86-4DA3-8BC4-90A0DDDF2BC8}" dt="2026-05-27T04:52:50.319" v="793" actId="27636"/>
          <ac:spMkLst>
            <pc:docMk/>
            <pc:sldMk cId="664065777" sldId="259"/>
            <ac:spMk id="2" creationId="{91C63552-FDC5-64B8-A079-1ECCD887FCF2}"/>
          </ac:spMkLst>
        </pc:spChg>
        <pc:spChg chg="del">
          <ac:chgData name="성현 이" userId="2f0182ffdb5a30a3" providerId="LiveId" clId="{96CFCBFF-3B86-4DA3-8BC4-90A0DDDF2BC8}" dt="2026-05-27T04:52:47.805" v="791" actId="478"/>
          <ac:spMkLst>
            <pc:docMk/>
            <pc:sldMk cId="664065777" sldId="259"/>
            <ac:spMk id="3" creationId="{792AA9D4-7979-9BD6-595F-690A49F682AF}"/>
          </ac:spMkLst>
        </pc:spChg>
        <pc:spChg chg="add mod">
          <ac:chgData name="성현 이" userId="2f0182ffdb5a30a3" providerId="LiveId" clId="{96CFCBFF-3B86-4DA3-8BC4-90A0DDDF2BC8}" dt="2026-05-27T04:52:59.835" v="797" actId="1076"/>
          <ac:spMkLst>
            <pc:docMk/>
            <pc:sldMk cId="664065777" sldId="259"/>
            <ac:spMk id="5" creationId="{3C59D01A-4FB2-1D07-BC7F-172D63DF5DF4}"/>
          </ac:spMkLst>
        </pc:spChg>
        <pc:picChg chg="add mod">
          <ac:chgData name="성현 이" userId="2f0182ffdb5a30a3" providerId="LiveId" clId="{96CFCBFF-3B86-4DA3-8BC4-90A0DDDF2BC8}" dt="2026-05-27T04:53:08.493" v="802" actId="1076"/>
          <ac:picMkLst>
            <pc:docMk/>
            <pc:sldMk cId="664065777" sldId="259"/>
            <ac:picMk id="6" creationId="{728F3451-033B-2C3C-6E70-DD2D8C856C99}"/>
          </ac:picMkLst>
        </pc:picChg>
      </pc:sldChg>
      <pc:sldChg chg="addSp delSp modSp new del mod">
        <pc:chgData name="성현 이" userId="2f0182ffdb5a30a3" providerId="LiveId" clId="{96CFCBFF-3B86-4DA3-8BC4-90A0DDDF2BC8}" dt="2026-05-27T06:47:11.606" v="853" actId="2696"/>
        <pc:sldMkLst>
          <pc:docMk/>
          <pc:sldMk cId="3826514167" sldId="259"/>
        </pc:sldMkLst>
        <pc:spChg chg="del">
          <ac:chgData name="성현 이" userId="2f0182ffdb5a30a3" providerId="LiveId" clId="{96CFCBFF-3B86-4DA3-8BC4-90A0DDDF2BC8}" dt="2026-05-27T05:31:38.195" v="828" actId="478"/>
          <ac:spMkLst>
            <pc:docMk/>
            <pc:sldMk cId="3826514167" sldId="259"/>
            <ac:spMk id="2" creationId="{B92D94F4-3F9B-F4CC-F56D-921AAD47A652}"/>
          </ac:spMkLst>
        </pc:spChg>
        <pc:spChg chg="del">
          <ac:chgData name="성현 이" userId="2f0182ffdb5a30a3" providerId="LiveId" clId="{96CFCBFF-3B86-4DA3-8BC4-90A0DDDF2BC8}" dt="2026-05-27T05:31:39.049" v="829" actId="478"/>
          <ac:spMkLst>
            <pc:docMk/>
            <pc:sldMk cId="3826514167" sldId="259"/>
            <ac:spMk id="3" creationId="{0EC09B5D-5EA1-B77F-BE37-A7F118EC8932}"/>
          </ac:spMkLst>
        </pc:spChg>
        <pc:picChg chg="add mod">
          <ac:chgData name="성현 이" userId="2f0182ffdb5a30a3" providerId="LiveId" clId="{96CFCBFF-3B86-4DA3-8BC4-90A0DDDF2BC8}" dt="2026-05-27T05:31:45.868" v="831" actId="1076"/>
          <ac:picMkLst>
            <pc:docMk/>
            <pc:sldMk cId="3826514167" sldId="259"/>
            <ac:picMk id="6" creationId="{1B6AB3B1-B95D-8F1A-FCD8-CA5D0801AD4E}"/>
          </ac:picMkLst>
        </pc:picChg>
      </pc:sldChg>
      <pc:sldChg chg="del">
        <pc:chgData name="성현 이" userId="2f0182ffdb5a30a3" providerId="LiveId" clId="{96CFCBFF-3B86-4DA3-8BC4-90A0DDDF2BC8}" dt="2026-05-27T01:33:41.384" v="36" actId="2696"/>
        <pc:sldMkLst>
          <pc:docMk/>
          <pc:sldMk cId="1108357708" sldId="261"/>
        </pc:sldMkLst>
      </pc:sldChg>
      <pc:sldChg chg="del">
        <pc:chgData name="성현 이" userId="2f0182ffdb5a30a3" providerId="LiveId" clId="{96CFCBFF-3B86-4DA3-8BC4-90A0DDDF2BC8}" dt="2026-05-27T01:33:40.661" v="35" actId="2696"/>
        <pc:sldMkLst>
          <pc:docMk/>
          <pc:sldMk cId="1956834952" sldId="262"/>
        </pc:sldMkLst>
      </pc:sldChg>
      <pc:sldChg chg="del">
        <pc:chgData name="성현 이" userId="2f0182ffdb5a30a3" providerId="LiveId" clId="{96CFCBFF-3B86-4DA3-8BC4-90A0DDDF2BC8}" dt="2026-05-27T01:33:39.959" v="34" actId="2696"/>
        <pc:sldMkLst>
          <pc:docMk/>
          <pc:sldMk cId="2730707291" sldId="263"/>
        </pc:sldMkLst>
      </pc:sldChg>
      <pc:sldChg chg="del">
        <pc:chgData name="성현 이" userId="2f0182ffdb5a30a3" providerId="LiveId" clId="{96CFCBFF-3B86-4DA3-8BC4-90A0DDDF2BC8}" dt="2026-05-27T01:33:37.606" v="33" actId="2696"/>
        <pc:sldMkLst>
          <pc:docMk/>
          <pc:sldMk cId="1167935431" sldId="264"/>
        </pc:sldMkLst>
      </pc:sldChg>
      <pc:sldChg chg="del">
        <pc:chgData name="성현 이" userId="2f0182ffdb5a30a3" providerId="LiveId" clId="{96CFCBFF-3B86-4DA3-8BC4-90A0DDDF2BC8}" dt="2026-05-27T01:33:36.637" v="32" actId="2696"/>
        <pc:sldMkLst>
          <pc:docMk/>
          <pc:sldMk cId="715428149" sldId="265"/>
        </pc:sldMkLst>
      </pc:sldChg>
      <pc:sldChg chg="del">
        <pc:chgData name="성현 이" userId="2f0182ffdb5a30a3" providerId="LiveId" clId="{96CFCBFF-3B86-4DA3-8BC4-90A0DDDF2BC8}" dt="2026-05-27T01:33:35.638" v="31" actId="2696"/>
        <pc:sldMkLst>
          <pc:docMk/>
          <pc:sldMk cId="1334369965" sldId="266"/>
        </pc:sldMkLst>
      </pc:sldChg>
      <pc:sldChg chg="del">
        <pc:chgData name="성현 이" userId="2f0182ffdb5a30a3" providerId="LiveId" clId="{96CFCBFF-3B86-4DA3-8BC4-90A0DDDF2BC8}" dt="2026-05-27T01:33:34.777" v="30" actId="2696"/>
        <pc:sldMkLst>
          <pc:docMk/>
          <pc:sldMk cId="1422492013" sldId="267"/>
        </pc:sldMkLst>
      </pc:sldChg>
      <pc:sldChg chg="del">
        <pc:chgData name="성현 이" userId="2f0182ffdb5a30a3" providerId="LiveId" clId="{96CFCBFF-3B86-4DA3-8BC4-90A0DDDF2BC8}" dt="2026-05-27T01:33:32.070" v="29" actId="2696"/>
        <pc:sldMkLst>
          <pc:docMk/>
          <pc:sldMk cId="3363468836" sldId="268"/>
        </pc:sldMkLst>
      </pc:sldChg>
      <pc:sldChg chg="del">
        <pc:chgData name="성현 이" userId="2f0182ffdb5a30a3" providerId="LiveId" clId="{96CFCBFF-3B86-4DA3-8BC4-90A0DDDF2BC8}" dt="2026-05-27T01:33:30.815" v="28" actId="2696"/>
        <pc:sldMkLst>
          <pc:docMk/>
          <pc:sldMk cId="1594915423" sldId="269"/>
        </pc:sldMkLst>
      </pc:sldChg>
      <pc:sldChg chg="del">
        <pc:chgData name="성현 이" userId="2f0182ffdb5a30a3" providerId="LiveId" clId="{96CFCBFF-3B86-4DA3-8BC4-90A0DDDF2BC8}" dt="2026-05-27T01:33:29.991" v="27" actId="2696"/>
        <pc:sldMkLst>
          <pc:docMk/>
          <pc:sldMk cId="1308387307" sldId="270"/>
        </pc:sldMkLst>
      </pc:sldChg>
      <pc:sldChg chg="del">
        <pc:chgData name="성현 이" userId="2f0182ffdb5a30a3" providerId="LiveId" clId="{96CFCBFF-3B86-4DA3-8BC4-90A0DDDF2BC8}" dt="2026-05-27T01:33:29.130" v="26" actId="2696"/>
        <pc:sldMkLst>
          <pc:docMk/>
          <pc:sldMk cId="1757824235" sldId="271"/>
        </pc:sldMkLst>
      </pc:sldChg>
      <pc:sldChg chg="del">
        <pc:chgData name="성현 이" userId="2f0182ffdb5a30a3" providerId="LiveId" clId="{96CFCBFF-3B86-4DA3-8BC4-90A0DDDF2BC8}" dt="2026-05-27T01:33:27.166" v="25" actId="2696"/>
        <pc:sldMkLst>
          <pc:docMk/>
          <pc:sldMk cId="4230143471" sldId="272"/>
        </pc:sldMkLst>
      </pc:sldChg>
      <pc:sldChg chg="del">
        <pc:chgData name="성현 이" userId="2f0182ffdb5a30a3" providerId="LiveId" clId="{96CFCBFF-3B86-4DA3-8BC4-90A0DDDF2BC8}" dt="2026-05-27T01:33:26.384" v="24" actId="2696"/>
        <pc:sldMkLst>
          <pc:docMk/>
          <pc:sldMk cId="832841876" sldId="273"/>
        </pc:sldMkLst>
      </pc:sldChg>
      <pc:sldChg chg="del">
        <pc:chgData name="성현 이" userId="2f0182ffdb5a30a3" providerId="LiveId" clId="{96CFCBFF-3B86-4DA3-8BC4-90A0DDDF2BC8}" dt="2026-05-27T01:33:25.502" v="23" actId="2696"/>
        <pc:sldMkLst>
          <pc:docMk/>
          <pc:sldMk cId="3048062793" sldId="274"/>
        </pc:sldMkLst>
      </pc:sldChg>
      <pc:sldChg chg="del">
        <pc:chgData name="성현 이" userId="2f0182ffdb5a30a3" providerId="LiveId" clId="{96CFCBFF-3B86-4DA3-8BC4-90A0DDDF2BC8}" dt="2026-05-27T01:33:24.134" v="22" actId="2696"/>
        <pc:sldMkLst>
          <pc:docMk/>
          <pc:sldMk cId="3970754047" sldId="275"/>
        </pc:sldMkLst>
      </pc:sldChg>
      <pc:sldChg chg="del">
        <pc:chgData name="성현 이" userId="2f0182ffdb5a30a3" providerId="LiveId" clId="{96CFCBFF-3B86-4DA3-8BC4-90A0DDDF2BC8}" dt="2026-05-27T01:33:23.538" v="21" actId="2696"/>
        <pc:sldMkLst>
          <pc:docMk/>
          <pc:sldMk cId="909662224" sldId="2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평균</a:t>
            </a:r>
            <a:endParaRPr lang="en-US" altLang="ko-KR"/>
          </a:p>
          <a:p>
            <a:r>
              <a:rPr lang="en-US" altLang="ko-KR"/>
              <a:t>2/-0.23</a:t>
            </a:r>
          </a:p>
          <a:p>
            <a:r>
              <a:rPr lang="en-US" altLang="ko-KR"/>
              <a:t>6/+0.02</a:t>
            </a:r>
          </a:p>
          <a:p>
            <a:r>
              <a:rPr lang="en-US" altLang="ko-KR"/>
              <a:t>10/-0.09</a:t>
            </a:r>
          </a:p>
          <a:p>
            <a:r>
              <a:rPr lang="en-US" altLang="ko-KR"/>
              <a:t>14/+0.1</a:t>
            </a:r>
          </a:p>
          <a:p>
            <a:r>
              <a:rPr lang="ko-KR" altLang="en-US"/>
              <a:t> </a:t>
            </a:r>
            <a:endParaRPr lang="en-US" altLang="ko-KR"/>
          </a:p>
          <a:p>
            <a:r>
              <a:rPr lang="en-US" altLang="ko-KR"/>
              <a:t>τ' = 1</a:t>
            </a:r>
            <a:r>
              <a:rPr lang="ko-KR" altLang="en-US"/>
              <a:t>은 정성적으로 다른 </a:t>
            </a:r>
            <a:r>
              <a:rPr lang="en-US" altLang="ko-KR"/>
              <a:t>extreme compression regime (L14</a:t>
            </a:r>
            <a:r>
              <a:rPr lang="ko-KR" altLang="en-US"/>
              <a:t>만 −</a:t>
            </a:r>
            <a:r>
              <a:rPr lang="en-US" altLang="ko-KR"/>
              <a:t>0.88pp drop, </a:t>
            </a:r>
            <a:r>
              <a:rPr lang="ko-KR" altLang="en-US"/>
              <a:t>깊이별 단조 </a:t>
            </a:r>
            <a:r>
              <a:rPr lang="en-US" altLang="ko-KR"/>
              <a:t>trend</a:t>
            </a:r>
            <a:r>
              <a:rPr lang="ko-KR" altLang="en-US"/>
              <a:t>가 깨짐</a:t>
            </a:r>
            <a:r>
              <a:rPr lang="en-US" altLang="ko-KR"/>
              <a:t>) </a:t>
            </a:r>
            <a:r>
              <a:rPr lang="ko-KR" altLang="en-US"/>
              <a:t>이라 본 분석에서 제외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612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Sunghyun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Motivation</a:t>
            </a:r>
            <a:endParaRPr lang="ko-KR" altLang="en-US" sz="44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0FAEFE-5022-C97B-B627-1644546785A2}"/>
              </a:ext>
            </a:extLst>
          </p:cNvPr>
          <p:cNvSpPr txBox="1"/>
          <p:nvPr/>
        </p:nvSpPr>
        <p:spPr>
          <a:xfrm>
            <a:off x="9898742" y="1712635"/>
            <a:ext cx="206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2C62"/>
                </a:solidFill>
                <a:latin typeface="+mj-lt"/>
              </a:rPr>
              <a:t>2026</a:t>
            </a:r>
            <a:r>
              <a:rPr lang="ko-KR" altLang="en-US" b="1">
                <a:solidFill>
                  <a:srgbClr val="002C62"/>
                </a:solidFill>
                <a:latin typeface="+mj-lt"/>
              </a:rPr>
              <a:t>년 </a:t>
            </a:r>
            <a:r>
              <a:rPr lang="en-US" altLang="ko-KR" b="1">
                <a:solidFill>
                  <a:srgbClr val="002C62"/>
                </a:solidFill>
                <a:latin typeface="+mj-lt"/>
              </a:rPr>
              <a:t>05</a:t>
            </a:r>
            <a:r>
              <a:rPr lang="ko-KR" altLang="en-US" b="1">
                <a:solidFill>
                  <a:srgbClr val="002C62"/>
                </a:solidFill>
                <a:latin typeface="+mj-lt"/>
              </a:rPr>
              <a:t>월 </a:t>
            </a:r>
            <a:r>
              <a:rPr lang="en-US" altLang="ko-KR" b="1">
                <a:solidFill>
                  <a:srgbClr val="002C62"/>
                </a:solidFill>
                <a:latin typeface="+mj-lt"/>
              </a:rPr>
              <a:t>27</a:t>
            </a:r>
            <a:r>
              <a:rPr lang="ko-KR" altLang="en-US" b="1">
                <a:solidFill>
                  <a:srgbClr val="002C62"/>
                </a:solidFill>
                <a:latin typeface="+mj-lt"/>
              </a:rPr>
              <a:t>일 </a:t>
            </a:r>
            <a:endParaRPr lang="ko-KR" altLang="en-US" b="1" dirty="0">
              <a:solidFill>
                <a:srgbClr val="002C6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C37139-78E8-D825-F6E1-1902B581E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layer sensitivity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33902E-9CB7-8EEF-1678-DC0CA13B2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AA1072-80C6-AA84-83CD-8D95D4448A49}"/>
              </a:ext>
            </a:extLst>
          </p:cNvPr>
          <p:cNvSpPr txBox="1"/>
          <p:nvPr/>
        </p:nvSpPr>
        <p:spPr>
          <a:xfrm>
            <a:off x="170552" y="1025601"/>
            <a:ext cx="11581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uniform τ=5 (CIFAR-10, 50 epoch)</a:t>
            </a:r>
            <a:r>
              <a:rPr lang="ko-KR" altLang="en-US"/>
              <a:t>를 </a:t>
            </a:r>
            <a:r>
              <a:rPr lang="en-US" altLang="ko-KR"/>
              <a:t>baseline</a:t>
            </a:r>
            <a:r>
              <a:rPr lang="ko-KR" altLang="en-US"/>
              <a:t>으로 설정하고 </a:t>
            </a:r>
            <a:r>
              <a:rPr lang="en-US" altLang="ko-KR"/>
              <a:t>layer 2, 6, 10, 14</a:t>
            </a:r>
            <a:r>
              <a:rPr lang="ko-KR" altLang="en-US"/>
              <a:t>에 대해 한 레이어씩 </a:t>
            </a:r>
            <a:r>
              <a:rPr lang="en-US" altLang="ko-KR"/>
              <a:t>τ</a:t>
            </a:r>
            <a:r>
              <a:rPr lang="ko-KR" altLang="en-US"/>
              <a:t>를 </a:t>
            </a:r>
            <a:r>
              <a:rPr lang="en-US" altLang="ko-KR"/>
              <a:t>{2, 3, 4}</a:t>
            </a:r>
            <a:r>
              <a:rPr lang="ko-KR" altLang="en-US"/>
              <a:t>로 변경하면서 </a:t>
            </a:r>
            <a:r>
              <a:rPr lang="en-US" altLang="ko-KR"/>
              <a:t>baseline </a:t>
            </a:r>
            <a:r>
              <a:rPr lang="ko-KR" altLang="en-US"/>
              <a:t>대비 </a:t>
            </a:r>
            <a:r>
              <a:rPr lang="en-US" altLang="ko-KR"/>
              <a:t>accuracy </a:t>
            </a:r>
            <a:r>
              <a:rPr lang="ko-KR" altLang="en-US"/>
              <a:t>변화를 비교</a:t>
            </a:r>
            <a:endParaRPr lang="en-US" altLang="ko-K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E68E0E68-5315-4127-80D1-D75533CF8E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350703"/>
                  </p:ext>
                </p:extLst>
              </p:nvPr>
            </p:nvGraphicFramePr>
            <p:xfrm>
              <a:off x="56949" y="2465322"/>
              <a:ext cx="4627410" cy="23241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2598">
                      <a:extLst>
                        <a:ext uri="{9D8B030D-6E8A-4147-A177-3AD203B41FA5}">
                          <a16:colId xmlns:a16="http://schemas.microsoft.com/office/drawing/2014/main" val="2256037609"/>
                        </a:ext>
                      </a:extLst>
                    </a:gridCol>
                    <a:gridCol w="1151604">
                      <a:extLst>
                        <a:ext uri="{9D8B030D-6E8A-4147-A177-3AD203B41FA5}">
                          <a16:colId xmlns:a16="http://schemas.microsoft.com/office/drawing/2014/main" val="1742310693"/>
                        </a:ext>
                      </a:extLst>
                    </a:gridCol>
                    <a:gridCol w="1151604">
                      <a:extLst>
                        <a:ext uri="{9D8B030D-6E8A-4147-A177-3AD203B41FA5}">
                          <a16:colId xmlns:a16="http://schemas.microsoft.com/office/drawing/2014/main" val="19501315"/>
                        </a:ext>
                      </a:extLst>
                    </a:gridCol>
                    <a:gridCol w="1151604">
                      <a:extLst>
                        <a:ext uri="{9D8B030D-6E8A-4147-A177-3AD203B41FA5}">
                          <a16:colId xmlns:a16="http://schemas.microsoft.com/office/drawing/2014/main" val="79117413"/>
                        </a:ext>
                      </a:extLst>
                    </a:gridCol>
                  </a:tblGrid>
                  <a:tr h="84732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layer             </a:t>
                          </a:r>
                          <a:endParaRPr lang="en-US" altLang="ko-KR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accuracy</a:t>
                          </a:r>
                        </a:p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=4</m:t>
                              </m:r>
                            </m:oMath>
                          </a14:m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accuracy</a:t>
                          </a:r>
                        </a:p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</m:oMath>
                          </a14:m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accuracy</a:t>
                          </a:r>
                        </a:p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</m:oMath>
                          </a14:m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2533574"/>
                      </a:ext>
                    </a:extLst>
                  </a:tr>
                  <a:tr h="37949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/>
                            <a:t>2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89.86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89.77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89.84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09531817"/>
                      </a:ext>
                    </a:extLst>
                  </a:tr>
                  <a:tr h="3389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/>
                            <a:t>6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90.30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90.03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89.89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3692396"/>
                      </a:ext>
                    </a:extLst>
                  </a:tr>
                  <a:tr h="3389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/>
                            <a:t>10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90.47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89.56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89.84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51987565"/>
                      </a:ext>
                    </a:extLst>
                  </a:tr>
                  <a:tr h="3389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/>
                            <a:t>14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90.24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90.05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90.16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686034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E68E0E68-5315-4127-80D1-D75533CF8E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350703"/>
                  </p:ext>
                </p:extLst>
              </p:nvPr>
            </p:nvGraphicFramePr>
            <p:xfrm>
              <a:off x="56949" y="2465322"/>
              <a:ext cx="4627410" cy="23241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2598">
                      <a:extLst>
                        <a:ext uri="{9D8B030D-6E8A-4147-A177-3AD203B41FA5}">
                          <a16:colId xmlns:a16="http://schemas.microsoft.com/office/drawing/2014/main" val="2256037609"/>
                        </a:ext>
                      </a:extLst>
                    </a:gridCol>
                    <a:gridCol w="1151604">
                      <a:extLst>
                        <a:ext uri="{9D8B030D-6E8A-4147-A177-3AD203B41FA5}">
                          <a16:colId xmlns:a16="http://schemas.microsoft.com/office/drawing/2014/main" val="1742310693"/>
                        </a:ext>
                      </a:extLst>
                    </a:gridCol>
                    <a:gridCol w="1151604">
                      <a:extLst>
                        <a:ext uri="{9D8B030D-6E8A-4147-A177-3AD203B41FA5}">
                          <a16:colId xmlns:a16="http://schemas.microsoft.com/office/drawing/2014/main" val="19501315"/>
                        </a:ext>
                      </a:extLst>
                    </a:gridCol>
                    <a:gridCol w="1151604">
                      <a:extLst>
                        <a:ext uri="{9D8B030D-6E8A-4147-A177-3AD203B41FA5}">
                          <a16:colId xmlns:a16="http://schemas.microsoft.com/office/drawing/2014/main" val="79117413"/>
                        </a:ext>
                      </a:extLst>
                    </a:gridCol>
                  </a:tblGrid>
                  <a:tr h="84732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layer             </a:t>
                          </a:r>
                          <a:endParaRPr lang="en-US" altLang="ko-KR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blipFill>
                          <a:blip r:embed="rId3"/>
                          <a:stretch>
                            <a:fillRect l="-102646" t="-719" r="-201058" b="-1863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blipFill>
                          <a:blip r:embed="rId3"/>
                          <a:stretch>
                            <a:fillRect l="-202646" t="-719" r="-101058" b="-1863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blipFill>
                          <a:blip r:embed="rId3"/>
                          <a:stretch>
                            <a:fillRect l="-302646" t="-719" r="-1058" b="-1863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2533574"/>
                      </a:ext>
                    </a:extLst>
                  </a:tr>
                  <a:tr h="37949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/>
                            <a:t>2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89.86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89.77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89.84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0953181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/>
                            <a:t>6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90.30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90.03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89.89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369239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/>
                            <a:t>10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90.47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89.56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89.84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5198756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/>
                            <a:t>14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90.24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90.05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90.16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6860346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83D4099-A751-5C31-4D59-8DDFED44EDE5}"/>
              </a:ext>
            </a:extLst>
          </p:cNvPr>
          <p:cNvSpPr txBox="1"/>
          <p:nvPr/>
        </p:nvSpPr>
        <p:spPr>
          <a:xfrm>
            <a:off x="56949" y="2033385"/>
            <a:ext cx="3348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baseline : 90.05%</a:t>
            </a:r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B50BF5B-F3B8-3BF3-F576-9DDB97024C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747" y="1671932"/>
            <a:ext cx="7143304" cy="485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135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88886879-5E49-1B4F-A81A-34F48C32FAC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ko-KR" altLang="en-US"/>
                  <a:t> 감소에 따른 레이어별 압축 이득</a:t>
                </a:r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88886879-5E49-1B4F-A81A-34F48C32FA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22124" b="-336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0C468B-861B-BDF1-72FB-56CF74612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9704AE3C-42CE-90BA-218A-4B03B299EE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794520"/>
                  </p:ext>
                </p:extLst>
              </p:nvPr>
            </p:nvGraphicFramePr>
            <p:xfrm>
              <a:off x="271291" y="2356835"/>
              <a:ext cx="4627410" cy="18425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2598">
                      <a:extLst>
                        <a:ext uri="{9D8B030D-6E8A-4147-A177-3AD203B41FA5}">
                          <a16:colId xmlns:a16="http://schemas.microsoft.com/office/drawing/2014/main" val="2256037609"/>
                        </a:ext>
                      </a:extLst>
                    </a:gridCol>
                    <a:gridCol w="1151604">
                      <a:extLst>
                        <a:ext uri="{9D8B030D-6E8A-4147-A177-3AD203B41FA5}">
                          <a16:colId xmlns:a16="http://schemas.microsoft.com/office/drawing/2014/main" val="1742310693"/>
                        </a:ext>
                      </a:extLst>
                    </a:gridCol>
                    <a:gridCol w="1151604">
                      <a:extLst>
                        <a:ext uri="{9D8B030D-6E8A-4147-A177-3AD203B41FA5}">
                          <a16:colId xmlns:a16="http://schemas.microsoft.com/office/drawing/2014/main" val="19501315"/>
                        </a:ext>
                      </a:extLst>
                    </a:gridCol>
                    <a:gridCol w="1151604">
                      <a:extLst>
                        <a:ext uri="{9D8B030D-6E8A-4147-A177-3AD203B41FA5}">
                          <a16:colId xmlns:a16="http://schemas.microsoft.com/office/drawing/2014/main" val="79117413"/>
                        </a:ext>
                      </a:extLst>
                    </a:gridCol>
                  </a:tblGrid>
                  <a:tr h="2468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layer             </a:t>
                          </a:r>
                          <a:endParaRPr lang="en-US" altLang="ko-KR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en-US" altLang="ko-KR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</m:oMath>
                            </m:oMathPara>
                          </a14:m>
                          <a:endParaRPr lang="en-US" altLang="ko-KR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en-US" altLang="ko-KR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2533574"/>
                      </a:ext>
                    </a:extLst>
                  </a:tr>
                  <a:tr h="37949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/>
                            <a:t>2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0.004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0.008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0.013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09531817"/>
                      </a:ext>
                    </a:extLst>
                  </a:tr>
                  <a:tr h="3389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/>
                            <a:t>6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0.017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0.033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0.049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3692396"/>
                      </a:ext>
                    </a:extLst>
                  </a:tr>
                  <a:tr h="3389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/>
                            <a:t>10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0.066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0.131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0.197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51987565"/>
                      </a:ext>
                    </a:extLst>
                  </a:tr>
                  <a:tr h="3389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/>
                            <a:t>14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0.262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0.524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0.787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686034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9704AE3C-42CE-90BA-218A-4B03B299EE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794520"/>
                  </p:ext>
                </p:extLst>
              </p:nvPr>
            </p:nvGraphicFramePr>
            <p:xfrm>
              <a:off x="271291" y="2356835"/>
              <a:ext cx="4627410" cy="18425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2598">
                      <a:extLst>
                        <a:ext uri="{9D8B030D-6E8A-4147-A177-3AD203B41FA5}">
                          <a16:colId xmlns:a16="http://schemas.microsoft.com/office/drawing/2014/main" val="2256037609"/>
                        </a:ext>
                      </a:extLst>
                    </a:gridCol>
                    <a:gridCol w="1151604">
                      <a:extLst>
                        <a:ext uri="{9D8B030D-6E8A-4147-A177-3AD203B41FA5}">
                          <a16:colId xmlns:a16="http://schemas.microsoft.com/office/drawing/2014/main" val="1742310693"/>
                        </a:ext>
                      </a:extLst>
                    </a:gridCol>
                    <a:gridCol w="1151604">
                      <a:extLst>
                        <a:ext uri="{9D8B030D-6E8A-4147-A177-3AD203B41FA5}">
                          <a16:colId xmlns:a16="http://schemas.microsoft.com/office/drawing/2014/main" val="19501315"/>
                        </a:ext>
                      </a:extLst>
                    </a:gridCol>
                    <a:gridCol w="1151604">
                      <a:extLst>
                        <a:ext uri="{9D8B030D-6E8A-4147-A177-3AD203B41FA5}">
                          <a16:colId xmlns:a16="http://schemas.microsoft.com/office/drawing/2014/main" val="7911741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layer             </a:t>
                          </a:r>
                          <a:endParaRPr lang="en-US" altLang="ko-KR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blipFill>
                          <a:blip r:embed="rId3"/>
                          <a:stretch>
                            <a:fillRect l="-102646" t="-8333" r="-201058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blipFill>
                          <a:blip r:embed="rId3"/>
                          <a:stretch>
                            <a:fillRect l="-202646" t="-8333" r="-101058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blipFill>
                          <a:blip r:embed="rId3"/>
                          <a:stretch>
                            <a:fillRect l="-302646" t="-8333" r="-1058" b="-43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2533574"/>
                      </a:ext>
                    </a:extLst>
                  </a:tr>
                  <a:tr h="37949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/>
                            <a:t>2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0.004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0.008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0.013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0953181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/>
                            <a:t>6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0.017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0.033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0.049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369239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/>
                            <a:t>10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0.066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0.131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0.197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5198756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/>
                            <a:t>14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0.262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0.524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0.787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6860346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B0A36FE-7283-C57F-26EF-DA20CAFFF862}"/>
              </a:ext>
            </a:extLst>
          </p:cNvPr>
          <p:cNvSpPr txBox="1"/>
          <p:nvPr/>
        </p:nvSpPr>
        <p:spPr>
          <a:xfrm>
            <a:off x="271291" y="1813302"/>
            <a:ext cx="4495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Storage saved(Mbit)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80FDAB16-B9EF-6A43-0530-C729C7063F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9096148"/>
                  </p:ext>
                </p:extLst>
              </p:nvPr>
            </p:nvGraphicFramePr>
            <p:xfrm>
              <a:off x="271292" y="4746044"/>
              <a:ext cx="4627410" cy="18941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2598">
                      <a:extLst>
                        <a:ext uri="{9D8B030D-6E8A-4147-A177-3AD203B41FA5}">
                          <a16:colId xmlns:a16="http://schemas.microsoft.com/office/drawing/2014/main" val="2256037609"/>
                        </a:ext>
                      </a:extLst>
                    </a:gridCol>
                    <a:gridCol w="1151604">
                      <a:extLst>
                        <a:ext uri="{9D8B030D-6E8A-4147-A177-3AD203B41FA5}">
                          <a16:colId xmlns:a16="http://schemas.microsoft.com/office/drawing/2014/main" val="1742310693"/>
                        </a:ext>
                      </a:extLst>
                    </a:gridCol>
                    <a:gridCol w="1151604">
                      <a:extLst>
                        <a:ext uri="{9D8B030D-6E8A-4147-A177-3AD203B41FA5}">
                          <a16:colId xmlns:a16="http://schemas.microsoft.com/office/drawing/2014/main" val="19501315"/>
                        </a:ext>
                      </a:extLst>
                    </a:gridCol>
                    <a:gridCol w="1151604">
                      <a:extLst>
                        <a:ext uri="{9D8B030D-6E8A-4147-A177-3AD203B41FA5}">
                          <a16:colId xmlns:a16="http://schemas.microsoft.com/office/drawing/2014/main" val="79117413"/>
                        </a:ext>
                      </a:extLst>
                    </a:gridCol>
                  </a:tblGrid>
                  <a:tr h="41736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layer             </a:t>
                          </a:r>
                          <a:endParaRPr lang="en-US" altLang="ko-KR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en-US" altLang="ko-KR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</m:oMath>
                            </m:oMathPara>
                          </a14:m>
                          <a:endParaRPr lang="en-US" altLang="ko-KR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en-US" altLang="ko-KR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2533574"/>
                      </a:ext>
                    </a:extLst>
                  </a:tr>
                  <a:tr h="37949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/>
                            <a:t>2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0.009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0.014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0.017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09531817"/>
                      </a:ext>
                    </a:extLst>
                  </a:tr>
                  <a:tr h="3389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/>
                            <a:t>6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0.005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0.007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0.008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3692396"/>
                      </a:ext>
                    </a:extLst>
                  </a:tr>
                  <a:tr h="3389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/>
                            <a:t>10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0.002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0.004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0.004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51987565"/>
                      </a:ext>
                    </a:extLst>
                  </a:tr>
                  <a:tr h="3389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/>
                            <a:t>14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0.001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0.002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0.002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686034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80FDAB16-B9EF-6A43-0530-C729C7063F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9096148"/>
                  </p:ext>
                </p:extLst>
              </p:nvPr>
            </p:nvGraphicFramePr>
            <p:xfrm>
              <a:off x="271292" y="4746044"/>
              <a:ext cx="4627410" cy="18941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2598">
                      <a:extLst>
                        <a:ext uri="{9D8B030D-6E8A-4147-A177-3AD203B41FA5}">
                          <a16:colId xmlns:a16="http://schemas.microsoft.com/office/drawing/2014/main" val="2256037609"/>
                        </a:ext>
                      </a:extLst>
                    </a:gridCol>
                    <a:gridCol w="1151604">
                      <a:extLst>
                        <a:ext uri="{9D8B030D-6E8A-4147-A177-3AD203B41FA5}">
                          <a16:colId xmlns:a16="http://schemas.microsoft.com/office/drawing/2014/main" val="1742310693"/>
                        </a:ext>
                      </a:extLst>
                    </a:gridCol>
                    <a:gridCol w="1151604">
                      <a:extLst>
                        <a:ext uri="{9D8B030D-6E8A-4147-A177-3AD203B41FA5}">
                          <a16:colId xmlns:a16="http://schemas.microsoft.com/office/drawing/2014/main" val="19501315"/>
                        </a:ext>
                      </a:extLst>
                    </a:gridCol>
                    <a:gridCol w="1151604">
                      <a:extLst>
                        <a:ext uri="{9D8B030D-6E8A-4147-A177-3AD203B41FA5}">
                          <a16:colId xmlns:a16="http://schemas.microsoft.com/office/drawing/2014/main" val="79117413"/>
                        </a:ext>
                      </a:extLst>
                    </a:gridCol>
                  </a:tblGrid>
                  <a:tr h="41736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layer             </a:t>
                          </a:r>
                          <a:endParaRPr lang="en-US" altLang="ko-KR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blipFill>
                          <a:blip r:embed="rId4"/>
                          <a:stretch>
                            <a:fillRect l="-102646" t="-1449" r="-201058" b="-373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blipFill>
                          <a:blip r:embed="rId4"/>
                          <a:stretch>
                            <a:fillRect l="-202646" t="-1449" r="-101058" b="-373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blipFill>
                          <a:blip r:embed="rId4"/>
                          <a:stretch>
                            <a:fillRect l="-302646" t="-1449" r="-1058" b="-3739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2533574"/>
                      </a:ext>
                    </a:extLst>
                  </a:tr>
                  <a:tr h="37949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/>
                            <a:t>2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0.009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0.014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0.017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0953181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/>
                            <a:t>6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0.005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0.007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0.008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369239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/>
                            <a:t>10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0.002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0.004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0.004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5198756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/>
                            <a:t>14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0.001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0.002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/>
                            <a:t>0.002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6860346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A5DCF07-8DCC-63B9-21B8-FA1A3F797F5D}"/>
              </a:ext>
            </a:extLst>
          </p:cNvPr>
          <p:cNvSpPr txBox="1"/>
          <p:nvPr/>
        </p:nvSpPr>
        <p:spPr>
          <a:xfrm>
            <a:off x="271291" y="4289611"/>
            <a:ext cx="4495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BitOPs saved(G)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4B7FF4-8ACD-8975-C12D-5BB43ED5E631}"/>
              </a:ext>
            </a:extLst>
          </p:cNvPr>
          <p:cNvSpPr txBox="1"/>
          <p:nvPr/>
        </p:nvSpPr>
        <p:spPr>
          <a:xfrm>
            <a:off x="108529" y="1166971"/>
            <a:ext cx="12021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두 </a:t>
            </a:r>
            <a:r>
              <a:rPr lang="en-US" altLang="ko-KR"/>
              <a:t>table</a:t>
            </a:r>
            <a:r>
              <a:rPr lang="ko-KR" altLang="en-US"/>
              <a:t>은 </a:t>
            </a:r>
            <a:r>
              <a:rPr lang="en-US" altLang="ko-KR"/>
              <a:t>baseline (uniform </a:t>
            </a:r>
            <a:r>
              <a:rPr lang="el-GR" altLang="ko-KR"/>
              <a:t>τ=5) </a:t>
            </a:r>
            <a:r>
              <a:rPr lang="ko-KR" altLang="en-US"/>
              <a:t>대비 </a:t>
            </a:r>
            <a:r>
              <a:rPr lang="en-US" altLang="ko-KR"/>
              <a:t>layer 2,6,10,14 </a:t>
            </a:r>
            <a:r>
              <a:rPr lang="ko-KR" altLang="en-US"/>
              <a:t>중 한 레이어만 </a:t>
            </a:r>
            <a:r>
              <a:rPr lang="en-US" altLang="ko-KR"/>
              <a:t>τ</a:t>
            </a:r>
            <a:r>
              <a:rPr lang="ko-KR" altLang="en-US"/>
              <a:t>를 </a:t>
            </a:r>
            <a:r>
              <a:rPr lang="en-US" altLang="ko-KR"/>
              <a:t>{ 2, 3, 4}</a:t>
            </a:r>
            <a:r>
              <a:rPr lang="ko-KR" altLang="en-US"/>
              <a:t>로 변경하면서 </a:t>
            </a:r>
            <a:r>
              <a:rPr lang="en-US" altLang="ko-KR"/>
              <a:t>storage </a:t>
            </a:r>
            <a:r>
              <a:rPr lang="ko-KR" altLang="en-US"/>
              <a:t>및 </a:t>
            </a:r>
            <a:r>
              <a:rPr lang="en-US" altLang="ko-KR"/>
              <a:t>BitOPs </a:t>
            </a:r>
            <a:r>
              <a:rPr lang="ko-KR" altLang="en-US"/>
              <a:t>절약량을 나타냄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F396FE-B03A-1115-56D4-385FB443CFDD}"/>
              </a:ext>
            </a:extLst>
          </p:cNvPr>
          <p:cNvSpPr txBox="1"/>
          <p:nvPr/>
        </p:nvSpPr>
        <p:spPr>
          <a:xfrm>
            <a:off x="5373048" y="5071066"/>
            <a:ext cx="63853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y</a:t>
            </a:r>
            <a:r>
              <a:rPr lang="ko-KR" altLang="en-US"/>
              <a:t>축은 </a:t>
            </a:r>
            <a:r>
              <a:rPr lang="en-US" altLang="ko-KR"/>
              <a:t>baseline (uniform τ=5) </a:t>
            </a:r>
            <a:r>
              <a:rPr lang="ko-KR" altLang="en-US"/>
              <a:t>전체 네트워크 </a:t>
            </a:r>
            <a:r>
              <a:rPr lang="en-US" altLang="ko-KR"/>
              <a:t>cost </a:t>
            </a:r>
            <a:r>
              <a:rPr lang="ko-KR" altLang="en-US"/>
              <a:t>대비</a:t>
            </a:r>
            <a:r>
              <a:rPr lang="en-US" altLang="ko-KR"/>
              <a:t>, </a:t>
            </a:r>
            <a:r>
              <a:rPr lang="ko-KR" altLang="en-US"/>
              <a:t>해당 레이어만 </a:t>
            </a:r>
            <a:r>
              <a:rPr lang="en-US" altLang="ko-KR"/>
              <a:t>τ</a:t>
            </a:r>
            <a:r>
              <a:rPr lang="ko-KR" altLang="en-US"/>
              <a:t>를 줄였을 때의 절약 비율 </a:t>
            </a:r>
            <a:r>
              <a:rPr lang="en-US" altLang="ko-KR"/>
              <a:t>(</a:t>
            </a:r>
            <a:r>
              <a:rPr lang="ko-KR" altLang="en-US"/>
              <a:t>분모</a:t>
            </a:r>
            <a:r>
              <a:rPr lang="en-US" altLang="ko-KR"/>
              <a:t>: Storage 6.108 Mbit, BitOPs 0.1636 G).</a:t>
            </a:r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4D6EE7F-B973-DC1C-FD2C-C45B8BA80E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5749" y="2167996"/>
            <a:ext cx="6899899" cy="276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82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30112</TotalTime>
  <Words>275</Words>
  <Application>Microsoft Office PowerPoint</Application>
  <PresentationFormat>와이드스크린</PresentationFormat>
  <Paragraphs>86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Cambria Math</vt:lpstr>
      <vt:lpstr>Office 테마</vt:lpstr>
      <vt:lpstr>Motivation</vt:lpstr>
      <vt:lpstr>layer sensitivity</vt:lpstr>
      <vt:lpstr>τ 감소에 따른 레이어별 압축 이득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성현 이</cp:lastModifiedBy>
  <cp:revision>1364</cp:revision>
  <dcterms:created xsi:type="dcterms:W3CDTF">2023-03-06T16:32:37Z</dcterms:created>
  <dcterms:modified xsi:type="dcterms:W3CDTF">2026-05-27T11:37:47Z</dcterms:modified>
</cp:coreProperties>
</file>