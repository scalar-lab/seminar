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7"/>
  </p:notesMasterIdLst>
  <p:sldIdLst>
    <p:sldId id="256" r:id="rId2"/>
    <p:sldId id="263" r:id="rId3"/>
    <p:sldId id="266" r:id="rId4"/>
    <p:sldId id="267" r:id="rId5"/>
    <p:sldId id="268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성현 이" initials="성이" lastIdx="1" clrIdx="0">
    <p:extLst>
      <p:ext uri="{19B8F6BF-5375-455C-9EA6-DF929625EA0E}">
        <p15:presenceInfo xmlns:p15="http://schemas.microsoft.com/office/powerpoint/2012/main" userId="2f0182ffdb5a30a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FF"/>
    <a:srgbClr val="0066CC"/>
    <a:srgbClr val="002C62"/>
    <a:srgbClr val="000099"/>
    <a:srgbClr val="2156A4"/>
    <a:srgbClr val="336699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71709" autoAdjust="0"/>
  </p:normalViewPr>
  <p:slideViewPr>
    <p:cSldViewPr snapToGrid="0">
      <p:cViewPr>
        <p:scale>
          <a:sx n="66" d="100"/>
          <a:sy n="66" d="100"/>
        </p:scale>
        <p:origin x="2008" y="3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성현 이" userId="2f0182ffdb5a30a3" providerId="LiveId" clId="{96CFCBFF-3B86-4DA3-8BC4-90A0DDDF2BC8}"/>
    <pc:docChg chg="undo custSel addSld delSld modSld">
      <pc:chgData name="성현 이" userId="2f0182ffdb5a30a3" providerId="LiveId" clId="{96CFCBFF-3B86-4DA3-8BC4-90A0DDDF2BC8}" dt="2026-05-12T11:19:36.572" v="598" actId="20577"/>
      <pc:docMkLst>
        <pc:docMk/>
      </pc:docMkLst>
      <pc:sldChg chg="modSp mod">
        <pc:chgData name="성현 이" userId="2f0182ffdb5a30a3" providerId="LiveId" clId="{96CFCBFF-3B86-4DA3-8BC4-90A0DDDF2BC8}" dt="2026-05-12T10:22:17.314" v="19" actId="20577"/>
        <pc:sldMkLst>
          <pc:docMk/>
          <pc:sldMk cId="1460686755" sldId="256"/>
        </pc:sldMkLst>
        <pc:spChg chg="mod">
          <ac:chgData name="성현 이" userId="2f0182ffdb5a30a3" providerId="LiveId" clId="{96CFCBFF-3B86-4DA3-8BC4-90A0DDDF2BC8}" dt="2026-05-12T10:22:17.314" v="19" actId="20577"/>
          <ac:spMkLst>
            <pc:docMk/>
            <pc:sldMk cId="1460686755" sldId="256"/>
            <ac:spMk id="2" creationId="{AEB04FD9-6A59-4C4E-B0B6-829FC2BFF5E2}"/>
          </ac:spMkLst>
        </pc:spChg>
        <pc:spChg chg="mod">
          <ac:chgData name="성현 이" userId="2f0182ffdb5a30a3" providerId="LiveId" clId="{96CFCBFF-3B86-4DA3-8BC4-90A0DDDF2BC8}" dt="2026-05-12T10:22:05.394" v="13" actId="20577"/>
          <ac:spMkLst>
            <pc:docMk/>
            <pc:sldMk cId="1460686755" sldId="256"/>
            <ac:spMk id="7" creationId="{770FAEFE-5022-C97B-B627-1644546785A2}"/>
          </ac:spMkLst>
        </pc:spChg>
      </pc:sldChg>
      <pc:sldChg chg="new del">
        <pc:chgData name="성현 이" userId="2f0182ffdb5a30a3" providerId="LiveId" clId="{96CFCBFF-3B86-4DA3-8BC4-90A0DDDF2BC8}" dt="2026-05-12T10:22:46.895" v="21" actId="2696"/>
        <pc:sldMkLst>
          <pc:docMk/>
          <pc:sldMk cId="1634306795" sldId="257"/>
        </pc:sldMkLst>
      </pc:sldChg>
      <pc:sldChg chg="del">
        <pc:chgData name="성현 이" userId="2f0182ffdb5a30a3" providerId="LiveId" clId="{96CFCBFF-3B86-4DA3-8BC4-90A0DDDF2BC8}" dt="2026-05-12T10:22:00.087" v="5" actId="2696"/>
        <pc:sldMkLst>
          <pc:docMk/>
          <pc:sldMk cId="3772706207" sldId="257"/>
        </pc:sldMkLst>
      </pc:sldChg>
      <pc:sldChg chg="del">
        <pc:chgData name="성현 이" userId="2f0182ffdb5a30a3" providerId="LiveId" clId="{96CFCBFF-3B86-4DA3-8BC4-90A0DDDF2BC8}" dt="2026-05-12T10:22:00.691" v="6" actId="2696"/>
        <pc:sldMkLst>
          <pc:docMk/>
          <pc:sldMk cId="4081413958" sldId="259"/>
        </pc:sldMkLst>
      </pc:sldChg>
      <pc:sldChg chg="del">
        <pc:chgData name="성현 이" userId="2f0182ffdb5a30a3" providerId="LiveId" clId="{96CFCBFF-3B86-4DA3-8BC4-90A0DDDF2BC8}" dt="2026-05-12T10:22:01.221" v="7" actId="2696"/>
        <pc:sldMkLst>
          <pc:docMk/>
          <pc:sldMk cId="1842782031" sldId="260"/>
        </pc:sldMkLst>
      </pc:sldChg>
      <pc:sldChg chg="del">
        <pc:chgData name="성현 이" userId="2f0182ffdb5a30a3" providerId="LiveId" clId="{96CFCBFF-3B86-4DA3-8BC4-90A0DDDF2BC8}" dt="2026-05-12T10:22:01.857" v="8" actId="2696"/>
        <pc:sldMkLst>
          <pc:docMk/>
          <pc:sldMk cId="1221586878" sldId="261"/>
        </pc:sldMkLst>
      </pc:sldChg>
      <pc:sldChg chg="del">
        <pc:chgData name="성현 이" userId="2f0182ffdb5a30a3" providerId="LiveId" clId="{96CFCBFF-3B86-4DA3-8BC4-90A0DDDF2BC8}" dt="2026-05-12T10:22:02.918" v="9" actId="2696"/>
        <pc:sldMkLst>
          <pc:docMk/>
          <pc:sldMk cId="1410461790" sldId="262"/>
        </pc:sldMkLst>
      </pc:sldChg>
      <pc:sldChg chg="add del">
        <pc:chgData name="성현 이" userId="2f0182ffdb5a30a3" providerId="LiveId" clId="{96CFCBFF-3B86-4DA3-8BC4-90A0DDDF2BC8}" dt="2026-05-12T10:22:48.230" v="22"/>
        <pc:sldMkLst>
          <pc:docMk/>
          <pc:sldMk cId="3617419301" sldId="263"/>
        </pc:sldMkLst>
      </pc:sldChg>
      <pc:sldChg chg="add del">
        <pc:chgData name="성현 이" userId="2f0182ffdb5a30a3" providerId="LiveId" clId="{96CFCBFF-3B86-4DA3-8BC4-90A0DDDF2BC8}" dt="2026-05-12T10:23:01.887" v="23"/>
        <pc:sldMkLst>
          <pc:docMk/>
          <pc:sldMk cId="245749463" sldId="266"/>
        </pc:sldMkLst>
      </pc:sldChg>
      <pc:sldChg chg="del">
        <pc:chgData name="성현 이" userId="2f0182ffdb5a30a3" providerId="LiveId" clId="{96CFCBFF-3B86-4DA3-8BC4-90A0DDDF2BC8}" dt="2026-05-12T10:21:59.354" v="4" actId="2696"/>
        <pc:sldMkLst>
          <pc:docMk/>
          <pc:sldMk cId="1492569802" sldId="267"/>
        </pc:sldMkLst>
      </pc:sldChg>
      <pc:sldChg chg="addSp delSp modSp new mod">
        <pc:chgData name="성현 이" userId="2f0182ffdb5a30a3" providerId="LiveId" clId="{96CFCBFF-3B86-4DA3-8BC4-90A0DDDF2BC8}" dt="2026-05-12T10:39:11.944" v="247" actId="1076"/>
        <pc:sldMkLst>
          <pc:docMk/>
          <pc:sldMk cId="3219742584" sldId="267"/>
        </pc:sldMkLst>
        <pc:spChg chg="mod">
          <ac:chgData name="성현 이" userId="2f0182ffdb5a30a3" providerId="LiveId" clId="{96CFCBFF-3B86-4DA3-8BC4-90A0DDDF2BC8}" dt="2026-05-12T10:23:22.922" v="53" actId="20577"/>
          <ac:spMkLst>
            <pc:docMk/>
            <pc:sldMk cId="3219742584" sldId="267"/>
            <ac:spMk id="2" creationId="{13A55787-2279-9724-C9E0-2E3D341BA993}"/>
          </ac:spMkLst>
        </pc:spChg>
        <pc:spChg chg="del">
          <ac:chgData name="성현 이" userId="2f0182ffdb5a30a3" providerId="LiveId" clId="{96CFCBFF-3B86-4DA3-8BC4-90A0DDDF2BC8}" dt="2026-05-12T10:23:24.655" v="54" actId="478"/>
          <ac:spMkLst>
            <pc:docMk/>
            <pc:sldMk cId="3219742584" sldId="267"/>
            <ac:spMk id="3" creationId="{07491535-47DB-C6C3-A1B8-A43B999A54F5}"/>
          </ac:spMkLst>
        </pc:spChg>
        <pc:spChg chg="add mod">
          <ac:chgData name="성현 이" userId="2f0182ffdb5a30a3" providerId="LiveId" clId="{96CFCBFF-3B86-4DA3-8BC4-90A0DDDF2BC8}" dt="2026-05-12T10:24:01.274" v="63" actId="164"/>
          <ac:spMkLst>
            <pc:docMk/>
            <pc:sldMk cId="3219742584" sldId="267"/>
            <ac:spMk id="7" creationId="{F91C79D6-C1FF-C1DA-8E60-1A99EC74E4A3}"/>
          </ac:spMkLst>
        </pc:spChg>
        <pc:spChg chg="add mod">
          <ac:chgData name="성현 이" userId="2f0182ffdb5a30a3" providerId="LiveId" clId="{96CFCBFF-3B86-4DA3-8BC4-90A0DDDF2BC8}" dt="2026-05-12T10:24:01.274" v="63" actId="164"/>
          <ac:spMkLst>
            <pc:docMk/>
            <pc:sldMk cId="3219742584" sldId="267"/>
            <ac:spMk id="8" creationId="{4865539A-4013-C1AC-7841-AD16BF04B900}"/>
          </ac:spMkLst>
        </pc:spChg>
        <pc:spChg chg="add mod">
          <ac:chgData name="성현 이" userId="2f0182ffdb5a30a3" providerId="LiveId" clId="{96CFCBFF-3B86-4DA3-8BC4-90A0DDDF2BC8}" dt="2026-05-12T10:24:01.274" v="63" actId="164"/>
          <ac:spMkLst>
            <pc:docMk/>
            <pc:sldMk cId="3219742584" sldId="267"/>
            <ac:spMk id="9" creationId="{9D976F02-87FC-F39A-ECFA-C4650FE2F192}"/>
          </ac:spMkLst>
        </pc:spChg>
        <pc:spChg chg="add mod">
          <ac:chgData name="성현 이" userId="2f0182ffdb5a30a3" providerId="LiveId" clId="{96CFCBFF-3B86-4DA3-8BC4-90A0DDDF2BC8}" dt="2026-05-12T10:34:36.103" v="161" actId="20577"/>
          <ac:spMkLst>
            <pc:docMk/>
            <pc:sldMk cId="3219742584" sldId="267"/>
            <ac:spMk id="10" creationId="{E2EE8D39-81F3-9172-304D-55FDDCF01F49}"/>
          </ac:spMkLst>
        </pc:spChg>
        <pc:spChg chg="add mod">
          <ac:chgData name="성현 이" userId="2f0182ffdb5a30a3" providerId="LiveId" clId="{96CFCBFF-3B86-4DA3-8BC4-90A0DDDF2BC8}" dt="2026-05-12T10:24:01.274" v="63" actId="164"/>
          <ac:spMkLst>
            <pc:docMk/>
            <pc:sldMk cId="3219742584" sldId="267"/>
            <ac:spMk id="11" creationId="{DE0E7825-88B1-AE6D-8330-AD879326D8CA}"/>
          </ac:spMkLst>
        </pc:spChg>
        <pc:spChg chg="add mod">
          <ac:chgData name="성현 이" userId="2f0182ffdb5a30a3" providerId="LiveId" clId="{96CFCBFF-3B86-4DA3-8BC4-90A0DDDF2BC8}" dt="2026-05-12T10:24:19.506" v="72" actId="1076"/>
          <ac:spMkLst>
            <pc:docMk/>
            <pc:sldMk cId="3219742584" sldId="267"/>
            <ac:spMk id="12" creationId="{0BCBAA90-2E8A-05FA-BAC1-850E56E506C0}"/>
          </ac:spMkLst>
        </pc:spChg>
        <pc:spChg chg="add mod">
          <ac:chgData name="성현 이" userId="2f0182ffdb5a30a3" providerId="LiveId" clId="{96CFCBFF-3B86-4DA3-8BC4-90A0DDDF2BC8}" dt="2026-05-12T10:24:17.468" v="70" actId="1076"/>
          <ac:spMkLst>
            <pc:docMk/>
            <pc:sldMk cId="3219742584" sldId="267"/>
            <ac:spMk id="13" creationId="{8B029606-6FDB-D758-2FFF-34433DE59F14}"/>
          </ac:spMkLst>
        </pc:spChg>
        <pc:spChg chg="add mod">
          <ac:chgData name="성현 이" userId="2f0182ffdb5a30a3" providerId="LiveId" clId="{96CFCBFF-3B86-4DA3-8BC4-90A0DDDF2BC8}" dt="2026-05-12T10:24:14.579" v="68" actId="14100"/>
          <ac:spMkLst>
            <pc:docMk/>
            <pc:sldMk cId="3219742584" sldId="267"/>
            <ac:spMk id="14" creationId="{9E829BCA-D26D-A3A8-3DD1-C2241C2451A8}"/>
          </ac:spMkLst>
        </pc:spChg>
        <pc:spChg chg="add mod">
          <ac:chgData name="성현 이" userId="2f0182ffdb5a30a3" providerId="LiveId" clId="{96CFCBFF-3B86-4DA3-8BC4-90A0DDDF2BC8}" dt="2026-05-12T10:31:26.683" v="103" actId="20577"/>
          <ac:spMkLst>
            <pc:docMk/>
            <pc:sldMk cId="3219742584" sldId="267"/>
            <ac:spMk id="18" creationId="{7DCBF69B-E1F0-2DB8-FDB1-16833B07E442}"/>
          </ac:spMkLst>
        </pc:spChg>
        <pc:spChg chg="add mod">
          <ac:chgData name="성현 이" userId="2f0182ffdb5a30a3" providerId="LiveId" clId="{96CFCBFF-3B86-4DA3-8BC4-90A0DDDF2BC8}" dt="2026-05-12T10:31:55.561" v="113" actId="20577"/>
          <ac:spMkLst>
            <pc:docMk/>
            <pc:sldMk cId="3219742584" sldId="267"/>
            <ac:spMk id="19" creationId="{03E14E1C-134C-2955-2CF6-367537114F85}"/>
          </ac:spMkLst>
        </pc:spChg>
        <pc:spChg chg="add mod">
          <ac:chgData name="성현 이" userId="2f0182ffdb5a30a3" providerId="LiveId" clId="{96CFCBFF-3B86-4DA3-8BC4-90A0DDDF2BC8}" dt="2026-05-12T10:32:30.698" v="129" actId="20577"/>
          <ac:spMkLst>
            <pc:docMk/>
            <pc:sldMk cId="3219742584" sldId="267"/>
            <ac:spMk id="20" creationId="{3690BD8B-282A-1B71-B729-E4E672D16BFD}"/>
          </ac:spMkLst>
        </pc:spChg>
        <pc:spChg chg="add mod">
          <ac:chgData name="성현 이" userId="2f0182ffdb5a30a3" providerId="LiveId" clId="{96CFCBFF-3B86-4DA3-8BC4-90A0DDDF2BC8}" dt="2026-05-12T10:34:40.783" v="167" actId="20577"/>
          <ac:spMkLst>
            <pc:docMk/>
            <pc:sldMk cId="3219742584" sldId="267"/>
            <ac:spMk id="21" creationId="{4F686FCF-813B-F69F-6E48-86DBA1039993}"/>
          </ac:spMkLst>
        </pc:spChg>
        <pc:spChg chg="add mod">
          <ac:chgData name="성현 이" userId="2f0182ffdb5a30a3" providerId="LiveId" clId="{96CFCBFF-3B86-4DA3-8BC4-90A0DDDF2BC8}" dt="2026-05-12T10:34:49.301" v="173" actId="20577"/>
          <ac:spMkLst>
            <pc:docMk/>
            <pc:sldMk cId="3219742584" sldId="267"/>
            <ac:spMk id="22" creationId="{BF19F7FA-5630-F39F-5702-9C8FAC53BC74}"/>
          </ac:spMkLst>
        </pc:spChg>
        <pc:spChg chg="add mod">
          <ac:chgData name="성현 이" userId="2f0182ffdb5a30a3" providerId="LiveId" clId="{96CFCBFF-3B86-4DA3-8BC4-90A0DDDF2BC8}" dt="2026-05-12T10:35:38.069" v="190" actId="1076"/>
          <ac:spMkLst>
            <pc:docMk/>
            <pc:sldMk cId="3219742584" sldId="267"/>
            <ac:spMk id="23" creationId="{47FB1ED9-E7DE-3B01-B0F1-5D135178498A}"/>
          </ac:spMkLst>
        </pc:spChg>
        <pc:spChg chg="add mod">
          <ac:chgData name="성현 이" userId="2f0182ffdb5a30a3" providerId="LiveId" clId="{96CFCBFF-3B86-4DA3-8BC4-90A0DDDF2BC8}" dt="2026-05-12T10:35:57.632" v="202" actId="20577"/>
          <ac:spMkLst>
            <pc:docMk/>
            <pc:sldMk cId="3219742584" sldId="267"/>
            <ac:spMk id="24" creationId="{3AAB25A6-69C5-CB2F-56E3-ADD7AD2BCCBC}"/>
          </ac:spMkLst>
        </pc:spChg>
        <pc:spChg chg="add mod">
          <ac:chgData name="성현 이" userId="2f0182ffdb5a30a3" providerId="LiveId" clId="{96CFCBFF-3B86-4DA3-8BC4-90A0DDDF2BC8}" dt="2026-05-12T10:36:27.843" v="215" actId="1076"/>
          <ac:spMkLst>
            <pc:docMk/>
            <pc:sldMk cId="3219742584" sldId="267"/>
            <ac:spMk id="25" creationId="{EF5E0BDD-7F8D-664F-2FB7-05D4E22B13A1}"/>
          </ac:spMkLst>
        </pc:spChg>
        <pc:spChg chg="add mod">
          <ac:chgData name="성현 이" userId="2f0182ffdb5a30a3" providerId="LiveId" clId="{96CFCBFF-3B86-4DA3-8BC4-90A0DDDF2BC8}" dt="2026-05-12T10:39:11.944" v="247" actId="1076"/>
          <ac:spMkLst>
            <pc:docMk/>
            <pc:sldMk cId="3219742584" sldId="267"/>
            <ac:spMk id="26" creationId="{A87F6DC6-9CE4-BE29-9D24-93360334CA08}"/>
          </ac:spMkLst>
        </pc:spChg>
        <pc:spChg chg="add mod">
          <ac:chgData name="성현 이" userId="2f0182ffdb5a30a3" providerId="LiveId" clId="{96CFCBFF-3B86-4DA3-8BC4-90A0DDDF2BC8}" dt="2026-05-12T10:39:09.680" v="246" actId="1076"/>
          <ac:spMkLst>
            <pc:docMk/>
            <pc:sldMk cId="3219742584" sldId="267"/>
            <ac:spMk id="27" creationId="{8DCB405A-6975-35CF-778D-987672A4116C}"/>
          </ac:spMkLst>
        </pc:spChg>
        <pc:spChg chg="add mod">
          <ac:chgData name="성현 이" userId="2f0182ffdb5a30a3" providerId="LiveId" clId="{96CFCBFF-3B86-4DA3-8BC4-90A0DDDF2BC8}" dt="2026-05-12T10:39:01.515" v="245" actId="20577"/>
          <ac:spMkLst>
            <pc:docMk/>
            <pc:sldMk cId="3219742584" sldId="267"/>
            <ac:spMk id="28" creationId="{CFC393B0-A289-DC60-E3EC-A00BF6F4E99C}"/>
          </ac:spMkLst>
        </pc:spChg>
        <pc:grpChg chg="add mod">
          <ac:chgData name="성현 이" userId="2f0182ffdb5a30a3" providerId="LiveId" clId="{96CFCBFF-3B86-4DA3-8BC4-90A0DDDF2BC8}" dt="2026-05-12T10:30:10.983" v="82" actId="14100"/>
          <ac:grpSpMkLst>
            <pc:docMk/>
            <pc:sldMk cId="3219742584" sldId="267"/>
            <ac:grpSpMk id="15" creationId="{49737F3F-9E5E-AEDB-C5BD-300F7249E86E}"/>
          </ac:grpSpMkLst>
        </pc:grpChg>
        <pc:picChg chg="add del mod">
          <ac:chgData name="성현 이" userId="2f0182ffdb5a30a3" providerId="LiveId" clId="{96CFCBFF-3B86-4DA3-8BC4-90A0DDDF2BC8}" dt="2026-05-12T10:23:36.040" v="59" actId="478"/>
          <ac:picMkLst>
            <pc:docMk/>
            <pc:sldMk cId="3219742584" sldId="267"/>
            <ac:picMk id="5" creationId="{D7E863C3-6389-8920-9A4E-2E7D99713C98}"/>
          </ac:picMkLst>
        </pc:picChg>
        <pc:picChg chg="add mod">
          <ac:chgData name="성현 이" userId="2f0182ffdb5a30a3" providerId="LiveId" clId="{96CFCBFF-3B86-4DA3-8BC4-90A0DDDF2BC8}" dt="2026-05-12T10:24:22.986" v="74" actId="1076"/>
          <ac:picMkLst>
            <pc:docMk/>
            <pc:sldMk cId="3219742584" sldId="267"/>
            <ac:picMk id="6" creationId="{B01C23D9-CDB6-2043-C1D0-CAC8A27844DE}"/>
          </ac:picMkLst>
        </pc:picChg>
        <pc:picChg chg="add mod">
          <ac:chgData name="성현 이" userId="2f0182ffdb5a30a3" providerId="LiveId" clId="{96CFCBFF-3B86-4DA3-8BC4-90A0DDDF2BC8}" dt="2026-05-12T10:30:27.715" v="86" actId="1076"/>
          <ac:picMkLst>
            <pc:docMk/>
            <pc:sldMk cId="3219742584" sldId="267"/>
            <ac:picMk id="17" creationId="{CC2AC445-ADED-E41D-9B7E-4E8F7FD4C825}"/>
          </ac:picMkLst>
        </pc:picChg>
      </pc:sldChg>
      <pc:sldChg chg="addSp delSp modSp new mod">
        <pc:chgData name="성현 이" userId="2f0182ffdb5a30a3" providerId="LiveId" clId="{96CFCBFF-3B86-4DA3-8BC4-90A0DDDF2BC8}" dt="2026-05-12T11:19:36.572" v="598" actId="20577"/>
        <pc:sldMkLst>
          <pc:docMk/>
          <pc:sldMk cId="1549330873" sldId="268"/>
        </pc:sldMkLst>
        <pc:spChg chg="mod">
          <ac:chgData name="성현 이" userId="2f0182ffdb5a30a3" providerId="LiveId" clId="{96CFCBFF-3B86-4DA3-8BC4-90A0DDDF2BC8}" dt="2026-05-12T10:43:55.261" v="275" actId="20577"/>
          <ac:spMkLst>
            <pc:docMk/>
            <pc:sldMk cId="1549330873" sldId="268"/>
            <ac:spMk id="2" creationId="{B9A53085-3C86-916B-C0EF-DF438CC4668C}"/>
          </ac:spMkLst>
        </pc:spChg>
        <pc:spChg chg="del">
          <ac:chgData name="성현 이" userId="2f0182ffdb5a30a3" providerId="LiveId" clId="{96CFCBFF-3B86-4DA3-8BC4-90A0DDDF2BC8}" dt="2026-05-12T10:42:34.410" v="249" actId="478"/>
          <ac:spMkLst>
            <pc:docMk/>
            <pc:sldMk cId="1549330873" sldId="268"/>
            <ac:spMk id="3" creationId="{0F761703-7F59-ECE9-423B-5D7CE69E5A7F}"/>
          </ac:spMkLst>
        </pc:spChg>
        <pc:spChg chg="add mod">
          <ac:chgData name="성현 이" userId="2f0182ffdb5a30a3" providerId="LiveId" clId="{96CFCBFF-3B86-4DA3-8BC4-90A0DDDF2BC8}" dt="2026-05-12T11:19:36.572" v="598" actId="20577"/>
          <ac:spMkLst>
            <pc:docMk/>
            <pc:sldMk cId="1549330873" sldId="268"/>
            <ac:spMk id="6" creationId="{DDA34DC2-85B6-1C54-5534-7F2789D6383B}"/>
          </ac:spMkLst>
        </pc:spChg>
        <pc:graphicFrameChg chg="add mod modGraphic">
          <ac:chgData name="성현 이" userId="2f0182ffdb5a30a3" providerId="LiveId" clId="{96CFCBFF-3B86-4DA3-8BC4-90A0DDDF2BC8}" dt="2026-05-12T10:51:57.543" v="321" actId="113"/>
          <ac:graphicFrameMkLst>
            <pc:docMk/>
            <pc:sldMk cId="1549330873" sldId="268"/>
            <ac:graphicFrameMk id="5" creationId="{15167F67-6F83-DEE3-6E6A-B784056E66E6}"/>
          </ac:graphicFrameMkLst>
        </pc:graphicFrameChg>
        <pc:cxnChg chg="add mod">
          <ac:chgData name="성현 이" userId="2f0182ffdb5a30a3" providerId="LiveId" clId="{96CFCBFF-3B86-4DA3-8BC4-90A0DDDF2BC8}" dt="2026-05-12T11:10:55.657" v="560" actId="14100"/>
          <ac:cxnSpMkLst>
            <pc:docMk/>
            <pc:sldMk cId="1549330873" sldId="268"/>
            <ac:cxnSpMk id="8" creationId="{2BF59FF7-CDAF-F42D-7C3A-1B6FFC9D42FB}"/>
          </ac:cxnSpMkLst>
        </pc:cxnChg>
      </pc:sldChg>
      <pc:sldChg chg="del">
        <pc:chgData name="성현 이" userId="2f0182ffdb5a30a3" providerId="LiveId" clId="{96CFCBFF-3B86-4DA3-8BC4-90A0DDDF2BC8}" dt="2026-05-12T10:21:58.722" v="3" actId="2696"/>
        <pc:sldMkLst>
          <pc:docMk/>
          <pc:sldMk cId="2082915085" sldId="268"/>
        </pc:sldMkLst>
      </pc:sldChg>
      <pc:sldChg chg="del">
        <pc:chgData name="성현 이" userId="2f0182ffdb5a30a3" providerId="LiveId" clId="{96CFCBFF-3B86-4DA3-8BC4-90A0DDDF2BC8}" dt="2026-05-12T10:21:56.455" v="0" actId="2696"/>
        <pc:sldMkLst>
          <pc:docMk/>
          <pc:sldMk cId="2310273049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468C7-0912-760B-9CDD-2F11CE605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4D3DECE-1C82-1272-3684-209F420E9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8057E60D-A259-0E27-496B-02B4A3FF065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b="1" dirty="0"/>
                  <a:t>Loss</a:t>
                </a:r>
                <a:r>
                  <a:rPr lang="ko-KR" altLang="en-US" b="1" dirty="0"/>
                  <a:t>을</a:t>
                </a:r>
                <a14:m>
                  <m:oMath xmlns:m="http://schemas.openxmlformats.org/officeDocument/2006/math">
                    <m:r>
                      <a:rPr lang="el-GR" altLang="ko-KR" b="1" i="1" smtClean="0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 ,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ko-KR" altLang="en-US" b="1" dirty="0"/>
                      <m:t> </m:t>
                    </m:r>
                  </m:oMath>
                </a14:m>
                <a:r>
                  <a:rPr lang="ko-KR" altLang="en-US" dirty="0"/>
                  <a:t>로 둔 상태에서</a:t>
                </a:r>
                <a:r>
                  <a:rPr lang="en-US" altLang="ko-KR" baseline="0" dirty="0"/>
                  <a:t> </a:t>
                </a:r>
                <a:r>
                  <a:rPr lang="en-US" altLang="ko-KR" dirty="0"/>
                  <a:t> tau list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, Accuracy, Weight Storage, </a:t>
                </a:r>
                <a:r>
                  <a:rPr lang="en-US" altLang="ko-KR" dirty="0" err="1"/>
                  <a:t>BitOPs</a:t>
                </a:r>
                <a:r>
                  <a:rPr lang="ko-KR" altLang="en-US" dirty="0"/>
                  <a:t>를</a:t>
                </a:r>
                <a:r>
                  <a:rPr lang="ko-KR" altLang="en-US" baseline="0" dirty="0"/>
                  <a:t> 뽑았습니다</a:t>
                </a:r>
                <a:r>
                  <a:rPr lang="en-US" altLang="ko-KR" baseline="0" dirty="0"/>
                  <a:t>.</a:t>
                </a:r>
                <a:endParaRPr lang="ko-KR" altLang="en-US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8057E60D-A259-0E27-496B-02B4A3FF065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b="1" dirty="0"/>
                  <a:t>Loss</a:t>
                </a:r>
                <a:r>
                  <a:rPr lang="ko-KR" altLang="en-US" b="1" dirty="0"/>
                  <a:t>을</a:t>
                </a:r>
                <a:r>
                  <a:rPr lang="en-US" altLang="ko-KR" b="1" i="0">
                    <a:latin typeface="Cambria Math" panose="02040503050406030204" pitchFamily="18" charset="0"/>
                  </a:rPr>
                  <a:t> </a:t>
                </a:r>
                <a:r>
                  <a:rPr lang="ko-KR" altLang="en-US" b="1" i="0">
                    <a:latin typeface="Cambria Math" panose="02040503050406030204" pitchFamily="18" charset="0"/>
                  </a:rPr>
                  <a:t>𝜽</a:t>
                </a:r>
                <a:r>
                  <a:rPr lang="en-US" altLang="ko-KR" b="1" i="0">
                    <a:latin typeface="Cambria Math" panose="02040503050406030204" pitchFamily="18" charset="0"/>
                  </a:rPr>
                  <a:t> =𝟎.𝟏 , 𝒂=𝟏 </a:t>
                </a:r>
                <a:r>
                  <a:rPr lang="ko-KR" altLang="en-US" dirty="0"/>
                  <a:t>로 둔 상태에서</a:t>
                </a:r>
                <a:r>
                  <a:rPr lang="en-US" altLang="ko-KR" baseline="0" dirty="0"/>
                  <a:t> </a:t>
                </a:r>
                <a:r>
                  <a:rPr lang="en-US" altLang="ko-KR" dirty="0"/>
                  <a:t> tau list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, Accuracy, Weight Storage, </a:t>
                </a:r>
                <a:r>
                  <a:rPr lang="en-US" altLang="ko-KR" dirty="0" err="1"/>
                  <a:t>BitOPs</a:t>
                </a:r>
                <a:r>
                  <a:rPr lang="ko-KR" altLang="en-US" dirty="0"/>
                  <a:t>를</a:t>
                </a:r>
                <a:r>
                  <a:rPr lang="ko-KR" altLang="en-US" baseline="0" dirty="0"/>
                  <a:t> 뽑았습니다</a:t>
                </a:r>
                <a:r>
                  <a:rPr lang="en-US" altLang="ko-KR" baseline="0" dirty="0"/>
                  <a:t>.</a:t>
                </a:r>
                <a:endParaRPr lang="ko-KR" altLang="en-US" dirty="0"/>
              </a:p>
              <a:p>
                <a:endParaRPr lang="ko-KR" altLang="en-US" dirty="0"/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844FDB-B41C-646F-997D-59E4D4A437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8765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6.png"/><Relationship Id="rId10" Type="http://schemas.openxmlformats.org/officeDocument/2006/relationships/image" Target="../media/image12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Sunghyun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4400" b="1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DNAS SNN(2)</a:t>
            </a:r>
            <a:endParaRPr lang="ko-KR" altLang="en-US" sz="44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0FAEFE-5022-C97B-B627-1644546785A2}"/>
              </a:ext>
            </a:extLst>
          </p:cNvPr>
          <p:cNvSpPr txBox="1"/>
          <p:nvPr/>
        </p:nvSpPr>
        <p:spPr>
          <a:xfrm>
            <a:off x="9898742" y="1712635"/>
            <a:ext cx="2061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02C62"/>
                </a:solidFill>
                <a:latin typeface="+mj-lt"/>
              </a:rPr>
              <a:t>2026</a:t>
            </a:r>
            <a:r>
              <a:rPr lang="ko-KR" altLang="en-US" b="1">
                <a:solidFill>
                  <a:srgbClr val="002C62"/>
                </a:solidFill>
                <a:latin typeface="+mj-lt"/>
              </a:rPr>
              <a:t>년 </a:t>
            </a:r>
            <a:r>
              <a:rPr lang="en-US" altLang="ko-KR" b="1">
                <a:solidFill>
                  <a:srgbClr val="002C62"/>
                </a:solidFill>
                <a:latin typeface="+mj-lt"/>
              </a:rPr>
              <a:t>05</a:t>
            </a:r>
            <a:r>
              <a:rPr lang="ko-KR" altLang="en-US" b="1">
                <a:solidFill>
                  <a:srgbClr val="002C62"/>
                </a:solidFill>
                <a:latin typeface="+mj-lt"/>
              </a:rPr>
              <a:t>월 </a:t>
            </a:r>
            <a:r>
              <a:rPr lang="en-US" altLang="ko-KR" b="1">
                <a:solidFill>
                  <a:srgbClr val="002C62"/>
                </a:solidFill>
                <a:latin typeface="+mj-lt"/>
              </a:rPr>
              <a:t>13</a:t>
            </a:r>
            <a:r>
              <a:rPr lang="ko-KR" altLang="en-US" b="1">
                <a:solidFill>
                  <a:srgbClr val="002C62"/>
                </a:solidFill>
                <a:latin typeface="+mj-lt"/>
              </a:rPr>
              <a:t>일 </a:t>
            </a:r>
            <a:endParaRPr lang="ko-KR" altLang="en-US" b="1" dirty="0">
              <a:solidFill>
                <a:srgbClr val="002C6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DB5124-3E3F-2CCF-B5BC-51B22C2D0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baseline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BC3631-665B-C252-D180-914C46818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22576FE1-BF94-5E1E-B8E9-B9421F445CF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949298" y="3196742"/>
              <a:ext cx="5257200" cy="293722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28021">
                      <a:extLst>
                        <a:ext uri="{9D8B030D-6E8A-4147-A177-3AD203B41FA5}">
                          <a16:colId xmlns:a16="http://schemas.microsoft.com/office/drawing/2014/main" val="2256037609"/>
                        </a:ext>
                      </a:extLst>
                    </a:gridCol>
                    <a:gridCol w="1234566">
                      <a:extLst>
                        <a:ext uri="{9D8B030D-6E8A-4147-A177-3AD203B41FA5}">
                          <a16:colId xmlns:a16="http://schemas.microsoft.com/office/drawing/2014/main" val="605193014"/>
                        </a:ext>
                      </a:extLst>
                    </a:gridCol>
                    <a:gridCol w="1234566">
                      <a:extLst>
                        <a:ext uri="{9D8B030D-6E8A-4147-A177-3AD203B41FA5}">
                          <a16:colId xmlns:a16="http://schemas.microsoft.com/office/drawing/2014/main" val="2185725829"/>
                        </a:ext>
                      </a:extLst>
                    </a:gridCol>
                    <a:gridCol w="1060047">
                      <a:extLst>
                        <a:ext uri="{9D8B030D-6E8A-4147-A177-3AD203B41FA5}">
                          <a16:colId xmlns:a16="http://schemas.microsoft.com/office/drawing/2014/main" val="2834237975"/>
                        </a:ext>
                      </a:extLst>
                    </a:gridCol>
                  </a:tblGrid>
                  <a:tr h="65510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                     </a:t>
                          </a:r>
                        </a:p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Model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Accuracy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Weight storage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Bit-OPs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22533574"/>
                      </a:ext>
                    </a:extLst>
                  </a:tr>
                  <a:tr h="40953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BNN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  <a:endParaRPr lang="en-US" altLang="ko-KR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11.0Mbit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0.578G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83909041"/>
                      </a:ext>
                    </a:extLst>
                  </a:tr>
                  <a:tr h="40953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 dirty="0"/>
                            <a:t>uniform 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ko-KR" dirty="0"/>
                            <a:t>=5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48.39%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6.10Mbit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0.164G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0953181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 dirty="0"/>
                            <a:t>uniform 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ko-KR" dirty="0"/>
                            <a:t>=4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/>
                            <a:t>47.76%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4.88Mbit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0.097G</a:t>
                          </a:r>
                          <a:endParaRPr lang="ko-KR" altLang="en-US" b="1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080828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 dirty="0"/>
                            <a:t>uniform 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ko-KR" dirty="0"/>
                            <a:t>=3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/>
                            <a:t>47.42%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3.66Mbit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0.064G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9136475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 dirty="0"/>
                            <a:t>uniform 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ko-KR" dirty="0"/>
                            <a:t>=2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/>
                            <a:t>45.26%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2.44Mbit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0.047G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8280848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 dirty="0"/>
                            <a:t>uniform 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ko-KR" dirty="0"/>
                            <a:t>=1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/>
                            <a:t>41.65%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1.22Mbit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0.039G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023063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22576FE1-BF94-5E1E-B8E9-B9421F445CF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0892027"/>
                  </p:ext>
                </p:extLst>
              </p:nvPr>
            </p:nvGraphicFramePr>
            <p:xfrm>
              <a:off x="2949298" y="3196742"/>
              <a:ext cx="5257200" cy="293722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28021">
                      <a:extLst>
                        <a:ext uri="{9D8B030D-6E8A-4147-A177-3AD203B41FA5}">
                          <a16:colId xmlns:a16="http://schemas.microsoft.com/office/drawing/2014/main" val="2256037609"/>
                        </a:ext>
                      </a:extLst>
                    </a:gridCol>
                    <a:gridCol w="1234566">
                      <a:extLst>
                        <a:ext uri="{9D8B030D-6E8A-4147-A177-3AD203B41FA5}">
                          <a16:colId xmlns:a16="http://schemas.microsoft.com/office/drawing/2014/main" val="605193014"/>
                        </a:ext>
                      </a:extLst>
                    </a:gridCol>
                    <a:gridCol w="1234566">
                      <a:extLst>
                        <a:ext uri="{9D8B030D-6E8A-4147-A177-3AD203B41FA5}">
                          <a16:colId xmlns:a16="http://schemas.microsoft.com/office/drawing/2014/main" val="2185725829"/>
                        </a:ext>
                      </a:extLst>
                    </a:gridCol>
                    <a:gridCol w="1060047">
                      <a:extLst>
                        <a:ext uri="{9D8B030D-6E8A-4147-A177-3AD203B41FA5}">
                          <a16:colId xmlns:a16="http://schemas.microsoft.com/office/drawing/2014/main" val="2834237975"/>
                        </a:ext>
                      </a:extLst>
                    </a:gridCol>
                  </a:tblGrid>
                  <a:tr h="65510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                     </a:t>
                          </a:r>
                        </a:p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Model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Accuracy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Weight storage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Bit-OPs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22533574"/>
                      </a:ext>
                    </a:extLst>
                  </a:tr>
                  <a:tr h="40953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BNN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  <a:endParaRPr lang="en-US" altLang="ko-KR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11.0Mbit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0.578G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83909041"/>
                      </a:ext>
                    </a:extLst>
                  </a:tr>
                  <a:tr h="409539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52" t="-268657" r="-204930" b="-3820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>
                              <a:solidFill>
                                <a:schemeClr val="tx1"/>
                              </a:solidFill>
                            </a:rPr>
                            <a:t>48.39%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6.10Mbit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0.164G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0953181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52" t="-404918" r="-204930" b="-3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/>
                            <a:t>47.76%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4.88Mbit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0.097G</a:t>
                          </a:r>
                          <a:endParaRPr lang="ko-KR" altLang="en-US" b="1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0808283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52" t="-513333" r="-204930" b="-2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/>
                            <a:t>47.42%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3.66Mbit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0.064G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9136475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52" t="-613333" r="-204930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/>
                            <a:t>45.26%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2.44Mbit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0.047G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8280848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52" t="-713333" r="-204930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/>
                            <a:t>41.65%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1.22Mbit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0.039G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0230635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2B4E461-3481-2F2F-8963-AC12B736D7BA}"/>
                  </a:ext>
                </a:extLst>
              </p:cNvPr>
              <p:cNvSpPr txBox="1"/>
              <p:nvPr/>
            </p:nvSpPr>
            <p:spPr>
              <a:xfrm>
                <a:off x="1164772" y="1291509"/>
                <a:ext cx="9862456" cy="15030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altLang="ko-KR" b="1" i="1" dirty="0"/>
                  <a:t>λ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 ,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altLang="ko-KR" b="1" dirty="0"/>
                  <a:t>  </a:t>
                </a:r>
                <a:r>
                  <a:rPr lang="ko-KR" altLang="en-US" dirty="0"/>
                  <a:t>일 때의 </a:t>
                </a:r>
                <a:r>
                  <a:rPr lang="en-US" altLang="ko-KR" dirty="0"/>
                  <a:t>[16,8</a:t>
                </a:r>
                <a:r>
                  <a:rPr lang="en-US" altLang="ko-KR"/>
                  <a:t>] </a:t>
                </a:r>
                <a:r>
                  <a:rPr lang="ko-KR" altLang="en-US"/>
                  <a:t> </a:t>
                </a:r>
                <a:r>
                  <a:rPr lang="ko-KR" altLang="en-US" dirty="0"/>
                  <a:t>확률</a:t>
                </a:r>
                <a:r>
                  <a:rPr lang="en-US" altLang="ko-KR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,</m:t>
                        </m:r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altLang="ko-KR"/>
                  <a:t> </a:t>
                </a:r>
                <a:r>
                  <a:rPr lang="ko-KR" altLang="en-US" dirty="0"/>
                  <a:t>을 이용해서 </a:t>
                </a:r>
                <a:r>
                  <a:rPr lang="en-US" altLang="ko-KR" dirty="0"/>
                  <a:t>Phase 2 </a:t>
                </a:r>
                <a:r>
                  <a:rPr lang="ko-KR" altLang="en-US" dirty="0"/>
                  <a:t>진행</a:t>
                </a:r>
                <a:endParaRPr lang="en-US" altLang="ko-KR" dirty="0"/>
              </a:p>
              <a:p>
                <a:endParaRPr lang="en-US" altLang="ko-KR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altLang="ko-KR" dirty="0"/>
                  <a:t>Weight Storage Constraint : 7Mbit / 6Mbit / 5Mbit / 4.5Mbit / 3.5Mbit / 2Mbit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altLang="ko-KR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altLang="ko-KR" dirty="0" err="1"/>
                  <a:t>BitOPs</a:t>
                </a:r>
                <a:r>
                  <a:rPr lang="en-US" altLang="ko-KR" dirty="0"/>
                  <a:t> Constraint : 0.2G / 0.1G / 0.08G / 0.06G / 0.05G / 0.04G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2B4E461-3481-2F2F-8963-AC12B736D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772" y="1291509"/>
                <a:ext cx="9862456" cy="1503040"/>
              </a:xfrm>
              <a:prstGeom prst="rect">
                <a:avLst/>
              </a:prstGeom>
              <a:blipFill>
                <a:blip r:embed="rId3"/>
                <a:stretch>
                  <a:fillRect l="-494" t="-2846" b="-609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61C90E7-A58B-09F6-5EFC-6BA3127DB5F7}"/>
                  </a:ext>
                </a:extLst>
              </p:cNvPr>
              <p:cNvSpPr txBox="1"/>
              <p:nvPr/>
            </p:nvSpPr>
            <p:spPr>
              <a:xfrm>
                <a:off x="994409" y="761128"/>
                <a:ext cx="9532620" cy="3789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1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acc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l-GR" altLang="ko-KR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[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cost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acc>
                        <m:accPr>
                          <m:chr m:val="̂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+  (1−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cost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̂"/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]  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61C90E7-A58B-09F6-5EFC-6BA3127DB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409" y="761128"/>
                <a:ext cx="9532620" cy="378950"/>
              </a:xfrm>
              <a:prstGeom prst="rect">
                <a:avLst/>
              </a:prstGeom>
              <a:blipFill>
                <a:blip r:embed="rId4"/>
                <a:stretch>
                  <a:fillRect b="-177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14C7E11-AED3-2225-666A-2C8A15CDA224}"/>
              </a:ext>
            </a:extLst>
          </p:cNvPr>
          <p:cNvSpPr txBox="1"/>
          <p:nvPr/>
        </p:nvSpPr>
        <p:spPr>
          <a:xfrm>
            <a:off x="1473346" y="3055979"/>
            <a:ext cx="1475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Epoch :100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7419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EB261-A422-F1FE-B7BE-D5304F392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510EF1-7AFA-32CA-92F2-7A1E71904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Phase 2 </a:t>
            </a:r>
            <a:r>
              <a:rPr lang="ko-KR" altLang="en-US" dirty="0"/>
              <a:t>결과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612287-F3F4-473E-F4EE-2724C1BE0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3ED20B2-2710-B393-8A8B-71BF606E9450}"/>
              </a:ext>
            </a:extLst>
          </p:cNvPr>
          <p:cNvGraphicFramePr>
            <a:graphicFrameLocks noGrp="1"/>
          </p:cNvGraphicFramePr>
          <p:nvPr/>
        </p:nvGraphicFramePr>
        <p:xfrm>
          <a:off x="373380" y="863604"/>
          <a:ext cx="11445240" cy="56504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7150">
                  <a:extLst>
                    <a:ext uri="{9D8B030D-6E8A-4147-A177-3AD203B41FA5}">
                      <a16:colId xmlns:a16="http://schemas.microsoft.com/office/drawing/2014/main" val="2256037609"/>
                    </a:ext>
                  </a:extLst>
                </a:gridCol>
                <a:gridCol w="5537129">
                  <a:extLst>
                    <a:ext uri="{9D8B030D-6E8A-4147-A177-3AD203B41FA5}">
                      <a16:colId xmlns:a16="http://schemas.microsoft.com/office/drawing/2014/main" val="2766998562"/>
                    </a:ext>
                  </a:extLst>
                </a:gridCol>
                <a:gridCol w="1165860">
                  <a:extLst>
                    <a:ext uri="{9D8B030D-6E8A-4147-A177-3AD203B41FA5}">
                      <a16:colId xmlns:a16="http://schemas.microsoft.com/office/drawing/2014/main" val="4176876915"/>
                    </a:ext>
                  </a:extLst>
                </a:gridCol>
                <a:gridCol w="1455420">
                  <a:extLst>
                    <a:ext uri="{9D8B030D-6E8A-4147-A177-3AD203B41FA5}">
                      <a16:colId xmlns:a16="http://schemas.microsoft.com/office/drawing/2014/main" val="2185725829"/>
                    </a:ext>
                  </a:extLst>
                </a:gridCol>
                <a:gridCol w="1249681">
                  <a:extLst>
                    <a:ext uri="{9D8B030D-6E8A-4147-A177-3AD203B41FA5}">
                      <a16:colId xmlns:a16="http://schemas.microsoft.com/office/drawing/2014/main" val="2834237975"/>
                    </a:ext>
                  </a:extLst>
                </a:gridCol>
              </a:tblGrid>
              <a:tr h="7755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                     </a:t>
                      </a:r>
                    </a:p>
                    <a:p>
                      <a:pPr latinLnBrk="1"/>
                      <a:r>
                        <a:rPr lang="en-US" altLang="ko-KR" sz="1500" b="0" dirty="0">
                          <a:solidFill>
                            <a:schemeClr val="tx1"/>
                          </a:solidFill>
                        </a:rPr>
                        <a:t>Hardware Constraint</a:t>
                      </a:r>
                      <a:endParaRPr lang="ko-KR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Tau list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Accuracy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Weight storage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Bit-OPs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2533574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7Mbit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/>
                        <a:t>[5, 4, 6, 6, 6, 5, 6, 4, 6, 4, 5, 3, 4, 3, 2, 2]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49.05%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3.73Mbit</a:t>
                      </a:r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/>
                        <a:t>0.191G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3453129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6Mbit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7157770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5Mbit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909041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4.5Mbit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531817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3.5Mbit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[5, 4, 6, 6, 6, 5, 6, 4, 6, 4, 5, 3, 4, 3, 2, 1]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48.73%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3.47Mbit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/>
                        <a:t>0.191G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4247872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2Mbit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[5, 4, 6, 6, 6, 5, 6, 4, 5, 3, 2, 3, 1, 1, 1, 1]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47.11%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1.99Mbit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/>
                        <a:t>0.183G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808021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0.2G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[5, 4, 6, 6, 6, 5, 6, 4, 6, 4, 5, 3, 4, 3, 2, 2]</a:t>
                      </a:r>
                      <a:endParaRPr lang="en-US" altLang="ko-K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49.05%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3.73Mbit</a:t>
                      </a:r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/>
                        <a:t>0.191G </a:t>
                      </a:r>
                      <a:endParaRPr lang="en-US" altLang="ko-KR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093189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0.1G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[4, 4, 4, 4, 5, 5, 4, 3, 5, 4, 4, 3, 4, 3, 2, 2]</a:t>
                      </a:r>
                      <a:endParaRPr lang="en-US" altLang="ko-K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48.33%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3.55Mbit</a:t>
                      </a:r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/>
                        <a:t>0.099G </a:t>
                      </a:r>
                      <a:endParaRPr lang="en-US" altLang="ko-KR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4521543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0.08G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[4, 3, 3, 3, 5, 4, 4, 3, 5, 4, 3, 3, 4, 3, 2, 2]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48.12%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3.46Mbit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/>
                        <a:t>0.079G 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0088810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0.06G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[3, 2, 2, 2, 4, 3, 3, 3, 5, 4, 2, 3, 4, 3, 2, 2]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47.13%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3.33Mbit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/>
                        <a:t>0.0597G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2353764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0.05G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[2, 2, 2, 1, 3, 2, 2, 2, 4, 3, 3, 3, 4, 3, 2, 2]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47.11%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3.23Mbit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/>
                        <a:t>0.0496G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70171"/>
                  </a:ext>
                </a:extLst>
              </a:tr>
              <a:tr h="3699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0.04G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[1, 1, 1, 1, 2, 1, 1, 1, 2, 1, 2, 1, 2, 2, 2, 2]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41.93%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2.25Mbit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/>
                        <a:t>0.0398G 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53141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7404B4A-ACD4-116E-0CBD-627639DC110E}"/>
                  </a:ext>
                </a:extLst>
              </p:cNvPr>
              <p:cNvSpPr txBox="1"/>
              <p:nvPr/>
            </p:nvSpPr>
            <p:spPr>
              <a:xfrm>
                <a:off x="3382637" y="388142"/>
                <a:ext cx="74059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l-GR" altLang="ko-KR" b="1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 ,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b="1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7404B4A-ACD4-116E-0CBD-627639DC1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2637" y="388142"/>
                <a:ext cx="740590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749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A55787-2279-9724-C9E0-2E3D341BA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Weight</a:t>
            </a:r>
            <a:r>
              <a:rPr lang="ko-KR" altLang="en-US"/>
              <a:t> </a:t>
            </a:r>
            <a:r>
              <a:rPr lang="en-US" altLang="ko-KR"/>
              <a:t>Storage</a:t>
            </a:r>
            <a:r>
              <a:rPr lang="ko-KR" altLang="en-US"/>
              <a:t> </a:t>
            </a:r>
            <a:r>
              <a:rPr lang="en-US" altLang="ko-KR"/>
              <a:t>&amp;</a:t>
            </a:r>
            <a:r>
              <a:rPr lang="ko-KR" altLang="en-US"/>
              <a:t> </a:t>
            </a:r>
            <a:r>
              <a:rPr lang="en-US" altLang="ko-KR"/>
              <a:t>BitOPs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05DC04-D9D6-AE61-1CD7-D795C8265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49737F3F-9E5E-AEDB-C5BD-300F7249E86E}"/>
              </a:ext>
            </a:extLst>
          </p:cNvPr>
          <p:cNvGrpSpPr/>
          <p:nvPr/>
        </p:nvGrpSpPr>
        <p:grpSpPr>
          <a:xfrm>
            <a:off x="0" y="1999547"/>
            <a:ext cx="5841124" cy="4283010"/>
            <a:chOff x="1771320" y="1032640"/>
            <a:chExt cx="8326493" cy="5570978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B01C23D9-CDB6-2043-C1D0-CAC8A27844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71320" y="1032640"/>
              <a:ext cx="8200369" cy="5570978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91C79D6-C1FF-C1DA-8E60-1A99EC74E4A3}"/>
                    </a:ext>
                  </a:extLst>
                </p:cNvPr>
                <p:cNvSpPr txBox="1"/>
                <p:nvPr/>
              </p:nvSpPr>
              <p:spPr>
                <a:xfrm>
                  <a:off x="9006499" y="2226133"/>
                  <a:ext cx="1091314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1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1200" dirty="0">
                      <a:solidFill>
                        <a:srgbClr val="FF0000"/>
                      </a:solidFill>
                    </a:rPr>
                    <a:t>=5</a:t>
                  </a:r>
                </a:p>
                <a:p>
                  <a:r>
                    <a:rPr lang="en-US" altLang="ko-KR" sz="1200" dirty="0">
                      <a:solidFill>
                        <a:srgbClr val="FF0000"/>
                      </a:solidFill>
                    </a:rPr>
                    <a:t>6.10Mbit</a:t>
                  </a:r>
                </a:p>
                <a:p>
                  <a:r>
                    <a:rPr lang="en-US" altLang="ko-KR" sz="1200">
                      <a:solidFill>
                        <a:srgbClr val="FF0000"/>
                      </a:solidFill>
                    </a:rPr>
                    <a:t>48.39%</a:t>
                  </a:r>
                  <a:endParaRPr lang="ko-KR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91C79D6-C1FF-C1DA-8E60-1A99EC74E4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6499" y="2226133"/>
                  <a:ext cx="1091314" cy="646331"/>
                </a:xfrm>
                <a:prstGeom prst="rect">
                  <a:avLst/>
                </a:prstGeom>
                <a:blipFill>
                  <a:blip r:embed="rId3"/>
                  <a:stretch>
                    <a:fillRect l="-800" t="-2469" r="-800" b="-3827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4865539A-4013-C1AC-7841-AD16BF04B900}"/>
                    </a:ext>
                  </a:extLst>
                </p:cNvPr>
                <p:cNvSpPr txBox="1"/>
                <p:nvPr/>
              </p:nvSpPr>
              <p:spPr>
                <a:xfrm>
                  <a:off x="7627573" y="2437262"/>
                  <a:ext cx="1091313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1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1200" dirty="0">
                      <a:solidFill>
                        <a:srgbClr val="FF0000"/>
                      </a:solidFill>
                    </a:rPr>
                    <a:t>=4</a:t>
                  </a:r>
                </a:p>
                <a:p>
                  <a:r>
                    <a:rPr lang="en-US" altLang="ko-KR" sz="1200" dirty="0">
                      <a:solidFill>
                        <a:srgbClr val="FF0000"/>
                      </a:solidFill>
                    </a:rPr>
                    <a:t>4.88Mbit</a:t>
                  </a:r>
                </a:p>
                <a:p>
                  <a:r>
                    <a:rPr lang="en-US" altLang="ko-KR" sz="1200">
                      <a:solidFill>
                        <a:srgbClr val="FF0000"/>
                      </a:solidFill>
                    </a:rPr>
                    <a:t>47.76%</a:t>
                  </a:r>
                  <a:endParaRPr lang="ko-KR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4865539A-4013-C1AC-7841-AD16BF04B9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7573" y="2437262"/>
                  <a:ext cx="1091313" cy="646331"/>
                </a:xfrm>
                <a:prstGeom prst="rect">
                  <a:avLst/>
                </a:prstGeom>
                <a:blipFill>
                  <a:blip r:embed="rId4"/>
                  <a:stretch>
                    <a:fillRect l="-794" t="-1220" b="-3658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9D976F02-87FC-F39A-ECFA-C4650FE2F192}"/>
                    </a:ext>
                  </a:extLst>
                </p:cNvPr>
                <p:cNvSpPr txBox="1"/>
                <p:nvPr/>
              </p:nvSpPr>
              <p:spPr>
                <a:xfrm>
                  <a:off x="6096000" y="2681298"/>
                  <a:ext cx="1313361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1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1200" dirty="0">
                      <a:solidFill>
                        <a:srgbClr val="FF0000"/>
                      </a:solidFill>
                    </a:rPr>
                    <a:t>=3</a:t>
                  </a:r>
                </a:p>
                <a:p>
                  <a:r>
                    <a:rPr lang="en-US" altLang="ko-KR" sz="1200" dirty="0">
                      <a:solidFill>
                        <a:srgbClr val="FF0000"/>
                      </a:solidFill>
                    </a:rPr>
                    <a:t>3.66Mbit</a:t>
                  </a:r>
                </a:p>
                <a:p>
                  <a:r>
                    <a:rPr lang="en-US" altLang="ko-KR" sz="1200">
                      <a:solidFill>
                        <a:srgbClr val="FF0000"/>
                      </a:solidFill>
                    </a:rPr>
                    <a:t>47.42%</a:t>
                  </a:r>
                  <a:endParaRPr lang="ko-KR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9D976F02-87FC-F39A-ECFA-C4650FE2F1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2681298"/>
                  <a:ext cx="1313361" cy="646331"/>
                </a:xfrm>
                <a:prstGeom prst="rect">
                  <a:avLst/>
                </a:prstGeom>
                <a:blipFill>
                  <a:blip r:embed="rId5"/>
                  <a:stretch>
                    <a:fillRect l="-662" t="-2469" b="-3827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2EE8D39-81F3-9172-304D-55FDDCF01F49}"/>
                    </a:ext>
                  </a:extLst>
                </p:cNvPr>
                <p:cNvSpPr txBox="1"/>
                <p:nvPr/>
              </p:nvSpPr>
              <p:spPr>
                <a:xfrm>
                  <a:off x="4782640" y="3645622"/>
                  <a:ext cx="1313361" cy="8406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1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1200" dirty="0">
                      <a:solidFill>
                        <a:srgbClr val="FF0000"/>
                      </a:solidFill>
                    </a:rPr>
                    <a:t>=2</a:t>
                  </a:r>
                </a:p>
                <a:p>
                  <a:r>
                    <a:rPr lang="en-US" altLang="ko-KR" sz="1200">
                      <a:solidFill>
                        <a:srgbClr val="FF0000"/>
                      </a:solidFill>
                    </a:rPr>
                    <a:t>2.44Mbit</a:t>
                  </a:r>
                  <a:endParaRPr lang="en-US" altLang="ko-KR" sz="1200" dirty="0">
                    <a:solidFill>
                      <a:srgbClr val="FF0000"/>
                    </a:solidFill>
                  </a:endParaRPr>
                </a:p>
                <a:p>
                  <a:r>
                    <a:rPr lang="en-US" altLang="ko-KR" sz="1200">
                      <a:solidFill>
                        <a:srgbClr val="FF0000"/>
                      </a:solidFill>
                    </a:rPr>
                    <a:t>45.26%</a:t>
                  </a:r>
                  <a:endParaRPr lang="ko-KR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2EE8D39-81F3-9172-304D-55FDDCF01F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2640" y="3645622"/>
                  <a:ext cx="1313361" cy="840693"/>
                </a:xfrm>
                <a:prstGeom prst="rect">
                  <a:avLst/>
                </a:prstGeom>
                <a:blipFill>
                  <a:blip r:embed="rId6"/>
                  <a:stretch>
                    <a:fillRect l="-662" t="-1887" b="-566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E0E7825-88B1-AE6D-8330-AD879326D8CA}"/>
                    </a:ext>
                  </a:extLst>
                </p:cNvPr>
                <p:cNvSpPr txBox="1"/>
                <p:nvPr/>
              </p:nvSpPr>
              <p:spPr>
                <a:xfrm>
                  <a:off x="3358488" y="5248449"/>
                  <a:ext cx="1313361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1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1200" dirty="0">
                      <a:solidFill>
                        <a:srgbClr val="FF0000"/>
                      </a:solidFill>
                    </a:rPr>
                    <a:t>=1</a:t>
                  </a:r>
                </a:p>
                <a:p>
                  <a:r>
                    <a:rPr lang="en-US" altLang="ko-KR" sz="1200">
                      <a:solidFill>
                        <a:srgbClr val="FF0000"/>
                      </a:solidFill>
                    </a:rPr>
                    <a:t>1.22Mbit</a:t>
                  </a:r>
                  <a:endParaRPr lang="en-US" altLang="ko-KR" sz="1200" dirty="0">
                    <a:solidFill>
                      <a:srgbClr val="FF0000"/>
                    </a:solidFill>
                  </a:endParaRPr>
                </a:p>
                <a:p>
                  <a:r>
                    <a:rPr lang="en-US" altLang="ko-KR" sz="1200">
                      <a:solidFill>
                        <a:srgbClr val="FF0000"/>
                      </a:solidFill>
                    </a:rPr>
                    <a:t>41.65%</a:t>
                  </a:r>
                  <a:endParaRPr lang="ko-KR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E0E7825-88B1-AE6D-8330-AD879326D8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8488" y="5248449"/>
                  <a:ext cx="1313361" cy="646331"/>
                </a:xfrm>
                <a:prstGeom prst="rect">
                  <a:avLst/>
                </a:prstGeom>
                <a:blipFill>
                  <a:blip r:embed="rId7"/>
                  <a:stretch>
                    <a:fillRect l="-662" t="-2469" b="-3827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BCBAA90-2E8A-05FA-BAC1-850E56E506C0}"/>
                </a:ext>
              </a:extLst>
            </p:cNvPr>
            <p:cNvSpPr txBox="1"/>
            <p:nvPr/>
          </p:nvSpPr>
          <p:spPr>
            <a:xfrm>
              <a:off x="6267981" y="1283883"/>
              <a:ext cx="1620394" cy="5734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>
                  <a:solidFill>
                    <a:schemeClr val="accent1"/>
                  </a:solidFill>
                </a:rPr>
                <a:t>3.73Mbit</a:t>
              </a:r>
              <a:endParaRPr lang="en-US" altLang="ko-KR" sz="1200" dirty="0">
                <a:solidFill>
                  <a:schemeClr val="accent1"/>
                </a:solidFill>
              </a:endParaRPr>
            </a:p>
            <a:p>
              <a:r>
                <a:rPr lang="en-US" altLang="ko-KR" sz="1200">
                  <a:solidFill>
                    <a:schemeClr val="accent1"/>
                  </a:solidFill>
                </a:rPr>
                <a:t>49.05%</a:t>
              </a:r>
              <a:endParaRPr lang="ko-KR" altLang="en-US" sz="1200" dirty="0">
                <a:solidFill>
                  <a:schemeClr val="accent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B029606-6FDB-D758-2FFF-34433DE59F14}"/>
                </a:ext>
              </a:extLst>
            </p:cNvPr>
            <p:cNvSpPr txBox="1"/>
            <p:nvPr/>
          </p:nvSpPr>
          <p:spPr>
            <a:xfrm>
              <a:off x="4884684" y="1409014"/>
              <a:ext cx="1211317" cy="5734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>
                  <a:solidFill>
                    <a:schemeClr val="accent1"/>
                  </a:solidFill>
                </a:rPr>
                <a:t>3.47Mbit</a:t>
              </a:r>
              <a:endParaRPr lang="en-US" altLang="ko-KR" sz="1200" dirty="0">
                <a:solidFill>
                  <a:schemeClr val="accent1"/>
                </a:solidFill>
              </a:endParaRPr>
            </a:p>
            <a:p>
              <a:r>
                <a:rPr lang="en-US" altLang="ko-KR" sz="1200">
                  <a:solidFill>
                    <a:schemeClr val="accent1"/>
                  </a:solidFill>
                </a:rPr>
                <a:t>48.73%</a:t>
              </a:r>
              <a:endParaRPr lang="ko-KR" altLang="en-US" sz="1200" dirty="0">
                <a:solidFill>
                  <a:schemeClr val="accent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E829BCA-D26D-A3A8-3DD1-C2241C2451A8}"/>
                </a:ext>
              </a:extLst>
            </p:cNvPr>
            <p:cNvSpPr txBox="1"/>
            <p:nvPr/>
          </p:nvSpPr>
          <p:spPr>
            <a:xfrm>
              <a:off x="3358488" y="2206428"/>
              <a:ext cx="1230737" cy="5734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>
                  <a:solidFill>
                    <a:schemeClr val="accent1"/>
                  </a:solidFill>
                </a:rPr>
                <a:t>1.99Mbit</a:t>
              </a:r>
              <a:endParaRPr lang="en-US" altLang="ko-KR" sz="1200" dirty="0">
                <a:solidFill>
                  <a:schemeClr val="accent1"/>
                </a:solidFill>
              </a:endParaRPr>
            </a:p>
            <a:p>
              <a:r>
                <a:rPr lang="en-US" altLang="ko-KR" sz="1200">
                  <a:solidFill>
                    <a:schemeClr val="accent1"/>
                  </a:solidFill>
                </a:rPr>
                <a:t>47.11%</a:t>
              </a:r>
              <a:endParaRPr lang="ko-KR" altLang="en-US" sz="1200" dirty="0">
                <a:solidFill>
                  <a:schemeClr val="accent1"/>
                </a:solidFill>
              </a:endParaRPr>
            </a:p>
          </p:txBody>
        </p: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CC2AC445-ADED-E41D-9B7E-4E8F7FD4C82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7637" y="2073340"/>
            <a:ext cx="6304505" cy="428301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DCBF69B-E1F0-2DB8-FDB1-16833B07E442}"/>
                  </a:ext>
                </a:extLst>
              </p:cNvPr>
              <p:cNvSpPr txBox="1"/>
              <p:nvPr/>
            </p:nvSpPr>
            <p:spPr>
              <a:xfrm>
                <a:off x="10303355" y="3079430"/>
                <a:ext cx="77522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sz="12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 sz="1200" dirty="0">
                    <a:solidFill>
                      <a:srgbClr val="FF0000"/>
                    </a:solidFill>
                  </a:rPr>
                  <a:t>=5</a:t>
                </a:r>
              </a:p>
              <a:p>
                <a:r>
                  <a:rPr lang="en-US" altLang="ko-KR" sz="1200">
                    <a:solidFill>
                      <a:srgbClr val="FF0000"/>
                    </a:solidFill>
                  </a:rPr>
                  <a:t>0.164G</a:t>
                </a:r>
                <a:endParaRPr lang="en-US" altLang="ko-KR" sz="1200" dirty="0">
                  <a:solidFill>
                    <a:srgbClr val="FF0000"/>
                  </a:solidFill>
                </a:endParaRPr>
              </a:p>
              <a:p>
                <a:r>
                  <a:rPr lang="en-US" altLang="ko-KR" sz="1200">
                    <a:solidFill>
                      <a:srgbClr val="FF0000"/>
                    </a:solidFill>
                  </a:rPr>
                  <a:t>48.39%</a:t>
                </a:r>
                <a:endParaRPr lang="ko-KR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DCBF69B-E1F0-2DB8-FDB1-16833B07E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3355" y="3079430"/>
                <a:ext cx="775229" cy="646331"/>
              </a:xfrm>
              <a:prstGeom prst="rect">
                <a:avLst/>
              </a:prstGeom>
              <a:blipFill>
                <a:blip r:embed="rId9"/>
                <a:stretch>
                  <a:fillRect t="-943" b="-56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3E14E1C-134C-2955-2CF6-367537114F85}"/>
                  </a:ext>
                </a:extLst>
              </p:cNvPr>
              <p:cNvSpPr txBox="1"/>
              <p:nvPr/>
            </p:nvSpPr>
            <p:spPr>
              <a:xfrm>
                <a:off x="8524229" y="3228857"/>
                <a:ext cx="76556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sz="12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 sz="1200" dirty="0">
                    <a:solidFill>
                      <a:srgbClr val="FF0000"/>
                    </a:solidFill>
                  </a:rPr>
                  <a:t>=4</a:t>
                </a:r>
              </a:p>
              <a:p>
                <a:r>
                  <a:rPr lang="en-US" altLang="ko-KR" sz="1200">
                    <a:solidFill>
                      <a:srgbClr val="FF0000"/>
                    </a:solidFill>
                  </a:rPr>
                  <a:t>0.097G</a:t>
                </a:r>
                <a:endParaRPr lang="en-US" altLang="ko-KR" sz="1200" dirty="0">
                  <a:solidFill>
                    <a:srgbClr val="FF0000"/>
                  </a:solidFill>
                </a:endParaRPr>
              </a:p>
              <a:p>
                <a:r>
                  <a:rPr lang="en-US" altLang="ko-KR" sz="1200">
                    <a:solidFill>
                      <a:srgbClr val="FF0000"/>
                    </a:solidFill>
                  </a:rPr>
                  <a:t>47.76%</a:t>
                </a:r>
                <a:endParaRPr lang="ko-KR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3E14E1C-134C-2955-2CF6-367537114F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4229" y="3228857"/>
                <a:ext cx="765568" cy="646331"/>
              </a:xfrm>
              <a:prstGeom prst="rect">
                <a:avLst/>
              </a:prstGeom>
              <a:blipFill>
                <a:blip r:embed="rId10"/>
                <a:stretch>
                  <a:fillRect t="-1887" b="-56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690BD8B-282A-1B71-B729-E4E672D16BFD}"/>
                  </a:ext>
                </a:extLst>
              </p:cNvPr>
              <p:cNvSpPr txBox="1"/>
              <p:nvPr/>
            </p:nvSpPr>
            <p:spPr>
              <a:xfrm>
                <a:off x="7538632" y="3378284"/>
                <a:ext cx="92133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sz="12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 sz="1200" dirty="0">
                    <a:solidFill>
                      <a:srgbClr val="FF0000"/>
                    </a:solidFill>
                  </a:rPr>
                  <a:t>=3</a:t>
                </a:r>
              </a:p>
              <a:p>
                <a:r>
                  <a:rPr lang="en-US" altLang="ko-KR" sz="1200">
                    <a:solidFill>
                      <a:srgbClr val="FF0000"/>
                    </a:solidFill>
                  </a:rPr>
                  <a:t>0.064G</a:t>
                </a:r>
                <a:endParaRPr lang="en-US" altLang="ko-KR" sz="1200" dirty="0">
                  <a:solidFill>
                    <a:srgbClr val="FF0000"/>
                  </a:solidFill>
                </a:endParaRPr>
              </a:p>
              <a:p>
                <a:r>
                  <a:rPr lang="en-US" altLang="ko-KR" sz="1200">
                    <a:solidFill>
                      <a:srgbClr val="FF0000"/>
                    </a:solidFill>
                  </a:rPr>
                  <a:t>47.42%</a:t>
                </a:r>
                <a:endParaRPr lang="ko-KR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690BD8B-282A-1B71-B729-E4E672D16B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8632" y="3378284"/>
                <a:ext cx="921337" cy="646331"/>
              </a:xfrm>
              <a:prstGeom prst="rect">
                <a:avLst/>
              </a:prstGeom>
              <a:blipFill>
                <a:blip r:embed="rId11"/>
                <a:stretch>
                  <a:fillRect l="-662" t="-943" b="-56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F686FCF-813B-F69F-6E48-86DBA1039993}"/>
                  </a:ext>
                </a:extLst>
              </p:cNvPr>
              <p:cNvSpPr txBox="1"/>
              <p:nvPr/>
            </p:nvSpPr>
            <p:spPr>
              <a:xfrm>
                <a:off x="7124206" y="4214845"/>
                <a:ext cx="92133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sz="12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 sz="1200" dirty="0">
                    <a:solidFill>
                      <a:srgbClr val="FF0000"/>
                    </a:solidFill>
                  </a:rPr>
                  <a:t>=2</a:t>
                </a:r>
              </a:p>
              <a:p>
                <a:r>
                  <a:rPr lang="en-US" altLang="ko-KR" sz="1200">
                    <a:solidFill>
                      <a:srgbClr val="FF0000"/>
                    </a:solidFill>
                  </a:rPr>
                  <a:t>0.047G</a:t>
                </a:r>
                <a:endParaRPr lang="en-US" altLang="ko-KR" sz="1200" dirty="0">
                  <a:solidFill>
                    <a:srgbClr val="FF0000"/>
                  </a:solidFill>
                </a:endParaRPr>
              </a:p>
              <a:p>
                <a:r>
                  <a:rPr lang="en-US" altLang="ko-KR" sz="1200">
                    <a:solidFill>
                      <a:srgbClr val="FF0000"/>
                    </a:solidFill>
                  </a:rPr>
                  <a:t>45.26%</a:t>
                </a:r>
                <a:endParaRPr lang="ko-KR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F686FCF-813B-F69F-6E48-86DBA10399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4206" y="4214845"/>
                <a:ext cx="921337" cy="646331"/>
              </a:xfrm>
              <a:prstGeom prst="rect">
                <a:avLst/>
              </a:prstGeom>
              <a:blipFill>
                <a:blip r:embed="rId12"/>
                <a:stretch>
                  <a:fillRect l="-662" t="-943" b="-56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F19F7FA-5630-F39F-5702-9C8FAC53BC74}"/>
                  </a:ext>
                </a:extLst>
              </p:cNvPr>
              <p:cNvSpPr txBox="1"/>
              <p:nvPr/>
            </p:nvSpPr>
            <p:spPr>
              <a:xfrm>
                <a:off x="6929764" y="5285597"/>
                <a:ext cx="92133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sz="12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 sz="1200" dirty="0">
                    <a:solidFill>
                      <a:srgbClr val="FF0000"/>
                    </a:solidFill>
                  </a:rPr>
                  <a:t>=1</a:t>
                </a:r>
              </a:p>
              <a:p>
                <a:r>
                  <a:rPr lang="en-US" altLang="ko-KR" sz="1200">
                    <a:solidFill>
                      <a:srgbClr val="FF0000"/>
                    </a:solidFill>
                  </a:rPr>
                  <a:t>0.039G</a:t>
                </a:r>
                <a:endParaRPr lang="en-US" altLang="ko-KR" sz="1200" dirty="0">
                  <a:solidFill>
                    <a:srgbClr val="FF0000"/>
                  </a:solidFill>
                </a:endParaRPr>
              </a:p>
              <a:p>
                <a:r>
                  <a:rPr lang="en-US" altLang="ko-KR" sz="1200">
                    <a:solidFill>
                      <a:srgbClr val="FF0000"/>
                    </a:solidFill>
                  </a:rPr>
                  <a:t>41.65%</a:t>
                </a:r>
                <a:endParaRPr lang="ko-KR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F19F7FA-5630-F39F-5702-9C8FAC53B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9764" y="5285597"/>
                <a:ext cx="921337" cy="646331"/>
              </a:xfrm>
              <a:prstGeom prst="rect">
                <a:avLst/>
              </a:prstGeom>
              <a:blipFill>
                <a:blip r:embed="rId13"/>
                <a:stretch>
                  <a:fillRect l="-662" t="-943" b="-56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47FB1ED9-E7DE-3B01-B0F1-5D135178498A}"/>
              </a:ext>
            </a:extLst>
          </p:cNvPr>
          <p:cNvSpPr txBox="1"/>
          <p:nvPr/>
        </p:nvSpPr>
        <p:spPr>
          <a:xfrm>
            <a:off x="10445245" y="2291222"/>
            <a:ext cx="1136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chemeClr val="accent1"/>
                </a:solidFill>
              </a:rPr>
              <a:t>0.191G</a:t>
            </a:r>
            <a:endParaRPr lang="en-US" altLang="ko-KR" sz="1200" dirty="0">
              <a:solidFill>
                <a:schemeClr val="accent1"/>
              </a:solidFill>
            </a:endParaRPr>
          </a:p>
          <a:p>
            <a:r>
              <a:rPr lang="en-US" altLang="ko-KR" sz="1200">
                <a:solidFill>
                  <a:schemeClr val="accent1"/>
                </a:solidFill>
              </a:rPr>
              <a:t>49.05%</a:t>
            </a:r>
            <a:endParaRPr lang="ko-KR" altLang="en-US" sz="1200" dirty="0">
              <a:solidFill>
                <a:schemeClr val="accent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AB25A6-69C5-CB2F-56E3-ADD7AD2BCCBC}"/>
              </a:ext>
            </a:extLst>
          </p:cNvPr>
          <p:cNvSpPr txBox="1"/>
          <p:nvPr/>
        </p:nvSpPr>
        <p:spPr>
          <a:xfrm>
            <a:off x="8579659" y="2420266"/>
            <a:ext cx="1136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chemeClr val="accent1"/>
                </a:solidFill>
              </a:rPr>
              <a:t>0.099G</a:t>
            </a:r>
            <a:endParaRPr lang="en-US" altLang="ko-KR" sz="1200" dirty="0">
              <a:solidFill>
                <a:schemeClr val="accent1"/>
              </a:solidFill>
            </a:endParaRPr>
          </a:p>
          <a:p>
            <a:r>
              <a:rPr lang="en-US" altLang="ko-KR" sz="1200">
                <a:solidFill>
                  <a:schemeClr val="accent1"/>
                </a:solidFill>
              </a:rPr>
              <a:t>48.33%</a:t>
            </a:r>
            <a:endParaRPr lang="ko-KR" altLang="en-US" sz="1200" dirty="0">
              <a:solidFill>
                <a:schemeClr val="accent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5E0BDD-7F8D-664F-2FB7-05D4E22B13A1}"/>
              </a:ext>
            </a:extLst>
          </p:cNvPr>
          <p:cNvSpPr txBox="1"/>
          <p:nvPr/>
        </p:nvSpPr>
        <p:spPr>
          <a:xfrm>
            <a:off x="7646866" y="2488838"/>
            <a:ext cx="1136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chemeClr val="accent1"/>
                </a:solidFill>
              </a:rPr>
              <a:t>0.079G</a:t>
            </a:r>
            <a:endParaRPr lang="en-US" altLang="ko-KR" sz="1200" dirty="0">
              <a:solidFill>
                <a:schemeClr val="accent1"/>
              </a:solidFill>
            </a:endParaRPr>
          </a:p>
          <a:p>
            <a:r>
              <a:rPr lang="en-US" altLang="ko-KR" sz="1200">
                <a:solidFill>
                  <a:schemeClr val="accent1"/>
                </a:solidFill>
              </a:rPr>
              <a:t>48.12%</a:t>
            </a:r>
            <a:endParaRPr lang="ko-KR" altLang="en-US" sz="1200" dirty="0">
              <a:solidFill>
                <a:schemeClr val="accent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7F6DC6-9CE4-BE29-9D24-93360334CA08}"/>
              </a:ext>
            </a:extLst>
          </p:cNvPr>
          <p:cNvSpPr txBox="1"/>
          <p:nvPr/>
        </p:nvSpPr>
        <p:spPr>
          <a:xfrm>
            <a:off x="6862576" y="2916043"/>
            <a:ext cx="1136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chemeClr val="accent1"/>
                </a:solidFill>
              </a:rPr>
              <a:t>0.0597G</a:t>
            </a:r>
            <a:endParaRPr lang="en-US" altLang="ko-KR" sz="1200" dirty="0">
              <a:solidFill>
                <a:schemeClr val="accent1"/>
              </a:solidFill>
            </a:endParaRPr>
          </a:p>
          <a:p>
            <a:r>
              <a:rPr lang="en-US" altLang="ko-KR" sz="1200">
                <a:solidFill>
                  <a:schemeClr val="accent1"/>
                </a:solidFill>
              </a:rPr>
              <a:t>47.13%</a:t>
            </a:r>
            <a:endParaRPr lang="ko-KR" altLang="en-US" sz="1200" dirty="0">
              <a:solidFill>
                <a:schemeClr val="accent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CB405A-6975-35CF-778D-987672A4116C}"/>
              </a:ext>
            </a:extLst>
          </p:cNvPr>
          <p:cNvSpPr txBox="1"/>
          <p:nvPr/>
        </p:nvSpPr>
        <p:spPr>
          <a:xfrm>
            <a:off x="6337648" y="3345502"/>
            <a:ext cx="1136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chemeClr val="accent1"/>
                </a:solidFill>
              </a:rPr>
              <a:t>0.0496G</a:t>
            </a:r>
            <a:endParaRPr lang="en-US" altLang="ko-KR" sz="1200" dirty="0">
              <a:solidFill>
                <a:schemeClr val="accent1"/>
              </a:solidFill>
            </a:endParaRPr>
          </a:p>
          <a:p>
            <a:r>
              <a:rPr lang="en-US" altLang="ko-KR" sz="1200">
                <a:solidFill>
                  <a:schemeClr val="accent1"/>
                </a:solidFill>
              </a:rPr>
              <a:t>47.11%</a:t>
            </a:r>
            <a:endParaRPr lang="ko-KR" altLang="en-US" sz="1200" dirty="0">
              <a:solidFill>
                <a:schemeClr val="accent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C393B0-A289-DC60-E3EC-A00BF6F4E99C}"/>
              </a:ext>
            </a:extLst>
          </p:cNvPr>
          <p:cNvSpPr txBox="1"/>
          <p:nvPr/>
        </p:nvSpPr>
        <p:spPr>
          <a:xfrm>
            <a:off x="6297700" y="4916265"/>
            <a:ext cx="1136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chemeClr val="accent1"/>
                </a:solidFill>
              </a:rPr>
              <a:t>0.0398G</a:t>
            </a:r>
            <a:endParaRPr lang="en-US" altLang="ko-KR" sz="1200" dirty="0">
              <a:solidFill>
                <a:schemeClr val="accent1"/>
              </a:solidFill>
            </a:endParaRPr>
          </a:p>
          <a:p>
            <a:r>
              <a:rPr lang="en-US" altLang="ko-KR" sz="1200">
                <a:solidFill>
                  <a:schemeClr val="accent1"/>
                </a:solidFill>
              </a:rPr>
              <a:t>41.93%</a:t>
            </a:r>
            <a:endParaRPr lang="ko-KR" altLang="en-US" sz="1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9742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A53085-3C86-916B-C0EF-DF438CC46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Random sample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EAEC5C-A311-66E7-C4AE-17F91C202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5167F67-6F83-DEE3-6E6A-B784056E66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1850527"/>
              </p:ext>
            </p:extLst>
          </p:nvPr>
        </p:nvGraphicFramePr>
        <p:xfrm>
          <a:off x="4764572" y="800609"/>
          <a:ext cx="7256876" cy="5880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24703">
                  <a:extLst>
                    <a:ext uri="{9D8B030D-6E8A-4147-A177-3AD203B41FA5}">
                      <a16:colId xmlns:a16="http://schemas.microsoft.com/office/drawing/2014/main" val="2766998562"/>
                    </a:ext>
                  </a:extLst>
                </a:gridCol>
                <a:gridCol w="1349143">
                  <a:extLst>
                    <a:ext uri="{9D8B030D-6E8A-4147-A177-3AD203B41FA5}">
                      <a16:colId xmlns:a16="http://schemas.microsoft.com/office/drawing/2014/main" val="4176876915"/>
                    </a:ext>
                  </a:extLst>
                </a:gridCol>
                <a:gridCol w="1383030">
                  <a:extLst>
                    <a:ext uri="{9D8B030D-6E8A-4147-A177-3AD203B41FA5}">
                      <a16:colId xmlns:a16="http://schemas.microsoft.com/office/drawing/2014/main" val="2185725829"/>
                    </a:ext>
                  </a:extLst>
                </a:gridCol>
              </a:tblGrid>
              <a:tr h="7755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Tau list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Accuracy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Weight storage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2533574"/>
                  </a:ext>
                </a:extLst>
              </a:tr>
              <a:tr h="2093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/>
                        <a:t>5 4 6 6 6 5 6 4 6 4 5 3 4 3 2 2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/>
                        <a:t>49.05%</a:t>
                      </a:r>
                      <a:endParaRPr lang="ko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3.7278Mbit</a:t>
                      </a:r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3453129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/>
                        <a:t>4 8 6 5 3 6 4 2 8 1 3 6 1 2 5 2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46.81%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3.7308Mbit</a:t>
                      </a:r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7157770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/>
                        <a:t>1 7 5 3 1 1 1 7 1 1 1 1 5 5 4 1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45.97%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3.7309Mbit</a:t>
                      </a:r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909041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/>
                        <a:t>7 7 7 3 2 4 4 6 1 8 4 1 7 3 1 2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48.12%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3.7274Mbit </a:t>
                      </a:r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531817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/>
                        <a:t> </a:t>
                      </a:r>
                      <a:r>
                        <a:rPr lang="en-US" altLang="ko-KR"/>
                        <a:t>8 4 1 6 4 4 7 1 2 5 7 3 4 4 2 1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48.26%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3.7215Mbit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4247872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3 5 6 1 8 7 8 7 1 2 1 4 3 3 2 4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48.76%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3.7399Mbit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808021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4 7 8 5 7 5 2 6 6 5 6 1 2 2 3 3</a:t>
                      </a:r>
                      <a:endParaRPr lang="en-US" altLang="ko-K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47.95%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3.7186Mbit</a:t>
                      </a:r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093189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1 2 5 1 1 2 1 3 5 4 2 6 2 2 1 6 </a:t>
                      </a:r>
                      <a:endParaRPr lang="en-US" altLang="ko-K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46.66%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3.7173Mbit</a:t>
                      </a:r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4521543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7 1 1 6 7 6 1 8 2 2 2 8 1 1 5 3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48.02%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3.7155Mbit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0088810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7 5 1 2 7 3 1 1 4 1 6 3 7 5 1 1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47.73%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3.7447Mbit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2353764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3 7 7 1 2 3 1 1 2 1 5 5 5 3 3 2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45.76%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3.7146Mbit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70171"/>
                  </a:ext>
                </a:extLst>
              </a:tr>
              <a:tr h="3699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2 4 5 1 1 1 1 3 2 2 1 5 5 5 3 1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46.97%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3.7454Mbit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531419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DA34DC2-85B6-1C54-5534-7F2789D6383B}"/>
                  </a:ext>
                </a:extLst>
              </p:cNvPr>
              <p:cNvSpPr txBox="1"/>
              <p:nvPr/>
            </p:nvSpPr>
            <p:spPr>
              <a:xfrm>
                <a:off x="170551" y="2828835"/>
                <a:ext cx="459402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u="sng"/>
                  <a:t>Phase 2</a:t>
                </a:r>
                <a:r>
                  <a:rPr lang="ko-KR" altLang="en-US" u="sng"/>
                  <a:t>가 도출한 </a:t>
                </a:r>
                <a14:m>
                  <m:oMath xmlns:m="http://schemas.openxmlformats.org/officeDocument/2006/math">
                    <m:r>
                      <a:rPr lang="ko-KR" altLang="en-US" i="1" u="sng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 u="sng"/>
                  <a:t> </a:t>
                </a:r>
                <a:r>
                  <a:rPr lang="en-US" altLang="ko-KR" u="sng"/>
                  <a:t>list</a:t>
                </a:r>
                <a:r>
                  <a:rPr lang="ko-KR" altLang="en-US" u="sng"/>
                  <a:t>는 </a:t>
                </a:r>
                <a:r>
                  <a:rPr lang="en-US" altLang="ko-KR" u="sng"/>
                  <a:t>storage</a:t>
                </a:r>
                <a:r>
                  <a:rPr lang="ko-KR" altLang="en-US" u="sng"/>
                  <a:t>가 약 </a:t>
                </a:r>
                <a:r>
                  <a:rPr lang="en-US" altLang="ko-KR" u="sng"/>
                  <a:t>3.73Mbit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/>
                  <a:t>총 </a:t>
                </a:r>
                <a:r>
                  <a:rPr lang="en-US" altLang="ko-KR"/>
                  <a:t>storage</a:t>
                </a:r>
                <a:r>
                  <a:rPr lang="ko-KR" altLang="en-US"/>
                  <a:t>가 </a:t>
                </a:r>
                <a:r>
                  <a:rPr lang="en-US" altLang="ko-KR"/>
                  <a:t>3.73 Mbit</a:t>
                </a:r>
                <a:r>
                  <a:rPr lang="ko-KR" altLang="en-US"/>
                  <a:t> 의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ko-KR" altLang="en-US"/>
                  <a:t> </a:t>
                </a:r>
                <a:r>
                  <a:rPr lang="en-US" altLang="ko-KR"/>
                  <a:t>% </a:t>
                </a:r>
                <a:r>
                  <a:rPr lang="ko-KR" altLang="en-US"/>
                  <a:t>이내가 되는 </a:t>
                </a:r>
                <a:r>
                  <a:rPr lang="en-US" altLang="ko-KR"/>
                  <a:t>random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/>
                  <a:t> 조합을 </a:t>
                </a:r>
                <a:r>
                  <a:rPr lang="en-US" altLang="ko-KR"/>
                  <a:t>11</a:t>
                </a:r>
                <a:r>
                  <a:rPr lang="ko-KR" altLang="en-US"/>
                  <a:t>개 뽑음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DA34DC2-85B6-1C54-5534-7F2789D638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51" y="2828835"/>
                <a:ext cx="4594021" cy="1200329"/>
              </a:xfrm>
              <a:prstGeom prst="rect">
                <a:avLst/>
              </a:prstGeom>
              <a:blipFill>
                <a:blip r:embed="rId2"/>
                <a:stretch>
                  <a:fillRect l="-928" t="-2538" b="-76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2BF59FF7-CDAF-F42D-7C3A-1B6FFC9D42FB}"/>
              </a:ext>
            </a:extLst>
          </p:cNvPr>
          <p:cNvCxnSpPr>
            <a:cxnSpLocks/>
          </p:cNvCxnSpPr>
          <p:nvPr/>
        </p:nvCxnSpPr>
        <p:spPr>
          <a:xfrm flipV="1">
            <a:off x="3609474" y="1722922"/>
            <a:ext cx="1828800" cy="12003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9330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29426</TotalTime>
  <Words>892</Words>
  <Application>Microsoft Office PowerPoint</Application>
  <PresentationFormat>와이드스크린</PresentationFormat>
  <Paragraphs>203</Paragraphs>
  <Slides>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Cambria Math</vt:lpstr>
      <vt:lpstr>Office 테마</vt:lpstr>
      <vt:lpstr>DNAS SNN(2)</vt:lpstr>
      <vt:lpstr>baseline</vt:lpstr>
      <vt:lpstr>Phase 2 결과 </vt:lpstr>
      <vt:lpstr>Weight Storage &amp; BitOPs</vt:lpstr>
      <vt:lpstr>Random sample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성현 이</cp:lastModifiedBy>
  <cp:revision>1364</cp:revision>
  <dcterms:created xsi:type="dcterms:W3CDTF">2023-03-06T16:32:37Z</dcterms:created>
  <dcterms:modified xsi:type="dcterms:W3CDTF">2026-05-12T11:19:39Z</dcterms:modified>
</cp:coreProperties>
</file>