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72" r:id="rId3"/>
    <p:sldId id="274" r:id="rId4"/>
    <p:sldId id="277" r:id="rId5"/>
    <p:sldId id="275" r:id="rId6"/>
    <p:sldId id="276" r:id="rId7"/>
    <p:sldId id="27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>
        <p:scale>
          <a:sx n="100" d="100"/>
          <a:sy n="100" d="100"/>
        </p:scale>
        <p:origin x="3000" y="8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https://xilinx.github.io/brevitas/v0.12.0/index.html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03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47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9BC7-EDCA-1148-A6E3-811A0026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DCE713-3296-F922-3450-0CE09879C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90829C-01F8-F0D8-5685-06FA37F9F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DEDC40-55E1-BC7B-DEB5-72C68B685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81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FD23-74DA-7998-F465-4C7C96D2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11F4E3-617E-7565-4D44-F1FB7C806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E1705B-5E44-764E-B42D-EAA8903C8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1B8B7D-F6E9-D2BC-42A3-2AE4A9A15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762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F3E3D-9D51-D930-DDC2-731D82E3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8CAA22-4509-CBFE-3F9B-6ACD0538C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1219D0-3E11-D384-1ED6-1D855DEEE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54D0FC-DD1F-E22A-5B99-9C49C9CE4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130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51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BNN on RISC-V(5)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946784" y="1666695"/>
            <a:ext cx="194767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9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9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1BFD-6794-68F7-E2A4-3C30510D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E793566-23D8-318C-B842-9B6EBB8720C2}"/>
              </a:ext>
            </a:extLst>
          </p:cNvPr>
          <p:cNvSpPr/>
          <p:nvPr/>
        </p:nvSpPr>
        <p:spPr>
          <a:xfrm>
            <a:off x="3990329" y="5005052"/>
            <a:ext cx="3272916" cy="263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5B4360-A41D-D009-6A12-00E4C099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F7840A-A58D-2C26-E961-A96C9478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582" y="6124589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51DFB-8A91-9FBA-1888-6F1313E74A09}"/>
              </a:ext>
            </a:extLst>
          </p:cNvPr>
          <p:cNvSpPr txBox="1"/>
          <p:nvPr/>
        </p:nvSpPr>
        <p:spPr>
          <a:xfrm>
            <a:off x="805218" y="1394954"/>
            <a:ext cx="952613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목표</a:t>
            </a:r>
            <a:r>
              <a:rPr lang="en-US" altLang="ko-KR" dirty="0"/>
              <a:t>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BNN</a:t>
            </a:r>
            <a:r>
              <a:rPr lang="ko-KR" altLang="en-US" dirty="0"/>
              <a:t>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W8A8, W1A8, W1A1</a:t>
            </a:r>
            <a:r>
              <a:rPr lang="ko-KR" altLang="en-US" dirty="0"/>
              <a:t> </a:t>
            </a:r>
            <a:r>
              <a:rPr lang="en-US" altLang="ko-KR" dirty="0"/>
              <a:t>Quantization</a:t>
            </a:r>
            <a:r>
              <a:rPr lang="ko-KR" altLang="en-US" dirty="0"/>
              <a:t>을 지원하는 모델을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413C9E-1B66-17F4-224F-27DF9F75F34D}"/>
              </a:ext>
            </a:extLst>
          </p:cNvPr>
          <p:cNvSpPr/>
          <p:nvPr/>
        </p:nvSpPr>
        <p:spPr>
          <a:xfrm>
            <a:off x="102141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기존 </a:t>
            </a:r>
            <a:r>
              <a:rPr lang="en-US" altLang="ko-KR" sz="1600" dirty="0">
                <a:solidFill>
                  <a:schemeClr val="tx1"/>
                </a:solidFill>
              </a:rPr>
              <a:t>Mixed-Precision Neural Networks on RISC-V Cores </a:t>
            </a:r>
            <a:r>
              <a:rPr lang="ko-KR" altLang="en-US" sz="1600" dirty="0">
                <a:solidFill>
                  <a:schemeClr val="tx1"/>
                </a:solidFill>
              </a:rPr>
              <a:t>코드 분석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985DDA-C30E-0D10-16C0-BC2D7422377E}"/>
              </a:ext>
            </a:extLst>
          </p:cNvPr>
          <p:cNvSpPr/>
          <p:nvPr/>
        </p:nvSpPr>
        <p:spPr>
          <a:xfrm>
            <a:off x="490889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BNN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en-US" altLang="ko-KR" sz="1600" dirty="0" err="1">
                <a:solidFill>
                  <a:schemeClr val="tx1"/>
                </a:solidFill>
              </a:rPr>
              <a:t>Brevitas</a:t>
            </a:r>
            <a:r>
              <a:rPr lang="ko-KR" altLang="en-US" sz="1600" dirty="0">
                <a:solidFill>
                  <a:schemeClr val="tx1"/>
                </a:solidFill>
              </a:rPr>
              <a:t>로 구현 및 학습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AF34C-80EC-6259-37CD-4963A3EEAC34}"/>
              </a:ext>
            </a:extLst>
          </p:cNvPr>
          <p:cNvSpPr/>
          <p:nvPr/>
        </p:nvSpPr>
        <p:spPr>
          <a:xfrm>
            <a:off x="8796370" y="3293986"/>
            <a:ext cx="2200978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W8A8, W1A8, W1A1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Quantization</a:t>
            </a:r>
            <a:r>
              <a:rPr lang="ko-KR" altLang="en-US" sz="1600" dirty="0">
                <a:solidFill>
                  <a:schemeClr val="tx1"/>
                </a:solidFill>
              </a:rPr>
              <a:t>을 지원하는 모델을 </a:t>
            </a:r>
            <a:r>
              <a:rPr lang="en-US" altLang="ko-KR" sz="1600" dirty="0">
                <a:solidFill>
                  <a:schemeClr val="tx1"/>
                </a:solidFill>
              </a:rPr>
              <a:t>RISC-V</a:t>
            </a:r>
            <a:r>
              <a:rPr lang="ko-KR" altLang="en-US" sz="1600" dirty="0">
                <a:solidFill>
                  <a:schemeClr val="tx1"/>
                </a:solidFill>
              </a:rPr>
              <a:t>에 구현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6D16E-8227-1483-9939-D25F7DA87D7F}"/>
              </a:ext>
            </a:extLst>
          </p:cNvPr>
          <p:cNvSpPr txBox="1"/>
          <p:nvPr/>
        </p:nvSpPr>
        <p:spPr>
          <a:xfrm>
            <a:off x="929875" y="5005052"/>
            <a:ext cx="237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Python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r>
              <a:rPr lang="en-US" altLang="ko-KR" sz="1400" dirty="0"/>
              <a:t>- VGG8 </a:t>
            </a:r>
            <a:r>
              <a:rPr lang="ko-KR" altLang="en-US" sz="1400" dirty="0"/>
              <a:t>모델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EE5F4-52E4-E3AD-4062-E3749F93E3FD}"/>
              </a:ext>
            </a:extLst>
          </p:cNvPr>
          <p:cNvSpPr txBox="1"/>
          <p:nvPr/>
        </p:nvSpPr>
        <p:spPr>
          <a:xfrm>
            <a:off x="4043193" y="4986372"/>
            <a:ext cx="47531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XNOR-Net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</a:t>
            </a:r>
            <a:r>
              <a:rPr lang="en-US" altLang="ko-KR" sz="1400" dirty="0" err="1"/>
              <a:t>ReactNet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OVSW </a:t>
            </a:r>
            <a:r>
              <a:rPr lang="ko-KR" altLang="en-US" sz="1400" dirty="0"/>
              <a:t>학습 가능 여부 검토 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Conv </a:t>
            </a:r>
            <a:r>
              <a:rPr lang="ko-KR" altLang="en-US" sz="1400" dirty="0"/>
              <a:t>연산에 대한 플로우 확인</a:t>
            </a:r>
            <a:endParaRPr lang="en-US" altLang="ko-KR" sz="14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573986B-C7CC-DBCB-85C3-FE9FF5A45E68}"/>
              </a:ext>
            </a:extLst>
          </p:cNvPr>
          <p:cNvSpPr/>
          <p:nvPr/>
        </p:nvSpPr>
        <p:spPr>
          <a:xfrm>
            <a:off x="374799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934A7D4-1260-12B5-77C3-B5875808C2A2}"/>
              </a:ext>
            </a:extLst>
          </p:cNvPr>
          <p:cNvSpPr/>
          <p:nvPr/>
        </p:nvSpPr>
        <p:spPr>
          <a:xfrm>
            <a:off x="763547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69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960D6-8FE6-84A7-C005-9981578D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DCF76-54BC-816A-18CC-D1D3F325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Brevitas</a:t>
            </a:r>
            <a:r>
              <a:rPr lang="ko-KR" altLang="en-US" dirty="0"/>
              <a:t>로 </a:t>
            </a:r>
            <a:r>
              <a:rPr lang="en-US" altLang="ko-KR" dirty="0"/>
              <a:t>XNOR-Net </a:t>
            </a:r>
            <a:r>
              <a:rPr lang="ko-KR" altLang="en-US" dirty="0"/>
              <a:t>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D7937-9E7C-5096-8BD6-7118D372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A3297-9C86-9E00-9214-E8D9106D9546}"/>
              </a:ext>
            </a:extLst>
          </p:cNvPr>
          <p:cNvSpPr txBox="1"/>
          <p:nvPr/>
        </p:nvSpPr>
        <p:spPr>
          <a:xfrm>
            <a:off x="913985" y="1971448"/>
            <a:ext cx="98692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&lt;XNOR-Net </a:t>
            </a:r>
            <a:r>
              <a:rPr lang="ko-KR" altLang="en-US" dirty="0"/>
              <a:t>학습 결과</a:t>
            </a:r>
            <a:r>
              <a:rPr lang="en-US" altLang="ko-KR" dirty="0"/>
              <a:t>&gt;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직접 작성한 코드</a:t>
            </a:r>
            <a:r>
              <a:rPr lang="en-US" altLang="ko-KR" dirty="0"/>
              <a:t>(epoch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100)</a:t>
            </a:r>
          </a:p>
          <a:p>
            <a:r>
              <a:rPr lang="en-US" altLang="ko-KR" dirty="0"/>
              <a:t>ACC : 10.00%(18</a:t>
            </a:r>
            <a:r>
              <a:rPr lang="ko-KR" altLang="en-US" dirty="0" err="1"/>
              <a:t>에포크</a:t>
            </a:r>
            <a:r>
              <a:rPr lang="ko-KR" altLang="en-US" dirty="0"/>
              <a:t> 이후부터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 startAt="2"/>
            </a:pPr>
            <a:r>
              <a:rPr lang="en-US" altLang="ko-KR" dirty="0"/>
              <a:t>AB-BNN</a:t>
            </a:r>
            <a:r>
              <a:rPr lang="ko-KR" altLang="en-US" dirty="0"/>
              <a:t>에서 공개한 </a:t>
            </a:r>
            <a:r>
              <a:rPr lang="en-US" altLang="ko-KR" dirty="0"/>
              <a:t>XNOR-Net </a:t>
            </a:r>
            <a:r>
              <a:rPr lang="ko-KR" altLang="en-US" dirty="0"/>
              <a:t>코드를 참조하여 수정한 코드</a:t>
            </a:r>
            <a:r>
              <a:rPr lang="en-US" altLang="ko-KR" dirty="0"/>
              <a:t>(epoch : 200)</a:t>
            </a:r>
          </a:p>
          <a:p>
            <a:r>
              <a:rPr lang="en-US" altLang="ko-KR" dirty="0"/>
              <a:t>ACC :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822B7-7288-780B-7B4E-05CBD99703FB}"/>
              </a:ext>
            </a:extLst>
          </p:cNvPr>
          <p:cNvSpPr txBox="1"/>
          <p:nvPr/>
        </p:nvSpPr>
        <p:spPr>
          <a:xfrm>
            <a:off x="4619625" y="5786951"/>
            <a:ext cx="3477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ResNet-18 </a:t>
            </a:r>
            <a:r>
              <a:rPr lang="ko-KR" altLang="en-US" sz="1400" dirty="0"/>
              <a:t>기반 </a:t>
            </a:r>
            <a:r>
              <a:rPr lang="en-US" altLang="ko-KR" sz="1400" dirty="0"/>
              <a:t>XNOR-Net </a:t>
            </a:r>
            <a:r>
              <a:rPr lang="ko-KR" altLang="en-US" sz="1400" dirty="0"/>
              <a:t>학습 결과</a:t>
            </a:r>
          </a:p>
        </p:txBody>
      </p:sp>
    </p:spTree>
    <p:extLst>
      <p:ext uri="{BB962C8B-B14F-4D97-AF65-F5344CB8AC3E}">
        <p14:creationId xmlns:p14="http://schemas.microsoft.com/office/powerpoint/2010/main" val="314201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49B8-6CF8-A2BF-41D6-F40D4259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916F0-A6F5-1E68-CA11-227B4FCE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구현한 </a:t>
            </a:r>
            <a:r>
              <a:rPr lang="en-US" altLang="ko-KR" dirty="0"/>
              <a:t>XNOR-Net </a:t>
            </a:r>
            <a:r>
              <a:rPr lang="ko-KR" altLang="en-US" dirty="0"/>
              <a:t>차이점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5327F7-2321-BB83-3697-C9902AF0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F21DE-FE87-B5E2-DA64-A961F473D8A5}"/>
              </a:ext>
            </a:extLst>
          </p:cNvPr>
          <p:cNvSpPr txBox="1"/>
          <p:nvPr/>
        </p:nvSpPr>
        <p:spPr>
          <a:xfrm>
            <a:off x="913985" y="1971448"/>
            <a:ext cx="98692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두 </a:t>
            </a:r>
            <a:r>
              <a:rPr lang="en-US" altLang="ko-KR" dirty="0"/>
              <a:t>XNOR-Net </a:t>
            </a:r>
            <a:r>
              <a:rPr lang="ko-KR" altLang="en-US" dirty="0"/>
              <a:t>구현의 차이점</a:t>
            </a:r>
            <a:r>
              <a:rPr lang="en-US" altLang="ko-KR" dirty="0"/>
              <a:t>&gt;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직접 작성한 코드</a:t>
            </a:r>
            <a:r>
              <a:rPr lang="en-US" altLang="ko-KR" dirty="0"/>
              <a:t>(epoch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AMP </a:t>
            </a:r>
            <a:r>
              <a:rPr lang="ko-KR" altLang="en-US" dirty="0"/>
              <a:t>미사용</a:t>
            </a:r>
            <a:r>
              <a:rPr lang="en-US" altLang="ko-KR" dirty="0"/>
              <a:t>, </a:t>
            </a:r>
            <a:r>
              <a:rPr lang="ko-KR" altLang="en-US" dirty="0"/>
              <a:t>스케줄링 없음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AvgPool</a:t>
            </a:r>
            <a:r>
              <a:rPr lang="en-US" altLang="ko-KR" dirty="0"/>
              <a:t> → </a:t>
            </a:r>
            <a:r>
              <a:rPr lang="ko-KR" altLang="en-US" dirty="0"/>
              <a:t>이진 </a:t>
            </a:r>
            <a:r>
              <a:rPr lang="en-US" altLang="ko-KR" dirty="0"/>
              <a:t>FC(512→1024) + BN + BinAct → FP Linear</a:t>
            </a:r>
          </a:p>
          <a:p>
            <a:endParaRPr lang="en-US" altLang="ko-KR" dirty="0"/>
          </a:p>
          <a:p>
            <a:pPr marL="342900" indent="-342900">
              <a:buAutoNum type="arabicPeriod" startAt="2"/>
            </a:pPr>
            <a:r>
              <a:rPr lang="en-US" altLang="ko-KR" dirty="0"/>
              <a:t>AB-BNN</a:t>
            </a:r>
            <a:r>
              <a:rPr lang="ko-KR" altLang="en-US" dirty="0"/>
              <a:t>에서 공개한 </a:t>
            </a:r>
            <a:r>
              <a:rPr lang="en-US" altLang="ko-KR" dirty="0"/>
              <a:t>XNOR-Net </a:t>
            </a:r>
            <a:r>
              <a:rPr lang="ko-KR" altLang="en-US" dirty="0"/>
              <a:t>코드를 참조하여 수정한 코드</a:t>
            </a:r>
            <a:r>
              <a:rPr lang="en-US" altLang="ko-KR" dirty="0"/>
              <a:t>(epoch : 200)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PReLU </a:t>
            </a:r>
            <a:r>
              <a:rPr lang="ko-KR" altLang="en-US" dirty="0"/>
              <a:t>사용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Scaling</a:t>
            </a:r>
            <a:r>
              <a:rPr lang="ko-KR" altLang="en-US" dirty="0"/>
              <a:t> </a:t>
            </a:r>
            <a:r>
              <a:rPr lang="en-US" altLang="ko-KR" dirty="0"/>
              <a:t>factor</a:t>
            </a:r>
            <a:r>
              <a:rPr lang="ko-KR" altLang="en-US" dirty="0"/>
              <a:t>를 </a:t>
            </a:r>
            <a:r>
              <a:rPr lang="en-US" altLang="ko-KR" dirty="0"/>
              <a:t>block </a:t>
            </a:r>
            <a:r>
              <a:rPr lang="ko-KR" altLang="en-US" dirty="0"/>
              <a:t>수식에 직접 적용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PReLU → </a:t>
            </a:r>
            <a:r>
              <a:rPr lang="en-US" altLang="ko-KR" dirty="0" err="1"/>
              <a:t>AvgPool</a:t>
            </a:r>
            <a:r>
              <a:rPr lang="en-US" altLang="ko-KR" dirty="0"/>
              <a:t> → FP Linear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CLI </a:t>
            </a:r>
            <a:r>
              <a:rPr lang="ko-KR" altLang="en-US" dirty="0"/>
              <a:t>인자 지원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523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07F8-15B7-73E1-3184-B6B4FC83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0B105-29F0-2894-EEB5-33B5C1E0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MPQ </a:t>
            </a:r>
            <a:r>
              <a:rPr lang="ko-KR" altLang="en-US" dirty="0"/>
              <a:t>코드 수정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1F92DD-072D-81F1-1BFD-2181139C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43884-CF7C-5772-E1ED-66386D5D1CE3}"/>
              </a:ext>
            </a:extLst>
          </p:cNvPr>
          <p:cNvSpPr txBox="1"/>
          <p:nvPr/>
        </p:nvSpPr>
        <p:spPr>
          <a:xfrm>
            <a:off x="906951" y="1563485"/>
            <a:ext cx="1018542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코드 수정</a:t>
            </a:r>
            <a:endParaRPr lang="en-US" altLang="ko-KR" sz="2000" b="1" dirty="0"/>
          </a:p>
          <a:p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비트 맵핑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기존 </a:t>
            </a:r>
            <a:r>
              <a:rPr lang="en-US" altLang="ko-KR" dirty="0"/>
              <a:t>2/4/8-bit </a:t>
            </a:r>
            <a:r>
              <a:rPr lang="ko-KR" altLang="en-US" dirty="0"/>
              <a:t>매핑에 </a:t>
            </a:r>
            <a:r>
              <a:rPr lang="en-US" altLang="ko-KR" dirty="0"/>
              <a:t>1-bit </a:t>
            </a:r>
            <a:r>
              <a:rPr lang="ko-KR" altLang="en-US" dirty="0"/>
              <a:t>가중치</a:t>
            </a:r>
            <a:r>
              <a:rPr lang="en-US" altLang="ko-KR" dirty="0"/>
              <a:t>/</a:t>
            </a:r>
            <a:r>
              <a:rPr lang="ko-KR" altLang="en-US" dirty="0"/>
              <a:t>활성화 매핑 추가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en-US" altLang="ko-KR" dirty="0" err="1"/>
              <a:t>convert_model</a:t>
            </a:r>
            <a:r>
              <a:rPr lang="ko-KR" altLang="en-US" dirty="0"/>
              <a:t>이 직전 레이어 비트폭을 넘겨 </a:t>
            </a:r>
            <a:r>
              <a:rPr lang="en-US" altLang="ko-KR" dirty="0" err="1"/>
              <a:t>ReLU→BinaryAct</a:t>
            </a:r>
            <a:r>
              <a:rPr lang="ko-KR" altLang="en-US" dirty="0"/>
              <a:t> 자동 선택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탐색 후보</a:t>
            </a:r>
            <a:r>
              <a:rPr lang="en-US" altLang="ko-KR" dirty="0"/>
              <a:t>/</a:t>
            </a:r>
            <a:r>
              <a:rPr lang="ko-KR" altLang="en-US" dirty="0"/>
              <a:t>검증에서 허용 비트 값에 </a:t>
            </a:r>
            <a:r>
              <a:rPr lang="en-US" altLang="ko-KR" dirty="0"/>
              <a:t>1-bit </a:t>
            </a:r>
            <a:r>
              <a:rPr lang="ko-KR" altLang="en-US" dirty="0"/>
              <a:t>추가</a:t>
            </a:r>
            <a:r>
              <a:rPr lang="en-US" altLang="ko-KR" dirty="0"/>
              <a:t>, MACC </a:t>
            </a:r>
            <a:r>
              <a:rPr lang="ko-KR" altLang="en-US" dirty="0"/>
              <a:t>근사식 </a:t>
            </a:r>
            <a:r>
              <a:rPr lang="en-US" altLang="ko-KR" dirty="0"/>
              <a:t>1-bit </a:t>
            </a:r>
            <a:r>
              <a:rPr lang="ko-KR" altLang="en-US" dirty="0"/>
              <a:t>반영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비트 패킹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패킹 길이 </a:t>
            </a:r>
            <a:r>
              <a:rPr lang="en-US" altLang="ko-KR" dirty="0"/>
              <a:t>32 </a:t>
            </a:r>
            <a:r>
              <a:rPr lang="ko-KR" altLang="en-US" dirty="0"/>
              <a:t>허용</a:t>
            </a:r>
            <a:r>
              <a:rPr lang="en-US" altLang="ko-KR" dirty="0"/>
              <a:t>(1-bit 32</a:t>
            </a:r>
            <a:r>
              <a:rPr lang="ko-KR" altLang="en-US" dirty="0"/>
              <a:t>개</a:t>
            </a:r>
            <a:r>
              <a:rPr lang="en-US" altLang="ko-KR" dirty="0"/>
              <a:t>/</a:t>
            </a:r>
            <a:r>
              <a:rPr lang="ko-KR" altLang="en-US" dirty="0"/>
              <a:t>워드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- XNOR </a:t>
            </a:r>
            <a:r>
              <a:rPr lang="ko-KR" altLang="en-US" dirty="0"/>
              <a:t>커널</a:t>
            </a:r>
            <a:r>
              <a:rPr lang="en-US" altLang="ko-KR" dirty="0"/>
              <a:t>: binary conv / </a:t>
            </a:r>
            <a:r>
              <a:rPr lang="en-US" altLang="ko-KR" dirty="0" err="1"/>
              <a:t>mlp</a:t>
            </a:r>
            <a:r>
              <a:rPr lang="en-US" altLang="ko-KR" dirty="0"/>
              <a:t> 1-bit </a:t>
            </a:r>
            <a:r>
              <a:rPr lang="ko-KR" altLang="en-US" dirty="0"/>
              <a:t>경로 구현</a:t>
            </a:r>
            <a:r>
              <a:rPr lang="en-US" altLang="ko-KR" dirty="0"/>
              <a:t>(</a:t>
            </a:r>
            <a:r>
              <a:rPr lang="ko-KR" altLang="en-US" dirty="0"/>
              <a:t>진행중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130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38ECF-48AD-BE84-1F09-B141780A2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03599-A210-049D-AC40-2BA0D15B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MPQ </a:t>
            </a:r>
            <a:r>
              <a:rPr lang="ko-KR" altLang="en-US" dirty="0"/>
              <a:t>코드 수정 예정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49B105-0438-F635-EC97-F80FC2FE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72D91-6426-D87A-C119-6566D5E62616}"/>
              </a:ext>
            </a:extLst>
          </p:cNvPr>
          <p:cNvSpPr txBox="1"/>
          <p:nvPr/>
        </p:nvSpPr>
        <p:spPr>
          <a:xfrm>
            <a:off x="906951" y="1563485"/>
            <a:ext cx="101854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코드 수정 예정</a:t>
            </a:r>
            <a:endParaRPr lang="en-US" altLang="ko-KR" sz="2000" b="1" dirty="0"/>
          </a:p>
          <a:p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en-US" altLang="ko-KR" sz="2000" dirty="0"/>
              <a:t>XNOR </a:t>
            </a:r>
            <a:r>
              <a:rPr lang="ko-KR" altLang="en-US" sz="2000" dirty="0"/>
              <a:t>커널 추가</a:t>
            </a:r>
            <a:r>
              <a:rPr lang="en-US" altLang="ko-KR" sz="2000" dirty="0"/>
              <a:t>(</a:t>
            </a:r>
            <a:r>
              <a:rPr lang="ko-KR" altLang="en-US" sz="2000" dirty="0"/>
              <a:t>진행중</a:t>
            </a:r>
            <a:r>
              <a:rPr lang="en-US" altLang="ko-KR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Shift </a:t>
            </a:r>
            <a:r>
              <a:rPr lang="ko-KR" altLang="en-US" sz="2000" dirty="0"/>
              <a:t>과정 연산 확인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sz="2000" dirty="0" err="1"/>
              <a:t>함수명</a:t>
            </a:r>
            <a:r>
              <a:rPr lang="ko-KR" altLang="en-US" sz="2000" dirty="0"/>
              <a:t> 라우팅</a:t>
            </a:r>
            <a:r>
              <a:rPr lang="en-US" altLang="ko-KR" sz="2000" dirty="0"/>
              <a:t> </a:t>
            </a:r>
            <a:r>
              <a:rPr lang="ko-KR" altLang="en-US" sz="2000" dirty="0"/>
              <a:t>등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0149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6124-3B6E-9247-CA5A-DB32042C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E9CF2-DDE9-8990-C1C4-E20AE37E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 List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274406-6D39-CF76-3C31-5E6692F8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0E852-048F-B599-0DF3-A6BAE5A8ADE5}"/>
              </a:ext>
            </a:extLst>
          </p:cNvPr>
          <p:cNvSpPr txBox="1"/>
          <p:nvPr/>
        </p:nvSpPr>
        <p:spPr>
          <a:xfrm>
            <a:off x="688345" y="1461460"/>
            <a:ext cx="102972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XNOR-Net</a:t>
            </a:r>
            <a:r>
              <a:rPr lang="ko-KR" altLang="en-US" dirty="0"/>
              <a:t>을 </a:t>
            </a:r>
            <a:r>
              <a:rPr lang="en-US" altLang="ko-KR" dirty="0" err="1"/>
              <a:t>Brevitas</a:t>
            </a:r>
            <a:r>
              <a:rPr lang="ko-KR" altLang="en-US" dirty="0"/>
              <a:t>로 구현 및 학습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ResNet-18 Base</a:t>
            </a:r>
            <a:r>
              <a:rPr lang="ko-KR" altLang="en-US" dirty="0"/>
              <a:t>의 </a:t>
            </a:r>
            <a:r>
              <a:rPr lang="en-US" altLang="ko-KR" dirty="0"/>
              <a:t>XNOR-Net</a:t>
            </a:r>
            <a:r>
              <a:rPr lang="ko-KR" altLang="en-US" dirty="0"/>
              <a:t>을 </a:t>
            </a:r>
            <a:r>
              <a:rPr lang="en-US" altLang="ko-KR" dirty="0" err="1"/>
              <a:t>Brevitas</a:t>
            </a:r>
            <a:r>
              <a:rPr lang="ko-KR" altLang="en-US" dirty="0"/>
              <a:t>로 구현</a:t>
            </a:r>
            <a:r>
              <a:rPr lang="en-US" altLang="ko-KR" dirty="0"/>
              <a:t> </a:t>
            </a:r>
            <a:r>
              <a:rPr lang="ko-KR" altLang="en-US" dirty="0"/>
              <a:t>및 학습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체크 포인트 저장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기존 </a:t>
            </a:r>
            <a:r>
              <a:rPr lang="en-US" altLang="ko-KR" dirty="0">
                <a:solidFill>
                  <a:srgbClr val="FF0000"/>
                </a:solidFill>
              </a:rPr>
              <a:t>MPQ </a:t>
            </a:r>
            <a:r>
              <a:rPr lang="ko-KR" altLang="en-US" dirty="0">
                <a:solidFill>
                  <a:srgbClr val="FF0000"/>
                </a:solidFill>
              </a:rPr>
              <a:t>기반의 코드 수정하여 </a:t>
            </a:r>
            <a:r>
              <a:rPr lang="en-US" altLang="ko-KR" dirty="0">
                <a:solidFill>
                  <a:srgbClr val="FF0000"/>
                </a:solidFill>
              </a:rPr>
              <a:t>BNN </a:t>
            </a:r>
            <a:r>
              <a:rPr lang="ko-KR" altLang="en-US" dirty="0">
                <a:solidFill>
                  <a:srgbClr val="FF0000"/>
                </a:solidFill>
              </a:rPr>
              <a:t>전용 코드 작성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진행중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C</a:t>
            </a:r>
            <a:r>
              <a:rPr lang="ko-KR" altLang="en-US" dirty="0"/>
              <a:t>코드 생성 및 실행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920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10695</TotalTime>
  <Words>399</Words>
  <Application>Microsoft Office PowerPoint</Application>
  <PresentationFormat>와이드스크린</PresentationFormat>
  <Paragraphs>75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BNN on RISC-V(5)</vt:lpstr>
      <vt:lpstr>목표 및 진행사항</vt:lpstr>
      <vt:lpstr>Brevitas로 XNOR-Net 구현</vt:lpstr>
      <vt:lpstr>구현한 XNOR-Net 차이점</vt:lpstr>
      <vt:lpstr>MPQ 코드 수정</vt:lpstr>
      <vt:lpstr>MPQ 코드 수정 예정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1346</cp:revision>
  <dcterms:created xsi:type="dcterms:W3CDTF">2023-03-06T16:32:37Z</dcterms:created>
  <dcterms:modified xsi:type="dcterms:W3CDTF">2025-09-08T09:42:53Z</dcterms:modified>
</cp:coreProperties>
</file>