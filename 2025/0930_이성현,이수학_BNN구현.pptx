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75" d="100"/>
          <a:sy n="75" d="100"/>
        </p:scale>
        <p:origin x="945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Sunghyun Lee, </a:t>
            </a:r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BNN 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구현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946784" y="1666695"/>
            <a:ext cx="1947672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C2C41-2780-10F7-8777-C2D2F0C1F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Xnor</a:t>
            </a:r>
            <a:r>
              <a:rPr lang="en-US" altLang="ko-KR" dirty="0"/>
              <a:t>-Net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9F2633-21F4-EA67-B291-F57C1CFA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6" name="그림 5" descr="텍스트, 영수증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6269F2-78C5-CC1A-36B2-34C96E372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" b="50892"/>
          <a:stretch>
            <a:fillRect/>
          </a:stretch>
        </p:blipFill>
        <p:spPr>
          <a:xfrm>
            <a:off x="1575945" y="1241426"/>
            <a:ext cx="4061014" cy="4737100"/>
          </a:xfrm>
          <a:prstGeom prst="rect">
            <a:avLst/>
          </a:prstGeom>
        </p:spPr>
      </p:pic>
      <p:pic>
        <p:nvPicPr>
          <p:cNvPr id="7" name="그림 6" descr="텍스트, 영수증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BC7B9D-27BE-65B5-36B9-E053E48A5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89"/>
          <a:stretch>
            <a:fillRect/>
          </a:stretch>
        </p:blipFill>
        <p:spPr>
          <a:xfrm>
            <a:off x="6444255" y="1199169"/>
            <a:ext cx="3937085" cy="48216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4AFFCE-3E3E-563D-4CAA-207ACDCAC422}"/>
              </a:ext>
            </a:extLst>
          </p:cNvPr>
          <p:cNvSpPr txBox="1"/>
          <p:nvPr/>
        </p:nvSpPr>
        <p:spPr>
          <a:xfrm>
            <a:off x="5212669" y="6055029"/>
            <a:ext cx="1766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Xnor</a:t>
            </a:r>
            <a:r>
              <a:rPr lang="en-US" altLang="ko-KR" dirty="0"/>
              <a:t>-Net </a:t>
            </a:r>
            <a:r>
              <a:rPr lang="ko-KR" altLang="en-US" dirty="0"/>
              <a:t>구조</a:t>
            </a:r>
          </a:p>
        </p:txBody>
      </p:sp>
    </p:spTree>
    <p:extLst>
      <p:ext uri="{BB962C8B-B14F-4D97-AF65-F5344CB8AC3E}">
        <p14:creationId xmlns:p14="http://schemas.microsoft.com/office/powerpoint/2010/main" val="265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ED8DE-D7C3-0362-8277-F94007A3F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0D93B9-2996-8106-98FB-778C5035D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ReActNet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D23F87-4881-0B82-B362-359C772FF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3CA7C5A-D36A-DE92-2B71-8AFD4C00B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879"/>
          <a:stretch>
            <a:fillRect/>
          </a:stretch>
        </p:blipFill>
        <p:spPr>
          <a:xfrm>
            <a:off x="6096000" y="58057"/>
            <a:ext cx="3991429" cy="685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91EF881-8BC8-865C-DA7E-F6802F50F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44" y="1501912"/>
            <a:ext cx="5043714" cy="45722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0B5E49-B81E-CC2F-BBD1-19C41A3C376D}"/>
              </a:ext>
            </a:extLst>
          </p:cNvPr>
          <p:cNvSpPr txBox="1"/>
          <p:nvPr/>
        </p:nvSpPr>
        <p:spPr>
          <a:xfrm>
            <a:off x="239486" y="6013589"/>
            <a:ext cx="58565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err="1"/>
              <a:t>ReActNet</a:t>
            </a:r>
            <a:r>
              <a:rPr lang="en-US" altLang="ko-KR" sz="1100" b="1" dirty="0"/>
              <a:t>: Towards Precise Binary Neural Network with Generalized Activation Functions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1083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D64EA0-54C4-7261-76EC-217FE00EA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ReActNet</a:t>
            </a:r>
            <a:r>
              <a:rPr lang="en-US" altLang="ko-KR" dirty="0"/>
              <a:t> Accuracy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903AB1-E687-DE75-296D-7B3B9F1A9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3D1DEC-DC76-6D0E-4B96-920CE9EC3837}"/>
              </a:ext>
            </a:extLst>
          </p:cNvPr>
          <p:cNvSpPr txBox="1"/>
          <p:nvPr/>
        </p:nvSpPr>
        <p:spPr>
          <a:xfrm>
            <a:off x="718457" y="1480457"/>
            <a:ext cx="111469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Epoch 512/512</a:t>
            </a:r>
          </a:p>
          <a:p>
            <a:endParaRPr lang="en-US" altLang="ko-KR" dirty="0"/>
          </a:p>
          <a:p>
            <a:r>
              <a:rPr lang="en-US" altLang="ko-KR" dirty="0"/>
              <a:t>Train Loss: 1.6896      Val Loss : 1.6470        Val Acc: 41.0156%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E439D32-37A9-69B3-1016-C717627E3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56" y="2546571"/>
            <a:ext cx="6734629" cy="28912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96B2FE-AB17-65B7-766A-54ECF0079CD3}"/>
              </a:ext>
            </a:extLst>
          </p:cNvPr>
          <p:cNvSpPr txBox="1"/>
          <p:nvPr/>
        </p:nvSpPr>
        <p:spPr>
          <a:xfrm>
            <a:off x="718456" y="5885543"/>
            <a:ext cx="6422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https://github.com/leesunghyun1019/ReActNet_brevitas.git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6284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11246</TotalTime>
  <Words>60</Words>
  <Application>Microsoft Office PowerPoint</Application>
  <PresentationFormat>와이드스크린</PresentationFormat>
  <Paragraphs>16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BNN 구현</vt:lpstr>
      <vt:lpstr>Xnor-Net</vt:lpstr>
      <vt:lpstr>ReActNet</vt:lpstr>
      <vt:lpstr>ReActNet Accuracy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 수학</cp:lastModifiedBy>
  <cp:revision>1300</cp:revision>
  <dcterms:created xsi:type="dcterms:W3CDTF">2023-03-06T16:32:37Z</dcterms:created>
  <dcterms:modified xsi:type="dcterms:W3CDTF">2025-09-29T13:13:37Z</dcterms:modified>
</cp:coreProperties>
</file>