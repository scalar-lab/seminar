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58" r:id="rId2"/>
    <p:sldId id="459" r:id="rId3"/>
    <p:sldId id="460" r:id="rId4"/>
    <p:sldId id="462" r:id="rId5"/>
    <p:sldId id="461" r:id="rId6"/>
    <p:sldId id="4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FB5FFC-F69C-554E-F7B5-88E0D1055F70}" name="여인국" initials="" userId="S::yik6465@mail.hongik.ac.kr::b08fdc00-faea-4d2c-bdbd-5d4f18a55a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B40"/>
    <a:srgbClr val="FFCC66"/>
    <a:srgbClr val="FFFF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2929F-D5CF-40A6-8D84-5CD7D96E90B3}" v="3" dt="2025-02-19T06:49:30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0" autoAdjust="0"/>
    <p:restoredTop sz="94426" autoAdjust="0"/>
  </p:normalViewPr>
  <p:slideViewPr>
    <p:cSldViewPr snapToGrid="0">
      <p:cViewPr varScale="1">
        <p:scale>
          <a:sx n="81" d="100"/>
          <a:sy n="81" d="100"/>
        </p:scale>
        <p:origin x="88" y="1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형동 박" userId="afe605ee33eb830c" providerId="LiveId" clId="{A70445B0-C4DD-4755-B767-5A591540F689}"/>
    <pc:docChg chg="undo custSel addSld delSld modSld">
      <pc:chgData name="형동 박" userId="afe605ee33eb830c" providerId="LiveId" clId="{A70445B0-C4DD-4755-B767-5A591540F689}" dt="2025-01-03T03:12:58.628" v="158" actId="478"/>
      <pc:docMkLst>
        <pc:docMk/>
      </pc:docMkLst>
      <pc:sldChg chg="add del">
        <pc:chgData name="형동 박" userId="afe605ee33eb830c" providerId="LiveId" clId="{A70445B0-C4DD-4755-B767-5A591540F689}" dt="2025-01-03T03:10:02.276" v="139"/>
        <pc:sldMkLst>
          <pc:docMk/>
          <pc:sldMk cId="1231862236" sldId="353"/>
        </pc:sldMkLst>
      </pc:sldChg>
      <pc:sldChg chg="del">
        <pc:chgData name="형동 박" userId="afe605ee33eb830c" providerId="LiveId" clId="{A70445B0-C4DD-4755-B767-5A591540F689}" dt="2025-01-03T03:02:28.636" v="1" actId="47"/>
        <pc:sldMkLst>
          <pc:docMk/>
          <pc:sldMk cId="1448005991" sldId="392"/>
        </pc:sldMkLst>
      </pc:sldChg>
      <pc:sldChg chg="del">
        <pc:chgData name="형동 박" userId="afe605ee33eb830c" providerId="LiveId" clId="{A70445B0-C4DD-4755-B767-5A591540F689}" dt="2025-01-03T03:09:54.667" v="137" actId="47"/>
        <pc:sldMkLst>
          <pc:docMk/>
          <pc:sldMk cId="1182436522" sldId="396"/>
        </pc:sldMkLst>
      </pc:sldChg>
      <pc:sldChg chg="modSp mod">
        <pc:chgData name="형동 박" userId="afe605ee33eb830c" providerId="LiveId" clId="{A70445B0-C4DD-4755-B767-5A591540F689}" dt="2025-01-03T03:02:37.845" v="4" actId="20577"/>
        <pc:sldMkLst>
          <pc:docMk/>
          <pc:sldMk cId="638624286" sldId="397"/>
        </pc:sldMkLst>
      </pc:sldChg>
      <pc:sldChg chg="del">
        <pc:chgData name="형동 박" userId="afe605ee33eb830c" providerId="LiveId" clId="{A70445B0-C4DD-4755-B767-5A591540F689}" dt="2025-01-03T03:02:33.856" v="2" actId="47"/>
        <pc:sldMkLst>
          <pc:docMk/>
          <pc:sldMk cId="23689401" sldId="398"/>
        </pc:sldMkLst>
      </pc:sldChg>
      <pc:sldChg chg="add del">
        <pc:chgData name="형동 박" userId="afe605ee33eb830c" providerId="LiveId" clId="{A70445B0-C4DD-4755-B767-5A591540F689}" dt="2025-01-03T03:09:09.171" v="131"/>
        <pc:sldMkLst>
          <pc:docMk/>
          <pc:sldMk cId="3390112553" sldId="400"/>
        </pc:sldMkLst>
      </pc:sldChg>
      <pc:sldChg chg="del">
        <pc:chgData name="형동 박" userId="afe605ee33eb830c" providerId="LiveId" clId="{A70445B0-C4DD-4755-B767-5A591540F689}" dt="2025-01-03T03:09:23.376" v="133" actId="47"/>
        <pc:sldMkLst>
          <pc:docMk/>
          <pc:sldMk cId="1764265767" sldId="401"/>
        </pc:sldMkLst>
      </pc:sldChg>
      <pc:sldChg chg="del">
        <pc:chgData name="형동 박" userId="afe605ee33eb830c" providerId="LiveId" clId="{A70445B0-C4DD-4755-B767-5A591540F689}" dt="2025-01-03T03:09:33.699" v="135" actId="47"/>
        <pc:sldMkLst>
          <pc:docMk/>
          <pc:sldMk cId="3167543101" sldId="403"/>
        </pc:sldMkLst>
      </pc:sldChg>
      <pc:sldChg chg="addSp delSp modSp add mod">
        <pc:chgData name="형동 박" userId="afe605ee33eb830c" providerId="LiveId" clId="{A70445B0-C4DD-4755-B767-5A591540F689}" dt="2025-01-03T03:12:56.369" v="157" actId="478"/>
        <pc:sldMkLst>
          <pc:docMk/>
          <pc:sldMk cId="1592380774" sldId="406"/>
        </pc:sldMkLst>
      </pc:sldChg>
      <pc:sldChg chg="addSp delSp modSp add mod">
        <pc:chgData name="형동 박" userId="afe605ee33eb830c" providerId="LiveId" clId="{A70445B0-C4DD-4755-B767-5A591540F689}" dt="2025-01-03T03:12:58.628" v="158" actId="478"/>
        <pc:sldMkLst>
          <pc:docMk/>
          <pc:sldMk cId="2691030935" sldId="407"/>
        </pc:sldMkLst>
      </pc:sldChg>
      <pc:sldChg chg="add">
        <pc:chgData name="형동 박" userId="afe605ee33eb830c" providerId="LiveId" clId="{A70445B0-C4DD-4755-B767-5A591540F689}" dt="2025-01-03T03:09:20.243" v="132"/>
        <pc:sldMkLst>
          <pc:docMk/>
          <pc:sldMk cId="1906804572" sldId="408"/>
        </pc:sldMkLst>
      </pc:sldChg>
      <pc:sldChg chg="add">
        <pc:chgData name="형동 박" userId="afe605ee33eb830c" providerId="LiveId" clId="{A70445B0-C4DD-4755-B767-5A591540F689}" dt="2025-01-03T03:09:31.060" v="134"/>
        <pc:sldMkLst>
          <pc:docMk/>
          <pc:sldMk cId="2012283562" sldId="409"/>
        </pc:sldMkLst>
      </pc:sldChg>
      <pc:sldChg chg="add">
        <pc:chgData name="형동 박" userId="afe605ee33eb830c" providerId="LiveId" clId="{A70445B0-C4DD-4755-B767-5A591540F689}" dt="2025-01-03T03:09:49.850" v="136"/>
        <pc:sldMkLst>
          <pc:docMk/>
          <pc:sldMk cId="3085596893" sldId="410"/>
        </pc:sldMkLst>
      </pc:sldChg>
      <pc:sldChg chg="add del">
        <pc:chgData name="형동 박" userId="afe605ee33eb830c" providerId="LiveId" clId="{A70445B0-C4DD-4755-B767-5A591540F689}" dt="2025-01-03T03:11:40.743" v="142"/>
        <pc:sldMkLst>
          <pc:docMk/>
          <pc:sldMk cId="468949759" sldId="411"/>
        </pc:sldMkLst>
      </pc:sldChg>
      <pc:sldChg chg="add del">
        <pc:chgData name="형동 박" userId="afe605ee33eb830c" providerId="LiveId" clId="{A70445B0-C4DD-4755-B767-5A591540F689}" dt="2025-01-03T03:12:21.498" v="154"/>
        <pc:sldMkLst>
          <pc:docMk/>
          <pc:sldMk cId="1118865666" sldId="411"/>
        </pc:sldMkLst>
      </pc:sldChg>
      <pc:sldChg chg="add del">
        <pc:chgData name="형동 박" userId="afe605ee33eb830c" providerId="LiveId" clId="{A70445B0-C4DD-4755-B767-5A591540F689}" dt="2025-01-03T03:12:01.648" v="150"/>
        <pc:sldMkLst>
          <pc:docMk/>
          <pc:sldMk cId="1353681891" sldId="411"/>
        </pc:sldMkLst>
      </pc:sldChg>
      <pc:sldChg chg="add del">
        <pc:chgData name="형동 박" userId="afe605ee33eb830c" providerId="LiveId" clId="{A70445B0-C4DD-4755-B767-5A591540F689}" dt="2025-01-03T03:11:51.854" v="146"/>
        <pc:sldMkLst>
          <pc:docMk/>
          <pc:sldMk cId="2040257223" sldId="411"/>
        </pc:sldMkLst>
      </pc:sldChg>
      <pc:sldChg chg="add del">
        <pc:chgData name="형동 박" userId="afe605ee33eb830c" providerId="LiveId" clId="{A70445B0-C4DD-4755-B767-5A591540F689}" dt="2025-01-03T03:12:01.281" v="149"/>
        <pc:sldMkLst>
          <pc:docMk/>
          <pc:sldMk cId="2361988443" sldId="412"/>
        </pc:sldMkLst>
      </pc:sldChg>
    </pc:docChg>
  </pc:docChgLst>
  <pc:docChgLst>
    <pc:chgData name="형동 박" userId="afe605ee33eb830c" providerId="LiveId" clId="{9D3F1D09-2411-47D3-B518-FA5732E6540C}"/>
    <pc:docChg chg="undo custSel modSld">
      <pc:chgData name="형동 박" userId="afe605ee33eb830c" providerId="LiveId" clId="{9D3F1D09-2411-47D3-B518-FA5732E6540C}" dt="2025-01-24T02:57:57.486" v="236" actId="20577"/>
      <pc:docMkLst>
        <pc:docMk/>
      </pc:docMkLst>
      <pc:sldChg chg="modSp mod">
        <pc:chgData name="형동 박" userId="afe605ee33eb830c" providerId="LiveId" clId="{9D3F1D09-2411-47D3-B518-FA5732E6540C}" dt="2025-01-24T02:45:42.472" v="120" actId="2711"/>
        <pc:sldMkLst>
          <pc:docMk/>
          <pc:sldMk cId="1231862236" sldId="353"/>
        </pc:sldMkLst>
        <pc:graphicFrameChg chg="modGraphic">
          <ac:chgData name="형동 박" userId="afe605ee33eb830c" providerId="LiveId" clId="{9D3F1D09-2411-47D3-B518-FA5732E6540C}" dt="2025-01-24T02:45:42.472" v="120" actId="2711"/>
          <ac:graphicFrameMkLst>
            <pc:docMk/>
            <pc:sldMk cId="1231862236" sldId="353"/>
            <ac:graphicFrameMk id="72" creationId="{B2EAA558-9E3F-5FC3-581F-87A2F3573A31}"/>
          </ac:graphicFrameMkLst>
        </pc:graphicFrameChg>
      </pc:sldChg>
      <pc:sldChg chg="modSp mod">
        <pc:chgData name="형동 박" userId="afe605ee33eb830c" providerId="LiveId" clId="{9D3F1D09-2411-47D3-B518-FA5732E6540C}" dt="2025-01-24T02:45:59.055" v="122" actId="2711"/>
        <pc:sldMkLst>
          <pc:docMk/>
          <pc:sldMk cId="1474108181" sldId="357"/>
        </pc:sldMkLst>
        <pc:graphicFrameChg chg="modGraphic">
          <ac:chgData name="형동 박" userId="afe605ee33eb830c" providerId="LiveId" clId="{9D3F1D09-2411-47D3-B518-FA5732E6540C}" dt="2025-01-24T02:45:59.055" v="122" actId="2711"/>
          <ac:graphicFrameMkLst>
            <pc:docMk/>
            <pc:sldMk cId="1474108181" sldId="357"/>
            <ac:graphicFrameMk id="72" creationId="{5A5B55A3-786B-78E5-771B-50BB908E4020}"/>
          </ac:graphicFrameMkLst>
        </pc:graphicFrameChg>
      </pc:sldChg>
      <pc:sldChg chg="modSp mod">
        <pc:chgData name="형동 박" userId="afe605ee33eb830c" providerId="LiveId" clId="{9D3F1D09-2411-47D3-B518-FA5732E6540C}" dt="2025-01-24T02:56:57.660" v="228" actId="20577"/>
        <pc:sldMkLst>
          <pc:docMk/>
          <pc:sldMk cId="2734299461" sldId="391"/>
        </pc:sldMkLst>
        <pc:spChg chg="mod">
          <ac:chgData name="형동 박" userId="afe605ee33eb830c" providerId="LiveId" clId="{9D3F1D09-2411-47D3-B518-FA5732E6540C}" dt="2025-01-24T02:56:57.660" v="228" actId="20577"/>
          <ac:spMkLst>
            <pc:docMk/>
            <pc:sldMk cId="2734299461" sldId="391"/>
            <ac:spMk id="3" creationId="{93F80D91-98EB-9A44-1177-FE83B1CB1F2E}"/>
          </ac:spMkLst>
        </pc:spChg>
        <pc:graphicFrameChg chg="modGraphic">
          <ac:chgData name="형동 박" userId="afe605ee33eb830c" providerId="LiveId" clId="{9D3F1D09-2411-47D3-B518-FA5732E6540C}" dt="2025-01-24T02:46:05.481" v="123" actId="2711"/>
          <ac:graphicFrameMkLst>
            <pc:docMk/>
            <pc:sldMk cId="2734299461" sldId="391"/>
            <ac:graphicFrameMk id="72" creationId="{913DF200-BC1D-FE1C-EC27-191DC12783F3}"/>
          </ac:graphicFrameMkLst>
        </pc:graphicFrameChg>
      </pc:sldChg>
      <pc:sldChg chg="modSp">
        <pc:chgData name="형동 박" userId="afe605ee33eb830c" providerId="LiveId" clId="{9D3F1D09-2411-47D3-B518-FA5732E6540C}" dt="2025-01-24T02:57:57.486" v="236" actId="20577"/>
        <pc:sldMkLst>
          <pc:docMk/>
          <pc:sldMk cId="2012283562" sldId="409"/>
        </pc:sldMkLst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12" creationId="{69EB0692-8B26-2643-FCCB-BA297846E95B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22" creationId="{0F5ACBD7-B388-F5AA-F3A3-8CEF6CB83322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54" creationId="{6A99774B-231E-D438-E0F6-4F211C0E9191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56" creationId="{B078C5D1-8E94-D19C-F027-12A0F27E8712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58" creationId="{E35ABF13-3976-2774-5E5F-77CBD94C02AC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59" creationId="{0F6EF8C6-FD92-48AE-C19B-38886F72230B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115" creationId="{0DD24A21-47E0-4F8F-45EC-B9E89320CE4B}"/>
          </ac:spMkLst>
        </pc:spChg>
        <pc:spChg chg="mod">
          <ac:chgData name="형동 박" userId="afe605ee33eb830c" providerId="LiveId" clId="{9D3F1D09-2411-47D3-B518-FA5732E6540C}" dt="2025-01-24T02:57:54.521" v="234" actId="20577"/>
          <ac:spMkLst>
            <pc:docMk/>
            <pc:sldMk cId="2012283562" sldId="409"/>
            <ac:spMk id="164" creationId="{354552BE-2813-DF6B-12D4-5B3D30C2A9EF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216" creationId="{DFBC6A0B-771D-7B9B-DA51-7D2ED48929E4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222" creationId="{E692621E-0B96-0965-AF0C-14BA81A4CC14}"/>
          </ac:spMkLst>
        </pc:spChg>
        <pc:spChg chg="mod">
          <ac:chgData name="형동 박" userId="afe605ee33eb830c" providerId="LiveId" clId="{9D3F1D09-2411-47D3-B518-FA5732E6540C}" dt="2025-01-24T02:57:57.486" v="236" actId="20577"/>
          <ac:spMkLst>
            <pc:docMk/>
            <pc:sldMk cId="2012283562" sldId="409"/>
            <ac:spMk id="239" creationId="{3E60BCB5-2B10-B7A7-10D6-E88C3690FB08}"/>
          </ac:spMkLst>
        </pc:spChg>
      </pc:sldChg>
      <pc:sldChg chg="modSp mod">
        <pc:chgData name="형동 박" userId="afe605ee33eb830c" providerId="LiveId" clId="{9D3F1D09-2411-47D3-B518-FA5732E6540C}" dt="2025-01-24T02:45:51.874" v="121" actId="2711"/>
        <pc:sldMkLst>
          <pc:docMk/>
          <pc:sldMk cId="3085596893" sldId="410"/>
        </pc:sldMkLst>
        <pc:graphicFrameChg chg="modGraphic">
          <ac:chgData name="형동 박" userId="afe605ee33eb830c" providerId="LiveId" clId="{9D3F1D09-2411-47D3-B518-FA5732E6540C}" dt="2025-01-24T02:45:51.874" v="121" actId="2711"/>
          <ac:graphicFrameMkLst>
            <pc:docMk/>
            <pc:sldMk cId="3085596893" sldId="410"/>
            <ac:graphicFrameMk id="72" creationId="{6CC1771F-A688-0DA7-D303-A18265C9CB35}"/>
          </ac:graphicFrameMkLst>
        </pc:graphicFrameChg>
      </pc:sldChg>
      <pc:sldChg chg="modSp mod">
        <pc:chgData name="형동 박" userId="afe605ee33eb830c" providerId="LiveId" clId="{9D3F1D09-2411-47D3-B518-FA5732E6540C}" dt="2025-01-24T02:46:24.724" v="137" actId="20577"/>
        <pc:sldMkLst>
          <pc:docMk/>
          <pc:sldMk cId="188602234" sldId="412"/>
        </pc:sldMkLst>
        <pc:graphicFrameChg chg="modGraphic">
          <ac:chgData name="형동 박" userId="afe605ee33eb830c" providerId="LiveId" clId="{9D3F1D09-2411-47D3-B518-FA5732E6540C}" dt="2025-01-24T02:46:24.724" v="137" actId="20577"/>
          <ac:graphicFrameMkLst>
            <pc:docMk/>
            <pc:sldMk cId="188602234" sldId="412"/>
            <ac:graphicFrameMk id="50" creationId="{8482E101-7313-A330-BC74-073F34A5C427}"/>
          </ac:graphicFrameMkLst>
        </pc:graphicFrameChg>
      </pc:sldChg>
      <pc:sldChg chg="modSp mod">
        <pc:chgData name="형동 박" userId="afe605ee33eb830c" providerId="LiveId" clId="{9D3F1D09-2411-47D3-B518-FA5732E6540C}" dt="2025-01-24T02:55:59.591" v="226" actId="20577"/>
        <pc:sldMkLst>
          <pc:docMk/>
          <pc:sldMk cId="892403210" sldId="422"/>
        </pc:sldMkLst>
        <pc:spChg chg="mod">
          <ac:chgData name="형동 박" userId="afe605ee33eb830c" providerId="LiveId" clId="{9D3F1D09-2411-47D3-B518-FA5732E6540C}" dt="2025-01-24T02:45:18.978" v="118" actId="20577"/>
          <ac:spMkLst>
            <pc:docMk/>
            <pc:sldMk cId="892403210" sldId="422"/>
            <ac:spMk id="2" creationId="{E2BFC475-6540-1590-030F-9BD34B539AA7}"/>
          </ac:spMkLst>
        </pc:spChg>
        <pc:graphicFrameChg chg="mod modGraphic">
          <ac:chgData name="형동 박" userId="afe605ee33eb830c" providerId="LiveId" clId="{9D3F1D09-2411-47D3-B518-FA5732E6540C}" dt="2025-01-24T02:55:59.591" v="226" actId="20577"/>
          <ac:graphicFrameMkLst>
            <pc:docMk/>
            <pc:sldMk cId="892403210" sldId="422"/>
            <ac:graphicFrameMk id="72" creationId="{6D579AB8-2440-65AB-39BD-31311DF7AC6C}"/>
          </ac:graphicFrameMkLst>
        </pc:graphicFrameChg>
      </pc:sldChg>
      <pc:sldChg chg="modSp mod">
        <pc:chgData name="형동 박" userId="afe605ee33eb830c" providerId="LiveId" clId="{9D3F1D09-2411-47D3-B518-FA5732E6540C}" dt="2025-01-24T02:57:35.084" v="230" actId="2711"/>
        <pc:sldMkLst>
          <pc:docMk/>
          <pc:sldMk cId="1518575605" sldId="424"/>
        </pc:sldMkLst>
        <pc:spChg chg="mod">
          <ac:chgData name="형동 박" userId="afe605ee33eb830c" providerId="LiveId" clId="{9D3F1D09-2411-47D3-B518-FA5732E6540C}" dt="2025-01-24T02:57:35.084" v="230" actId="2711"/>
          <ac:spMkLst>
            <pc:docMk/>
            <pc:sldMk cId="1518575605" sldId="424"/>
            <ac:spMk id="5" creationId="{DFCF0EB7-4043-662D-6BA4-4E652A5326F7}"/>
          </ac:spMkLst>
        </pc:spChg>
        <pc:spChg chg="mod">
          <ac:chgData name="형동 박" userId="afe605ee33eb830c" providerId="LiveId" clId="{9D3F1D09-2411-47D3-B518-FA5732E6540C}" dt="2025-01-24T02:57:28.507" v="229" actId="2711"/>
          <ac:spMkLst>
            <pc:docMk/>
            <pc:sldMk cId="1518575605" sldId="424"/>
            <ac:spMk id="185" creationId="{6F0A22B2-0407-8687-533A-7013FC1637C2}"/>
          </ac:spMkLst>
        </pc:spChg>
      </pc:sldChg>
    </pc:docChg>
  </pc:docChgLst>
  <pc:docChgLst>
    <pc:chgData name="형동 박" userId="afe605ee33eb830c" providerId="LiveId" clId="{8B72929F-D5CF-40A6-8D84-5CD7D96E90B3}"/>
    <pc:docChg chg="modSld">
      <pc:chgData name="형동 박" userId="afe605ee33eb830c" providerId="LiveId" clId="{8B72929F-D5CF-40A6-8D84-5CD7D96E90B3}" dt="2025-02-19T07:13:12.743" v="23" actId="20577"/>
      <pc:docMkLst>
        <pc:docMk/>
      </pc:docMkLst>
      <pc:sldChg chg="modSp mod">
        <pc:chgData name="형동 박" userId="afe605ee33eb830c" providerId="LiveId" clId="{8B72929F-D5CF-40A6-8D84-5CD7D96E90B3}" dt="2025-02-19T06:47:42.387" v="3" actId="20577"/>
        <pc:sldMkLst>
          <pc:docMk/>
          <pc:sldMk cId="1252271866" sldId="322"/>
        </pc:sldMkLst>
        <pc:spChg chg="mod">
          <ac:chgData name="형동 박" userId="afe605ee33eb830c" providerId="LiveId" clId="{8B72929F-D5CF-40A6-8D84-5CD7D96E90B3}" dt="2025-02-19T06:47:42.387" v="3" actId="20577"/>
          <ac:spMkLst>
            <pc:docMk/>
            <pc:sldMk cId="1252271866" sldId="322"/>
            <ac:spMk id="7" creationId="{F541B045-3E6E-5E49-1D4C-1B52514ADCFB}"/>
          </ac:spMkLst>
        </pc:spChg>
      </pc:sldChg>
      <pc:sldChg chg="modSp mod">
        <pc:chgData name="형동 박" userId="afe605ee33eb830c" providerId="LiveId" clId="{8B72929F-D5CF-40A6-8D84-5CD7D96E90B3}" dt="2025-02-19T07:13:12.743" v="23" actId="20577"/>
        <pc:sldMkLst>
          <pc:docMk/>
          <pc:sldMk cId="1895683906" sldId="421"/>
        </pc:sldMkLst>
        <pc:spChg chg="mod">
          <ac:chgData name="형동 박" userId="afe605ee33eb830c" providerId="LiveId" clId="{8B72929F-D5CF-40A6-8D84-5CD7D96E90B3}" dt="2025-02-19T07:13:12.743" v="23" actId="20577"/>
          <ac:spMkLst>
            <pc:docMk/>
            <pc:sldMk cId="1895683906" sldId="421"/>
            <ac:spMk id="5" creationId="{75149228-4EDE-7E99-D608-92D00EEBF1CE}"/>
          </ac:spMkLst>
        </pc:spChg>
      </pc:sldChg>
      <pc:sldChg chg="modSp mod">
        <pc:chgData name="형동 박" userId="afe605ee33eb830c" providerId="LiveId" clId="{8B72929F-D5CF-40A6-8D84-5CD7D96E90B3}" dt="2025-02-19T06:48:24.725" v="11" actId="1035"/>
        <pc:sldMkLst>
          <pc:docMk/>
          <pc:sldMk cId="1231010819" sldId="429"/>
        </pc:sldMkLst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41" creationId="{0FF11B9C-E47A-6CE0-7DE7-A30CEA28D350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88" creationId="{5DBB2BE7-6EE8-F388-D54F-8ABBC99C9791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106" creationId="{5324E82E-01FB-E7B2-0F87-9F45DD3634E9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110" creationId="{5978CCD0-DC60-5A9E-D724-1355519B6F90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127" creationId="{88E5892B-5F7D-1061-912D-CAE6017CA736}"/>
          </ac:spMkLst>
        </pc:spChg>
        <pc:spChg chg="mod">
          <ac:chgData name="형동 박" userId="afe605ee33eb830c" providerId="LiveId" clId="{8B72929F-D5CF-40A6-8D84-5CD7D96E90B3}" dt="2025-02-19T06:48:24.725" v="11" actId="1035"/>
          <ac:spMkLst>
            <pc:docMk/>
            <pc:sldMk cId="1231010819" sldId="429"/>
            <ac:spMk id="148" creationId="{C0F065FB-F7A0-3F82-F019-E4205B800139}"/>
          </ac:spMkLst>
        </pc:spChg>
        <pc:spChg chg="mod">
          <ac:chgData name="형동 박" userId="afe605ee33eb830c" providerId="LiveId" clId="{8B72929F-D5CF-40A6-8D84-5CD7D96E90B3}" dt="2025-02-19T06:48:24.725" v="11" actId="1035"/>
          <ac:spMkLst>
            <pc:docMk/>
            <pc:sldMk cId="1231010819" sldId="429"/>
            <ac:spMk id="149" creationId="{4A79F754-6299-663D-AFF6-9CC881AB326E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160" creationId="{D3874A8B-E64B-42BD-BECA-20B67B76B999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199" creationId="{3CFABB31-18CC-611E-4785-670DE51C4B07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238" creationId="{ADBDB5F8-A264-18D5-C940-E40E4563F8E4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242" creationId="{6C70F220-92ED-4B90-3271-90CB019EE412}"/>
          </ac:spMkLst>
        </pc:spChg>
        <pc:spChg chg="mod">
          <ac:chgData name="형동 박" userId="afe605ee33eb830c" providerId="LiveId" clId="{8B72929F-D5CF-40A6-8D84-5CD7D96E90B3}" dt="2025-02-19T06:48:24.725" v="11" actId="1035"/>
          <ac:spMkLst>
            <pc:docMk/>
            <pc:sldMk cId="1231010819" sldId="429"/>
            <ac:spMk id="246" creationId="{589405D9-2EA1-7B93-CBB9-19E14A3E1FBF}"/>
          </ac:spMkLst>
        </pc:spChg>
        <pc:spChg chg="mod">
          <ac:chgData name="형동 박" userId="afe605ee33eb830c" providerId="LiveId" clId="{8B72929F-D5CF-40A6-8D84-5CD7D96E90B3}" dt="2025-02-19T06:48:14.461" v="4" actId="2711"/>
          <ac:spMkLst>
            <pc:docMk/>
            <pc:sldMk cId="1231010819" sldId="429"/>
            <ac:spMk id="247" creationId="{25F312C4-EFDF-F2CB-CB57-DB9A0EE638AA}"/>
          </ac:spMkLst>
        </pc:spChg>
      </pc:sldChg>
      <pc:sldChg chg="modSp">
        <pc:chgData name="형동 박" userId="afe605ee33eb830c" providerId="LiveId" clId="{8B72929F-D5CF-40A6-8D84-5CD7D96E90B3}" dt="2025-02-19T06:49:18.345" v="20" actId="2711"/>
        <pc:sldMkLst>
          <pc:docMk/>
          <pc:sldMk cId="1238166465" sldId="432"/>
        </pc:sldMkLst>
        <pc:spChg chg="mod">
          <ac:chgData name="형동 박" userId="afe605ee33eb830c" providerId="LiveId" clId="{8B72929F-D5CF-40A6-8D84-5CD7D96E90B3}" dt="2025-02-19T06:49:18.345" v="20" actId="2711"/>
          <ac:spMkLst>
            <pc:docMk/>
            <pc:sldMk cId="1238166465" sldId="432"/>
            <ac:spMk id="5" creationId="{7E41ADC7-BA63-D1B7-CDB2-A5345320FCD4}"/>
          </ac:spMkLst>
        </pc:spChg>
      </pc:sldChg>
      <pc:sldChg chg="modSp">
        <pc:chgData name="형동 박" userId="afe605ee33eb830c" providerId="LiveId" clId="{8B72929F-D5CF-40A6-8D84-5CD7D96E90B3}" dt="2025-02-19T06:49:30.466" v="21" actId="2711"/>
        <pc:sldMkLst>
          <pc:docMk/>
          <pc:sldMk cId="2577964766" sldId="433"/>
        </pc:sldMkLst>
        <pc:spChg chg="mod">
          <ac:chgData name="형동 박" userId="afe605ee33eb830c" providerId="LiveId" clId="{8B72929F-D5CF-40A6-8D84-5CD7D96E90B3}" dt="2025-02-19T06:49:30.466" v="21" actId="2711"/>
          <ac:spMkLst>
            <pc:docMk/>
            <pc:sldMk cId="2577964766" sldId="433"/>
            <ac:spMk id="5" creationId="{C4A4803A-2108-585F-8B92-FDAA00653611}"/>
          </ac:spMkLst>
        </pc:spChg>
      </pc:sldChg>
      <pc:sldChg chg="modSp mod">
        <pc:chgData name="형동 박" userId="afe605ee33eb830c" providerId="LiveId" clId="{8B72929F-D5CF-40A6-8D84-5CD7D96E90B3}" dt="2025-02-19T06:48:36.812" v="18" actId="1035"/>
        <pc:sldMkLst>
          <pc:docMk/>
          <pc:sldMk cId="2069286071" sldId="434"/>
        </pc:sldMkLst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59" creationId="{A45BEFA7-E146-5C6B-E0FF-8480C60C1449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88" creationId="{00E61755-A23D-507D-6E62-A15B51FE4C7C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127" creationId="{D6319F6F-3592-59F2-4A30-A9A7529EF2C1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140" creationId="{ADDD8CEB-0B78-67BF-7973-7AAC81336D9F}"/>
          </ac:spMkLst>
        </pc:spChg>
        <pc:spChg chg="mod">
          <ac:chgData name="형동 박" userId="afe605ee33eb830c" providerId="LiveId" clId="{8B72929F-D5CF-40A6-8D84-5CD7D96E90B3}" dt="2025-02-19T06:48:36.812" v="18" actId="1035"/>
          <ac:spMkLst>
            <pc:docMk/>
            <pc:sldMk cId="2069286071" sldId="434"/>
            <ac:spMk id="148" creationId="{DB956E7E-11B5-7423-F305-716305BFB217}"/>
          </ac:spMkLst>
        </pc:spChg>
        <pc:spChg chg="mod">
          <ac:chgData name="형동 박" userId="afe605ee33eb830c" providerId="LiveId" clId="{8B72929F-D5CF-40A6-8D84-5CD7D96E90B3}" dt="2025-02-19T06:48:36.812" v="18" actId="1035"/>
          <ac:spMkLst>
            <pc:docMk/>
            <pc:sldMk cId="2069286071" sldId="434"/>
            <ac:spMk id="149" creationId="{BBDDFB8B-E925-169D-ADDC-ADD69D722E19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162" creationId="{1AC3BBB0-EB53-C2A2-5C94-18C7B219CEA4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172" creationId="{6C5883A3-3BBC-93C4-2139-96EADE29CAE0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187" creationId="{28BDE36F-6F0F-BC31-A4EA-F0C6A023BCC8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204" creationId="{D37B021D-AFB8-1C75-5941-2403C3122E84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240" creationId="{F28BB319-8113-D0B4-EFB7-D062E72AFA03}"/>
          </ac:spMkLst>
        </pc:spChg>
        <pc:spChg chg="mod">
          <ac:chgData name="형동 박" userId="afe605ee33eb830c" providerId="LiveId" clId="{8B72929F-D5CF-40A6-8D84-5CD7D96E90B3}" dt="2025-02-19T06:48:36.812" v="18" actId="1035"/>
          <ac:spMkLst>
            <pc:docMk/>
            <pc:sldMk cId="2069286071" sldId="434"/>
            <ac:spMk id="246" creationId="{0AB094B5-3903-F3DF-98C1-305D7D62AC31}"/>
          </ac:spMkLst>
        </pc:spChg>
        <pc:spChg chg="mod">
          <ac:chgData name="형동 박" userId="afe605ee33eb830c" providerId="LiveId" clId="{8B72929F-D5CF-40A6-8D84-5CD7D96E90B3}" dt="2025-02-19T06:48:30.789" v="12" actId="2711"/>
          <ac:spMkLst>
            <pc:docMk/>
            <pc:sldMk cId="2069286071" sldId="434"/>
            <ac:spMk id="248" creationId="{7EE93878-C0D3-0CC3-EA09-DF3AAF7852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40FE1-7BA5-8046-91E8-6C4230D41AD3}" type="datetimeFigureOut">
              <a:rPr kumimoji="1" lang="ko-KR" altLang="en-US" smtClean="0"/>
              <a:t>2025-08-19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FA4FD-DB31-984A-A042-9460A8A5E2C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6733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E713-3A50-294D-58D2-549616EC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085C64-4DBD-739A-0B95-FDBE0103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AAF227-7A51-CFC1-6E22-19FE9CC7E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911106-4DEA-C3AB-2B56-C508651AE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4660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80ED-FF65-2620-0102-FB3D234C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1BA12D-9903-BC62-8A56-BA0994F93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05220E-E5F7-4CC2-AE30-7C85384F0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699552-D420-C117-0580-C8A528D4C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1182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377B-ED7D-56BB-AE10-58BA7589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A5387B-C2E9-64B3-CDE0-A5976B8C5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FEBF02-D1BF-9797-0397-088072860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D52A74-9F19-C81C-151F-B24D6A577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3454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8218-011D-F01B-D689-F8EB55F4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48085E-75FB-294D-5F2A-0E460C134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53B1FB-9CA8-FE63-4FC5-E70F0BEA4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75845-23DC-4EA7-03B8-D89370B59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21282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4BA9-CA7A-93E5-9DA3-8735DCB3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B0D6D3-A583-04B4-E3AD-4612C3DB1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946C49-D0AD-0084-4FF4-C6E77D94C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22CF4B-29FE-15B9-4DEB-4BA845C16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031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3FAD0-8A20-7923-7893-2EDDC6A3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57EC36-DB78-3E3C-0B1A-ABBB8B591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7449F-69FD-805C-C39A-B7BB5C35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7B945-E2BF-3AE2-BF80-57707719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740A89-8ED5-1DE4-0932-F4619809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16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0059C-1272-27C1-1AD6-858000F9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65ED2-8C20-1A39-C730-D0DB5DA39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0570D4-1B83-0DC1-A092-0006B933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438F6B-89D5-FA59-AECA-9C58EEB5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1CF01-5594-7769-953C-B65FC693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47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22BAD-536C-DC56-6FBA-54B806A0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7FACC2-7594-84A1-98F6-AF97A97B9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7F1AF0-C9C4-A661-43B0-E209AB8A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371A97-F258-6B31-B3CD-9305BD9D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BC1C9-73BB-F630-F686-E40DBA43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66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50DB0-E55B-C55B-63A0-126AB420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F75F8E-99DD-33CA-3F5F-29220BE45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C4F783-5C32-0B5D-B01B-1AC08933D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BD1F01-1C29-CD60-3B29-ABF685EA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63A724-2312-50A8-3659-4DA1EC93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B54B74-1878-2F89-232F-D32A912C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74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D218E-988A-51B4-6024-FE9639BC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9523B5-FCF1-499E-49C2-6BDC8021E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B31C7B-51E7-AFB9-5DD8-F78B39B6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BD7C79-9775-B4D7-5B30-566AB4926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1B1C7A-39CC-FCD2-83A3-C3532E668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A9A09E-EB7F-BEE9-11C3-E50D3D4C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6D792A-84DF-9AE4-8C2A-DCAE9957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802669-260A-44CC-C41D-A8641CE6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350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293D4-70FE-5457-F371-8B7509CE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0CC3D2-B6DE-E187-73CE-17CA5D80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55F0F3-B4F4-A6BE-989E-9A7BDB98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7571F9-87AF-E7E2-F8E9-88E49D1D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92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30C8B-5A0D-4D48-D771-EA22A520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D66062-2B02-B107-35C6-312DAB3F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73AE3-8B29-D5BA-BF91-AE21F407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39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753660-3212-EE45-91F5-F4C841C4A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8E8ABC-216F-9F65-D5D3-CCAB19C08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2CB595-0DAB-9D35-EA4F-E1F051C75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F31B5-B190-3A07-9402-861FBF2E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2D2245-C8A9-F6A0-4F13-518FA867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73318B-17B8-CF65-FC55-EE221685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33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679F2-D2A1-8A39-8451-51B50C21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E8CA9B-4ECD-D356-3DEA-7C1B96A9F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36D72-8411-6376-FEBC-E1DC807A8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DCF28B-D30C-33E2-9BA4-1A8109A1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F3F371-A1D2-46FB-5605-6C0952C2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CD465F-343F-DD44-38C9-7A72FAFC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73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CE4E6-BB68-E209-FD54-F2CB4F8F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C2F5D5-C52E-8948-1E04-47429F51E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CED61-6459-E9F3-F667-CD45EB04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2A630-389B-82D6-6659-5AAFF37A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30AC94-E7B6-302B-657F-FC63A31B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24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636D74-C086-6DAF-F1F0-641C2520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E0CD25-9725-AC8F-327B-EC8CD3F07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EE4FCC-8D88-5A91-FC57-492BB19A5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369D90-CC7C-6CC8-FA86-333066C8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F36C8-39F5-1CD6-93AC-F6E80E74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95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2F0BC9-F8C8-1B5F-B5B4-B22D12F1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55735D-8AB4-4156-2BC1-0F061E4F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346F7-01BD-4C01-6AC7-9AC84B8D9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2D022-6272-4AA1-A870-94C99CE0EF5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F14D27-9906-A464-0E2B-DF4B10D19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EDB760-460D-ABD8-50AD-E8E248938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77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156C-FD70-3A62-F7ED-24C39C1D0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09706E5-ADEE-F76E-A7B6-7D869AE27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0" y="2171524"/>
            <a:ext cx="11707859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8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810A-565C-EDD9-450C-6FF07C21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E01721-EFC0-11DD-BD0D-1DF942BB2074}"/>
                  </a:ext>
                </a:extLst>
              </p:cNvPr>
              <p:cNvSpPr txBox="1"/>
              <p:nvPr/>
            </p:nvSpPr>
            <p:spPr>
              <a:xfrm>
                <a:off x="6469445" y="1847573"/>
                <a:ext cx="5542479" cy="31628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1. XNOR + </a:t>
                </a:r>
                <a:r>
                  <a:rPr lang="en-US" altLang="ko-KR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Popcount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3=589,824≈589.8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2. Scaling</a:t>
                </a:r>
              </a:p>
              <a:p>
                <a:r>
                  <a:rPr lang="en-US" altLang="ko-KR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32×32×6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65,536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65.5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3. Batch Normalization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×32×32×64=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131,072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131.1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4. Skip connection</a:t>
                </a:r>
              </a:p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32×32×64=65,536≈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65.5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E01721-EFC0-11DD-BD0D-1DF942BB2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45" y="1847573"/>
                <a:ext cx="5542479" cy="3162854"/>
              </a:xfrm>
              <a:prstGeom prst="rect">
                <a:avLst/>
              </a:prstGeom>
              <a:blipFill>
                <a:blip r:embed="rId3"/>
                <a:stretch>
                  <a:fillRect l="-2530" t="-2505" r="-220" b="-3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그룹 29">
            <a:extLst>
              <a:ext uri="{FF2B5EF4-FFF2-40B4-BE49-F238E27FC236}">
                <a16:creationId xmlns:a16="http://schemas.microsoft.com/office/drawing/2014/main" id="{5C330650-B5A1-52CF-603E-32AF3FA803A1}"/>
              </a:ext>
            </a:extLst>
          </p:cNvPr>
          <p:cNvGrpSpPr/>
          <p:nvPr/>
        </p:nvGrpSpPr>
        <p:grpSpPr>
          <a:xfrm>
            <a:off x="-629076" y="1787198"/>
            <a:ext cx="6725076" cy="3283603"/>
            <a:chOff x="-629076" y="2618195"/>
            <a:chExt cx="6725076" cy="328360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B84261C-F1CC-7864-B1DE-407056745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7429" r="39402"/>
            <a:stretch>
              <a:fillRect/>
            </a:stretch>
          </p:blipFill>
          <p:spPr>
            <a:xfrm>
              <a:off x="180076" y="2618195"/>
              <a:ext cx="5915924" cy="16216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8EED4AE-1F24-76C2-835E-C70DC0CC3612}"/>
                    </a:ext>
                  </a:extLst>
                </p:cNvPr>
                <p:cNvSpPr txBox="1"/>
                <p:nvPr/>
              </p:nvSpPr>
              <p:spPr>
                <a:xfrm>
                  <a:off x="-629076" y="4239805"/>
                  <a:ext cx="4389471" cy="16619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b="0" dirty="0">
                      <a:cs typeface="Arial" panose="020B0604020202020204" pitchFamily="34" charset="0"/>
                    </a:rPr>
                    <a:t> 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𝑘𝑒𝑟𝑛𝑒𝑙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𝑤𝑖𝑑𝑡h</m:t>
                      </m:r>
                    </m:oMath>
                  </a14:m>
                  <a:endParaRPr lang="en-US" altLang="ko-KR" b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en-US" altLang="ko-KR" b="0" dirty="0">
                      <a:cs typeface="Arial" panose="020B0604020202020204" pitchFamily="34" charset="0"/>
                    </a:rPr>
                    <a:t> 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𝑘𝑒𝑟𝑛𝑒𝑙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h𝑒𝑖𝑔h𝑡</m:t>
                      </m:r>
                    </m:oMath>
                  </a14:m>
                  <a:endParaRPr lang="en-US" altLang="ko-KR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en-US" altLang="ko-KR" dirty="0">
                      <a:cs typeface="Arial" panose="020B0604020202020204" pitchFamily="34" charset="0"/>
                    </a:rPr>
                    <a:t> 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𝑖𝑛𝑝𝑢𝑡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𝑐h𝑎𝑛𝑛𝑒𝑙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  <a:cs typeface="Arial" panose="020B0604020202020204" pitchFamily="34" charset="0"/>
                  </a:endParaRPr>
                </a:p>
                <a:p>
                  <a:r>
                    <a:rPr lang="en-US" altLang="ko-KR" dirty="0">
                      <a:cs typeface="Arial" panose="020B0604020202020204" pitchFamily="34" charset="0"/>
                    </a:rPr>
                    <a:t>   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𝑜𝑢𝑡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𝑝𝑢𝑡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𝑐h𝑎𝑛𝑛𝑒𝑙</m:t>
                      </m:r>
                    </m:oMath>
                  </a14:m>
                  <a:endParaRPr lang="en-US" altLang="ko-KR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en-US" altLang="ko-KR" dirty="0">
                      <a:cs typeface="Arial" panose="020B0604020202020204" pitchFamily="34" charset="0"/>
                    </a:rPr>
                    <a:t> 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𝑜𝑢𝑡𝑝𝑢𝑡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𝑓𝑒𝑎𝑡𝑢𝑟𝑒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𝑤𝑖𝑑𝑡h</m:t>
                      </m:r>
                    </m:oMath>
                  </a14:m>
                  <a:endParaRPr lang="en-US" altLang="ko-KR" dirty="0">
                    <a:cs typeface="Arial" panose="020B0604020202020204" pitchFamily="34" charset="0"/>
                  </a:endParaRPr>
                </a:p>
                <a:p>
                  <a:r>
                    <a:rPr lang="en-US" altLang="ko-KR" dirty="0">
                      <a:cs typeface="Arial" panose="020B0604020202020204" pitchFamily="34" charset="0"/>
                    </a:rPr>
                    <a:t> 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: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𝑜𝑢𝑡𝑝𝑢𝑡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𝑓𝑒𝑎𝑡𝑢𝑟𝑒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h𝑒𝑖𝑔h𝑡</m:t>
                      </m:r>
                    </m:oMath>
                  </a14:m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8EED4AE-1F24-76C2-835E-C70DC0CC3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9076" y="4239805"/>
                  <a:ext cx="4389471" cy="1661993"/>
                </a:xfrm>
                <a:prstGeom prst="rect">
                  <a:avLst/>
                </a:prstGeom>
                <a:blipFill>
                  <a:blip r:embed="rId5"/>
                  <a:stretch>
                    <a:fillRect r="-1528" b="-54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6944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205E5-6C86-1F6A-2FF3-D5FB7F80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88C4B7-B378-2174-B8EC-455C58729655}"/>
                  </a:ext>
                </a:extLst>
              </p:cNvPr>
              <p:cNvSpPr txBox="1"/>
              <p:nvPr/>
            </p:nvSpPr>
            <p:spPr>
              <a:xfrm>
                <a:off x="6057965" y="1847573"/>
                <a:ext cx="6189002" cy="3710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dirty="0"/>
                  <a:t>1. XNOR + </a:t>
                </a:r>
                <a:r>
                  <a:rPr lang="en-US" altLang="ko-KR" dirty="0" err="1"/>
                  <a:t>Popcount</a:t>
                </a:r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64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)=74,907,648≈74.9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2. Scaling</a:t>
                </a:r>
              </a:p>
              <a:p>
                <a:r>
                  <a:rPr lang="en-US" altLang="ko-KR" b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32×32×6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4)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16−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16, 32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31,457,280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31.5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3. Batch Normalization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32×32×64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32, 32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77,594,624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77.6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4. Skip connection</a:t>
                </a:r>
              </a:p>
              <a:p>
                <a:pPr marL="285750" indent="-28575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32×32×64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32,32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12,582,912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12.6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88C4B7-B378-2174-B8EC-455C58729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65" y="1847573"/>
                <a:ext cx="6189002" cy="3710824"/>
              </a:xfrm>
              <a:prstGeom prst="rect">
                <a:avLst/>
              </a:prstGeom>
              <a:blipFill>
                <a:blip r:embed="rId3"/>
                <a:stretch>
                  <a:fillRect l="-2365" t="-3777" b="-31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CBB182-EE87-0288-3711-A39A1AEEE621}"/>
                  </a:ext>
                </a:extLst>
              </p:cNvPr>
              <p:cNvSpPr txBox="1"/>
              <p:nvPr/>
            </p:nvSpPr>
            <p:spPr>
              <a:xfrm>
                <a:off x="-551847" y="3702909"/>
                <a:ext cx="5221750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N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𝑛𝑢𝑚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𝑒𝑙𝑒𝑚𝑒𝑛𝑡𝑠</m:t>
                    </m:r>
                  </m:oMath>
                </a14:m>
                <a:endParaRPr lang="en-US" altLang="ko-KR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ko-KR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𝑖𝑛𝑝𝑢𝑡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𝑏𝑖𝑡𝑠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𝑠𝑡𝑎𝑔𝑒</m:t>
                    </m:r>
                  </m:oMath>
                </a14:m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𝑏𝑖𝑡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𝑤𝑖𝑑𝑡h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𝑎𝑑𝑑𝑒𝑟𝑠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𝑡h𝑒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𝑠𝑡𝑎𝑔𝑒</m:t>
                    </m:r>
                  </m:oMath>
                </a14:m>
                <a:endParaRPr lang="en-US" altLang="ko-KR" b="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 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i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j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𝑏𝑖𝑡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𝑤𝑖𝑑𝑡h𝑠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𝑡𝑤𝑜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𝑜𝑝𝑒𝑟𝑎𝑛𝑑𝑠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altLang="ko-KR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𝑛𝑢𝑚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𝑙𝑎𝑦𝑒𝑟𝑠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𝑎𝑏𝑜𝑢𝑡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𝑏𝑖𝑡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𝑎𝑑𝑑</m:t>
                    </m:r>
                  </m:oMath>
                </a14:m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CBB182-EE87-0288-3711-A39A1AEEE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1847" y="3702909"/>
                <a:ext cx="5221750" cy="1384995"/>
              </a:xfrm>
              <a:prstGeom prst="rect">
                <a:avLst/>
              </a:prstGeom>
              <a:blipFill>
                <a:blip r:embed="rId4"/>
                <a:stretch>
                  <a:fillRect r="-933" b="-61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735FF4-E1B7-F31E-C1E9-7EA1DF4BF910}"/>
              </a:ext>
            </a:extLst>
          </p:cNvPr>
          <p:cNvGrpSpPr/>
          <p:nvPr/>
        </p:nvGrpSpPr>
        <p:grpSpPr>
          <a:xfrm>
            <a:off x="368301" y="1726341"/>
            <a:ext cx="5639700" cy="1976568"/>
            <a:chOff x="-176964" y="1677259"/>
            <a:chExt cx="6234929" cy="20256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FBC4110-C92E-5A56-38F2-A810F0439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1607" t="13641" b="5814"/>
            <a:stretch>
              <a:fillRect/>
            </a:stretch>
          </p:blipFill>
          <p:spPr>
            <a:xfrm>
              <a:off x="1562936" y="1677259"/>
              <a:ext cx="4495029" cy="20256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9293062-9055-12BF-2DB1-6F4AA3E77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395" t="13641" r="83744" b="5814"/>
            <a:stretch>
              <a:fillRect/>
            </a:stretch>
          </p:blipFill>
          <p:spPr>
            <a:xfrm>
              <a:off x="-176964" y="1677259"/>
              <a:ext cx="1739900" cy="2025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456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61961-8401-E56F-895E-BDA4E8AC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5CC63C-5765-B075-C5CD-61EB3723F3C6}"/>
              </a:ext>
            </a:extLst>
          </p:cNvPr>
          <p:cNvGrpSpPr/>
          <p:nvPr/>
        </p:nvGrpSpPr>
        <p:grpSpPr>
          <a:xfrm>
            <a:off x="1225550" y="406400"/>
            <a:ext cx="360000" cy="1160600"/>
            <a:chOff x="1225550" y="406400"/>
            <a:chExt cx="360000" cy="11606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8E5389B-C5C1-9907-D25B-89F8E307DE84}"/>
                </a:ext>
              </a:extLst>
            </p:cNvPr>
            <p:cNvSpPr/>
            <p:nvPr/>
          </p:nvSpPr>
          <p:spPr>
            <a:xfrm>
              <a:off x="1225550" y="4064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EFB2FA7-98AD-C6FC-1036-521BBC368F7E}"/>
                </a:ext>
              </a:extLst>
            </p:cNvPr>
            <p:cNvSpPr/>
            <p:nvPr/>
          </p:nvSpPr>
          <p:spPr>
            <a:xfrm>
              <a:off x="1225550" y="8067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5837F6B-AAD9-284E-96E3-B2A59215ADC9}"/>
                </a:ext>
              </a:extLst>
            </p:cNvPr>
            <p:cNvSpPr/>
            <p:nvPr/>
          </p:nvSpPr>
          <p:spPr>
            <a:xfrm>
              <a:off x="1225550" y="12070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0EC4B5-5BDE-B9EB-4C30-A9C94A4CD090}"/>
              </a:ext>
            </a:extLst>
          </p:cNvPr>
          <p:cNvGrpSpPr/>
          <p:nvPr/>
        </p:nvGrpSpPr>
        <p:grpSpPr>
          <a:xfrm>
            <a:off x="1225550" y="5291000"/>
            <a:ext cx="360000" cy="1160600"/>
            <a:chOff x="1225550" y="5359400"/>
            <a:chExt cx="360000" cy="11606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880050-66B7-32EE-BBE9-57D835292702}"/>
                </a:ext>
              </a:extLst>
            </p:cNvPr>
            <p:cNvSpPr/>
            <p:nvPr/>
          </p:nvSpPr>
          <p:spPr>
            <a:xfrm>
              <a:off x="1225550" y="53594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D6C56E-3561-B612-A761-40AC6992E206}"/>
                </a:ext>
              </a:extLst>
            </p:cNvPr>
            <p:cNvSpPr/>
            <p:nvPr/>
          </p:nvSpPr>
          <p:spPr>
            <a:xfrm>
              <a:off x="1225550" y="57597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BD04B84-8792-1532-17E8-66CF2912FA20}"/>
                </a:ext>
              </a:extLst>
            </p:cNvPr>
            <p:cNvSpPr/>
            <p:nvPr/>
          </p:nvSpPr>
          <p:spPr>
            <a:xfrm>
              <a:off x="1225550" y="61600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B8F68C-91AE-1664-8105-98F28F226FEC}"/>
                  </a:ext>
                </a:extLst>
              </p:cNvPr>
              <p:cNvSpPr txBox="1"/>
              <p:nvPr/>
            </p:nvSpPr>
            <p:spPr>
              <a:xfrm>
                <a:off x="1320591" y="3275111"/>
                <a:ext cx="1699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B8F68C-91AE-1664-8105-98F28F226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591" y="3275111"/>
                <a:ext cx="169918" cy="307777"/>
              </a:xfrm>
              <a:prstGeom prst="rect">
                <a:avLst/>
              </a:prstGeom>
              <a:blipFill>
                <a:blip r:embed="rId3"/>
                <a:stretch>
                  <a:fillRect l="-25000" r="-21429" b="-7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152F1255-F7EF-F4FF-58EB-1EA7E7E8A24F}"/>
              </a:ext>
            </a:extLst>
          </p:cNvPr>
          <p:cNvGrpSpPr/>
          <p:nvPr/>
        </p:nvGrpSpPr>
        <p:grpSpPr>
          <a:xfrm>
            <a:off x="1225550" y="1607300"/>
            <a:ext cx="360000" cy="1160600"/>
            <a:chOff x="1225550" y="406400"/>
            <a:chExt cx="360000" cy="11606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7F54B3A-EE91-4FE7-8054-7052DE6FFD51}"/>
                </a:ext>
              </a:extLst>
            </p:cNvPr>
            <p:cNvSpPr/>
            <p:nvPr/>
          </p:nvSpPr>
          <p:spPr>
            <a:xfrm>
              <a:off x="1225550" y="4064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BF0D0BD-CD3E-B4E3-CC45-9BDC0E848518}"/>
                </a:ext>
              </a:extLst>
            </p:cNvPr>
            <p:cNvSpPr/>
            <p:nvPr/>
          </p:nvSpPr>
          <p:spPr>
            <a:xfrm>
              <a:off x="1225550" y="8067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D661A58-C169-4A1E-586C-C6F7003B903D}"/>
                </a:ext>
              </a:extLst>
            </p:cNvPr>
            <p:cNvSpPr/>
            <p:nvPr/>
          </p:nvSpPr>
          <p:spPr>
            <a:xfrm>
              <a:off x="1225550" y="12070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7E82C11-5A33-547D-524A-75ED11490464}"/>
              </a:ext>
            </a:extLst>
          </p:cNvPr>
          <p:cNvGrpSpPr/>
          <p:nvPr/>
        </p:nvGrpSpPr>
        <p:grpSpPr>
          <a:xfrm>
            <a:off x="1225550" y="4075712"/>
            <a:ext cx="360000" cy="1160600"/>
            <a:chOff x="1225550" y="406400"/>
            <a:chExt cx="360000" cy="11606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D795D18-CA5F-EFFD-A21D-6E5D4C5FDCB5}"/>
                </a:ext>
              </a:extLst>
            </p:cNvPr>
            <p:cNvSpPr/>
            <p:nvPr/>
          </p:nvSpPr>
          <p:spPr>
            <a:xfrm>
              <a:off x="1225550" y="4064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4AF773E-2B03-D1E5-E384-CAEE88641C3D}"/>
                </a:ext>
              </a:extLst>
            </p:cNvPr>
            <p:cNvSpPr/>
            <p:nvPr/>
          </p:nvSpPr>
          <p:spPr>
            <a:xfrm>
              <a:off x="1225550" y="8067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5F9D8D7-AF83-9CFC-67A4-D2E22B38D81E}"/>
                </a:ext>
              </a:extLst>
            </p:cNvPr>
            <p:cNvSpPr/>
            <p:nvPr/>
          </p:nvSpPr>
          <p:spPr>
            <a:xfrm>
              <a:off x="1225550" y="1207000"/>
              <a:ext cx="360000" cy="36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1043FF9-2AD1-0DD9-7300-0C38DC18E864}"/>
              </a:ext>
            </a:extLst>
          </p:cNvPr>
          <p:cNvSpPr/>
          <p:nvPr/>
        </p:nvSpPr>
        <p:spPr>
          <a:xfrm>
            <a:off x="82550" y="146050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CAE18C-7F34-09F2-7F2F-23796CADF067}"/>
              </a:ext>
            </a:extLst>
          </p:cNvPr>
          <p:cNvSpPr txBox="1"/>
          <p:nvPr/>
        </p:nvSpPr>
        <p:spPr>
          <a:xfrm>
            <a:off x="442550" y="14605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:1bit</a:t>
            </a:r>
            <a:endParaRPr lang="ko-KR" altLang="en-US" dirty="0"/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DE7389D9-EAD6-095A-1D24-77AEA0C38B04}"/>
              </a:ext>
            </a:extLst>
          </p:cNvPr>
          <p:cNvSpPr/>
          <p:nvPr/>
        </p:nvSpPr>
        <p:spPr>
          <a:xfrm>
            <a:off x="955789" y="586400"/>
            <a:ext cx="169918" cy="57023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14DAA7-ECD2-1A60-6E0F-1E19972FADD7}"/>
              </a:ext>
            </a:extLst>
          </p:cNvPr>
          <p:cNvSpPr txBox="1"/>
          <p:nvPr/>
        </p:nvSpPr>
        <p:spPr>
          <a:xfrm>
            <a:off x="0" y="3244333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576 bits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DECB649-524A-F284-73C2-4ACD704FF017}"/>
              </a:ext>
            </a:extLst>
          </p:cNvPr>
          <p:cNvSpPr/>
          <p:nvPr/>
        </p:nvSpPr>
        <p:spPr>
          <a:xfrm>
            <a:off x="2751291" y="1234342"/>
            <a:ext cx="720000" cy="36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BC9E0B-FA1F-49E1-B552-4C233FE35118}"/>
              </a:ext>
            </a:extLst>
          </p:cNvPr>
          <p:cNvSpPr/>
          <p:nvPr/>
        </p:nvSpPr>
        <p:spPr>
          <a:xfrm>
            <a:off x="2751291" y="1634642"/>
            <a:ext cx="720000" cy="36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63A2685-4A3A-B792-152E-B72BC95DF2C8}"/>
              </a:ext>
            </a:extLst>
          </p:cNvPr>
          <p:cNvSpPr/>
          <p:nvPr/>
        </p:nvSpPr>
        <p:spPr>
          <a:xfrm>
            <a:off x="2751291" y="2034942"/>
            <a:ext cx="720000" cy="36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E3310F4-ABC1-8805-52C5-3CC9CB46F4AA}"/>
              </a:ext>
            </a:extLst>
          </p:cNvPr>
          <p:cNvSpPr/>
          <p:nvPr/>
        </p:nvSpPr>
        <p:spPr>
          <a:xfrm>
            <a:off x="2751291" y="4463055"/>
            <a:ext cx="720000" cy="36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609BBAE-79DA-EAFF-A575-4D5FF3DC92F4}"/>
              </a:ext>
            </a:extLst>
          </p:cNvPr>
          <p:cNvSpPr/>
          <p:nvPr/>
        </p:nvSpPr>
        <p:spPr>
          <a:xfrm>
            <a:off x="2751291" y="4863355"/>
            <a:ext cx="720000" cy="36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24C68CF-7666-6447-D854-58ACBA0C34F2}"/>
              </a:ext>
            </a:extLst>
          </p:cNvPr>
          <p:cNvSpPr/>
          <p:nvPr/>
        </p:nvSpPr>
        <p:spPr>
          <a:xfrm>
            <a:off x="2751291" y="5263655"/>
            <a:ext cx="720000" cy="36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00E9A2-8E09-D372-6B54-A7145C772A07}"/>
                  </a:ext>
                </a:extLst>
              </p:cNvPr>
              <p:cNvSpPr txBox="1"/>
              <p:nvPr/>
            </p:nvSpPr>
            <p:spPr>
              <a:xfrm>
                <a:off x="3026332" y="3275110"/>
                <a:ext cx="1699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00E9A2-8E09-D372-6B54-A7145C772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332" y="3275110"/>
                <a:ext cx="169918" cy="307777"/>
              </a:xfrm>
              <a:prstGeom prst="rect">
                <a:avLst/>
              </a:prstGeom>
              <a:blipFill>
                <a:blip r:embed="rId4"/>
                <a:stretch>
                  <a:fillRect l="-25000" r="-21429" b="-7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B657A74-A039-7679-6ECC-30788352AA58}"/>
              </a:ext>
            </a:extLst>
          </p:cNvPr>
          <p:cNvCxnSpPr>
            <a:cxnSpLocks/>
          </p:cNvCxnSpPr>
          <p:nvPr/>
        </p:nvCxnSpPr>
        <p:spPr>
          <a:xfrm>
            <a:off x="1888150" y="3437550"/>
            <a:ext cx="626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2290A96-B386-8072-CFB2-8E13B912BC00}"/>
              </a:ext>
            </a:extLst>
          </p:cNvPr>
          <p:cNvCxnSpPr>
            <a:cxnSpLocks/>
          </p:cNvCxnSpPr>
          <p:nvPr/>
        </p:nvCxnSpPr>
        <p:spPr>
          <a:xfrm>
            <a:off x="3970950" y="3439750"/>
            <a:ext cx="626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2482422-4332-88F0-5899-0326D94FFD72}"/>
              </a:ext>
            </a:extLst>
          </p:cNvPr>
          <p:cNvSpPr/>
          <p:nvPr/>
        </p:nvSpPr>
        <p:spPr>
          <a:xfrm>
            <a:off x="4736875" y="1814641"/>
            <a:ext cx="1080000" cy="36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7917B42-3964-E465-CA91-1BBD12E865C9}"/>
              </a:ext>
            </a:extLst>
          </p:cNvPr>
          <p:cNvSpPr/>
          <p:nvPr/>
        </p:nvSpPr>
        <p:spPr>
          <a:xfrm>
            <a:off x="4736875" y="2214941"/>
            <a:ext cx="1080000" cy="36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C39826-CB0A-82C0-F17A-25F1F550745C}"/>
              </a:ext>
            </a:extLst>
          </p:cNvPr>
          <p:cNvSpPr/>
          <p:nvPr/>
        </p:nvSpPr>
        <p:spPr>
          <a:xfrm>
            <a:off x="4736875" y="2615241"/>
            <a:ext cx="1080000" cy="36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7B735BC-0578-DC3A-8E2E-C33072C51B0D}"/>
              </a:ext>
            </a:extLst>
          </p:cNvPr>
          <p:cNvSpPr/>
          <p:nvPr/>
        </p:nvSpPr>
        <p:spPr>
          <a:xfrm>
            <a:off x="4736875" y="3882755"/>
            <a:ext cx="1080000" cy="36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21F237-74CF-2C79-F12B-DA48F1C435FB}"/>
              </a:ext>
            </a:extLst>
          </p:cNvPr>
          <p:cNvSpPr/>
          <p:nvPr/>
        </p:nvSpPr>
        <p:spPr>
          <a:xfrm>
            <a:off x="4736875" y="4283055"/>
            <a:ext cx="1080000" cy="36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16BE337-E2A6-76E7-A543-BE370E177B1C}"/>
              </a:ext>
            </a:extLst>
          </p:cNvPr>
          <p:cNvSpPr/>
          <p:nvPr/>
        </p:nvSpPr>
        <p:spPr>
          <a:xfrm>
            <a:off x="4736875" y="4683355"/>
            <a:ext cx="1080000" cy="36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CA57181-6CCC-D4F6-55DC-17D32B912104}"/>
                  </a:ext>
                </a:extLst>
              </p:cNvPr>
              <p:cNvSpPr txBox="1"/>
              <p:nvPr/>
            </p:nvSpPr>
            <p:spPr>
              <a:xfrm>
                <a:off x="5191916" y="3275109"/>
                <a:ext cx="1699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CA57181-6CCC-D4F6-55DC-17D32B912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916" y="3275109"/>
                <a:ext cx="169918" cy="307777"/>
              </a:xfrm>
              <a:prstGeom prst="rect">
                <a:avLst/>
              </a:prstGeom>
              <a:blipFill>
                <a:blip r:embed="rId5"/>
                <a:stretch>
                  <a:fillRect l="-25000" r="-21429" b="-7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B517639-319C-757C-4719-64DD277ED43F}"/>
              </a:ext>
            </a:extLst>
          </p:cNvPr>
          <p:cNvCxnSpPr>
            <a:cxnSpLocks/>
          </p:cNvCxnSpPr>
          <p:nvPr/>
        </p:nvCxnSpPr>
        <p:spPr>
          <a:xfrm>
            <a:off x="6193450" y="3437550"/>
            <a:ext cx="626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9759F6E-EF7F-6B85-1FC7-9E14BBC0D58A}"/>
                  </a:ext>
                </a:extLst>
              </p:cNvPr>
              <p:cNvSpPr txBox="1"/>
              <p:nvPr/>
            </p:nvSpPr>
            <p:spPr>
              <a:xfrm rot="5400000">
                <a:off x="7331388" y="3283662"/>
                <a:ext cx="1699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9759F6E-EF7F-6B85-1FC7-9E14BBC0D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331388" y="3283662"/>
                <a:ext cx="169918" cy="307777"/>
              </a:xfrm>
              <a:prstGeom prst="rect">
                <a:avLst/>
              </a:prstGeom>
              <a:blipFill>
                <a:blip r:embed="rId6"/>
                <a:stretch>
                  <a:fillRect l="-7843" t="-25000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직사각형 53">
            <a:extLst>
              <a:ext uri="{FF2B5EF4-FFF2-40B4-BE49-F238E27FC236}">
                <a16:creationId xmlns:a16="http://schemas.microsoft.com/office/drawing/2014/main" id="{B7B11E5D-8032-2956-1866-564C315CC804}"/>
              </a:ext>
            </a:extLst>
          </p:cNvPr>
          <p:cNvSpPr/>
          <p:nvPr/>
        </p:nvSpPr>
        <p:spPr>
          <a:xfrm>
            <a:off x="7658141" y="3244333"/>
            <a:ext cx="1615502" cy="360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1B281016-E364-C8E5-3715-CD172B4E04EB}"/>
              </a:ext>
            </a:extLst>
          </p:cNvPr>
          <p:cNvSpPr/>
          <p:nvPr/>
        </p:nvSpPr>
        <p:spPr>
          <a:xfrm rot="16200000">
            <a:off x="8374141" y="2983253"/>
            <a:ext cx="183502" cy="161550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42D0A6-7997-0B8E-5094-8F0FCA43E874}"/>
              </a:ext>
            </a:extLst>
          </p:cNvPr>
          <p:cNvSpPr txBox="1"/>
          <p:nvPr/>
        </p:nvSpPr>
        <p:spPr>
          <a:xfrm>
            <a:off x="8019295" y="388638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 bits</a:t>
            </a:r>
            <a:endParaRPr lang="ko-KR" altLang="en-US" dirty="0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AFC0A965-0C46-2D01-3596-D67FE0ADD4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8923" y="-4667"/>
            <a:ext cx="2495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7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F8869D-58EC-DB4E-D1B9-8DB80A5F3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698" y="451161"/>
            <a:ext cx="5651862" cy="4942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673119-EF98-5789-CEBB-9728CDCCF4C6}"/>
              </a:ext>
            </a:extLst>
          </p:cNvPr>
          <p:cNvSpPr txBox="1"/>
          <p:nvPr/>
        </p:nvSpPr>
        <p:spPr>
          <a:xfrm>
            <a:off x="0" y="593467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출처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M.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Neseem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C. McCullough, R. Hsin, C. Leichner, S. Li, I. S.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Chong,A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 Howard, L. Lew, S. Reda, V.-M. Rautio et al., “</a:t>
            </a:r>
            <a:r>
              <a:rPr lang="en-US" altLang="ko-KR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Pikelpn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ko-KR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Mitigatingoverlooked</a:t>
            </a:r>
            <a:r>
              <a:rPr lang="en-US" altLang="ko-KR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inefficiencies of low-precision neural networks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,” in Proceed-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ings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of the IEEE/CVF Conference on Computer Vision and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PatternRecognition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2024, pp. 15 996–16 005.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853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914E7-C3FC-F93E-02AA-A45AA521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370B31-79C4-46C7-D65B-4CB376542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416" y="2152472"/>
            <a:ext cx="6573167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4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63548</TotalTime>
  <Words>295</Words>
  <Application>Microsoft Office PowerPoint</Application>
  <PresentationFormat>와이드스크린</PresentationFormat>
  <Paragraphs>46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박형동</dc:creator>
  <cp:lastModifiedBy>여인국</cp:lastModifiedBy>
  <cp:revision>3357</cp:revision>
  <dcterms:created xsi:type="dcterms:W3CDTF">2024-10-28T22:08:11Z</dcterms:created>
  <dcterms:modified xsi:type="dcterms:W3CDTF">2025-08-19T09:27:03Z</dcterms:modified>
</cp:coreProperties>
</file>