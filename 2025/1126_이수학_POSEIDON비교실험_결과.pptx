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6"/>
  </p:notesMasterIdLst>
  <p:sldIdLst>
    <p:sldId id="256" r:id="rId2"/>
    <p:sldId id="287" r:id="rId3"/>
    <p:sldId id="288" r:id="rId4"/>
    <p:sldId id="28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75" d="100"/>
          <a:sy n="75" d="100"/>
        </p:scale>
        <p:origin x="945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7461-BA82-9CED-8821-F55712DB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BA8B70-86E5-A5E7-BF3C-136CE9FA2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78187A-F9F1-F690-E0CC-14AE5A962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BE0FD-5BAD-E332-72F5-0FE4949EB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9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3364-E194-55EB-E8CB-4D6CF085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AB1FF5-C5BE-2D7A-B6F4-71D32EEC2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CBB4E8-9A05-32F1-A437-7E8594679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AE5E31-315E-95DC-2C16-0B8F627CF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262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EF1C4-CF65-658E-83AA-36B258B6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E60666-37FB-5573-B360-E1B651657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31BE4D-6C3E-EF03-9841-6FF6CAF8B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91023-CD0F-B1DB-5CAA-1CDF12F10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943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비교분석 실험 결과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26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C341-C554-46D8-2D8D-D772568C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A6E0C-4A38-A679-C610-F8848665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 vs SHA3-256 vs Poseidon vs Blake2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F1E8C-BB56-E732-0736-F0A92A5F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6D9C4-866B-35A1-E622-6F42DBE12A63}"/>
              </a:ext>
            </a:extLst>
          </p:cNvPr>
          <p:cNvSpPr txBox="1"/>
          <p:nvPr/>
        </p:nvSpPr>
        <p:spPr>
          <a:xfrm>
            <a:off x="949568" y="1189892"/>
            <a:ext cx="836497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</a:t>
            </a:r>
            <a:r>
              <a:rPr lang="ko-KR" altLang="en-US" b="1" dirty="0"/>
              <a:t> 비트 스트림 수 </a:t>
            </a:r>
            <a:r>
              <a:rPr lang="en-US" altLang="ko-KR" b="1" dirty="0"/>
              <a:t>: 10,000</a:t>
            </a:r>
            <a:r>
              <a:rPr lang="ko-KR" altLang="en-US" b="1" dirty="0"/>
              <a:t>개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Pattern0 : 000…00 (256-bit) 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Pattern1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111…11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Pattern2 : 0101…01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Pattern3 : 1010…10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Pattern4 : Pseudorandom</a:t>
            </a:r>
            <a:r>
              <a:rPr lang="ko-KR" altLang="en-US" sz="1600" dirty="0"/>
              <a:t>한 </a:t>
            </a:r>
            <a:r>
              <a:rPr lang="en-US" altLang="ko-KR" sz="1600" dirty="0"/>
              <a:t>256-bit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sz="1600" dirty="0"/>
              <a:t>Poseidon </a:t>
            </a:r>
            <a:r>
              <a:rPr lang="ko-KR" altLang="en-US" sz="1600" dirty="0"/>
              <a:t>제외 다른 해시함수는 </a:t>
            </a:r>
            <a:r>
              <a:rPr lang="en-US" altLang="ko-KR" sz="1600" dirty="0"/>
              <a:t>Python </a:t>
            </a:r>
            <a:r>
              <a:rPr lang="ko-KR" altLang="en-US" sz="1600" dirty="0"/>
              <a:t>라이브러리 활용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272986A-0D57-153D-6960-4D1B3D7F0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37617"/>
              </p:ext>
            </p:extLst>
          </p:nvPr>
        </p:nvGraphicFramePr>
        <p:xfrm>
          <a:off x="1492494" y="3842944"/>
          <a:ext cx="7879075" cy="1906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93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2864039975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0.011747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0.018510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0.035072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0.033245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0.012699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0.022255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0.001175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0.001851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0.003507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0.003324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0.001270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0.002225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84.41%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44.55%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47.00%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123.04%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59.80%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패턴 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91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114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98BD4-4EF8-5EF4-7929-4BD84E849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54F5B-D0C4-A9A5-25EF-7DAF8E296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 vs SHA3-256 vs Poseidon vs Blake2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66586-58D2-5E25-6BC6-96814C63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00DFAF1-9633-2CFA-F9FD-EB7560954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16147"/>
              </p:ext>
            </p:extLst>
          </p:nvPr>
        </p:nvGraphicFramePr>
        <p:xfrm>
          <a:off x="1508763" y="3693598"/>
          <a:ext cx="7879075" cy="1906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93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2864039975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47.779394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48.438263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50.281583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50.446953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49.229649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49.235168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4.777939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4.843826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5.028158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5.044695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4.922965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4.923517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99.94%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99.84%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99.60%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99.80%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99.88%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99.81%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패턴 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9144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1EEDFB5-8815-C61D-8ACB-8C59E4633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249545"/>
              </p:ext>
            </p:extLst>
          </p:nvPr>
        </p:nvGraphicFramePr>
        <p:xfrm>
          <a:off x="1508762" y="1427283"/>
          <a:ext cx="7879076" cy="1906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94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2864039975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0.016637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0.016476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0.017807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0.017066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0.017911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0.0171847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0.001664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0.001648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0.001781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0.001707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0.001791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0.00171847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93.92%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94.83%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87.75%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91.56%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87.24%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91.06%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패턴 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91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94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9C9F-B9B7-8FA4-77C7-5C7CD19E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24C62-8361-EB6F-796F-8CF06584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 vs SHA3-256 vs Poseidon vs Blake2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53029D-3AFC-5F2A-BF67-CD58DA19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7297489-C09C-B74C-FC62-BB6E38489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655047"/>
              </p:ext>
            </p:extLst>
          </p:nvPr>
        </p:nvGraphicFramePr>
        <p:xfrm>
          <a:off x="1508762" y="1084383"/>
          <a:ext cx="7879076" cy="1906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94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2864039975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0.038258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0.035853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0.055643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0.054012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0.051819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0.047117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0.003826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0.003585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0.005564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0.005401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0.005182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0.004712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81.68%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87.16%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28.08%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57.86%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30.15%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59.99%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패턴 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9144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2F4D97F-9939-F676-8773-90D4AFB4D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159699"/>
              </p:ext>
            </p:extLst>
          </p:nvPr>
        </p:nvGraphicFramePr>
        <p:xfrm>
          <a:off x="1508762" y="3262918"/>
          <a:ext cx="7879076" cy="1906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94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2864039975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0.018169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0.039081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0.018934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0.024680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0.019590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0.024091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0.001817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0.003908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0.001893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0.002468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0.001959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0.002409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86.00%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39.98%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82.52%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126.62%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79.76%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82.98%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패턴 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914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5659F72-ADE8-4E32-CC6E-4A558C4988A3}"/>
              </a:ext>
            </a:extLst>
          </p:cNvPr>
          <p:cNvSpPr txBox="1"/>
          <p:nvPr/>
        </p:nvSpPr>
        <p:spPr>
          <a:xfrm>
            <a:off x="1426390" y="5204420"/>
            <a:ext cx="88415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Blake2s vs Blake2b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내부 워드 크기 차이 </a:t>
            </a:r>
            <a:r>
              <a:rPr lang="en-US" altLang="ko-KR" sz="1600" dirty="0"/>
              <a:t>: 32-bit vs 64-bit 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최적화 </a:t>
            </a:r>
            <a:r>
              <a:rPr lang="en-US" altLang="ko-KR" sz="1600" dirty="0"/>
              <a:t>: 8~32-bit </a:t>
            </a:r>
            <a:r>
              <a:rPr lang="ko-KR" altLang="en-US" sz="1600" dirty="0"/>
              <a:t>환경에 최적화 </a:t>
            </a:r>
            <a:r>
              <a:rPr lang="en-US" altLang="ko-KR" sz="1600" dirty="0"/>
              <a:t>vs 64-bit </a:t>
            </a:r>
            <a:r>
              <a:rPr lang="ko-KR" altLang="en-US" sz="1600" dirty="0"/>
              <a:t>환경에 최적화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기본 </a:t>
            </a:r>
            <a:r>
              <a:rPr lang="en-US" altLang="ko-KR" sz="1600" dirty="0"/>
              <a:t>Output </a:t>
            </a:r>
            <a:r>
              <a:rPr lang="ko-KR" altLang="en-US" sz="1600" dirty="0"/>
              <a:t>길이 </a:t>
            </a:r>
            <a:r>
              <a:rPr lang="en-US" altLang="ko-KR" sz="1600" dirty="0"/>
              <a:t>: 256-bit vs 512-bit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블록 크기 </a:t>
            </a:r>
            <a:r>
              <a:rPr lang="en-US" altLang="ko-KR" sz="1600" dirty="0"/>
              <a:t>: 64-byte vs 128-byte</a:t>
            </a:r>
          </a:p>
          <a:p>
            <a:r>
              <a:rPr lang="ko-KR" altLang="en-US" sz="1600" dirty="0"/>
              <a:t>⇒ </a:t>
            </a:r>
            <a:r>
              <a:rPr lang="en-US" altLang="ko-KR" sz="1600" dirty="0"/>
              <a:t>256-bit</a:t>
            </a:r>
            <a:r>
              <a:rPr lang="ko-KR" altLang="en-US" sz="1600" dirty="0"/>
              <a:t>의 </a:t>
            </a:r>
            <a:r>
              <a:rPr lang="en-US" altLang="ko-KR" sz="1600" dirty="0"/>
              <a:t>output</a:t>
            </a:r>
            <a:r>
              <a:rPr lang="ko-KR" altLang="en-US" sz="1600" dirty="0"/>
              <a:t>을 </a:t>
            </a:r>
            <a:r>
              <a:rPr lang="ko-KR" altLang="en-US" sz="1600" dirty="0" err="1"/>
              <a:t>고정해둔다고</a:t>
            </a:r>
            <a:r>
              <a:rPr lang="ko-KR" altLang="en-US" sz="1600" dirty="0"/>
              <a:t> 하면 </a:t>
            </a:r>
            <a:r>
              <a:rPr lang="en-US" altLang="ko-KR" sz="1600" dirty="0"/>
              <a:t>2s</a:t>
            </a:r>
            <a:r>
              <a:rPr lang="ko-KR" altLang="en-US" sz="1600" dirty="0"/>
              <a:t>와 비교를 하는 것이 더욱 적절할 것으로 예상</a:t>
            </a:r>
          </a:p>
        </p:txBody>
      </p:sp>
    </p:spTree>
    <p:extLst>
      <p:ext uri="{BB962C8B-B14F-4D97-AF65-F5344CB8AC3E}">
        <p14:creationId xmlns:p14="http://schemas.microsoft.com/office/powerpoint/2010/main" val="250057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11010</TotalTime>
  <Words>531</Words>
  <Application>Microsoft Office PowerPoint</Application>
  <PresentationFormat>와이드스크린</PresentationFormat>
  <Paragraphs>229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POSEIDON 비교분석 실험 결과</vt:lpstr>
      <vt:lpstr>SHA2-256 vs SHA3-256 vs Poseidon vs Blake2</vt:lpstr>
      <vt:lpstr>SHA2-256 vs SHA3-256 vs Poseidon vs Blake2</vt:lpstr>
      <vt:lpstr>SHA2-256 vs SHA3-256 vs Poseidon vs Blake2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 수학</cp:lastModifiedBy>
  <cp:revision>1459</cp:revision>
  <dcterms:created xsi:type="dcterms:W3CDTF">2023-03-06T16:32:37Z</dcterms:created>
  <dcterms:modified xsi:type="dcterms:W3CDTF">2025-11-24T13:55:51Z</dcterms:modified>
</cp:coreProperties>
</file>