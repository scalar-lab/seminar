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72" r:id="rId3"/>
    <p:sldId id="274" r:id="rId4"/>
    <p:sldId id="277" r:id="rId5"/>
    <p:sldId id="278" r:id="rId6"/>
    <p:sldId id="27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7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0187-4790-3D7A-01A4-B52A629E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6F8D15-2867-B2D2-E56D-F86BFD1EF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0B32A-8429-A2D5-1F1A-7CDD33FF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8149-47D1-5056-B8AA-C18DAAD4A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04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2DCFE-4103-349E-3DA2-EB60FA4E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A3107F-EB0E-8D57-1E79-A94292E3D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ADA76A-A4AB-5E14-0942-B83C80A0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48ADA5-AC4D-F664-6682-C24BDB1FE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078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1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on RISC-V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946784" y="1666695"/>
            <a:ext cx="194767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9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1BFD-6794-68F7-E2A4-3C30510D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E793566-23D8-318C-B842-9B6EBB8720C2}"/>
              </a:ext>
            </a:extLst>
          </p:cNvPr>
          <p:cNvSpPr/>
          <p:nvPr/>
        </p:nvSpPr>
        <p:spPr>
          <a:xfrm>
            <a:off x="3990329" y="5005052"/>
            <a:ext cx="3272916" cy="263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5B4360-A41D-D009-6A12-00E4C099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7840A-A58D-2C26-E961-A96C9478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1DFB-8A91-9FBA-1888-6F1313E74A09}"/>
              </a:ext>
            </a:extLst>
          </p:cNvPr>
          <p:cNvSpPr txBox="1"/>
          <p:nvPr/>
        </p:nvSpPr>
        <p:spPr>
          <a:xfrm>
            <a:off x="805218" y="1394954"/>
            <a:ext cx="952613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413C9E-1B66-17F4-224F-27DF9F75F34D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85DDA-C30E-0D10-16C0-BC2D7422377E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AF34C-80EC-6259-37CD-4963A3EEAC34}"/>
              </a:ext>
            </a:extLst>
          </p:cNvPr>
          <p:cNvSpPr/>
          <p:nvPr/>
        </p:nvSpPr>
        <p:spPr>
          <a:xfrm>
            <a:off x="8796370" y="3293986"/>
            <a:ext cx="2200978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W8A8, W1A8, W1A1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Quantization</a:t>
            </a:r>
            <a:r>
              <a:rPr lang="ko-KR" altLang="en-US" sz="16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600" dirty="0">
                <a:solidFill>
                  <a:schemeClr val="tx1"/>
                </a:solidFill>
              </a:rPr>
              <a:t>RISC-V</a:t>
            </a:r>
            <a:r>
              <a:rPr lang="ko-KR" altLang="en-US" sz="1600" dirty="0">
                <a:solidFill>
                  <a:schemeClr val="tx1"/>
                </a:solidFill>
              </a:rPr>
              <a:t>에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6D16E-8227-1483-9939-D25F7DA87D7F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EE5F4-52E4-E3AD-4062-E3749F93E3FD}"/>
              </a:ext>
            </a:extLst>
          </p:cNvPr>
          <p:cNvSpPr txBox="1"/>
          <p:nvPr/>
        </p:nvSpPr>
        <p:spPr>
          <a:xfrm>
            <a:off x="4043193" y="4986372"/>
            <a:ext cx="47531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573986B-C7CC-DBCB-85C3-FE9FF5A45E68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934A7D4-1260-12B5-77C3-B5875808C2A2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6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960D6-8FE6-84A7-C005-9981578D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DCF76-54BC-816A-18CC-D1D3F325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Brevitas</a:t>
            </a:r>
            <a:r>
              <a:rPr lang="ko-KR" altLang="en-US" dirty="0"/>
              <a:t>로 </a:t>
            </a:r>
            <a:r>
              <a:rPr lang="en-US" altLang="ko-KR" dirty="0"/>
              <a:t>XNOR-Net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D7937-9E7C-5096-8BD6-7118D372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6" name="그림 5" descr="텍스트, 스크린샷, 메뉴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E7C094-BFA5-3336-2B1D-AC53C3197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801" y="1971448"/>
            <a:ext cx="2343477" cy="3277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A3297-9C86-9E00-9214-E8D9106D9546}"/>
              </a:ext>
            </a:extLst>
          </p:cNvPr>
          <p:cNvSpPr txBox="1"/>
          <p:nvPr/>
        </p:nvSpPr>
        <p:spPr>
          <a:xfrm>
            <a:off x="925137" y="2065960"/>
            <a:ext cx="6891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&lt;XNOR-Net </a:t>
            </a:r>
            <a:r>
              <a:rPr lang="ko-KR" altLang="en-US" dirty="0"/>
              <a:t>학습</a:t>
            </a:r>
            <a:r>
              <a:rPr lang="en-US" altLang="ko-KR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Top-1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ResNet-18 </a:t>
            </a:r>
            <a:r>
              <a:rPr lang="ko-KR" altLang="en-US" dirty="0"/>
              <a:t>기반 </a:t>
            </a:r>
            <a:r>
              <a:rPr lang="en-US" altLang="ko-KR" dirty="0"/>
              <a:t>FP </a:t>
            </a:r>
            <a:r>
              <a:rPr lang="ko-KR" altLang="en-US" dirty="0"/>
              <a:t>학습 → </a:t>
            </a:r>
            <a:r>
              <a:rPr lang="en-US" altLang="ko-KR" dirty="0"/>
              <a:t>1-bit </a:t>
            </a:r>
            <a:r>
              <a:rPr lang="ko-KR" altLang="en-US" dirty="0"/>
              <a:t>양자화 → </a:t>
            </a:r>
            <a:r>
              <a:rPr lang="en-US" altLang="ko-KR" dirty="0"/>
              <a:t>C</a:t>
            </a:r>
            <a:r>
              <a:rPr lang="ko-KR" altLang="en-US" dirty="0"/>
              <a:t>코드 생성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822B7-7288-780B-7B4E-05CBD99703FB}"/>
              </a:ext>
            </a:extLst>
          </p:cNvPr>
          <p:cNvSpPr txBox="1"/>
          <p:nvPr/>
        </p:nvSpPr>
        <p:spPr>
          <a:xfrm>
            <a:off x="7595526" y="5494650"/>
            <a:ext cx="343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ResNet-18 FP</a:t>
            </a:r>
            <a:r>
              <a:rPr lang="ko-KR" altLang="en-US" sz="1400" dirty="0"/>
              <a:t>기반 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A38BB-E3A5-7D40-FBB6-814A5D1794AC}"/>
              </a:ext>
            </a:extLst>
          </p:cNvPr>
          <p:cNvSpPr txBox="1"/>
          <p:nvPr/>
        </p:nvSpPr>
        <p:spPr>
          <a:xfrm>
            <a:off x="925137" y="2949309"/>
            <a:ext cx="44189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ResNet-18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Dataset : CIFAR-10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Input Size : 32x32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Batch Size : 128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Epochs :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Learning Rate :</a:t>
            </a:r>
            <a:r>
              <a:rPr lang="ko-KR" altLang="en-US" dirty="0"/>
              <a:t> </a:t>
            </a:r>
            <a:r>
              <a:rPr lang="en-US" altLang="ko-KR" dirty="0"/>
              <a:t>le-3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Optimizer : </a:t>
            </a:r>
            <a:r>
              <a:rPr lang="en-US" altLang="ko-KR" dirty="0" err="1"/>
              <a:t>adam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Loss : </a:t>
            </a:r>
            <a:r>
              <a:rPr lang="en-US" altLang="ko-KR" dirty="0" err="1"/>
              <a:t>CrossEntropyLoss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201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9FEB-7CAE-CB85-9D90-1EE0BE79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13E99-0036-7A71-01F9-5F95BC7A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ResNet-18 </a:t>
            </a:r>
            <a:r>
              <a:rPr lang="ko-KR" altLang="en-US" dirty="0"/>
              <a:t>기반 </a:t>
            </a:r>
            <a:r>
              <a:rPr lang="en-US" altLang="ko-KR" dirty="0"/>
              <a:t>FP </a:t>
            </a:r>
            <a:r>
              <a:rPr lang="ko-KR" altLang="en-US" dirty="0"/>
              <a:t>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A67E3-C2A7-B248-EC4E-308D32AF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F0F902-AEC5-DBA7-EA17-D39C001F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12" y="1532783"/>
            <a:ext cx="5147692" cy="41543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C11C82-1209-59D3-8FDB-69A056B2B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926" y="1673321"/>
            <a:ext cx="5538662" cy="40585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CD114E-7BA0-59D9-048F-1D0C33307E5B}"/>
              </a:ext>
            </a:extLst>
          </p:cNvPr>
          <p:cNvSpPr txBox="1"/>
          <p:nvPr/>
        </p:nvSpPr>
        <p:spPr>
          <a:xfrm>
            <a:off x="4214385" y="5973667"/>
            <a:ext cx="372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ResNet-18 </a:t>
            </a:r>
            <a:r>
              <a:rPr lang="ko-KR" altLang="en-US" sz="1400" dirty="0" err="1"/>
              <a:t>아키텍쳐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90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C1EB-4CB6-4455-76C4-4EFEB1AF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C0F52-0968-5828-1F31-A00344BF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ResNet-18 </a:t>
            </a:r>
            <a:r>
              <a:rPr lang="ko-KR" altLang="en-US" dirty="0"/>
              <a:t>기반 </a:t>
            </a:r>
            <a:r>
              <a:rPr lang="en-US" altLang="ko-KR" dirty="0"/>
              <a:t>FP </a:t>
            </a:r>
            <a:r>
              <a:rPr lang="ko-KR" altLang="en-US" dirty="0"/>
              <a:t>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64741-D603-50AC-DAC5-FBA5D4EA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D35335-9928-39C9-AB38-62F97E33E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29" y="1777446"/>
            <a:ext cx="7811590" cy="29341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0B51EA-677C-3E67-B1AF-025C2C6B6950}"/>
              </a:ext>
            </a:extLst>
          </p:cNvPr>
          <p:cNvSpPr txBox="1"/>
          <p:nvPr/>
        </p:nvSpPr>
        <p:spPr>
          <a:xfrm>
            <a:off x="3438545" y="5275009"/>
            <a:ext cx="4219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ResNet-18 base FP</a:t>
            </a:r>
            <a:r>
              <a:rPr lang="ko-KR" altLang="en-US" sz="1400" dirty="0"/>
              <a:t> </a:t>
            </a:r>
            <a:r>
              <a:rPr lang="en-US" altLang="ko-KR" sz="1400" dirty="0"/>
              <a:t>Training</a:t>
            </a:r>
            <a:r>
              <a:rPr lang="ko-KR" altLang="en-US" sz="1400" dirty="0"/>
              <a:t> 과정</a:t>
            </a:r>
          </a:p>
        </p:txBody>
      </p:sp>
    </p:spTree>
    <p:extLst>
      <p:ext uri="{BB962C8B-B14F-4D97-AF65-F5344CB8AC3E}">
        <p14:creationId xmlns:p14="http://schemas.microsoft.com/office/powerpoint/2010/main" val="72832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124-3B6E-9247-CA5A-DB32042C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E9CF2-DDE9-8990-C1C4-E20AE37E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274406-6D39-CF76-3C31-5E6692F8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0E852-048F-B599-0DF3-A6BAE5A8ADE5}"/>
              </a:ext>
            </a:extLst>
          </p:cNvPr>
          <p:cNvSpPr txBox="1"/>
          <p:nvPr/>
        </p:nvSpPr>
        <p:spPr>
          <a:xfrm>
            <a:off x="688345" y="1461460"/>
            <a:ext cx="102972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XNOR-Net</a:t>
            </a:r>
            <a:r>
              <a:rPr lang="ko-KR" altLang="en-US" dirty="0"/>
              <a:t>을 </a:t>
            </a:r>
            <a:r>
              <a:rPr lang="en-US" altLang="ko-KR" dirty="0" err="1"/>
              <a:t>Brevitas</a:t>
            </a:r>
            <a:r>
              <a:rPr lang="ko-KR" altLang="en-US" dirty="0"/>
              <a:t>로 구현 및 학습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ResNet-18 Base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XNOR-Net</a:t>
            </a:r>
            <a:r>
              <a:rPr lang="ko-KR" altLang="en-US" dirty="0">
                <a:solidFill>
                  <a:srgbClr val="FF0000"/>
                </a:solidFill>
              </a:rPr>
              <a:t>을 </a:t>
            </a:r>
            <a:r>
              <a:rPr lang="en-US" altLang="ko-KR" dirty="0" err="1">
                <a:solidFill>
                  <a:srgbClr val="FF0000"/>
                </a:solidFill>
              </a:rPr>
              <a:t>Brevitas</a:t>
            </a:r>
            <a:r>
              <a:rPr lang="ko-KR" altLang="en-US" dirty="0">
                <a:solidFill>
                  <a:srgbClr val="FF0000"/>
                </a:solidFill>
              </a:rPr>
              <a:t>로 구현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및 학습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체크 포인트 저장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기존 </a:t>
            </a:r>
            <a:r>
              <a:rPr lang="en-US" altLang="ko-KR" dirty="0"/>
              <a:t>MPQ </a:t>
            </a:r>
            <a:r>
              <a:rPr lang="ko-KR" altLang="en-US" dirty="0"/>
              <a:t>기반의 코드 수정하여 </a:t>
            </a:r>
            <a:r>
              <a:rPr lang="en-US" altLang="ko-KR" dirty="0"/>
              <a:t>BNN </a:t>
            </a:r>
            <a:r>
              <a:rPr lang="ko-KR" altLang="en-US" dirty="0"/>
              <a:t>전용 코드 작성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</a:t>
            </a:r>
            <a:r>
              <a:rPr lang="ko-KR" altLang="en-US" dirty="0"/>
              <a:t>코드 생성 및 실행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920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10505</TotalTime>
  <Words>240</Words>
  <Application>Microsoft Office PowerPoint</Application>
  <PresentationFormat>와이드스크린</PresentationFormat>
  <Paragraphs>53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BNN on RISC-V</vt:lpstr>
      <vt:lpstr>목표 및 진행사항</vt:lpstr>
      <vt:lpstr>Brevitas로 XNOR-Net 구현</vt:lpstr>
      <vt:lpstr>ResNet-18 기반 FP 학습</vt:lpstr>
      <vt:lpstr>ResNet-18 기반 FP 학습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1321</cp:revision>
  <dcterms:created xsi:type="dcterms:W3CDTF">2023-03-06T16:32:37Z</dcterms:created>
  <dcterms:modified xsi:type="dcterms:W3CDTF">2025-09-01T12:38:33Z</dcterms:modified>
</cp:coreProperties>
</file>