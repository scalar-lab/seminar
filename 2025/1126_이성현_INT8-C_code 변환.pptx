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648" r:id="rId1"/>
  </p:sldMasterIdLst>
  <p:notesMasterIdLst>
    <p:notesMasterId r:id="rId8"/>
  </p:notesMasterIdLst>
  <p:sldIdLst>
    <p:sldId id="256" r:id="rId2"/>
    <p:sldId id="263" r:id="rId3"/>
    <p:sldId id="264" r:id="rId4"/>
    <p:sldId id="265" r:id="rId5"/>
    <p:sldId id="266" r:id="rId6"/>
    <p:sldId id="267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002C62"/>
    <a:srgbClr val="0066CC"/>
    <a:srgbClr val="CC99FF"/>
    <a:srgbClr val="2156A4"/>
    <a:srgbClr val="336699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85080" autoAdjust="0"/>
  </p:normalViewPr>
  <p:slideViewPr>
    <p:cSldViewPr snapToGrid="0">
      <p:cViewPr>
        <p:scale>
          <a:sx n="75" d="100"/>
          <a:sy n="75" d="100"/>
        </p:scale>
        <p:origin x="513" y="2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8" y="55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성현 이" userId="2f0182ffdb5a30a3" providerId="LiveId" clId="{96CFCBFF-3B86-4DA3-8BC4-90A0DDDF2BC8}"/>
    <pc:docChg chg="undo custSel addSld delSld modSld sldOrd">
      <pc:chgData name="성현 이" userId="2f0182ffdb5a30a3" providerId="LiveId" clId="{96CFCBFF-3B86-4DA3-8BC4-90A0DDDF2BC8}" dt="2025-11-24T04:48:19.174" v="6139" actId="1076"/>
      <pc:docMkLst>
        <pc:docMk/>
      </pc:docMkLst>
      <pc:sldChg chg="delSp modSp mod">
        <pc:chgData name="성현 이" userId="2f0182ffdb5a30a3" providerId="LiveId" clId="{96CFCBFF-3B86-4DA3-8BC4-90A0DDDF2BC8}" dt="2025-11-17T03:40:21.405" v="3438" actId="20577"/>
        <pc:sldMkLst>
          <pc:docMk/>
          <pc:sldMk cId="1460686755" sldId="256"/>
        </pc:sldMkLst>
        <pc:spChg chg="mod">
          <ac:chgData name="성현 이" userId="2f0182ffdb5a30a3" providerId="LiveId" clId="{96CFCBFF-3B86-4DA3-8BC4-90A0DDDF2BC8}" dt="2025-11-17T03:40:21.405" v="3438" actId="20577"/>
          <ac:spMkLst>
            <pc:docMk/>
            <pc:sldMk cId="1460686755" sldId="256"/>
            <ac:spMk id="2" creationId="{AEB04FD9-6A59-4C4E-B0B6-829FC2BFF5E2}"/>
          </ac:spMkLst>
        </pc:spChg>
      </pc:sldChg>
      <pc:sldChg chg="addSp delSp modSp new del mod">
        <pc:chgData name="성현 이" userId="2f0182ffdb5a30a3" providerId="LiveId" clId="{96CFCBFF-3B86-4DA3-8BC4-90A0DDDF2BC8}" dt="2025-11-21T22:18:49.894" v="5730" actId="2696"/>
        <pc:sldMkLst>
          <pc:docMk/>
          <pc:sldMk cId="788329462" sldId="257"/>
        </pc:sldMkLst>
      </pc:sldChg>
      <pc:sldChg chg="addSp delSp modSp new add del mod">
        <pc:chgData name="성현 이" userId="2f0182ffdb5a30a3" providerId="LiveId" clId="{96CFCBFF-3B86-4DA3-8BC4-90A0DDDF2BC8}" dt="2025-11-17T00:54:35.519" v="3261" actId="2696"/>
        <pc:sldMkLst>
          <pc:docMk/>
          <pc:sldMk cId="858111666" sldId="258"/>
        </pc:sldMkLst>
      </pc:sldChg>
      <pc:sldChg chg="addSp delSp modSp new del mod">
        <pc:chgData name="성현 이" userId="2f0182ffdb5a30a3" providerId="LiveId" clId="{96CFCBFF-3B86-4DA3-8BC4-90A0DDDF2BC8}" dt="2025-11-21T22:18:50.513" v="5731" actId="2696"/>
        <pc:sldMkLst>
          <pc:docMk/>
          <pc:sldMk cId="3031848302" sldId="258"/>
        </pc:sldMkLst>
      </pc:sldChg>
      <pc:sldChg chg="addSp delSp modSp new del mod">
        <pc:chgData name="성현 이" userId="2f0182ffdb5a30a3" providerId="LiveId" clId="{96CFCBFF-3B86-4DA3-8BC4-90A0DDDF2BC8}" dt="2025-11-21T22:18:51.709" v="5732" actId="2696"/>
        <pc:sldMkLst>
          <pc:docMk/>
          <pc:sldMk cId="2915561721" sldId="259"/>
        </pc:sldMkLst>
      </pc:sldChg>
      <pc:sldChg chg="addSp delSp modSp new add del mod">
        <pc:chgData name="성현 이" userId="2f0182ffdb5a30a3" providerId="LiveId" clId="{96CFCBFF-3B86-4DA3-8BC4-90A0DDDF2BC8}" dt="2025-11-17T00:54:36.720" v="3262" actId="2696"/>
        <pc:sldMkLst>
          <pc:docMk/>
          <pc:sldMk cId="3720707449" sldId="259"/>
        </pc:sldMkLst>
      </pc:sldChg>
      <pc:sldChg chg="addSp delSp modSp new del mod">
        <pc:chgData name="성현 이" userId="2f0182ffdb5a30a3" providerId="LiveId" clId="{96CFCBFF-3B86-4DA3-8BC4-90A0DDDF2BC8}" dt="2025-11-19T21:19:03.160" v="4391" actId="2696"/>
        <pc:sldMkLst>
          <pc:docMk/>
          <pc:sldMk cId="1347318907" sldId="260"/>
        </pc:sldMkLst>
      </pc:sldChg>
      <pc:sldChg chg="addSp delSp modSp new add del mod">
        <pc:chgData name="성현 이" userId="2f0182ffdb5a30a3" providerId="LiveId" clId="{96CFCBFF-3B86-4DA3-8BC4-90A0DDDF2BC8}" dt="2025-11-17T00:54:37.148" v="3263" actId="2696"/>
        <pc:sldMkLst>
          <pc:docMk/>
          <pc:sldMk cId="3205145228" sldId="260"/>
        </pc:sldMkLst>
      </pc:sldChg>
      <pc:sldChg chg="addSp delSp modSp new del mod">
        <pc:chgData name="성현 이" userId="2f0182ffdb5a30a3" providerId="LiveId" clId="{96CFCBFF-3B86-4DA3-8BC4-90A0DDDF2BC8}" dt="2025-11-21T21:58:45.918" v="5199" actId="2696"/>
        <pc:sldMkLst>
          <pc:docMk/>
          <pc:sldMk cId="2164722270" sldId="261"/>
        </pc:sldMkLst>
      </pc:sldChg>
      <pc:sldChg chg="addSp delSp modSp new add del mod">
        <pc:chgData name="성현 이" userId="2f0182ffdb5a30a3" providerId="LiveId" clId="{96CFCBFF-3B86-4DA3-8BC4-90A0DDDF2BC8}" dt="2025-11-17T00:54:37.656" v="3264" actId="2696"/>
        <pc:sldMkLst>
          <pc:docMk/>
          <pc:sldMk cId="3842355727" sldId="261"/>
        </pc:sldMkLst>
      </pc:sldChg>
      <pc:sldChg chg="addSp delSp modSp new del mod">
        <pc:chgData name="성현 이" userId="2f0182ffdb5a30a3" providerId="LiveId" clId="{96CFCBFF-3B86-4DA3-8BC4-90A0DDDF2BC8}" dt="2025-11-21T22:18:52.427" v="5733" actId="2696"/>
        <pc:sldMkLst>
          <pc:docMk/>
          <pc:sldMk cId="1159501507" sldId="262"/>
        </pc:sldMkLst>
      </pc:sldChg>
      <pc:sldChg chg="delSp modSp new del mod">
        <pc:chgData name="성현 이" userId="2f0182ffdb5a30a3" providerId="LiveId" clId="{96CFCBFF-3B86-4DA3-8BC4-90A0DDDF2BC8}" dt="2025-11-19T22:31:00.279" v="4557" actId="2696"/>
        <pc:sldMkLst>
          <pc:docMk/>
          <pc:sldMk cId="1875199678" sldId="263"/>
        </pc:sldMkLst>
      </pc:sldChg>
      <pc:sldChg chg="addSp delSp modSp new mod">
        <pc:chgData name="성현 이" userId="2f0182ffdb5a30a3" providerId="LiveId" clId="{96CFCBFF-3B86-4DA3-8BC4-90A0DDDF2BC8}" dt="2025-11-21T22:45:05.021" v="6023" actId="20577"/>
        <pc:sldMkLst>
          <pc:docMk/>
          <pc:sldMk cId="2934318303" sldId="263"/>
        </pc:sldMkLst>
        <pc:spChg chg="mod">
          <ac:chgData name="성현 이" userId="2f0182ffdb5a30a3" providerId="LiveId" clId="{96CFCBFF-3B86-4DA3-8BC4-90A0DDDF2BC8}" dt="2025-11-21T21:55:56.097" v="5156" actId="5793"/>
          <ac:spMkLst>
            <pc:docMk/>
            <pc:sldMk cId="2934318303" sldId="263"/>
            <ac:spMk id="2" creationId="{9AAEDD79-5A14-E638-6B6B-9CE97896B8A0}"/>
          </ac:spMkLst>
        </pc:spChg>
        <pc:spChg chg="add mod">
          <ac:chgData name="성현 이" userId="2f0182ffdb5a30a3" providerId="LiveId" clId="{96CFCBFF-3B86-4DA3-8BC4-90A0DDDF2BC8}" dt="2025-11-21T21:56:08.548" v="5157" actId="1076"/>
          <ac:spMkLst>
            <pc:docMk/>
            <pc:sldMk cId="2934318303" sldId="263"/>
            <ac:spMk id="5" creationId="{960CB910-D7ED-108F-3C01-B562DE6BDEA7}"/>
          </ac:spMkLst>
        </pc:spChg>
        <pc:spChg chg="add mod">
          <ac:chgData name="성현 이" userId="2f0182ffdb5a30a3" providerId="LiveId" clId="{96CFCBFF-3B86-4DA3-8BC4-90A0DDDF2BC8}" dt="2025-11-21T21:52:35.871" v="5022" actId="1076"/>
          <ac:spMkLst>
            <pc:docMk/>
            <pc:sldMk cId="2934318303" sldId="263"/>
            <ac:spMk id="8" creationId="{0C195FB6-11D8-5A4D-466C-5380EA21D904}"/>
          </ac:spMkLst>
        </pc:spChg>
        <pc:spChg chg="add mod">
          <ac:chgData name="성현 이" userId="2f0182ffdb5a30a3" providerId="LiveId" clId="{96CFCBFF-3B86-4DA3-8BC4-90A0DDDF2BC8}" dt="2025-11-21T21:56:08.548" v="5157" actId="1076"/>
          <ac:spMkLst>
            <pc:docMk/>
            <pc:sldMk cId="2934318303" sldId="263"/>
            <ac:spMk id="11" creationId="{60D858E2-AFC3-CB24-AF75-3BAA683D5D21}"/>
          </ac:spMkLst>
        </pc:spChg>
        <pc:spChg chg="add mod">
          <ac:chgData name="성현 이" userId="2f0182ffdb5a30a3" providerId="LiveId" clId="{96CFCBFF-3B86-4DA3-8BC4-90A0DDDF2BC8}" dt="2025-11-21T21:56:08.548" v="5157" actId="1076"/>
          <ac:spMkLst>
            <pc:docMk/>
            <pc:sldMk cId="2934318303" sldId="263"/>
            <ac:spMk id="13" creationId="{DE1D3A01-402F-685A-B897-009512CEEFD1}"/>
          </ac:spMkLst>
        </pc:spChg>
        <pc:spChg chg="add mod">
          <ac:chgData name="성현 이" userId="2f0182ffdb5a30a3" providerId="LiveId" clId="{96CFCBFF-3B86-4DA3-8BC4-90A0DDDF2BC8}" dt="2025-11-21T21:56:08.548" v="5157" actId="1076"/>
          <ac:spMkLst>
            <pc:docMk/>
            <pc:sldMk cId="2934318303" sldId="263"/>
            <ac:spMk id="15" creationId="{3F5E91A3-6E84-98D4-0009-990A3ED94E28}"/>
          </ac:spMkLst>
        </pc:spChg>
        <pc:spChg chg="add mod">
          <ac:chgData name="성현 이" userId="2f0182ffdb5a30a3" providerId="LiveId" clId="{96CFCBFF-3B86-4DA3-8BC4-90A0DDDF2BC8}" dt="2025-11-21T21:56:08.548" v="5157" actId="1076"/>
          <ac:spMkLst>
            <pc:docMk/>
            <pc:sldMk cId="2934318303" sldId="263"/>
            <ac:spMk id="18" creationId="{5B135F76-8EAD-4B7B-BFA0-76D664A04A65}"/>
          </ac:spMkLst>
        </pc:spChg>
        <pc:spChg chg="add mod">
          <ac:chgData name="성현 이" userId="2f0182ffdb5a30a3" providerId="LiveId" clId="{96CFCBFF-3B86-4DA3-8BC4-90A0DDDF2BC8}" dt="2025-11-21T21:56:08.548" v="5157" actId="1076"/>
          <ac:spMkLst>
            <pc:docMk/>
            <pc:sldMk cId="2934318303" sldId="263"/>
            <ac:spMk id="19" creationId="{791924C3-3027-D106-7293-C646D60702D6}"/>
          </ac:spMkLst>
        </pc:spChg>
        <pc:spChg chg="add mod">
          <ac:chgData name="성현 이" userId="2f0182ffdb5a30a3" providerId="LiveId" clId="{96CFCBFF-3B86-4DA3-8BC4-90A0DDDF2BC8}" dt="2025-11-21T21:56:08.548" v="5157" actId="1076"/>
          <ac:spMkLst>
            <pc:docMk/>
            <pc:sldMk cId="2934318303" sldId="263"/>
            <ac:spMk id="20" creationId="{D775E1A2-74C6-93C7-3AF7-6FB127E64B9E}"/>
          </ac:spMkLst>
        </pc:spChg>
        <pc:spChg chg="add mod">
          <ac:chgData name="성현 이" userId="2f0182ffdb5a30a3" providerId="LiveId" clId="{96CFCBFF-3B86-4DA3-8BC4-90A0DDDF2BC8}" dt="2025-11-21T21:56:08.548" v="5157" actId="1076"/>
          <ac:spMkLst>
            <pc:docMk/>
            <pc:sldMk cId="2934318303" sldId="263"/>
            <ac:spMk id="21" creationId="{25E923E6-B90D-3051-E92E-524F393FBB13}"/>
          </ac:spMkLst>
        </pc:spChg>
        <pc:spChg chg="add mod">
          <ac:chgData name="성현 이" userId="2f0182ffdb5a30a3" providerId="LiveId" clId="{96CFCBFF-3B86-4DA3-8BC4-90A0DDDF2BC8}" dt="2025-11-21T22:45:05.021" v="6023" actId="20577"/>
          <ac:spMkLst>
            <pc:docMk/>
            <pc:sldMk cId="2934318303" sldId="263"/>
            <ac:spMk id="23" creationId="{22ACDAA3-BFC8-A2D9-4153-900DE4641ECD}"/>
          </ac:spMkLst>
        </pc:spChg>
        <pc:spChg chg="add mod">
          <ac:chgData name="성현 이" userId="2f0182ffdb5a30a3" providerId="LiveId" clId="{96CFCBFF-3B86-4DA3-8BC4-90A0DDDF2BC8}" dt="2025-11-21T22:11:00.830" v="5450" actId="20577"/>
          <ac:spMkLst>
            <pc:docMk/>
            <pc:sldMk cId="2934318303" sldId="263"/>
            <ac:spMk id="25" creationId="{2D866AA1-E406-0EFE-7114-5665AC3442F0}"/>
          </ac:spMkLst>
        </pc:spChg>
        <pc:spChg chg="add mod">
          <ac:chgData name="성현 이" userId="2f0182ffdb5a30a3" providerId="LiveId" clId="{96CFCBFF-3B86-4DA3-8BC4-90A0DDDF2BC8}" dt="2025-11-21T22:10:30.526" v="5425" actId="1076"/>
          <ac:spMkLst>
            <pc:docMk/>
            <pc:sldMk cId="2934318303" sldId="263"/>
            <ac:spMk id="26" creationId="{5344FABE-B592-D8F7-3EE9-B8CCC8C8E26B}"/>
          </ac:spMkLst>
        </pc:spChg>
        <pc:spChg chg="add mod">
          <ac:chgData name="성현 이" userId="2f0182ffdb5a30a3" providerId="LiveId" clId="{96CFCBFF-3B86-4DA3-8BC4-90A0DDDF2BC8}" dt="2025-11-21T22:11:13.108" v="5470" actId="207"/>
          <ac:spMkLst>
            <pc:docMk/>
            <pc:sldMk cId="2934318303" sldId="263"/>
            <ac:spMk id="28" creationId="{327FA683-1131-2C6B-856D-E26ECB7EDFF6}"/>
          </ac:spMkLst>
        </pc:spChg>
      </pc:sldChg>
      <pc:sldChg chg="addSp delSp modSp new mod">
        <pc:chgData name="성현 이" userId="2f0182ffdb5a30a3" providerId="LiveId" clId="{96CFCBFF-3B86-4DA3-8BC4-90A0DDDF2BC8}" dt="2025-11-24T04:48:19.174" v="6139" actId="1076"/>
        <pc:sldMkLst>
          <pc:docMk/>
          <pc:sldMk cId="3349527083" sldId="264"/>
        </pc:sldMkLst>
        <pc:spChg chg="mod">
          <ac:chgData name="성현 이" userId="2f0182ffdb5a30a3" providerId="LiveId" clId="{96CFCBFF-3B86-4DA3-8BC4-90A0DDDF2BC8}" dt="2025-11-21T21:59:00.425" v="5208" actId="20577"/>
          <ac:spMkLst>
            <pc:docMk/>
            <pc:sldMk cId="3349527083" sldId="264"/>
            <ac:spMk id="2" creationId="{3C377C3D-A5C3-58CF-4F09-0C18BC61343C}"/>
          </ac:spMkLst>
        </pc:spChg>
        <pc:spChg chg="add mod">
          <ac:chgData name="성현 이" userId="2f0182ffdb5a30a3" providerId="LiveId" clId="{96CFCBFF-3B86-4DA3-8BC4-90A0DDDF2BC8}" dt="2025-11-21T22:07:41.322" v="5400" actId="20577"/>
          <ac:spMkLst>
            <pc:docMk/>
            <pc:sldMk cId="3349527083" sldId="264"/>
            <ac:spMk id="6" creationId="{C04BB5AE-347C-F3F2-E732-10B740EEFE38}"/>
          </ac:spMkLst>
        </pc:spChg>
        <pc:spChg chg="add mod">
          <ac:chgData name="성현 이" userId="2f0182ffdb5a30a3" providerId="LiveId" clId="{96CFCBFF-3B86-4DA3-8BC4-90A0DDDF2BC8}" dt="2025-11-21T22:08:47.820" v="5401" actId="1076"/>
          <ac:spMkLst>
            <pc:docMk/>
            <pc:sldMk cId="3349527083" sldId="264"/>
            <ac:spMk id="13" creationId="{87E883E5-89FD-AD68-BFF6-09F89DF48996}"/>
          </ac:spMkLst>
        </pc:spChg>
        <pc:spChg chg="add mod">
          <ac:chgData name="성현 이" userId="2f0182ffdb5a30a3" providerId="LiveId" clId="{96CFCBFF-3B86-4DA3-8BC4-90A0DDDF2BC8}" dt="2025-11-21T22:02:02.169" v="5281" actId="207"/>
          <ac:spMkLst>
            <pc:docMk/>
            <pc:sldMk cId="3349527083" sldId="264"/>
            <ac:spMk id="14" creationId="{EE627715-26F2-3581-D6AE-5DD2F334D73E}"/>
          </ac:spMkLst>
        </pc:spChg>
        <pc:spChg chg="add mod">
          <ac:chgData name="성현 이" userId="2f0182ffdb5a30a3" providerId="LiveId" clId="{96CFCBFF-3B86-4DA3-8BC4-90A0DDDF2BC8}" dt="2025-11-21T22:02:07.706" v="5284" actId="207"/>
          <ac:spMkLst>
            <pc:docMk/>
            <pc:sldMk cId="3349527083" sldId="264"/>
            <ac:spMk id="15" creationId="{47708330-30B5-A7AD-DFAD-79D9CE3B7764}"/>
          </ac:spMkLst>
        </pc:spChg>
        <pc:spChg chg="add mod">
          <ac:chgData name="성현 이" userId="2f0182ffdb5a30a3" providerId="LiveId" clId="{96CFCBFF-3B86-4DA3-8BC4-90A0DDDF2BC8}" dt="2025-11-24T04:48:19.174" v="6139" actId="1076"/>
          <ac:spMkLst>
            <pc:docMk/>
            <pc:sldMk cId="3349527083" sldId="264"/>
            <ac:spMk id="27" creationId="{86D788C2-8A6D-7C29-7C66-6200917F0FA6}"/>
          </ac:spMkLst>
        </pc:spChg>
        <pc:spChg chg="add mod">
          <ac:chgData name="성현 이" userId="2f0182ffdb5a30a3" providerId="LiveId" clId="{96CFCBFF-3B86-4DA3-8BC4-90A0DDDF2BC8}" dt="2025-11-21T22:05:49.383" v="5330" actId="20577"/>
          <ac:spMkLst>
            <pc:docMk/>
            <pc:sldMk cId="3349527083" sldId="264"/>
            <ac:spMk id="31" creationId="{7CDE19F8-0DF6-A488-ADF7-F642AED64EDD}"/>
          </ac:spMkLst>
        </pc:spChg>
        <pc:spChg chg="add mod">
          <ac:chgData name="성현 이" userId="2f0182ffdb5a30a3" providerId="LiveId" clId="{96CFCBFF-3B86-4DA3-8BC4-90A0DDDF2BC8}" dt="2025-11-21T22:08:54.442" v="5403" actId="1076"/>
          <ac:spMkLst>
            <pc:docMk/>
            <pc:sldMk cId="3349527083" sldId="264"/>
            <ac:spMk id="32" creationId="{3A6D936D-9BD7-5DD3-296A-F79DBBB8DB35}"/>
          </ac:spMkLst>
        </pc:spChg>
        <pc:picChg chg="add mod">
          <ac:chgData name="성현 이" userId="2f0182ffdb5a30a3" providerId="LiveId" clId="{96CFCBFF-3B86-4DA3-8BC4-90A0DDDF2BC8}" dt="2025-11-21T22:03:06.235" v="5285" actId="1076"/>
          <ac:picMkLst>
            <pc:docMk/>
            <pc:sldMk cId="3349527083" sldId="264"/>
            <ac:picMk id="5" creationId="{0BD6BBC2-79C7-4F54-4F2F-36B89323478C}"/>
          </ac:picMkLst>
        </pc:picChg>
        <pc:picChg chg="add mod modCrop">
          <ac:chgData name="성현 이" userId="2f0182ffdb5a30a3" providerId="LiveId" clId="{96CFCBFF-3B86-4DA3-8BC4-90A0DDDF2BC8}" dt="2025-11-24T04:48:07.774" v="6137" actId="1076"/>
          <ac:picMkLst>
            <pc:docMk/>
            <pc:sldMk cId="3349527083" sldId="264"/>
            <ac:picMk id="17" creationId="{4742B66D-5C84-FF8F-C2E5-4835CD13CA10}"/>
          </ac:picMkLst>
        </pc:picChg>
        <pc:cxnChg chg="add mod">
          <ac:chgData name="성현 이" userId="2f0182ffdb5a30a3" providerId="LiveId" clId="{96CFCBFF-3B86-4DA3-8BC4-90A0DDDF2BC8}" dt="2025-11-21T22:00:52.352" v="5269" actId="1582"/>
          <ac:cxnSpMkLst>
            <pc:docMk/>
            <pc:sldMk cId="3349527083" sldId="264"/>
            <ac:cxnSpMk id="10" creationId="{0CB7C215-4B0E-8D52-3396-585EA83A7612}"/>
          </ac:cxnSpMkLst>
        </pc:cxnChg>
        <pc:cxnChg chg="add mod">
          <ac:chgData name="성현 이" userId="2f0182ffdb5a30a3" providerId="LiveId" clId="{96CFCBFF-3B86-4DA3-8BC4-90A0DDDF2BC8}" dt="2025-11-21T22:00:47.961" v="5268" actId="1582"/>
          <ac:cxnSpMkLst>
            <pc:docMk/>
            <pc:sldMk cId="3349527083" sldId="264"/>
            <ac:cxnSpMk id="12" creationId="{EE14A18C-F3F9-2273-64BC-58383EEA8765}"/>
          </ac:cxnSpMkLst>
        </pc:cxnChg>
        <pc:cxnChg chg="add mod">
          <ac:chgData name="성현 이" userId="2f0182ffdb5a30a3" providerId="LiveId" clId="{96CFCBFF-3B86-4DA3-8BC4-90A0DDDF2BC8}" dt="2025-11-24T04:48:13.248" v="6138" actId="14100"/>
          <ac:cxnSpMkLst>
            <pc:docMk/>
            <pc:sldMk cId="3349527083" sldId="264"/>
            <ac:cxnSpMk id="21" creationId="{61D38AAC-92AC-A2A6-B2EF-7FC3121A64E5}"/>
          </ac:cxnSpMkLst>
        </pc:cxnChg>
        <pc:cxnChg chg="add mod">
          <ac:chgData name="성현 이" userId="2f0182ffdb5a30a3" providerId="LiveId" clId="{96CFCBFF-3B86-4DA3-8BC4-90A0DDDF2BC8}" dt="2025-11-21T22:04:48.316" v="5313" actId="14100"/>
          <ac:cxnSpMkLst>
            <pc:docMk/>
            <pc:sldMk cId="3349527083" sldId="264"/>
            <ac:cxnSpMk id="22" creationId="{7F3635E7-39E5-47FC-954F-ABE40D65EAC9}"/>
          </ac:cxnSpMkLst>
        </pc:cxnChg>
        <pc:cxnChg chg="add mod">
          <ac:chgData name="성현 이" userId="2f0182ffdb5a30a3" providerId="LiveId" clId="{96CFCBFF-3B86-4DA3-8BC4-90A0DDDF2BC8}" dt="2025-11-21T22:05:35.521" v="5325" actId="1076"/>
          <ac:cxnSpMkLst>
            <pc:docMk/>
            <pc:sldMk cId="3349527083" sldId="264"/>
            <ac:cxnSpMk id="29" creationId="{E7D57D64-3788-EBA8-2BD8-F2056CFAD8B3}"/>
          </ac:cxnSpMkLst>
        </pc:cxnChg>
      </pc:sldChg>
      <pc:sldChg chg="addSp delSp modSp new mod">
        <pc:chgData name="성현 이" userId="2f0182ffdb5a30a3" providerId="LiveId" clId="{96CFCBFF-3B86-4DA3-8BC4-90A0DDDF2BC8}" dt="2025-11-21T22:20:50.787" v="5889" actId="20577"/>
        <pc:sldMkLst>
          <pc:docMk/>
          <pc:sldMk cId="263197772" sldId="265"/>
        </pc:sldMkLst>
        <pc:spChg chg="mod">
          <ac:chgData name="성현 이" userId="2f0182ffdb5a30a3" providerId="LiveId" clId="{96CFCBFF-3B86-4DA3-8BC4-90A0DDDF2BC8}" dt="2025-11-21T22:12:35.851" v="5483" actId="20577"/>
          <ac:spMkLst>
            <pc:docMk/>
            <pc:sldMk cId="263197772" sldId="265"/>
            <ac:spMk id="2" creationId="{3B6A0911-B7A1-05FF-41B6-9A31F78F8990}"/>
          </ac:spMkLst>
        </pc:spChg>
        <pc:spChg chg="add mod">
          <ac:chgData name="성현 이" userId="2f0182ffdb5a30a3" providerId="LiveId" clId="{96CFCBFF-3B86-4DA3-8BC4-90A0DDDF2BC8}" dt="2025-11-21T22:16:40.511" v="5673" actId="1076"/>
          <ac:spMkLst>
            <pc:docMk/>
            <pc:sldMk cId="263197772" sldId="265"/>
            <ac:spMk id="5" creationId="{6B8E2D03-65E5-CBDC-E4C9-4A0E1AB0655E}"/>
          </ac:spMkLst>
        </pc:spChg>
        <pc:spChg chg="add mod">
          <ac:chgData name="성현 이" userId="2f0182ffdb5a30a3" providerId="LiveId" clId="{96CFCBFF-3B86-4DA3-8BC4-90A0DDDF2BC8}" dt="2025-11-21T22:13:26.975" v="5529" actId="1076"/>
          <ac:spMkLst>
            <pc:docMk/>
            <pc:sldMk cId="263197772" sldId="265"/>
            <ac:spMk id="10" creationId="{75E63D3D-3119-F62D-05C8-397088D71840}"/>
          </ac:spMkLst>
        </pc:spChg>
        <pc:spChg chg="add mod">
          <ac:chgData name="성현 이" userId="2f0182ffdb5a30a3" providerId="LiveId" clId="{96CFCBFF-3B86-4DA3-8BC4-90A0DDDF2BC8}" dt="2025-11-21T22:17:08.119" v="5684" actId="20577"/>
          <ac:spMkLst>
            <pc:docMk/>
            <pc:sldMk cId="263197772" sldId="265"/>
            <ac:spMk id="12" creationId="{7E79F5F4-1070-88EE-7712-9E8F1749E4D7}"/>
          </ac:spMkLst>
        </pc:spChg>
        <pc:spChg chg="add mod">
          <ac:chgData name="성현 이" userId="2f0182ffdb5a30a3" providerId="LiveId" clId="{96CFCBFF-3B86-4DA3-8BC4-90A0DDDF2BC8}" dt="2025-11-21T22:16:49.711" v="5676" actId="1076"/>
          <ac:spMkLst>
            <pc:docMk/>
            <pc:sldMk cId="263197772" sldId="265"/>
            <ac:spMk id="13" creationId="{F6E20D38-46C5-2954-ABBB-2866993601A3}"/>
          </ac:spMkLst>
        </pc:spChg>
        <pc:spChg chg="add mod">
          <ac:chgData name="성현 이" userId="2f0182ffdb5a30a3" providerId="LiveId" clId="{96CFCBFF-3B86-4DA3-8BC4-90A0DDDF2BC8}" dt="2025-11-21T22:16:59.551" v="5680" actId="20577"/>
          <ac:spMkLst>
            <pc:docMk/>
            <pc:sldMk cId="263197772" sldId="265"/>
            <ac:spMk id="19" creationId="{934750F7-7656-1B8E-2882-65052B7181A9}"/>
          </ac:spMkLst>
        </pc:spChg>
        <pc:spChg chg="add mod">
          <ac:chgData name="성현 이" userId="2f0182ffdb5a30a3" providerId="LiveId" clId="{96CFCBFF-3B86-4DA3-8BC4-90A0DDDF2BC8}" dt="2025-11-21T22:16:58.470" v="5679" actId="20577"/>
          <ac:spMkLst>
            <pc:docMk/>
            <pc:sldMk cId="263197772" sldId="265"/>
            <ac:spMk id="21" creationId="{BAF6F9FC-3BA2-9ED9-6B68-9D63AB491DB4}"/>
          </ac:spMkLst>
        </pc:spChg>
        <pc:spChg chg="add mod">
          <ac:chgData name="성현 이" userId="2f0182ffdb5a30a3" providerId="LiveId" clId="{96CFCBFF-3B86-4DA3-8BC4-90A0DDDF2BC8}" dt="2025-11-21T22:16:19.523" v="5665" actId="20577"/>
          <ac:spMkLst>
            <pc:docMk/>
            <pc:sldMk cId="263197772" sldId="265"/>
            <ac:spMk id="22" creationId="{45F5DAF4-83AF-17F7-3428-BD0E88D889CE}"/>
          </ac:spMkLst>
        </pc:spChg>
        <pc:spChg chg="add mod">
          <ac:chgData name="성현 이" userId="2f0182ffdb5a30a3" providerId="LiveId" clId="{96CFCBFF-3B86-4DA3-8BC4-90A0DDDF2BC8}" dt="2025-11-21T22:20:50.787" v="5889" actId="20577"/>
          <ac:spMkLst>
            <pc:docMk/>
            <pc:sldMk cId="263197772" sldId="265"/>
            <ac:spMk id="23" creationId="{710DE9B8-C7E6-9AA6-CA17-45AF93CBBE0A}"/>
          </ac:spMkLst>
        </pc:spChg>
        <pc:spChg chg="add mod">
          <ac:chgData name="성현 이" userId="2f0182ffdb5a30a3" providerId="LiveId" clId="{96CFCBFF-3B86-4DA3-8BC4-90A0DDDF2BC8}" dt="2025-11-21T22:20:48.058" v="5887" actId="14100"/>
          <ac:spMkLst>
            <pc:docMk/>
            <pc:sldMk cId="263197772" sldId="265"/>
            <ac:spMk id="31" creationId="{DB41FD5A-2A05-B488-5C0E-FDF23E831A2E}"/>
          </ac:spMkLst>
        </pc:spChg>
        <pc:picChg chg="add mod">
          <ac:chgData name="성현 이" userId="2f0182ffdb5a30a3" providerId="LiveId" clId="{96CFCBFF-3B86-4DA3-8BC4-90A0DDDF2BC8}" dt="2025-11-21T22:14:43.338" v="5582" actId="1076"/>
          <ac:picMkLst>
            <pc:docMk/>
            <pc:sldMk cId="263197772" sldId="265"/>
            <ac:picMk id="17" creationId="{EFA653BE-D8A8-3D96-217E-2621D43292DA}"/>
          </ac:picMkLst>
        </pc:picChg>
        <pc:cxnChg chg="add mod">
          <ac:chgData name="성현 이" userId="2f0182ffdb5a30a3" providerId="LiveId" clId="{96CFCBFF-3B86-4DA3-8BC4-90A0DDDF2BC8}" dt="2025-11-21T22:16:42.644" v="5674" actId="1076"/>
          <ac:cxnSpMkLst>
            <pc:docMk/>
            <pc:sldMk cId="263197772" sldId="265"/>
            <ac:cxnSpMk id="7" creationId="{9E106D1C-FED8-2899-A55B-9A42B8206A28}"/>
          </ac:cxnSpMkLst>
        </pc:cxnChg>
        <pc:cxnChg chg="add mod">
          <ac:chgData name="성현 이" userId="2f0182ffdb5a30a3" providerId="LiveId" clId="{96CFCBFF-3B86-4DA3-8BC4-90A0DDDF2BC8}" dt="2025-11-21T22:13:32.744" v="5531" actId="1076"/>
          <ac:cxnSpMkLst>
            <pc:docMk/>
            <pc:sldMk cId="263197772" sldId="265"/>
            <ac:cxnSpMk id="11" creationId="{E1CCA315-E98F-0581-A1A1-8BA056E43A0E}"/>
          </ac:cxnSpMkLst>
        </pc:cxnChg>
        <pc:cxnChg chg="add mod">
          <ac:chgData name="성현 이" userId="2f0182ffdb5a30a3" providerId="LiveId" clId="{96CFCBFF-3B86-4DA3-8BC4-90A0DDDF2BC8}" dt="2025-11-21T22:16:56.075" v="5677" actId="1076"/>
          <ac:cxnSpMkLst>
            <pc:docMk/>
            <pc:sldMk cId="263197772" sldId="265"/>
            <ac:cxnSpMk id="15" creationId="{F6E8E94B-A3C0-5DA5-7F6E-733F538DE3A9}"/>
          </ac:cxnSpMkLst>
        </pc:cxnChg>
        <pc:cxnChg chg="add mod">
          <ac:chgData name="성현 이" userId="2f0182ffdb5a30a3" providerId="LiveId" clId="{96CFCBFF-3B86-4DA3-8BC4-90A0DDDF2BC8}" dt="2025-11-21T22:16:57.621" v="5678" actId="1076"/>
          <ac:cxnSpMkLst>
            <pc:docMk/>
            <pc:sldMk cId="263197772" sldId="265"/>
            <ac:cxnSpMk id="18" creationId="{A93761AC-1927-D7EF-209F-48BB7CECF03A}"/>
          </ac:cxnSpMkLst>
        </pc:cxnChg>
        <pc:cxnChg chg="add mod">
          <ac:chgData name="성현 이" userId="2f0182ffdb5a30a3" providerId="LiveId" clId="{96CFCBFF-3B86-4DA3-8BC4-90A0DDDF2BC8}" dt="2025-11-21T22:17:49.480" v="5700" actId="14100"/>
          <ac:cxnSpMkLst>
            <pc:docMk/>
            <pc:sldMk cId="263197772" sldId="265"/>
            <ac:cxnSpMk id="25" creationId="{1FC4F0E9-5FFE-CDAA-448E-C13C17000B70}"/>
          </ac:cxnSpMkLst>
        </pc:cxnChg>
        <pc:cxnChg chg="add mod">
          <ac:chgData name="성현 이" userId="2f0182ffdb5a30a3" providerId="LiveId" clId="{96CFCBFF-3B86-4DA3-8BC4-90A0DDDF2BC8}" dt="2025-11-21T22:17:47.058" v="5699" actId="1076"/>
          <ac:cxnSpMkLst>
            <pc:docMk/>
            <pc:sldMk cId="263197772" sldId="265"/>
            <ac:cxnSpMk id="26" creationId="{766BA89B-4B38-2FD4-8124-2A87DFDEFE30}"/>
          </ac:cxnSpMkLst>
        </pc:cxnChg>
      </pc:sldChg>
      <pc:sldChg chg="addSp delSp modSp new mod">
        <pc:chgData name="성현 이" userId="2f0182ffdb5a30a3" providerId="LiveId" clId="{96CFCBFF-3B86-4DA3-8BC4-90A0DDDF2BC8}" dt="2025-11-21T22:44:21.876" v="6005" actId="1076"/>
        <pc:sldMkLst>
          <pc:docMk/>
          <pc:sldMk cId="3138632113" sldId="266"/>
        </pc:sldMkLst>
        <pc:spChg chg="mod">
          <ac:chgData name="성현 이" userId="2f0182ffdb5a30a3" providerId="LiveId" clId="{96CFCBFF-3B86-4DA3-8BC4-90A0DDDF2BC8}" dt="2025-11-21T22:19:30.802" v="5792" actId="20577"/>
          <ac:spMkLst>
            <pc:docMk/>
            <pc:sldMk cId="3138632113" sldId="266"/>
            <ac:spMk id="2" creationId="{A19436FC-6672-1B25-A6A1-46902E9470D4}"/>
          </ac:spMkLst>
        </pc:spChg>
        <pc:spChg chg="add mod">
          <ac:chgData name="성현 이" userId="2f0182ffdb5a30a3" providerId="LiveId" clId="{96CFCBFF-3B86-4DA3-8BC4-90A0DDDF2BC8}" dt="2025-11-21T22:20:18.922" v="5863" actId="20577"/>
          <ac:spMkLst>
            <pc:docMk/>
            <pc:sldMk cId="3138632113" sldId="266"/>
            <ac:spMk id="6" creationId="{224381D9-8462-D0BF-C59C-D8EDA0B92890}"/>
          </ac:spMkLst>
        </pc:spChg>
        <pc:spChg chg="add mod">
          <ac:chgData name="성현 이" userId="2f0182ffdb5a30a3" providerId="LiveId" clId="{96CFCBFF-3B86-4DA3-8BC4-90A0DDDF2BC8}" dt="2025-11-21T22:39:39.796" v="5925" actId="207"/>
          <ac:spMkLst>
            <pc:docMk/>
            <pc:sldMk cId="3138632113" sldId="266"/>
            <ac:spMk id="17" creationId="{8CBFCAF3-3E4D-EA94-CA30-04A041C9BBF5}"/>
          </ac:spMkLst>
        </pc:spChg>
        <pc:spChg chg="add mod">
          <ac:chgData name="성현 이" userId="2f0182ffdb5a30a3" providerId="LiveId" clId="{96CFCBFF-3B86-4DA3-8BC4-90A0DDDF2BC8}" dt="2025-11-21T22:42:08.931" v="5965" actId="1076"/>
          <ac:spMkLst>
            <pc:docMk/>
            <pc:sldMk cId="3138632113" sldId="266"/>
            <ac:spMk id="19" creationId="{948E1374-21DE-8DD2-3C77-0ACCD3D0BD25}"/>
          </ac:spMkLst>
        </pc:spChg>
        <pc:spChg chg="add mod">
          <ac:chgData name="성현 이" userId="2f0182ffdb5a30a3" providerId="LiveId" clId="{96CFCBFF-3B86-4DA3-8BC4-90A0DDDF2BC8}" dt="2025-11-21T22:42:13.013" v="5966" actId="1076"/>
          <ac:spMkLst>
            <pc:docMk/>
            <pc:sldMk cId="3138632113" sldId="266"/>
            <ac:spMk id="30" creationId="{F7F1ECCE-45DC-83DC-0CCB-D7483D415D2E}"/>
          </ac:spMkLst>
        </pc:spChg>
        <pc:spChg chg="add mod">
          <ac:chgData name="성현 이" userId="2f0182ffdb5a30a3" providerId="LiveId" clId="{96CFCBFF-3B86-4DA3-8BC4-90A0DDDF2BC8}" dt="2025-11-21T22:41:23.982" v="5952" actId="20577"/>
          <ac:spMkLst>
            <pc:docMk/>
            <pc:sldMk cId="3138632113" sldId="266"/>
            <ac:spMk id="31" creationId="{85C2B7C4-A993-C38E-4CE5-51C5BDD9BB23}"/>
          </ac:spMkLst>
        </pc:spChg>
        <pc:spChg chg="add mod">
          <ac:chgData name="성현 이" userId="2f0182ffdb5a30a3" providerId="LiveId" clId="{96CFCBFF-3B86-4DA3-8BC4-90A0DDDF2BC8}" dt="2025-11-21T22:42:14.793" v="5967" actId="1076"/>
          <ac:spMkLst>
            <pc:docMk/>
            <pc:sldMk cId="3138632113" sldId="266"/>
            <ac:spMk id="34" creationId="{2D0B50A6-E38A-B2E8-3875-D1FC8B7F9E71}"/>
          </ac:spMkLst>
        </pc:spChg>
        <pc:spChg chg="add mod">
          <ac:chgData name="성현 이" userId="2f0182ffdb5a30a3" providerId="LiveId" clId="{96CFCBFF-3B86-4DA3-8BC4-90A0DDDF2BC8}" dt="2025-11-21T22:42:41.567" v="5973" actId="20577"/>
          <ac:spMkLst>
            <pc:docMk/>
            <pc:sldMk cId="3138632113" sldId="266"/>
            <ac:spMk id="36" creationId="{C11EDBF8-45E5-45AD-C894-FD0E3BCC0D6C}"/>
          </ac:spMkLst>
        </pc:spChg>
        <pc:spChg chg="add mod">
          <ac:chgData name="성현 이" userId="2f0182ffdb5a30a3" providerId="LiveId" clId="{96CFCBFF-3B86-4DA3-8BC4-90A0DDDF2BC8}" dt="2025-11-21T22:43:00.559" v="5980" actId="20577"/>
          <ac:spMkLst>
            <pc:docMk/>
            <pc:sldMk cId="3138632113" sldId="266"/>
            <ac:spMk id="38" creationId="{AFB3E004-6FE3-BD45-E65C-2AEF9A344D78}"/>
          </ac:spMkLst>
        </pc:spChg>
        <pc:spChg chg="add mod">
          <ac:chgData name="성현 이" userId="2f0182ffdb5a30a3" providerId="LiveId" clId="{96CFCBFF-3B86-4DA3-8BC4-90A0DDDF2BC8}" dt="2025-11-21T22:43:20.936" v="5987" actId="20577"/>
          <ac:spMkLst>
            <pc:docMk/>
            <pc:sldMk cId="3138632113" sldId="266"/>
            <ac:spMk id="41" creationId="{F8A0C557-8E58-26B4-C9A9-B9D12B03582E}"/>
          </ac:spMkLst>
        </pc:spChg>
        <pc:spChg chg="add mod">
          <ac:chgData name="성현 이" userId="2f0182ffdb5a30a3" providerId="LiveId" clId="{96CFCBFF-3B86-4DA3-8BC4-90A0DDDF2BC8}" dt="2025-11-21T22:43:44.904" v="5997" actId="20577"/>
          <ac:spMkLst>
            <pc:docMk/>
            <pc:sldMk cId="3138632113" sldId="266"/>
            <ac:spMk id="44" creationId="{1C3E3CE9-A16E-7347-E7BB-B1918FDDFB28}"/>
          </ac:spMkLst>
        </pc:spChg>
        <pc:spChg chg="add mod">
          <ac:chgData name="성현 이" userId="2f0182ffdb5a30a3" providerId="LiveId" clId="{96CFCBFF-3B86-4DA3-8BC4-90A0DDDF2BC8}" dt="2025-11-21T22:44:09.352" v="6004" actId="20577"/>
          <ac:spMkLst>
            <pc:docMk/>
            <pc:sldMk cId="3138632113" sldId="266"/>
            <ac:spMk id="47" creationId="{07219DEA-2242-48CE-F54F-799AD2385934}"/>
          </ac:spMkLst>
        </pc:spChg>
        <pc:picChg chg="add mod">
          <ac:chgData name="성현 이" userId="2f0182ffdb5a30a3" providerId="LiveId" clId="{96CFCBFF-3B86-4DA3-8BC4-90A0DDDF2BC8}" dt="2025-11-21T22:32:24.695" v="5898" actId="1076"/>
          <ac:picMkLst>
            <pc:docMk/>
            <pc:sldMk cId="3138632113" sldId="266"/>
            <ac:picMk id="8" creationId="{5D55FE09-B873-4340-384D-C4329C9DDE53}"/>
          </ac:picMkLst>
        </pc:picChg>
        <pc:picChg chg="add mod">
          <ac:chgData name="성현 이" userId="2f0182ffdb5a30a3" providerId="LiveId" clId="{96CFCBFF-3B86-4DA3-8BC4-90A0DDDF2BC8}" dt="2025-11-21T22:44:21.876" v="6005" actId="1076"/>
          <ac:picMkLst>
            <pc:docMk/>
            <pc:sldMk cId="3138632113" sldId="266"/>
            <ac:picMk id="10" creationId="{EE18C778-A0E8-3435-0565-AF92A0680DE6}"/>
          </ac:picMkLst>
        </pc:picChg>
        <pc:cxnChg chg="add mod">
          <ac:chgData name="성현 이" userId="2f0182ffdb5a30a3" providerId="LiveId" clId="{96CFCBFF-3B86-4DA3-8BC4-90A0DDDF2BC8}" dt="2025-11-21T22:39:21.998" v="5919" actId="1582"/>
          <ac:cxnSpMkLst>
            <pc:docMk/>
            <pc:sldMk cId="3138632113" sldId="266"/>
            <ac:cxnSpMk id="16" creationId="{5FC5EE45-F4E6-0285-62C2-BE52FB69C22C}"/>
          </ac:cxnSpMkLst>
        </pc:cxnChg>
        <pc:cxnChg chg="add mod">
          <ac:chgData name="성현 이" userId="2f0182ffdb5a30a3" providerId="LiveId" clId="{96CFCBFF-3B86-4DA3-8BC4-90A0DDDF2BC8}" dt="2025-11-21T22:39:54.354" v="5927" actId="1076"/>
          <ac:cxnSpMkLst>
            <pc:docMk/>
            <pc:sldMk cId="3138632113" sldId="266"/>
            <ac:cxnSpMk id="18" creationId="{E87E42FC-5C25-ADCE-EFCD-8C38454F516A}"/>
          </ac:cxnSpMkLst>
        </pc:cxnChg>
        <pc:cxnChg chg="add mod">
          <ac:chgData name="성현 이" userId="2f0182ffdb5a30a3" providerId="LiveId" clId="{96CFCBFF-3B86-4DA3-8BC4-90A0DDDF2BC8}" dt="2025-11-21T22:40:20.713" v="5934" actId="1582"/>
          <ac:cxnSpMkLst>
            <pc:docMk/>
            <pc:sldMk cId="3138632113" sldId="266"/>
            <ac:cxnSpMk id="21" creationId="{2292DD27-B598-CB99-4FE1-D5DEA00B45E4}"/>
          </ac:cxnSpMkLst>
        </pc:cxnChg>
        <pc:cxnChg chg="add mod">
          <ac:chgData name="성현 이" userId="2f0182ffdb5a30a3" providerId="LiveId" clId="{96CFCBFF-3B86-4DA3-8BC4-90A0DDDF2BC8}" dt="2025-11-21T22:40:42.177" v="5940" actId="14100"/>
          <ac:cxnSpMkLst>
            <pc:docMk/>
            <pc:sldMk cId="3138632113" sldId="266"/>
            <ac:cxnSpMk id="25" creationId="{DC19D253-9922-2E28-E74D-A7DE371BDA1B}"/>
          </ac:cxnSpMkLst>
        </pc:cxnChg>
        <pc:cxnChg chg="add mod">
          <ac:chgData name="성현 이" userId="2f0182ffdb5a30a3" providerId="LiveId" clId="{96CFCBFF-3B86-4DA3-8BC4-90A0DDDF2BC8}" dt="2025-11-21T22:41:00.263" v="5944" actId="14100"/>
          <ac:cxnSpMkLst>
            <pc:docMk/>
            <pc:sldMk cId="3138632113" sldId="266"/>
            <ac:cxnSpMk id="27" creationId="{EA4C603F-CAFD-306A-5981-FFF1FB7E74E4}"/>
          </ac:cxnSpMkLst>
        </pc:cxnChg>
        <pc:cxnChg chg="add mod">
          <ac:chgData name="성현 이" userId="2f0182ffdb5a30a3" providerId="LiveId" clId="{96CFCBFF-3B86-4DA3-8BC4-90A0DDDF2BC8}" dt="2025-11-21T22:42:00.601" v="5961" actId="1076"/>
          <ac:cxnSpMkLst>
            <pc:docMk/>
            <pc:sldMk cId="3138632113" sldId="266"/>
            <ac:cxnSpMk id="33" creationId="{5ADCB5AF-A099-95C1-5430-D1DD0F2FFB58}"/>
          </ac:cxnSpMkLst>
        </pc:cxnChg>
        <pc:cxnChg chg="add mod">
          <ac:chgData name="성현 이" userId="2f0182ffdb5a30a3" providerId="LiveId" clId="{96CFCBFF-3B86-4DA3-8BC4-90A0DDDF2BC8}" dt="2025-11-21T22:42:33.072" v="5969" actId="1076"/>
          <ac:cxnSpMkLst>
            <pc:docMk/>
            <pc:sldMk cId="3138632113" sldId="266"/>
            <ac:cxnSpMk id="35" creationId="{7F0D9900-15DB-FA8B-CB59-355824D1B1CE}"/>
          </ac:cxnSpMkLst>
        </pc:cxnChg>
        <pc:cxnChg chg="add mod">
          <ac:chgData name="성현 이" userId="2f0182ffdb5a30a3" providerId="LiveId" clId="{96CFCBFF-3B86-4DA3-8BC4-90A0DDDF2BC8}" dt="2025-11-21T22:42:54.706" v="5976" actId="1076"/>
          <ac:cxnSpMkLst>
            <pc:docMk/>
            <pc:sldMk cId="3138632113" sldId="266"/>
            <ac:cxnSpMk id="37" creationId="{1DAFC3E9-0A4A-F49F-DA9B-CA17E5FD40DC}"/>
          </ac:cxnSpMkLst>
        </pc:cxnChg>
        <pc:cxnChg chg="add mod">
          <ac:chgData name="성현 이" userId="2f0182ffdb5a30a3" providerId="LiveId" clId="{96CFCBFF-3B86-4DA3-8BC4-90A0DDDF2BC8}" dt="2025-11-21T22:43:14.768" v="5983" actId="1582"/>
          <ac:cxnSpMkLst>
            <pc:docMk/>
            <pc:sldMk cId="3138632113" sldId="266"/>
            <ac:cxnSpMk id="40" creationId="{5541CEE2-F9DD-C489-4EFD-691B8A4F6D89}"/>
          </ac:cxnSpMkLst>
        </pc:cxnChg>
        <pc:cxnChg chg="add mod">
          <ac:chgData name="성현 이" userId="2f0182ffdb5a30a3" providerId="LiveId" clId="{96CFCBFF-3B86-4DA3-8BC4-90A0DDDF2BC8}" dt="2025-11-21T22:43:37.890" v="5991" actId="1076"/>
          <ac:cxnSpMkLst>
            <pc:docMk/>
            <pc:sldMk cId="3138632113" sldId="266"/>
            <ac:cxnSpMk id="43" creationId="{DC2A439A-5B95-9878-CB76-57D664FCCC97}"/>
          </ac:cxnSpMkLst>
        </pc:cxnChg>
        <pc:cxnChg chg="add mod">
          <ac:chgData name="성현 이" userId="2f0182ffdb5a30a3" providerId="LiveId" clId="{96CFCBFF-3B86-4DA3-8BC4-90A0DDDF2BC8}" dt="2025-11-21T22:43:57.710" v="5999" actId="1076"/>
          <ac:cxnSpMkLst>
            <pc:docMk/>
            <pc:sldMk cId="3138632113" sldId="266"/>
            <ac:cxnSpMk id="45" creationId="{35C2E66E-5590-2F17-4991-40BF38DB229E}"/>
          </ac:cxnSpMkLst>
        </pc:cxnChg>
      </pc:sldChg>
      <pc:sldChg chg="addSp delSp modSp new mod">
        <pc:chgData name="성현 이" userId="2f0182ffdb5a30a3" providerId="LiveId" clId="{96CFCBFF-3B86-4DA3-8BC4-90A0DDDF2BC8}" dt="2025-11-24T04:47:24.435" v="6134" actId="1076"/>
        <pc:sldMkLst>
          <pc:docMk/>
          <pc:sldMk cId="2296774664" sldId="267"/>
        </pc:sldMkLst>
        <pc:spChg chg="mod">
          <ac:chgData name="성현 이" userId="2f0182ffdb5a30a3" providerId="LiveId" clId="{96CFCBFF-3B86-4DA3-8BC4-90A0DDDF2BC8}" dt="2025-11-21T22:37:38.866" v="5905" actId="20577"/>
          <ac:spMkLst>
            <pc:docMk/>
            <pc:sldMk cId="2296774664" sldId="267"/>
            <ac:spMk id="2" creationId="{47B56900-73D2-0013-279C-9E9EA61A50BD}"/>
          </ac:spMkLst>
        </pc:spChg>
        <pc:spChg chg="add mod">
          <ac:chgData name="성현 이" userId="2f0182ffdb5a30a3" providerId="LiveId" clId="{96CFCBFF-3B86-4DA3-8BC4-90A0DDDF2BC8}" dt="2025-11-24T04:47:24.435" v="6134" actId="1076"/>
          <ac:spMkLst>
            <pc:docMk/>
            <pc:sldMk cId="2296774664" sldId="267"/>
            <ac:spMk id="5" creationId="{96B0473C-BD0A-92C2-B503-A7336B316245}"/>
          </ac:spMkLst>
        </pc:spChg>
      </pc:sldChg>
      <pc:sldChg chg="del">
        <pc:chgData name="성현 이" userId="2f0182ffdb5a30a3" providerId="LiveId" clId="{96CFCBFF-3B86-4DA3-8BC4-90A0DDDF2BC8}" dt="2025-11-03T06:26:58.275" v="179" actId="2696"/>
        <pc:sldMkLst>
          <pc:docMk/>
          <pc:sldMk cId="308129630" sldId="271"/>
        </pc:sldMkLst>
      </pc:sldChg>
      <pc:sldChg chg="del">
        <pc:chgData name="성현 이" userId="2f0182ffdb5a30a3" providerId="LiveId" clId="{96CFCBFF-3B86-4DA3-8BC4-90A0DDDF2BC8}" dt="2025-11-03T06:27:00.097" v="181" actId="2696"/>
        <pc:sldMkLst>
          <pc:docMk/>
          <pc:sldMk cId="3932869247" sldId="272"/>
        </pc:sldMkLst>
      </pc:sldChg>
      <pc:sldChg chg="del">
        <pc:chgData name="성현 이" userId="2f0182ffdb5a30a3" providerId="LiveId" clId="{96CFCBFF-3B86-4DA3-8BC4-90A0DDDF2BC8}" dt="2025-11-03T06:26:59.091" v="180" actId="2696"/>
        <pc:sldMkLst>
          <pc:docMk/>
          <pc:sldMk cId="2199202344" sldId="273"/>
        </pc:sldMkLst>
      </pc:sldChg>
      <pc:sldChg chg="del">
        <pc:chgData name="성현 이" userId="2f0182ffdb5a30a3" providerId="LiveId" clId="{96CFCBFF-3B86-4DA3-8BC4-90A0DDDF2BC8}" dt="2025-11-03T06:27:02.034" v="183" actId="2696"/>
        <pc:sldMkLst>
          <pc:docMk/>
          <pc:sldMk cId="2371164673" sldId="274"/>
        </pc:sldMkLst>
      </pc:sldChg>
      <pc:sldChg chg="del">
        <pc:chgData name="성현 이" userId="2f0182ffdb5a30a3" providerId="LiveId" clId="{96CFCBFF-3B86-4DA3-8BC4-90A0DDDF2BC8}" dt="2025-11-03T06:27:00.886" v="182" actId="2696"/>
        <pc:sldMkLst>
          <pc:docMk/>
          <pc:sldMk cId="3822640723" sldId="275"/>
        </pc:sldMkLst>
      </pc:sldChg>
      <pc:sldChg chg="addSp delSp modSp del mod">
        <pc:chgData name="성현 이" userId="2f0182ffdb5a30a3" providerId="LiveId" clId="{96CFCBFF-3B86-4DA3-8BC4-90A0DDDF2BC8}" dt="2025-11-11T19:46:38.606" v="1438" actId="2696"/>
        <pc:sldMkLst>
          <pc:docMk/>
          <pc:sldMk cId="688816996" sldId="276"/>
        </pc:sldMkLst>
      </pc:sldChg>
      <pc:sldChg chg="addSp delSp modSp new del mod">
        <pc:chgData name="성현 이" userId="2f0182ffdb5a30a3" providerId="LiveId" clId="{96CFCBFF-3B86-4DA3-8BC4-90A0DDDF2BC8}" dt="2025-11-11T19:46:39.255" v="1439" actId="2696"/>
        <pc:sldMkLst>
          <pc:docMk/>
          <pc:sldMk cId="1818118987" sldId="277"/>
        </pc:sldMkLst>
      </pc:sldChg>
      <pc:sldChg chg="addSp delSp modSp new del mod">
        <pc:chgData name="성현 이" userId="2f0182ffdb5a30a3" providerId="LiveId" clId="{96CFCBFF-3B86-4DA3-8BC4-90A0DDDF2BC8}" dt="2025-11-10T05:23:21.597" v="684" actId="2696"/>
        <pc:sldMkLst>
          <pc:docMk/>
          <pc:sldMk cId="2752574450" sldId="278"/>
        </pc:sldMkLst>
      </pc:sldChg>
      <pc:sldChg chg="addSp delSp modSp add del mod">
        <pc:chgData name="성현 이" userId="2f0182ffdb5a30a3" providerId="LiveId" clId="{96CFCBFF-3B86-4DA3-8BC4-90A0DDDF2BC8}" dt="2025-11-11T19:46:39.822" v="1440" actId="2696"/>
        <pc:sldMkLst>
          <pc:docMk/>
          <pc:sldMk cId="3943262943" sldId="279"/>
        </pc:sldMkLst>
      </pc:sldChg>
      <pc:sldChg chg="new del">
        <pc:chgData name="성현 이" userId="2f0182ffdb5a30a3" providerId="LiveId" clId="{96CFCBFF-3B86-4DA3-8BC4-90A0DDDF2BC8}" dt="2025-11-10T05:38:01.316" v="787" actId="680"/>
        <pc:sldMkLst>
          <pc:docMk/>
          <pc:sldMk cId="20439266" sldId="280"/>
        </pc:sldMkLst>
      </pc:sldChg>
      <pc:sldChg chg="addSp delSp modSp new del mod ord">
        <pc:chgData name="성현 이" userId="2f0182ffdb5a30a3" providerId="LiveId" clId="{96CFCBFF-3B86-4DA3-8BC4-90A0DDDF2BC8}" dt="2025-11-11T19:46:36.766" v="1437" actId="2696"/>
        <pc:sldMkLst>
          <pc:docMk/>
          <pc:sldMk cId="632729288" sldId="28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F939A6-D8A1-4A3E-B1AF-CF6B86DE165A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032124-6EC6-43C3-BD2F-F4850F49A6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753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https://xilinx.github.io/brevitas/v0.12.0/index.html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032124-6EC6-43C3-BD2F-F4850F49A65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526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96069A-B2F6-4FA1-AD4D-2A323F30C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9AA13B-A8E5-4FE8-A0C3-D3B2AFC2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B6C15F-F3F5-4FD9-905B-15117DA31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ED11E-A0F7-4FA6-ACB7-78AA5BA9D62F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A8263-FD44-4E94-B425-7997E926A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2FA20-B669-4095-A48B-C38AD003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975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DBC53-D141-4CA5-B5A2-F3FFB856A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52" y="176443"/>
            <a:ext cx="12021437" cy="687161"/>
          </a:xfrm>
        </p:spPr>
        <p:txBody>
          <a:bodyPr/>
          <a:lstStyle>
            <a:lvl1pPr>
              <a:defRPr b="1">
                <a:solidFill>
                  <a:srgbClr val="002C62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B7B04-A8B7-4F63-8E44-AF4B7DF11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68ECB3-E602-48E8-B4DD-6395774C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4C7B-84A8-4EA4-A24F-E6D033A0AF5B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66D8C-21AF-4084-9D7F-D22D3B951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E35378-C752-4505-80FB-FEE7F104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4540" y="6356350"/>
            <a:ext cx="2743200" cy="365125"/>
          </a:xfrm>
        </p:spPr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15E7BE2-ECE1-4BDD-B754-E19AA34FEEB8}"/>
              </a:ext>
            </a:extLst>
          </p:cNvPr>
          <p:cNvCxnSpPr>
            <a:cxnSpLocks/>
          </p:cNvCxnSpPr>
          <p:nvPr userDrawn="1"/>
        </p:nvCxnSpPr>
        <p:spPr>
          <a:xfrm>
            <a:off x="35168" y="176443"/>
            <a:ext cx="0" cy="687161"/>
          </a:xfrm>
          <a:prstGeom prst="line">
            <a:avLst/>
          </a:prstGeom>
          <a:ln w="76200">
            <a:solidFill>
              <a:srgbClr val="002C6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0911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A98FC-457C-4539-A9F9-5E33F436F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16A6F8-E102-4969-BC2D-A82CAFD1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111405-D260-4CEE-AB0F-2164CC9F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06B30-2073-4305-9D3A-0916E29AB440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8A5793-DA58-417A-BB19-EB5FB470D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10BC3D-30E2-4719-AB75-90B6AC055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69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10D63-A220-4A80-8040-023B45C33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800E88-D9CC-40E2-A228-1DF3046AF3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C85741-AD4A-423C-BBF8-BEE9F218D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05DFA8-92FE-436A-AABA-BB7F4D5E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BFF7C-6511-4AE1-B612-A30E568F1FCB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18C9D4-14AE-42F2-B4D2-8D67F2DF8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2C7BB9-6B70-4AA3-A457-200DB8442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7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4DC8E2-E156-4C1B-A2F5-A8BA9612C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4FBECB-0E3D-4BC8-9FE2-C3AAA031D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A68962-5696-4C86-8B90-D8C66C87F0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EF4313-1D05-4480-A6D5-56E1DB4DA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FD04F94-7B0E-43B5-902F-88072858C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CCBDA9-B265-4A3B-8511-7B749734A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BDD75-5095-4C61-91A4-CF88A65BDFB9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CCC3DF3-CFF5-4FB2-9D5C-7C408E7C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4E32E33-68B4-43E5-8FD5-35CF40715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7405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D93D4F-BBC4-484E-B69C-ED5B1B6D2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1A50EB4-34A2-44F9-A98D-4C7F1499E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F3530C-2AA3-4CF7-9FD5-BD5A25DD584B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887AA7-BB40-49EF-A7BD-9B42012F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45BCA18-5903-472D-A59F-371D567EA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4624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3052FA-83BA-4B4E-AF86-D946E318B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D39933-39D2-48D7-81EE-0FA4E39D937B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648522-4FEF-4AEC-BD94-28251C3B7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E2665-8B25-4024-BBEC-CFAC9CD2C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178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8BDAE-5BD4-4FF7-B0F3-2914ED8D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23818-7332-4BC2-B08E-202545FA3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66E1A0-55B8-4C56-8061-3E942BB156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819FB9-7A93-44A4-9048-D8E152B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35F7E-94F8-43AF-BA3C-2C0EFE7FEF59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63777AD-299E-42C8-BD4A-C33CBFD24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738496-BED7-46A0-9B6C-3A0ED70B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743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251FE-50B6-429C-A5B6-41CCC4B08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4F9112C-74FA-48DA-9F57-A0FE41483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CC4692-8176-450C-BFAF-3623A36B2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8D725E-2EA1-46CB-8A4F-9EDF17CC8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4E7615-84C3-4169-9A08-54E8DCDD2913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5FC6DA-7A65-4895-8AF7-FC7B67E9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9FC8C7-18E7-449C-AD48-0ABB0EF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485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3C79F-5B5B-415E-8024-08261215D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24E4B49-C25B-456D-A666-A3AB7DB27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144563-52D8-4510-89D4-6B03708ED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70212-C18E-4A1F-93E7-F7CEC1EDC046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BE8A6-E611-47E5-A029-CFA1EBF26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03308A-F8BF-490F-A63A-ECA122FA5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06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CBC554A-B6FF-46DB-ACAB-826BF9D91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BDF5C3-6FAC-47AB-BB19-0321DBAF5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40FDA-BF4D-4F35-BECE-9F365FE6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3A6BDA-DA22-4CDD-A71E-4F480C069A60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2C4534-204F-4701-868E-3EDA14DF9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512BC-7F13-464E-ADBC-25743F334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06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3C559B7-6256-431E-A890-529AA36F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519C8B-4FA7-4FB2-8717-1669983D3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61D0ED-6A06-41E6-9D97-FF94C8170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768DCC-8D9B-4B47-BE29-50C716B9994F}" type="datetime1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D21631-28ED-4C23-820E-5CA3902557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6A2E70-8EAA-4B18-8A7B-601C41DD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36E57-F90E-408A-B1D8-FC5493EAAE1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886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F76F126-0A4F-46B8-9B2B-8C3F765120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2800" y="5004758"/>
            <a:ext cx="5821861" cy="959759"/>
          </a:xfrm>
        </p:spPr>
        <p:txBody>
          <a:bodyPr>
            <a:normAutofit/>
          </a:bodyPr>
          <a:lstStyle/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Sunghyun Lee, </a:t>
            </a:r>
            <a:r>
              <a:rPr lang="en-US" altLang="ko-KR" b="1" dirty="0" err="1">
                <a:solidFill>
                  <a:srgbClr val="002C62"/>
                </a:solidFill>
              </a:rPr>
              <a:t>Suhak</a:t>
            </a:r>
            <a:r>
              <a:rPr lang="en-US" altLang="ko-KR" b="1" dirty="0">
                <a:solidFill>
                  <a:srgbClr val="002C62"/>
                </a:solidFill>
              </a:rPr>
              <a:t> Lee</a:t>
            </a:r>
          </a:p>
          <a:p>
            <a:pPr algn="r"/>
            <a:r>
              <a:rPr lang="en-US" altLang="ko-KR" b="1" dirty="0">
                <a:solidFill>
                  <a:srgbClr val="002C62"/>
                </a:solidFill>
              </a:rPr>
              <a:t>Department of Computer Engineering</a:t>
            </a:r>
          </a:p>
          <a:p>
            <a:pPr algn="r"/>
            <a:endParaRPr lang="ko-KR" altLang="en-US" b="1" dirty="0">
              <a:solidFill>
                <a:srgbClr val="002C62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5500BC8-BD81-46C1-9DB9-8BCC851C5446}"/>
              </a:ext>
            </a:extLst>
          </p:cNvPr>
          <p:cNvSpPr/>
          <p:nvPr/>
        </p:nvSpPr>
        <p:spPr>
          <a:xfrm>
            <a:off x="-1" y="2135416"/>
            <a:ext cx="12192000" cy="2079997"/>
          </a:xfrm>
          <a:prstGeom prst="rect">
            <a:avLst/>
          </a:prstGeom>
          <a:solidFill>
            <a:srgbClr val="002C6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Picture 381" descr="악세사리">
            <a:extLst>
              <a:ext uri="{FF2B5EF4-FFF2-40B4-BE49-F238E27FC236}">
                <a16:creationId xmlns:a16="http://schemas.microsoft.com/office/drawing/2014/main" id="{6D421F4B-5169-46B4-9249-AB53789FC1C6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gray">
          <a:xfrm rot="16200000" flipV="1">
            <a:off x="6022181" y="-1806768"/>
            <a:ext cx="147638" cy="1219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EB04FD9-6A59-4C4E-B0B6-829FC2BFF5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1450" y="2242315"/>
            <a:ext cx="10453006" cy="1604508"/>
          </a:xfrm>
        </p:spPr>
        <p:txBody>
          <a:bodyPr>
            <a:normAutofit/>
          </a:bodyPr>
          <a:lstStyle/>
          <a:p>
            <a:pPr algn="r"/>
            <a:r>
              <a:rPr lang="en-US" altLang="ko-KR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INT8 model</a:t>
            </a:r>
            <a:r>
              <a:rPr lang="ko-KR" altLang="en-US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ko-KR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code </a:t>
            </a:r>
            <a:r>
              <a:rPr lang="ko-KR" altLang="en-US" sz="4400" b="1" dirty="0">
                <a:solidFill>
                  <a:schemeClr val="bg1"/>
                </a:solidFill>
                <a:effectLst>
                  <a:outerShdw blurRad="50800" dist="50800" dir="5400000" sx="1000" sy="1000" algn="ctr" rotWithShape="0">
                    <a:srgbClr val="000000">
                      <a:alpha val="43137"/>
                    </a:srgbClr>
                  </a:outerShdw>
                </a:effectLst>
              </a:rPr>
              <a:t>변환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A5E8C29-A238-4DD7-B7C5-335AFB9E0EF2}"/>
              </a:ext>
            </a:extLst>
          </p:cNvPr>
          <p:cNvSpPr/>
          <p:nvPr/>
        </p:nvSpPr>
        <p:spPr>
          <a:xfrm flipH="1">
            <a:off x="11786144" y="5004758"/>
            <a:ext cx="45719" cy="959758"/>
          </a:xfrm>
          <a:prstGeom prst="rect">
            <a:avLst/>
          </a:prstGeom>
          <a:solidFill>
            <a:srgbClr val="002C62"/>
          </a:solidFill>
          <a:ln>
            <a:solidFill>
              <a:srgbClr val="002C6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028" name="Picture 4" descr="HONGIK UNIVERSITY">
            <a:extLst>
              <a:ext uri="{FF2B5EF4-FFF2-40B4-BE49-F238E27FC236}">
                <a16:creationId xmlns:a16="http://schemas.microsoft.com/office/drawing/2014/main" id="{6B30C8C5-C24D-49AC-8DCD-2AC2166EC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80" y="1773596"/>
            <a:ext cx="3089820" cy="214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068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AEDD79-5A14-E638-6B6B-9CE97896B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Convolution flow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FBEA90-CE93-1E34-B2A4-75AB4A5E7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960CB910-D7ED-108F-3C01-B562DE6BDEA7}"/>
              </a:ext>
            </a:extLst>
          </p:cNvPr>
          <p:cNvSpPr/>
          <p:nvPr/>
        </p:nvSpPr>
        <p:spPr>
          <a:xfrm>
            <a:off x="1430564" y="1809815"/>
            <a:ext cx="1807030" cy="505732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195FB6-11D8-5A4D-466C-5380EA21D904}"/>
              </a:ext>
            </a:extLst>
          </p:cNvPr>
          <p:cNvSpPr txBox="1"/>
          <p:nvPr/>
        </p:nvSpPr>
        <p:spPr>
          <a:xfrm>
            <a:off x="250370" y="1883697"/>
            <a:ext cx="1632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CONV 1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D858E2-AFC3-CB24-AF75-3BAA683D5D21}"/>
              </a:ext>
            </a:extLst>
          </p:cNvPr>
          <p:cNvSpPr txBox="1"/>
          <p:nvPr/>
        </p:nvSpPr>
        <p:spPr>
          <a:xfrm>
            <a:off x="3940628" y="1440483"/>
            <a:ext cx="1792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scale1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1D3A01-402F-685A-B897-009512CEEFD1}"/>
              </a:ext>
            </a:extLst>
          </p:cNvPr>
          <p:cNvSpPr txBox="1"/>
          <p:nvPr/>
        </p:nvSpPr>
        <p:spPr>
          <a:xfrm>
            <a:off x="7444014" y="1440483"/>
            <a:ext cx="111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scale2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E91A3-6E84-98D4-0009-990A3ED94E28}"/>
              </a:ext>
            </a:extLst>
          </p:cNvPr>
          <p:cNvSpPr txBox="1"/>
          <p:nvPr/>
        </p:nvSpPr>
        <p:spPr>
          <a:xfrm>
            <a:off x="3505199" y="1883697"/>
            <a:ext cx="2227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CONV1 output</a:t>
            </a:r>
            <a:endParaRPr lang="ko-KR" altLang="en-US" dirty="0"/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5B135F76-8EAD-4B7B-BFA0-76D664A04A65}"/>
              </a:ext>
            </a:extLst>
          </p:cNvPr>
          <p:cNvSpPr/>
          <p:nvPr/>
        </p:nvSpPr>
        <p:spPr>
          <a:xfrm>
            <a:off x="5277755" y="1809815"/>
            <a:ext cx="1807030" cy="505732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1924C3-3027-D106-7293-C646D60702D6}"/>
              </a:ext>
            </a:extLst>
          </p:cNvPr>
          <p:cNvSpPr txBox="1"/>
          <p:nvPr/>
        </p:nvSpPr>
        <p:spPr>
          <a:xfrm>
            <a:off x="7186386" y="1889142"/>
            <a:ext cx="1632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CONV 2 input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75E1A2-74C6-93C7-3AF7-6FB127E64B9E}"/>
              </a:ext>
            </a:extLst>
          </p:cNvPr>
          <p:cNvSpPr txBox="1"/>
          <p:nvPr/>
        </p:nvSpPr>
        <p:spPr>
          <a:xfrm>
            <a:off x="10702470" y="1892831"/>
            <a:ext cx="1119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CONV 2</a:t>
            </a:r>
            <a:endParaRPr lang="ko-KR" altLang="en-US" dirty="0"/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25E923E6-B90D-3051-E92E-524F393FBB13}"/>
              </a:ext>
            </a:extLst>
          </p:cNvPr>
          <p:cNvSpPr/>
          <p:nvPr/>
        </p:nvSpPr>
        <p:spPr>
          <a:xfrm>
            <a:off x="8857341" y="1809122"/>
            <a:ext cx="1807030" cy="505732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2ACDAA3-BFC8-A2D9-4153-900DE4641ECD}"/>
              </a:ext>
            </a:extLst>
          </p:cNvPr>
          <p:cNvSpPr txBox="1"/>
          <p:nvPr/>
        </p:nvSpPr>
        <p:spPr>
          <a:xfrm>
            <a:off x="5247818" y="2505670"/>
            <a:ext cx="673553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M =  scale1/scale2</a:t>
            </a:r>
          </a:p>
          <a:p>
            <a:endParaRPr lang="en-US" altLang="ko-KR" dirty="0"/>
          </a:p>
          <a:p>
            <a:r>
              <a:rPr lang="en-US" altLang="ko-KR" dirty="0"/>
              <a:t>(</a:t>
            </a:r>
            <a:r>
              <a:rPr lang="en-US" altLang="ko-KR" dirty="0">
                <a:solidFill>
                  <a:srgbClr val="FF0000"/>
                </a:solidFill>
              </a:rPr>
              <a:t>CONV 1 output * scale1</a:t>
            </a:r>
            <a:r>
              <a:rPr lang="en-US" altLang="ko-KR" dirty="0"/>
              <a:t>) /  </a:t>
            </a:r>
            <a:r>
              <a:rPr lang="en-US" altLang="ko-KR" dirty="0">
                <a:solidFill>
                  <a:srgbClr val="000099"/>
                </a:solidFill>
              </a:rPr>
              <a:t>scale2</a:t>
            </a:r>
            <a:r>
              <a:rPr lang="en-US" altLang="ko-KR" dirty="0"/>
              <a:t> =  CONV 1 output * M 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= CONV 2 input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D866AA1-E406-0EFE-7114-5665AC3442F0}"/>
              </a:ext>
            </a:extLst>
          </p:cNvPr>
          <p:cNvSpPr txBox="1"/>
          <p:nvPr/>
        </p:nvSpPr>
        <p:spPr>
          <a:xfrm>
            <a:off x="1066798" y="5045990"/>
            <a:ext cx="9390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Dequantize the conv1 output by multiplying it by </a:t>
            </a:r>
            <a:r>
              <a:rPr lang="en-US" altLang="ko-KR" b="1" dirty="0"/>
              <a:t>scale 1</a:t>
            </a:r>
            <a:r>
              <a:rPr lang="en-US" altLang="ko-KR" dirty="0"/>
              <a:t>, and then quantize again it by dividing it by </a:t>
            </a:r>
            <a:r>
              <a:rPr lang="en-US" altLang="ko-KR" b="1" dirty="0"/>
              <a:t>scale 2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44FABE-B592-D8F7-3EE9-B8CCC8C8E26B}"/>
              </a:ext>
            </a:extLst>
          </p:cNvPr>
          <p:cNvSpPr txBox="1"/>
          <p:nvPr/>
        </p:nvSpPr>
        <p:spPr>
          <a:xfrm>
            <a:off x="5920014" y="3341085"/>
            <a:ext cx="2140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dequantize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27FA683-1131-2C6B-856D-E26ECB7EDFF6}"/>
              </a:ext>
            </a:extLst>
          </p:cNvPr>
          <p:cNvSpPr txBox="1"/>
          <p:nvPr/>
        </p:nvSpPr>
        <p:spPr>
          <a:xfrm>
            <a:off x="7919357" y="3341085"/>
            <a:ext cx="1799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0099"/>
                </a:solidFill>
              </a:rPr>
              <a:t>quantize again</a:t>
            </a:r>
            <a:endParaRPr lang="ko-KR" altLang="en-US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4318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377C3D-A5C3-58CF-4F09-0C18BC613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Problem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3118F1-79D9-F7EE-DBE6-3E1461516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3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BD6BBC2-79C7-4F54-4F2F-36B893234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006" y="1335719"/>
            <a:ext cx="5665246" cy="38736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4BB5AE-347C-F3F2-E732-10B740EEFE38}"/>
              </a:ext>
            </a:extLst>
          </p:cNvPr>
          <p:cNvSpPr txBox="1"/>
          <p:nvPr/>
        </p:nvSpPr>
        <p:spPr>
          <a:xfrm>
            <a:off x="346006" y="5500462"/>
            <a:ext cx="8062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By adding </a:t>
            </a:r>
            <a:r>
              <a:rPr lang="en-US" altLang="ko-KR" dirty="0" err="1"/>
              <a:t>dowsample</a:t>
            </a:r>
            <a:r>
              <a:rPr lang="en-US" altLang="ko-KR" dirty="0"/>
              <a:t>, We need to consider M</a:t>
            </a:r>
            <a:endParaRPr lang="ko-KR" altLang="en-US" dirty="0"/>
          </a:p>
        </p:txBody>
      </p:sp>
      <p:cxnSp>
        <p:nvCxnSpPr>
          <p:cNvPr id="10" name="연결선: 구부러짐 9">
            <a:extLst>
              <a:ext uri="{FF2B5EF4-FFF2-40B4-BE49-F238E27FC236}">
                <a16:creationId xmlns:a16="http://schemas.microsoft.com/office/drawing/2014/main" id="{0CB7C215-4B0E-8D52-3396-585EA83A7612}"/>
              </a:ext>
            </a:extLst>
          </p:cNvPr>
          <p:cNvCxnSpPr/>
          <p:nvPr/>
        </p:nvCxnSpPr>
        <p:spPr>
          <a:xfrm>
            <a:off x="3178629" y="4303486"/>
            <a:ext cx="1464896" cy="631371"/>
          </a:xfrm>
          <a:prstGeom prst="curvedConnector3">
            <a:avLst/>
          </a:prstGeom>
          <a:ln w="127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연결선: 구부러짐 11">
            <a:extLst>
              <a:ext uri="{FF2B5EF4-FFF2-40B4-BE49-F238E27FC236}">
                <a16:creationId xmlns:a16="http://schemas.microsoft.com/office/drawing/2014/main" id="{EE14A18C-F3F9-2273-64BC-58383EEA8765}"/>
              </a:ext>
            </a:extLst>
          </p:cNvPr>
          <p:cNvCxnSpPr/>
          <p:nvPr/>
        </p:nvCxnSpPr>
        <p:spPr>
          <a:xfrm rot="5400000">
            <a:off x="4887686" y="4553857"/>
            <a:ext cx="362857" cy="166914"/>
          </a:xfrm>
          <a:prstGeom prst="curvedConnector3">
            <a:avLst/>
          </a:prstGeom>
          <a:ln w="127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7E883E5-89FD-AD68-BFF6-09F89DF48996}"/>
              </a:ext>
            </a:extLst>
          </p:cNvPr>
          <p:cNvSpPr txBox="1"/>
          <p:nvPr/>
        </p:nvSpPr>
        <p:spPr>
          <a:xfrm>
            <a:off x="4637194" y="4711060"/>
            <a:ext cx="943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ADD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627715-26F2-3581-D6AE-5DD2F334D73E}"/>
              </a:ext>
            </a:extLst>
          </p:cNvPr>
          <p:cNvSpPr txBox="1"/>
          <p:nvPr/>
        </p:nvSpPr>
        <p:spPr>
          <a:xfrm>
            <a:off x="3349695" y="4430831"/>
            <a:ext cx="769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M1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708330-30B5-A7AD-DFAD-79D9CE3B7764}"/>
              </a:ext>
            </a:extLst>
          </p:cNvPr>
          <p:cNvSpPr txBox="1"/>
          <p:nvPr/>
        </p:nvSpPr>
        <p:spPr>
          <a:xfrm>
            <a:off x="5159828" y="4377623"/>
            <a:ext cx="769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M2</a:t>
            </a:r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4742B66D-5C84-FF8F-C2E5-4835CD13CA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54432" b="16"/>
          <a:stretch>
            <a:fillRect/>
          </a:stretch>
        </p:blipFill>
        <p:spPr>
          <a:xfrm>
            <a:off x="5908500" y="520023"/>
            <a:ext cx="5774348" cy="5420871"/>
          </a:xfrm>
          <a:prstGeom prst="rect">
            <a:avLst/>
          </a:prstGeom>
        </p:spPr>
      </p:pic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61D38AAC-92AC-A2A6-B2EF-7FC3121A64E5}"/>
              </a:ext>
            </a:extLst>
          </p:cNvPr>
          <p:cNvCxnSpPr>
            <a:cxnSpLocks/>
          </p:cNvCxnSpPr>
          <p:nvPr/>
        </p:nvCxnSpPr>
        <p:spPr>
          <a:xfrm flipV="1">
            <a:off x="8258629" y="1865086"/>
            <a:ext cx="1690914" cy="667657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7F3635E7-39E5-47FC-954F-ABE40D65EAC9}"/>
              </a:ext>
            </a:extLst>
          </p:cNvPr>
          <p:cNvCxnSpPr>
            <a:cxnSpLocks/>
          </p:cNvCxnSpPr>
          <p:nvPr/>
        </p:nvCxnSpPr>
        <p:spPr>
          <a:xfrm>
            <a:off x="8258629" y="2532743"/>
            <a:ext cx="1799771" cy="59869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6D788C2-8A6D-7C29-7C66-6200917F0FA6}"/>
              </a:ext>
            </a:extLst>
          </p:cNvPr>
          <p:cNvSpPr txBox="1"/>
          <p:nvPr/>
        </p:nvSpPr>
        <p:spPr>
          <a:xfrm>
            <a:off x="7749488" y="2348077"/>
            <a:ext cx="682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M3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29" name="연결선: 구부러짐 28">
            <a:extLst>
              <a:ext uri="{FF2B5EF4-FFF2-40B4-BE49-F238E27FC236}">
                <a16:creationId xmlns:a16="http://schemas.microsoft.com/office/drawing/2014/main" id="{E7D57D64-3788-EBA8-2BD8-F2056CFAD8B3}"/>
              </a:ext>
            </a:extLst>
          </p:cNvPr>
          <p:cNvCxnSpPr/>
          <p:nvPr/>
        </p:nvCxnSpPr>
        <p:spPr>
          <a:xfrm rot="5400000">
            <a:off x="10192660" y="2939905"/>
            <a:ext cx="362857" cy="166914"/>
          </a:xfrm>
          <a:prstGeom prst="curvedConnector3">
            <a:avLst/>
          </a:prstGeom>
          <a:ln w="127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7CDE19F8-0DF6-A488-ADF7-F642AED64EDD}"/>
              </a:ext>
            </a:extLst>
          </p:cNvPr>
          <p:cNvSpPr txBox="1"/>
          <p:nvPr/>
        </p:nvSpPr>
        <p:spPr>
          <a:xfrm>
            <a:off x="10430611" y="2832089"/>
            <a:ext cx="769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M4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A6D936D-9BD7-5DD3-296A-F79DBBB8DB35}"/>
              </a:ext>
            </a:extLst>
          </p:cNvPr>
          <p:cNvSpPr txBox="1"/>
          <p:nvPr/>
        </p:nvSpPr>
        <p:spPr>
          <a:xfrm>
            <a:off x="9818917" y="3018115"/>
            <a:ext cx="943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ADD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9527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6A0911-B7A1-05FF-41B6-9A31F78F8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err="1"/>
              <a:t>Downsample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E2AE12-BCCA-B6B6-789E-144DB322F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8E2D03-65E5-CBDC-E4C9-4A0E1AB0655E}"/>
              </a:ext>
            </a:extLst>
          </p:cNvPr>
          <p:cNvSpPr txBox="1"/>
          <p:nvPr/>
        </p:nvSpPr>
        <p:spPr>
          <a:xfrm>
            <a:off x="1894114" y="1281276"/>
            <a:ext cx="2525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conv  </a:t>
            </a:r>
            <a:r>
              <a:rPr lang="en-US" altLang="ko-KR" dirty="0" err="1"/>
              <a:t>downsample</a:t>
            </a:r>
            <a:r>
              <a:rPr lang="en-US" altLang="ko-KR" dirty="0"/>
              <a:t> </a:t>
            </a:r>
            <a:endParaRPr lang="ko-KR" altLang="en-US" dirty="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9E106D1C-FED8-2899-A55B-9A42B8206A28}"/>
              </a:ext>
            </a:extLst>
          </p:cNvPr>
          <p:cNvCxnSpPr>
            <a:cxnSpLocks/>
          </p:cNvCxnSpPr>
          <p:nvPr/>
        </p:nvCxnSpPr>
        <p:spPr>
          <a:xfrm>
            <a:off x="3106058" y="1748971"/>
            <a:ext cx="0" cy="5660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5E63D3D-3119-F62D-05C8-397088D71840}"/>
              </a:ext>
            </a:extLst>
          </p:cNvPr>
          <p:cNvSpPr txBox="1"/>
          <p:nvPr/>
        </p:nvSpPr>
        <p:spPr>
          <a:xfrm>
            <a:off x="5725887" y="1291771"/>
            <a:ext cx="27141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main conv</a:t>
            </a:r>
            <a:endParaRPr lang="ko-KR" altLang="en-US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E1CCA315-E98F-0581-A1A1-8BA056E43A0E}"/>
              </a:ext>
            </a:extLst>
          </p:cNvPr>
          <p:cNvCxnSpPr>
            <a:cxnSpLocks/>
          </p:cNvCxnSpPr>
          <p:nvPr/>
        </p:nvCxnSpPr>
        <p:spPr>
          <a:xfrm>
            <a:off x="6270172" y="1661103"/>
            <a:ext cx="0" cy="5660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E79F5F4-1070-88EE-7712-9E8F1749E4D7}"/>
              </a:ext>
            </a:extLst>
          </p:cNvPr>
          <p:cNvSpPr txBox="1"/>
          <p:nvPr/>
        </p:nvSpPr>
        <p:spPr>
          <a:xfrm>
            <a:off x="2057400" y="2315029"/>
            <a:ext cx="2198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output 1  scale1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E20D38-46C5-2954-ABBB-2866993601A3}"/>
              </a:ext>
            </a:extLst>
          </p:cNvPr>
          <p:cNvSpPr txBox="1"/>
          <p:nvPr/>
        </p:nvSpPr>
        <p:spPr>
          <a:xfrm>
            <a:off x="5170715" y="2315029"/>
            <a:ext cx="2198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output 2   scale2</a:t>
            </a:r>
            <a:endParaRPr lang="ko-KR" altLang="en-US" dirty="0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F6E8E94B-A3C0-5DA5-7F6E-733F538DE3A9}"/>
              </a:ext>
            </a:extLst>
          </p:cNvPr>
          <p:cNvCxnSpPr/>
          <p:nvPr/>
        </p:nvCxnSpPr>
        <p:spPr>
          <a:xfrm>
            <a:off x="3106058" y="2801257"/>
            <a:ext cx="0" cy="8128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EFA653BE-D8A8-3D96-217E-2621D43292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286883"/>
            <a:ext cx="3804576" cy="1614488"/>
          </a:xfrm>
          <a:prstGeom prst="rect">
            <a:avLst/>
          </a:prstGeom>
        </p:spPr>
      </p:pic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A93761AC-1927-D7EF-209F-48BB7CECF03A}"/>
              </a:ext>
            </a:extLst>
          </p:cNvPr>
          <p:cNvCxnSpPr/>
          <p:nvPr/>
        </p:nvCxnSpPr>
        <p:spPr>
          <a:xfrm>
            <a:off x="6270172" y="2774684"/>
            <a:ext cx="0" cy="8128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34750F7-7656-1B8E-2882-65052B7181A9}"/>
              </a:ext>
            </a:extLst>
          </p:cNvPr>
          <p:cNvSpPr txBox="1"/>
          <p:nvPr/>
        </p:nvSpPr>
        <p:spPr>
          <a:xfrm>
            <a:off x="3302000" y="3055257"/>
            <a:ext cx="798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X  </a:t>
            </a:r>
            <a:r>
              <a:rPr lang="en-US" altLang="ko-KR" dirty="0">
                <a:solidFill>
                  <a:srgbClr val="FF0000"/>
                </a:solidFill>
              </a:rPr>
              <a:t>M1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F6F9FC-3BA2-9ED9-6B68-9D63AB491DB4}"/>
              </a:ext>
            </a:extLst>
          </p:cNvPr>
          <p:cNvSpPr txBox="1"/>
          <p:nvPr/>
        </p:nvSpPr>
        <p:spPr>
          <a:xfrm>
            <a:off x="6400801" y="3022991"/>
            <a:ext cx="798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X  </a:t>
            </a:r>
            <a:r>
              <a:rPr lang="en-US" altLang="ko-KR" dirty="0">
                <a:solidFill>
                  <a:srgbClr val="FF0000"/>
                </a:solidFill>
              </a:rPr>
              <a:t>M2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F5DAF4-83AF-17F7-3428-BD0E88D889CE}"/>
              </a:ext>
            </a:extLst>
          </p:cNvPr>
          <p:cNvSpPr txBox="1"/>
          <p:nvPr/>
        </p:nvSpPr>
        <p:spPr>
          <a:xfrm>
            <a:off x="845457" y="3804308"/>
            <a:ext cx="462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input 1 of Elementwise add (scale3) </a:t>
            </a:r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0DE9B8-C7E6-9AA6-CA17-45AF93CBBE0A}"/>
              </a:ext>
            </a:extLst>
          </p:cNvPr>
          <p:cNvSpPr txBox="1"/>
          <p:nvPr/>
        </p:nvSpPr>
        <p:spPr>
          <a:xfrm>
            <a:off x="5250545" y="3803527"/>
            <a:ext cx="462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input 2 of Elementwise add (scale3) </a:t>
            </a:r>
            <a:endParaRPr lang="ko-KR" altLang="en-US" dirty="0"/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1FC4F0E9-5FFE-CDAA-448E-C13C17000B70}"/>
              </a:ext>
            </a:extLst>
          </p:cNvPr>
          <p:cNvCxnSpPr>
            <a:cxnSpLocks/>
          </p:cNvCxnSpPr>
          <p:nvPr/>
        </p:nvCxnSpPr>
        <p:spPr>
          <a:xfrm>
            <a:off x="2924629" y="4262274"/>
            <a:ext cx="1095829" cy="928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766BA89B-4B38-2FD4-8124-2A87DFDEFE30}"/>
              </a:ext>
            </a:extLst>
          </p:cNvPr>
          <p:cNvCxnSpPr>
            <a:cxnSpLocks/>
          </p:cNvCxnSpPr>
          <p:nvPr/>
        </p:nvCxnSpPr>
        <p:spPr>
          <a:xfrm flipH="1">
            <a:off x="5917294" y="4262274"/>
            <a:ext cx="967013" cy="9434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DB41FD5A-2A05-B488-5C0E-FDF23E831A2E}"/>
              </a:ext>
            </a:extLst>
          </p:cNvPr>
          <p:cNvSpPr txBox="1"/>
          <p:nvPr/>
        </p:nvSpPr>
        <p:spPr>
          <a:xfrm>
            <a:off x="3940629" y="5255733"/>
            <a:ext cx="4230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Elementwise add : input1 + input2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3197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9436FC-6672-1B25-A6A1-46902E947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What I did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6B5FA4-1FC6-9CF9-AF9B-EAB983602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4381D9-8462-D0BF-C59C-D8EDA0B92890}"/>
              </a:ext>
            </a:extLst>
          </p:cNvPr>
          <p:cNvSpPr txBox="1"/>
          <p:nvPr/>
        </p:nvSpPr>
        <p:spPr>
          <a:xfrm>
            <a:off x="283029" y="1143391"/>
            <a:ext cx="101745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Revise </a:t>
            </a:r>
            <a:r>
              <a:rPr lang="en-US" altLang="ko-KR" dirty="0" err="1"/>
              <a:t>get_int_params</a:t>
            </a:r>
            <a:r>
              <a:rPr lang="en-US" altLang="ko-KR" dirty="0"/>
              <a:t> function to extract M</a:t>
            </a:r>
          </a:p>
          <a:p>
            <a:endParaRPr lang="en-US" altLang="ko-KR" dirty="0"/>
          </a:p>
          <a:p>
            <a:r>
              <a:rPr lang="en-US" altLang="ko-KR" dirty="0"/>
              <a:t>For example: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D55FE09-B873-4340-384D-C4329C9DD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95" y="364896"/>
            <a:ext cx="4090090" cy="617401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E18C778-A0E8-3435-0565-AF92A0680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140" y="2188926"/>
            <a:ext cx="6886900" cy="3633792"/>
          </a:xfrm>
          <a:prstGeom prst="rect">
            <a:avLst/>
          </a:prstGeom>
        </p:spPr>
      </p:pic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5FC5EE45-F4E6-0285-62C2-BE52FB69C22C}"/>
              </a:ext>
            </a:extLst>
          </p:cNvPr>
          <p:cNvCxnSpPr/>
          <p:nvPr/>
        </p:nvCxnSpPr>
        <p:spPr>
          <a:xfrm>
            <a:off x="10522857" y="732975"/>
            <a:ext cx="0" cy="275772"/>
          </a:xfrm>
          <a:prstGeom prst="straightConnector1">
            <a:avLst/>
          </a:prstGeom>
          <a:ln w="127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CBFCAF3-3E4D-EA94-CA30-04A041C9BBF5}"/>
              </a:ext>
            </a:extLst>
          </p:cNvPr>
          <p:cNvSpPr txBox="1"/>
          <p:nvPr/>
        </p:nvSpPr>
        <p:spPr>
          <a:xfrm>
            <a:off x="10630634" y="678938"/>
            <a:ext cx="940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M0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E87E42FC-5C25-ADCE-EFCD-8C38454F516A}"/>
              </a:ext>
            </a:extLst>
          </p:cNvPr>
          <p:cNvCxnSpPr/>
          <p:nvPr/>
        </p:nvCxnSpPr>
        <p:spPr>
          <a:xfrm>
            <a:off x="10497457" y="1682300"/>
            <a:ext cx="0" cy="275772"/>
          </a:xfrm>
          <a:prstGeom prst="straightConnector1">
            <a:avLst/>
          </a:prstGeom>
          <a:ln w="127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48E1374-21DE-8DD2-3C77-0ACCD3D0BD25}"/>
              </a:ext>
            </a:extLst>
          </p:cNvPr>
          <p:cNvSpPr txBox="1"/>
          <p:nvPr/>
        </p:nvSpPr>
        <p:spPr>
          <a:xfrm>
            <a:off x="10496752" y="1605056"/>
            <a:ext cx="940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M1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2292DD27-B598-CB99-4FE1-D5DEA00B45E4}"/>
              </a:ext>
            </a:extLst>
          </p:cNvPr>
          <p:cNvCxnSpPr/>
          <p:nvPr/>
        </p:nvCxnSpPr>
        <p:spPr>
          <a:xfrm>
            <a:off x="8759825" y="2066721"/>
            <a:ext cx="704850" cy="778079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DC19D253-9922-2E28-E74D-A7DE371BDA1B}"/>
              </a:ext>
            </a:extLst>
          </p:cNvPr>
          <p:cNvCxnSpPr>
            <a:cxnSpLocks/>
          </p:cNvCxnSpPr>
          <p:nvPr/>
        </p:nvCxnSpPr>
        <p:spPr>
          <a:xfrm flipV="1">
            <a:off x="8759825" y="1095375"/>
            <a:ext cx="1085850" cy="971346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EA4C603F-CAFD-306A-5981-FFF1FB7E74E4}"/>
              </a:ext>
            </a:extLst>
          </p:cNvPr>
          <p:cNvCxnSpPr>
            <a:cxnSpLocks/>
          </p:cNvCxnSpPr>
          <p:nvPr/>
        </p:nvCxnSpPr>
        <p:spPr>
          <a:xfrm>
            <a:off x="10386332" y="2455760"/>
            <a:ext cx="0" cy="430315"/>
          </a:xfrm>
          <a:prstGeom prst="straightConnector1">
            <a:avLst/>
          </a:prstGeom>
          <a:ln w="127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7F1ECCE-45DC-83DC-0CCB-D7483D415D2E}"/>
              </a:ext>
            </a:extLst>
          </p:cNvPr>
          <p:cNvSpPr txBox="1"/>
          <p:nvPr/>
        </p:nvSpPr>
        <p:spPr>
          <a:xfrm>
            <a:off x="10484508" y="2455760"/>
            <a:ext cx="940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M2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5C2B7C4-A993-C38E-4CE5-51C5BDD9BB23}"/>
              </a:ext>
            </a:extLst>
          </p:cNvPr>
          <p:cNvSpPr txBox="1"/>
          <p:nvPr/>
        </p:nvSpPr>
        <p:spPr>
          <a:xfrm>
            <a:off x="8249697" y="1882055"/>
            <a:ext cx="940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M3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5ADCB5AF-A099-95C1-5430-D1DD0F2FFB58}"/>
              </a:ext>
            </a:extLst>
          </p:cNvPr>
          <p:cNvCxnSpPr/>
          <p:nvPr/>
        </p:nvCxnSpPr>
        <p:spPr>
          <a:xfrm>
            <a:off x="10386332" y="3053853"/>
            <a:ext cx="0" cy="275772"/>
          </a:xfrm>
          <a:prstGeom prst="straightConnector1">
            <a:avLst/>
          </a:prstGeom>
          <a:ln w="127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2D0B50A6-E38A-B2E8-3875-D1FC8B7F9E71}"/>
              </a:ext>
            </a:extLst>
          </p:cNvPr>
          <p:cNvSpPr txBox="1"/>
          <p:nvPr/>
        </p:nvSpPr>
        <p:spPr>
          <a:xfrm>
            <a:off x="10484507" y="2953448"/>
            <a:ext cx="940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M4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7F0D9900-15DB-FA8B-CB59-355824D1B1CE}"/>
              </a:ext>
            </a:extLst>
          </p:cNvPr>
          <p:cNvCxnSpPr/>
          <p:nvPr/>
        </p:nvCxnSpPr>
        <p:spPr>
          <a:xfrm>
            <a:off x="10386332" y="4073028"/>
            <a:ext cx="0" cy="275772"/>
          </a:xfrm>
          <a:prstGeom prst="straightConnector1">
            <a:avLst/>
          </a:prstGeom>
          <a:ln w="127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C11EDBF8-45E5-45AD-C894-FD0E3BCC0D6C}"/>
              </a:ext>
            </a:extLst>
          </p:cNvPr>
          <p:cNvSpPr txBox="1"/>
          <p:nvPr/>
        </p:nvSpPr>
        <p:spPr>
          <a:xfrm>
            <a:off x="10524613" y="4005822"/>
            <a:ext cx="940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M5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1DAFC3E9-0A4A-F49F-DA9B-CA17E5FD40DC}"/>
              </a:ext>
            </a:extLst>
          </p:cNvPr>
          <p:cNvCxnSpPr>
            <a:cxnSpLocks/>
          </p:cNvCxnSpPr>
          <p:nvPr/>
        </p:nvCxnSpPr>
        <p:spPr>
          <a:xfrm>
            <a:off x="10351407" y="4920424"/>
            <a:ext cx="0" cy="430315"/>
          </a:xfrm>
          <a:prstGeom prst="straightConnector1">
            <a:avLst/>
          </a:prstGeom>
          <a:ln w="127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FB3E004-6FE3-BD45-E65C-2AEF9A344D78}"/>
              </a:ext>
            </a:extLst>
          </p:cNvPr>
          <p:cNvSpPr txBox="1"/>
          <p:nvPr/>
        </p:nvSpPr>
        <p:spPr>
          <a:xfrm>
            <a:off x="10457543" y="5001113"/>
            <a:ext cx="940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M6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40" name="연결선: 구부러짐 39">
            <a:extLst>
              <a:ext uri="{FF2B5EF4-FFF2-40B4-BE49-F238E27FC236}">
                <a16:creationId xmlns:a16="http://schemas.microsoft.com/office/drawing/2014/main" id="{5541CEE2-F9DD-C489-4EFD-691B8A4F6D89}"/>
              </a:ext>
            </a:extLst>
          </p:cNvPr>
          <p:cNvCxnSpPr/>
          <p:nvPr/>
        </p:nvCxnSpPr>
        <p:spPr>
          <a:xfrm>
            <a:off x="8836025" y="4702175"/>
            <a:ext cx="790575" cy="648564"/>
          </a:xfrm>
          <a:prstGeom prst="curvedConnector3">
            <a:avLst/>
          </a:prstGeom>
          <a:ln w="127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F8A0C557-8E58-26B4-C9A9-B9D12B03582E}"/>
              </a:ext>
            </a:extLst>
          </p:cNvPr>
          <p:cNvSpPr txBox="1"/>
          <p:nvPr/>
        </p:nvSpPr>
        <p:spPr>
          <a:xfrm>
            <a:off x="8641753" y="4981407"/>
            <a:ext cx="940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M7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DC2A439A-5B95-9878-CB76-57D664FCCC97}"/>
              </a:ext>
            </a:extLst>
          </p:cNvPr>
          <p:cNvCxnSpPr/>
          <p:nvPr/>
        </p:nvCxnSpPr>
        <p:spPr>
          <a:xfrm>
            <a:off x="10361839" y="5620203"/>
            <a:ext cx="0" cy="275772"/>
          </a:xfrm>
          <a:prstGeom prst="straightConnector1">
            <a:avLst/>
          </a:prstGeom>
          <a:ln w="127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1C3E3CE9-A16E-7347-E7BB-B1918FDDFB28}"/>
              </a:ext>
            </a:extLst>
          </p:cNvPr>
          <p:cNvSpPr txBox="1"/>
          <p:nvPr/>
        </p:nvSpPr>
        <p:spPr>
          <a:xfrm>
            <a:off x="10451549" y="5526643"/>
            <a:ext cx="940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M8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35C2E66E-5590-2F17-4991-40BF38DB229E}"/>
              </a:ext>
            </a:extLst>
          </p:cNvPr>
          <p:cNvCxnSpPr/>
          <p:nvPr/>
        </p:nvCxnSpPr>
        <p:spPr>
          <a:xfrm>
            <a:off x="10361839" y="6302828"/>
            <a:ext cx="0" cy="275772"/>
          </a:xfrm>
          <a:prstGeom prst="straightConnector1">
            <a:avLst/>
          </a:prstGeom>
          <a:ln w="127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07219DEA-2242-48CE-F54F-799AD2385934}"/>
              </a:ext>
            </a:extLst>
          </p:cNvPr>
          <p:cNvSpPr txBox="1"/>
          <p:nvPr/>
        </p:nvSpPr>
        <p:spPr>
          <a:xfrm>
            <a:off x="10446968" y="6257172"/>
            <a:ext cx="940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M9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8632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B56900-73D2-0013-279C-9E9EA61A5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To do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E41860-EB0A-F042-D2FA-2F8205E9F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36E57-F90E-408A-B1D8-FC5493EAAE16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B0473C-BD0A-92C2-B503-A7336B316245}"/>
              </a:ext>
            </a:extLst>
          </p:cNvPr>
          <p:cNvSpPr txBox="1"/>
          <p:nvPr/>
        </p:nvSpPr>
        <p:spPr>
          <a:xfrm>
            <a:off x="1378856" y="2322287"/>
            <a:ext cx="8871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/>
              <a:t>Revise Shortcut C code to include M</a:t>
            </a:r>
          </a:p>
          <a:p>
            <a:pPr marL="342900" indent="-342900">
              <a:buAutoNum type="arabicPeriod"/>
            </a:pPr>
            <a:r>
              <a:rPr lang="en-US" altLang="ko-KR" dirty="0"/>
              <a:t>And then revise the generate C code function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6774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11990</TotalTime>
  <Words>193</Words>
  <Application>Microsoft Office PowerPoint</Application>
  <PresentationFormat>와이드스크린</PresentationFormat>
  <Paragraphs>61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INT8 model code 변환</vt:lpstr>
      <vt:lpstr>Convolution flow</vt:lpstr>
      <vt:lpstr>Problem</vt:lpstr>
      <vt:lpstr>Downsample</vt:lpstr>
      <vt:lpstr>What I did</vt:lpstr>
      <vt:lpstr>To 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konwoo</dc:creator>
  <cp:lastModifiedBy>성현 이</cp:lastModifiedBy>
  <cp:revision>1339</cp:revision>
  <dcterms:created xsi:type="dcterms:W3CDTF">2023-03-06T16:32:37Z</dcterms:created>
  <dcterms:modified xsi:type="dcterms:W3CDTF">2025-11-24T04:48:20Z</dcterms:modified>
</cp:coreProperties>
</file>