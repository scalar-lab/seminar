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57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2C62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85080" autoAdjust="0"/>
  </p:normalViewPr>
  <p:slideViewPr>
    <p:cSldViewPr snapToGrid="0">
      <p:cViewPr varScale="1">
        <p:scale>
          <a:sx n="96" d="100"/>
          <a:sy n="96" d="100"/>
        </p:scale>
        <p:origin x="143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5-12-29T13:33:24.212" v="1905" actId="20577"/>
      <pc:docMkLst>
        <pc:docMk/>
      </pc:docMkLst>
      <pc:sldChg chg="modSp mod">
        <pc:chgData name="성현 이" userId="2f0182ffdb5a30a3" providerId="LiveId" clId="{96CFCBFF-3B86-4DA3-8BC4-90A0DDDF2BC8}" dt="2025-12-20T03:19:37.063" v="6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5-12-20T03:19:37.063" v="6" actId="20577"/>
          <ac:spMkLst>
            <pc:docMk/>
            <pc:sldMk cId="1460686755" sldId="256"/>
            <ac:spMk id="2" creationId="{AEB04FD9-6A59-4C4E-B0B6-829FC2BFF5E2}"/>
          </ac:spMkLst>
        </pc:spChg>
      </pc:sldChg>
      <pc:sldChg chg="addSp delSp modSp new mod">
        <pc:chgData name="성현 이" userId="2f0182ffdb5a30a3" providerId="LiveId" clId="{96CFCBFF-3B86-4DA3-8BC4-90A0DDDF2BC8}" dt="2025-12-21T05:26:51.292" v="1425" actId="1076"/>
        <pc:sldMkLst>
          <pc:docMk/>
          <pc:sldMk cId="754990567" sldId="257"/>
        </pc:sldMkLst>
        <pc:spChg chg="mod">
          <ac:chgData name="성현 이" userId="2f0182ffdb5a30a3" providerId="LiveId" clId="{96CFCBFF-3B86-4DA3-8BC4-90A0DDDF2BC8}" dt="2025-12-21T00:23:13.480" v="1158" actId="20577"/>
          <ac:spMkLst>
            <pc:docMk/>
            <pc:sldMk cId="754990567" sldId="257"/>
            <ac:spMk id="2" creationId="{C2D0A880-8B5B-8E3B-44E9-A9DC2A66A14E}"/>
          </ac:spMkLst>
        </pc:spChg>
        <pc:spChg chg="add mod">
          <ac:chgData name="성현 이" userId="2f0182ffdb5a30a3" providerId="LiveId" clId="{96CFCBFF-3B86-4DA3-8BC4-90A0DDDF2BC8}" dt="2025-12-20T03:36:09.916" v="113" actId="14100"/>
          <ac:spMkLst>
            <pc:docMk/>
            <pc:sldMk cId="754990567" sldId="257"/>
            <ac:spMk id="9" creationId="{41B53A3E-AE02-D947-1149-25A5F45426D7}"/>
          </ac:spMkLst>
        </pc:spChg>
        <pc:spChg chg="add mod ord">
          <ac:chgData name="성현 이" userId="2f0182ffdb5a30a3" providerId="LiveId" clId="{96CFCBFF-3B86-4DA3-8BC4-90A0DDDF2BC8}" dt="2025-12-21T00:27:12.982" v="1216" actId="1076"/>
          <ac:spMkLst>
            <pc:docMk/>
            <pc:sldMk cId="754990567" sldId="257"/>
            <ac:spMk id="10" creationId="{6D6CBD1B-7294-CA69-8002-398D95CD358C}"/>
          </ac:spMkLst>
        </pc:spChg>
        <pc:spChg chg="add mod">
          <ac:chgData name="성현 이" userId="2f0182ffdb5a30a3" providerId="LiveId" clId="{96CFCBFF-3B86-4DA3-8BC4-90A0DDDF2BC8}" dt="2025-12-21T00:22:04.028" v="1097" actId="20577"/>
          <ac:spMkLst>
            <pc:docMk/>
            <pc:sldMk cId="754990567" sldId="257"/>
            <ac:spMk id="11" creationId="{26EBA638-2676-DAB2-9CD9-52C9088FFC12}"/>
          </ac:spMkLst>
        </pc:spChg>
        <pc:picChg chg="add mod">
          <ac:chgData name="성현 이" userId="2f0182ffdb5a30a3" providerId="LiveId" clId="{96CFCBFF-3B86-4DA3-8BC4-90A0DDDF2BC8}" dt="2025-12-21T05:26:51.292" v="1425" actId="1076"/>
          <ac:picMkLst>
            <pc:docMk/>
            <pc:sldMk cId="754990567" sldId="257"/>
            <ac:picMk id="5" creationId="{864F7A8D-F425-6FCD-6BF6-A3BCB1BD1D02}"/>
          </ac:picMkLst>
        </pc:picChg>
        <pc:picChg chg="add mod">
          <ac:chgData name="성현 이" userId="2f0182ffdb5a30a3" providerId="LiveId" clId="{96CFCBFF-3B86-4DA3-8BC4-90A0DDDF2BC8}" dt="2025-12-20T03:35:14.404" v="62" actId="14100"/>
          <ac:picMkLst>
            <pc:docMk/>
            <pc:sldMk cId="754990567" sldId="257"/>
            <ac:picMk id="6" creationId="{496DBC39-1466-8717-27C8-4CFF88BBBE87}"/>
          </ac:picMkLst>
        </pc:picChg>
      </pc:sldChg>
      <pc:sldChg chg="addSp delSp modSp new mod ord">
        <pc:chgData name="성현 이" userId="2f0182ffdb5a30a3" providerId="LiveId" clId="{96CFCBFF-3B86-4DA3-8BC4-90A0DDDF2BC8}" dt="2025-12-21T00:37:49.544" v="1349" actId="20577"/>
        <pc:sldMkLst>
          <pc:docMk/>
          <pc:sldMk cId="228176820" sldId="258"/>
        </pc:sldMkLst>
        <pc:spChg chg="mod">
          <ac:chgData name="성현 이" userId="2f0182ffdb5a30a3" providerId="LiveId" clId="{96CFCBFF-3B86-4DA3-8BC4-90A0DDDF2BC8}" dt="2025-12-21T00:06:37.819" v="182" actId="20577"/>
          <ac:spMkLst>
            <pc:docMk/>
            <pc:sldMk cId="228176820" sldId="258"/>
            <ac:spMk id="2" creationId="{34EA18EF-5636-43BA-3510-F9C27E612CAB}"/>
          </ac:spMkLst>
        </pc:spChg>
        <pc:spChg chg="add mod">
          <ac:chgData name="성현 이" userId="2f0182ffdb5a30a3" providerId="LiveId" clId="{96CFCBFF-3B86-4DA3-8BC4-90A0DDDF2BC8}" dt="2025-12-21T00:37:49.544" v="1349" actId="20577"/>
          <ac:spMkLst>
            <pc:docMk/>
            <pc:sldMk cId="228176820" sldId="258"/>
            <ac:spMk id="5" creationId="{CB59D864-299F-B167-EC6B-8A818FA793C1}"/>
          </ac:spMkLst>
        </pc:spChg>
        <pc:spChg chg="add mod">
          <ac:chgData name="성현 이" userId="2f0182ffdb5a30a3" providerId="LiveId" clId="{96CFCBFF-3B86-4DA3-8BC4-90A0DDDF2BC8}" dt="2025-12-21T00:09:27.177" v="264" actId="20577"/>
          <ac:spMkLst>
            <pc:docMk/>
            <pc:sldMk cId="228176820" sldId="258"/>
            <ac:spMk id="8" creationId="{31ACCA51-1005-67DD-B5C8-70D22A9BC54A}"/>
          </ac:spMkLst>
        </pc:spChg>
        <pc:picChg chg="add mod">
          <ac:chgData name="성현 이" userId="2f0182ffdb5a30a3" providerId="LiveId" clId="{96CFCBFF-3B86-4DA3-8BC4-90A0DDDF2BC8}" dt="2025-12-21T00:09:00.561" v="240" actId="1076"/>
          <ac:picMkLst>
            <pc:docMk/>
            <pc:sldMk cId="228176820" sldId="258"/>
            <ac:picMk id="7" creationId="{C003F7AB-ED75-15A0-C941-9081C6F8C0F5}"/>
          </ac:picMkLst>
        </pc:picChg>
      </pc:sldChg>
      <pc:sldChg chg="addSp delSp modSp new mod">
        <pc:chgData name="성현 이" userId="2f0182ffdb5a30a3" providerId="LiveId" clId="{96CFCBFF-3B86-4DA3-8BC4-90A0DDDF2BC8}" dt="2025-12-21T00:23:18.651" v="1165" actId="20577"/>
        <pc:sldMkLst>
          <pc:docMk/>
          <pc:sldMk cId="2158580055" sldId="259"/>
        </pc:sldMkLst>
        <pc:spChg chg="mod">
          <ac:chgData name="성현 이" userId="2f0182ffdb5a30a3" providerId="LiveId" clId="{96CFCBFF-3B86-4DA3-8BC4-90A0DDDF2BC8}" dt="2025-12-21T00:11:41.510" v="564" actId="20577"/>
          <ac:spMkLst>
            <pc:docMk/>
            <pc:sldMk cId="2158580055" sldId="259"/>
            <ac:spMk id="2" creationId="{33289BC8-EBF6-D869-62BB-8F56343B37F2}"/>
          </ac:spMkLst>
        </pc:spChg>
        <pc:spChg chg="add mod">
          <ac:chgData name="성현 이" userId="2f0182ffdb5a30a3" providerId="LiveId" clId="{96CFCBFF-3B86-4DA3-8BC4-90A0DDDF2BC8}" dt="2025-12-21T00:23:18.651" v="1165" actId="20577"/>
          <ac:spMkLst>
            <pc:docMk/>
            <pc:sldMk cId="2158580055" sldId="259"/>
            <ac:spMk id="5" creationId="{2EB5B827-9E87-B45D-D274-61ADAFC1BCC5}"/>
          </ac:spMkLst>
        </pc:spChg>
        <pc:spChg chg="add mod">
          <ac:chgData name="성현 이" userId="2f0182ffdb5a30a3" providerId="LiveId" clId="{96CFCBFF-3B86-4DA3-8BC4-90A0DDDF2BC8}" dt="2025-12-21T00:14:18.934" v="728" actId="20577"/>
          <ac:spMkLst>
            <pc:docMk/>
            <pc:sldMk cId="2158580055" sldId="259"/>
            <ac:spMk id="6" creationId="{8A11BE8D-7715-D174-7CFE-F5B83203FF50}"/>
          </ac:spMkLst>
        </pc:spChg>
        <pc:spChg chg="add mod">
          <ac:chgData name="성현 이" userId="2f0182ffdb5a30a3" providerId="LiveId" clId="{96CFCBFF-3B86-4DA3-8BC4-90A0DDDF2BC8}" dt="2025-12-21T00:18:59.231" v="922" actId="1076"/>
          <ac:spMkLst>
            <pc:docMk/>
            <pc:sldMk cId="2158580055" sldId="259"/>
            <ac:spMk id="9" creationId="{9CCF3F11-C414-EC78-0BEE-ECA89DDCE67F}"/>
          </ac:spMkLst>
        </pc:spChg>
        <pc:spChg chg="add mod">
          <ac:chgData name="성현 이" userId="2f0182ffdb5a30a3" providerId="LiveId" clId="{96CFCBFF-3B86-4DA3-8BC4-90A0DDDF2BC8}" dt="2025-12-21T00:17:55.272" v="915" actId="20577"/>
          <ac:spMkLst>
            <pc:docMk/>
            <pc:sldMk cId="2158580055" sldId="259"/>
            <ac:spMk id="11" creationId="{13759524-6D46-FE14-5826-C73CA332A434}"/>
          </ac:spMkLst>
        </pc:spChg>
        <pc:spChg chg="add mod">
          <ac:chgData name="성현 이" userId="2f0182ffdb5a30a3" providerId="LiveId" clId="{96CFCBFF-3B86-4DA3-8BC4-90A0DDDF2BC8}" dt="2025-12-21T00:19:32.802" v="951" actId="1076"/>
          <ac:spMkLst>
            <pc:docMk/>
            <pc:sldMk cId="2158580055" sldId="259"/>
            <ac:spMk id="17" creationId="{4266142B-7C70-E4E1-0F06-4476B8938A38}"/>
          </ac:spMkLst>
        </pc:spChg>
        <pc:spChg chg="add mod">
          <ac:chgData name="성현 이" userId="2f0182ffdb5a30a3" providerId="LiveId" clId="{96CFCBFF-3B86-4DA3-8BC4-90A0DDDF2BC8}" dt="2025-12-21T00:21:16.586" v="1030" actId="20577"/>
          <ac:spMkLst>
            <pc:docMk/>
            <pc:sldMk cId="2158580055" sldId="259"/>
            <ac:spMk id="18" creationId="{68097611-CE0F-02EB-011A-3D29F64FF938}"/>
          </ac:spMkLst>
        </pc:spChg>
        <pc:spChg chg="add mod">
          <ac:chgData name="성현 이" userId="2f0182ffdb5a30a3" providerId="LiveId" clId="{96CFCBFF-3B86-4DA3-8BC4-90A0DDDF2BC8}" dt="2025-12-21T00:22:47.475" v="1114" actId="20577"/>
          <ac:spMkLst>
            <pc:docMk/>
            <pc:sldMk cId="2158580055" sldId="259"/>
            <ac:spMk id="23" creationId="{4A1CD5AB-3E69-A335-3A9D-D4C03BA7A3B3}"/>
          </ac:spMkLst>
        </pc:spChg>
        <pc:picChg chg="add mod">
          <ac:chgData name="성현 이" userId="2f0182ffdb5a30a3" providerId="LiveId" clId="{96CFCBFF-3B86-4DA3-8BC4-90A0DDDF2BC8}" dt="2025-12-21T00:18:52.570" v="919" actId="1076"/>
          <ac:picMkLst>
            <pc:docMk/>
            <pc:sldMk cId="2158580055" sldId="259"/>
            <ac:picMk id="13" creationId="{33D0A525-15DC-CB1F-BB73-B44A23024860}"/>
          </ac:picMkLst>
        </pc:picChg>
        <pc:cxnChg chg="add mod">
          <ac:chgData name="성현 이" userId="2f0182ffdb5a30a3" providerId="LiveId" clId="{96CFCBFF-3B86-4DA3-8BC4-90A0DDDF2BC8}" dt="2025-12-21T00:14:28.898" v="730" actId="13822"/>
          <ac:cxnSpMkLst>
            <pc:docMk/>
            <pc:sldMk cId="2158580055" sldId="259"/>
            <ac:cxnSpMk id="8" creationId="{D970DF76-1FFB-85B3-FA9D-3165E3ABF814}"/>
          </ac:cxnSpMkLst>
        </pc:cxnChg>
        <pc:cxnChg chg="add mod">
          <ac:chgData name="성현 이" userId="2f0182ffdb5a30a3" providerId="LiveId" clId="{96CFCBFF-3B86-4DA3-8BC4-90A0DDDF2BC8}" dt="2025-12-21T00:17:01.765" v="843" actId="1076"/>
          <ac:cxnSpMkLst>
            <pc:docMk/>
            <pc:sldMk cId="2158580055" sldId="259"/>
            <ac:cxnSpMk id="10" creationId="{5CFB3C0F-BA64-2285-E240-678A3BF2D812}"/>
          </ac:cxnSpMkLst>
        </pc:cxnChg>
        <pc:cxnChg chg="add mod">
          <ac:chgData name="성현 이" userId="2f0182ffdb5a30a3" providerId="LiveId" clId="{96CFCBFF-3B86-4DA3-8BC4-90A0DDDF2BC8}" dt="2025-12-21T00:19:18.051" v="927" actId="13822"/>
          <ac:cxnSpMkLst>
            <pc:docMk/>
            <pc:sldMk cId="2158580055" sldId="259"/>
            <ac:cxnSpMk id="16" creationId="{9157D191-116A-B2FB-07F2-0292B3F1E9C9}"/>
          </ac:cxnSpMkLst>
        </pc:cxnChg>
        <pc:cxnChg chg="add mod">
          <ac:chgData name="성현 이" userId="2f0182ffdb5a30a3" providerId="LiveId" clId="{96CFCBFF-3B86-4DA3-8BC4-90A0DDDF2BC8}" dt="2025-12-21T00:21:34.115" v="1032" actId="13822"/>
          <ac:cxnSpMkLst>
            <pc:docMk/>
            <pc:sldMk cId="2158580055" sldId="259"/>
            <ac:cxnSpMk id="20" creationId="{CC3A8D00-38AC-5A76-8418-E7EBA255F33F}"/>
          </ac:cxnSpMkLst>
        </pc:cxnChg>
        <pc:cxnChg chg="add mod">
          <ac:chgData name="성현 이" userId="2f0182ffdb5a30a3" providerId="LiveId" clId="{96CFCBFF-3B86-4DA3-8BC4-90A0DDDF2BC8}" dt="2025-12-21T00:22:30.736" v="1099" actId="13822"/>
          <ac:cxnSpMkLst>
            <pc:docMk/>
            <pc:sldMk cId="2158580055" sldId="259"/>
            <ac:cxnSpMk id="22" creationId="{5F17FE9F-C82C-0A8D-3576-C959F0E688A2}"/>
          </ac:cxnSpMkLst>
        </pc:cxnChg>
      </pc:sldChg>
      <pc:sldChg chg="addSp delSp modSp new del mod">
        <pc:chgData name="성현 이" userId="2f0182ffdb5a30a3" providerId="LiveId" clId="{96CFCBFF-3B86-4DA3-8BC4-90A0DDDF2BC8}" dt="2025-12-29T10:56:31.051" v="1453" actId="2696"/>
        <pc:sldMkLst>
          <pc:docMk/>
          <pc:sldMk cId="3629301651" sldId="260"/>
        </pc:sldMkLst>
      </pc:sldChg>
      <pc:sldChg chg="addSp delSp modSp new mod">
        <pc:chgData name="성현 이" userId="2f0182ffdb5a30a3" providerId="LiveId" clId="{96CFCBFF-3B86-4DA3-8BC4-90A0DDDF2BC8}" dt="2025-12-21T00:39:08.876" v="1395" actId="207"/>
        <pc:sldMkLst>
          <pc:docMk/>
          <pc:sldMk cId="4230735722" sldId="261"/>
        </pc:sldMkLst>
        <pc:spChg chg="mod">
          <ac:chgData name="성현 이" userId="2f0182ffdb5a30a3" providerId="LiveId" clId="{96CFCBFF-3B86-4DA3-8BC4-90A0DDDF2BC8}" dt="2025-12-21T00:37:04.194" v="1334" actId="20577"/>
          <ac:spMkLst>
            <pc:docMk/>
            <pc:sldMk cId="4230735722" sldId="261"/>
            <ac:spMk id="2" creationId="{45F5F94A-A195-946A-8126-03998F492CFA}"/>
          </ac:spMkLst>
        </pc:spChg>
        <pc:spChg chg="add mod">
          <ac:chgData name="성현 이" userId="2f0182ffdb5a30a3" providerId="LiveId" clId="{96CFCBFF-3B86-4DA3-8BC4-90A0DDDF2BC8}" dt="2025-12-21T00:39:08.876" v="1395" actId="207"/>
          <ac:spMkLst>
            <pc:docMk/>
            <pc:sldMk cId="4230735722" sldId="261"/>
            <ac:spMk id="5" creationId="{C4C9B044-8F36-3798-EA92-9BDB86ACBBCE}"/>
          </ac:spMkLst>
        </pc:spChg>
        <pc:spChg chg="add mod">
          <ac:chgData name="성현 이" userId="2f0182ffdb5a30a3" providerId="LiveId" clId="{96CFCBFF-3B86-4DA3-8BC4-90A0DDDF2BC8}" dt="2025-12-21T00:37:30.540" v="1337" actId="1076"/>
          <ac:spMkLst>
            <pc:docMk/>
            <pc:sldMk cId="4230735722" sldId="261"/>
            <ac:spMk id="6" creationId="{98ED064B-7550-08E7-15E8-E42C64D40156}"/>
          </ac:spMkLst>
        </pc:spChg>
        <pc:spChg chg="add mod">
          <ac:chgData name="성현 이" userId="2f0182ffdb5a30a3" providerId="LiveId" clId="{96CFCBFF-3B86-4DA3-8BC4-90A0DDDF2BC8}" dt="2025-12-21T00:37:30.540" v="1337" actId="1076"/>
          <ac:spMkLst>
            <pc:docMk/>
            <pc:sldMk cId="4230735722" sldId="261"/>
            <ac:spMk id="9" creationId="{628B2057-490F-52EB-B6CC-E30F07233971}"/>
          </ac:spMkLst>
        </pc:spChg>
        <pc:spChg chg="add mod">
          <ac:chgData name="성현 이" userId="2f0182ffdb5a30a3" providerId="LiveId" clId="{96CFCBFF-3B86-4DA3-8BC4-90A0DDDF2BC8}" dt="2025-12-21T00:37:30.540" v="1337" actId="1076"/>
          <ac:spMkLst>
            <pc:docMk/>
            <pc:sldMk cId="4230735722" sldId="261"/>
            <ac:spMk id="10" creationId="{5181FC5E-C462-3A70-4B7B-A456E4DA692F}"/>
          </ac:spMkLst>
        </pc:spChg>
        <pc:spChg chg="add mod">
          <ac:chgData name="성현 이" userId="2f0182ffdb5a30a3" providerId="LiveId" clId="{96CFCBFF-3B86-4DA3-8BC4-90A0DDDF2BC8}" dt="2025-12-21T00:37:30.540" v="1337" actId="1076"/>
          <ac:spMkLst>
            <pc:docMk/>
            <pc:sldMk cId="4230735722" sldId="261"/>
            <ac:spMk id="13" creationId="{27EE84BB-10B3-780F-9C0C-9C77D767893E}"/>
          </ac:spMkLst>
        </pc:spChg>
        <pc:picChg chg="add mod">
          <ac:chgData name="성현 이" userId="2f0182ffdb5a30a3" providerId="LiveId" clId="{96CFCBFF-3B86-4DA3-8BC4-90A0DDDF2BC8}" dt="2025-12-21T00:37:30.540" v="1337" actId="1076"/>
          <ac:picMkLst>
            <pc:docMk/>
            <pc:sldMk cId="4230735722" sldId="261"/>
            <ac:picMk id="7" creationId="{7FC7DC80-C111-78A8-15E5-9D0ACB2F17BB}"/>
          </ac:picMkLst>
        </pc:picChg>
        <pc:cxnChg chg="add mod">
          <ac:chgData name="성현 이" userId="2f0182ffdb5a30a3" providerId="LiveId" clId="{96CFCBFF-3B86-4DA3-8BC4-90A0DDDF2BC8}" dt="2025-12-21T00:37:30.540" v="1337" actId="1076"/>
          <ac:cxnSpMkLst>
            <pc:docMk/>
            <pc:sldMk cId="4230735722" sldId="261"/>
            <ac:cxnSpMk id="8" creationId="{599ABC56-55CB-2E16-A6EC-B2480A703C50}"/>
          </ac:cxnSpMkLst>
        </pc:cxnChg>
        <pc:cxnChg chg="add mod">
          <ac:chgData name="성현 이" userId="2f0182ffdb5a30a3" providerId="LiveId" clId="{96CFCBFF-3B86-4DA3-8BC4-90A0DDDF2BC8}" dt="2025-12-21T00:37:30.540" v="1337" actId="1076"/>
          <ac:cxnSpMkLst>
            <pc:docMk/>
            <pc:sldMk cId="4230735722" sldId="261"/>
            <ac:cxnSpMk id="11" creationId="{DBC4C301-D9A8-BF88-7DBA-A87299F4EFE9}"/>
          </ac:cxnSpMkLst>
        </pc:cxnChg>
        <pc:cxnChg chg="add mod">
          <ac:chgData name="성현 이" userId="2f0182ffdb5a30a3" providerId="LiveId" clId="{96CFCBFF-3B86-4DA3-8BC4-90A0DDDF2BC8}" dt="2025-12-21T00:37:30.540" v="1337" actId="1076"/>
          <ac:cxnSpMkLst>
            <pc:docMk/>
            <pc:sldMk cId="4230735722" sldId="261"/>
            <ac:cxnSpMk id="12" creationId="{886CD2AD-A12D-4100-0B8C-DE062D696B49}"/>
          </ac:cxnSpMkLst>
        </pc:cxnChg>
      </pc:sldChg>
      <pc:sldChg chg="addSp delSp modSp add del mod">
        <pc:chgData name="성현 이" userId="2f0182ffdb5a30a3" providerId="LiveId" clId="{96CFCBFF-3B86-4DA3-8BC4-90A0DDDF2BC8}" dt="2025-12-29T10:56:31.690" v="1454" actId="2696"/>
        <pc:sldMkLst>
          <pc:docMk/>
          <pc:sldMk cId="2029602496" sldId="262"/>
        </pc:sldMkLst>
      </pc:sldChg>
      <pc:sldChg chg="addSp delSp modSp new mod">
        <pc:chgData name="성현 이" userId="2f0182ffdb5a30a3" providerId="LiveId" clId="{96CFCBFF-3B86-4DA3-8BC4-90A0DDDF2BC8}" dt="2025-12-29T13:33:24.212" v="1905" actId="20577"/>
        <pc:sldMkLst>
          <pc:docMk/>
          <pc:sldMk cId="3094958652" sldId="262"/>
        </pc:sldMkLst>
        <pc:spChg chg="mod">
          <ac:chgData name="성현 이" userId="2f0182ffdb5a30a3" providerId="LiveId" clId="{96CFCBFF-3B86-4DA3-8BC4-90A0DDDF2BC8}" dt="2025-12-29T11:35:49.170" v="1479" actId="20577"/>
          <ac:spMkLst>
            <pc:docMk/>
            <pc:sldMk cId="3094958652" sldId="262"/>
            <ac:spMk id="2" creationId="{58FB0D93-4732-3B13-B677-CB6DE8884836}"/>
          </ac:spMkLst>
        </pc:spChg>
        <pc:spChg chg="del">
          <ac:chgData name="성현 이" userId="2f0182ffdb5a30a3" providerId="LiveId" clId="{96CFCBFF-3B86-4DA3-8BC4-90A0DDDF2BC8}" dt="2025-12-29T11:35:51.533" v="1480" actId="478"/>
          <ac:spMkLst>
            <pc:docMk/>
            <pc:sldMk cId="3094958652" sldId="262"/>
            <ac:spMk id="3" creationId="{36AD549A-FC21-A586-C2CA-00FD9BC04978}"/>
          </ac:spMkLst>
        </pc:spChg>
        <pc:spChg chg="add mod">
          <ac:chgData name="성현 이" userId="2f0182ffdb5a30a3" providerId="LiveId" clId="{96CFCBFF-3B86-4DA3-8BC4-90A0DDDF2BC8}" dt="2025-12-29T13:33:24.212" v="1905" actId="20577"/>
          <ac:spMkLst>
            <pc:docMk/>
            <pc:sldMk cId="3094958652" sldId="262"/>
            <ac:spMk id="6" creationId="{70140558-337D-2597-2AC9-7D9F61301ADD}"/>
          </ac:spMkLst>
        </pc:spChg>
        <pc:spChg chg="add mod">
          <ac:chgData name="성현 이" userId="2f0182ffdb5a30a3" providerId="LiveId" clId="{96CFCBFF-3B86-4DA3-8BC4-90A0DDDF2BC8}" dt="2025-12-29T13:32:01.775" v="1758" actId="1076"/>
          <ac:spMkLst>
            <pc:docMk/>
            <pc:sldMk cId="3094958652" sldId="262"/>
            <ac:spMk id="8" creationId="{541C9697-44F5-732C-66F7-EDA3CC2A89B4}"/>
          </ac:spMkLst>
        </pc:spChg>
        <pc:picChg chg="add del mod">
          <ac:chgData name="성현 이" userId="2f0182ffdb5a30a3" providerId="LiveId" clId="{96CFCBFF-3B86-4DA3-8BC4-90A0DDDF2BC8}" dt="2025-12-29T13:29:57.678" v="1688" actId="478"/>
          <ac:picMkLst>
            <pc:docMk/>
            <pc:sldMk cId="3094958652" sldId="262"/>
            <ac:picMk id="5" creationId="{FD7FFD97-DF3E-35A7-8E87-F26703EC0955}"/>
          </ac:picMkLst>
        </pc:picChg>
        <pc:picChg chg="add mod">
          <ac:chgData name="성현 이" userId="2f0182ffdb5a30a3" providerId="LiveId" clId="{96CFCBFF-3B86-4DA3-8BC4-90A0DDDF2BC8}" dt="2025-12-29T13:30:06.919" v="1692" actId="1076"/>
          <ac:picMkLst>
            <pc:docMk/>
            <pc:sldMk cId="3094958652" sldId="262"/>
            <ac:picMk id="7" creationId="{3F776133-0EB0-9808-69E0-BBF303362B7D}"/>
          </ac:picMkLst>
        </pc:picChg>
      </pc:sldChg>
      <pc:sldChg chg="del">
        <pc:chgData name="성현 이" userId="2f0182ffdb5a30a3" providerId="LiveId" clId="{96CFCBFF-3B86-4DA3-8BC4-90A0DDDF2BC8}" dt="2025-12-20T03:19:45.287" v="7" actId="2696"/>
        <pc:sldMkLst>
          <pc:docMk/>
          <pc:sldMk cId="2934318303" sldId="263"/>
        </pc:sldMkLst>
      </pc:sldChg>
      <pc:sldChg chg="del">
        <pc:chgData name="성현 이" userId="2f0182ffdb5a30a3" providerId="LiveId" clId="{96CFCBFF-3B86-4DA3-8BC4-90A0DDDF2BC8}" dt="2025-12-20T03:19:46.060" v="8" actId="2696"/>
        <pc:sldMkLst>
          <pc:docMk/>
          <pc:sldMk cId="263197772" sldId="265"/>
        </pc:sldMkLst>
      </pc:sldChg>
      <pc:sldChg chg="del">
        <pc:chgData name="성현 이" userId="2f0182ffdb5a30a3" providerId="LiveId" clId="{96CFCBFF-3B86-4DA3-8BC4-90A0DDDF2BC8}" dt="2025-12-20T03:19:46.662" v="9" actId="2696"/>
        <pc:sldMkLst>
          <pc:docMk/>
          <pc:sldMk cId="2296774664" sldId="267"/>
        </pc:sldMkLst>
      </pc:sldChg>
      <pc:sldChg chg="del">
        <pc:chgData name="성현 이" userId="2f0182ffdb5a30a3" providerId="LiveId" clId="{96CFCBFF-3B86-4DA3-8BC4-90A0DDDF2BC8}" dt="2025-12-20T03:19:47.163" v="10" actId="2696"/>
        <pc:sldMkLst>
          <pc:docMk/>
          <pc:sldMk cId="3833745352" sldId="268"/>
        </pc:sldMkLst>
      </pc:sldChg>
      <pc:sldChg chg="del">
        <pc:chgData name="성현 이" userId="2f0182ffdb5a30a3" providerId="LiveId" clId="{96CFCBFF-3B86-4DA3-8BC4-90A0DDDF2BC8}" dt="2025-12-20T03:19:48.206" v="11" actId="2696"/>
        <pc:sldMkLst>
          <pc:docMk/>
          <pc:sldMk cId="2179769747" sldId="269"/>
        </pc:sldMkLst>
      </pc:sldChg>
      <pc:sldChg chg="del">
        <pc:chgData name="성현 이" userId="2f0182ffdb5a30a3" providerId="LiveId" clId="{96CFCBFF-3B86-4DA3-8BC4-90A0DDDF2BC8}" dt="2025-12-20T03:19:48.784" v="12" actId="2696"/>
        <pc:sldMkLst>
          <pc:docMk/>
          <pc:sldMk cId="3901142531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BNN model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code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변환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A18EF-5636-43BA-3510-F9C27E61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CC34E-57E2-2F80-228A-1AF393B6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9D864-299F-B167-EC6B-8A818FA793C1}"/>
              </a:ext>
            </a:extLst>
          </p:cNvPr>
          <p:cNvSpPr txBox="1"/>
          <p:nvPr/>
        </p:nvSpPr>
        <p:spPr>
          <a:xfrm>
            <a:off x="319314" y="1349829"/>
            <a:ext cx="1046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Goal : BNN </a:t>
            </a:r>
            <a:r>
              <a:rPr lang="ko-KR" altLang="en-US" dirty="0"/>
              <a:t>모델을 </a:t>
            </a:r>
            <a:r>
              <a:rPr lang="en-US" altLang="ko-KR" dirty="0"/>
              <a:t>C </a:t>
            </a:r>
            <a:r>
              <a:rPr lang="ko-KR" altLang="en-US" dirty="0"/>
              <a:t>추론 변환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옆의 그림처럼 </a:t>
            </a:r>
            <a:r>
              <a:rPr lang="en-US" altLang="ko-KR" dirty="0"/>
              <a:t>lenet5 </a:t>
            </a:r>
            <a:r>
              <a:rPr lang="ko-KR" altLang="en-US" dirty="0"/>
              <a:t>모델을 </a:t>
            </a:r>
            <a:r>
              <a:rPr lang="en-US" altLang="ko-KR" dirty="0"/>
              <a:t>C </a:t>
            </a:r>
            <a:r>
              <a:rPr lang="ko-KR" altLang="en-US" dirty="0"/>
              <a:t>추론 </a:t>
            </a:r>
            <a:endParaRPr lang="en-US" altLang="ko-KR" dirty="0"/>
          </a:p>
          <a:p>
            <a:r>
              <a:rPr lang="ko-KR" altLang="en-US" dirty="0"/>
              <a:t>변환했듯이 </a:t>
            </a:r>
            <a:r>
              <a:rPr lang="en-US" altLang="ko-KR" dirty="0"/>
              <a:t>BNN </a:t>
            </a:r>
            <a:r>
              <a:rPr lang="ko-KR" altLang="en-US" dirty="0"/>
              <a:t>모델</a:t>
            </a:r>
            <a:r>
              <a:rPr lang="en-US" altLang="ko-KR" dirty="0"/>
              <a:t>(</a:t>
            </a:r>
            <a:r>
              <a:rPr lang="en-US" altLang="ko-KR" dirty="0" err="1"/>
              <a:t>ReActNet</a:t>
            </a:r>
            <a:r>
              <a:rPr lang="en-US" altLang="ko-KR" dirty="0"/>
              <a:t>, </a:t>
            </a:r>
            <a:r>
              <a:rPr lang="en-US" altLang="ko-KR" dirty="0" err="1"/>
              <a:t>XnorNet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들을 </a:t>
            </a:r>
            <a:r>
              <a:rPr lang="en-US" altLang="ko-KR" dirty="0"/>
              <a:t>C </a:t>
            </a:r>
            <a:r>
              <a:rPr lang="ko-KR" altLang="en-US" dirty="0"/>
              <a:t>추론으로 변환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03F7AB-ED75-15A0-C941-9081C6F8C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701" y="863604"/>
            <a:ext cx="6775470" cy="5724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ACCA51-1005-67DD-B5C8-70D22A9BC54A}"/>
              </a:ext>
            </a:extLst>
          </p:cNvPr>
          <p:cNvSpPr txBox="1"/>
          <p:nvPr/>
        </p:nvSpPr>
        <p:spPr>
          <a:xfrm>
            <a:off x="4828701" y="494272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lenet5_mnist.c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76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89BC8-EBF6-D869-62BB-8F56343B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F2614-F8E8-0E21-9BC0-1F72C274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B5B827-9E87-B45D-D274-61ADAFC1BCC5}"/>
              </a:ext>
            </a:extLst>
          </p:cNvPr>
          <p:cNvSpPr/>
          <p:nvPr/>
        </p:nvSpPr>
        <p:spPr>
          <a:xfrm>
            <a:off x="2452915" y="863604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</a:rPr>
              <a:t>BNN model 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pytorch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ReActNet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, 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XnorNet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11BE8D-7715-D174-7CFE-F5B83203FF50}"/>
              </a:ext>
            </a:extLst>
          </p:cNvPr>
          <p:cNvSpPr/>
          <p:nvPr/>
        </p:nvSpPr>
        <p:spPr>
          <a:xfrm>
            <a:off x="2452915" y="1807033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get_net_details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모델 구조 파악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970DF76-1FFB-85B3-FA9D-3165E3ABF81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667829" y="1550765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CF3F11-C414-EC78-0BEE-ECA89DDCE67F}"/>
              </a:ext>
            </a:extLst>
          </p:cNvPr>
          <p:cNvSpPr/>
          <p:nvPr/>
        </p:nvSpPr>
        <p:spPr>
          <a:xfrm>
            <a:off x="2452915" y="2750462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get_int_params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추출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CFB3C0F-BA64-2285-E240-678A3BF2D812}"/>
              </a:ext>
            </a:extLst>
          </p:cNvPr>
          <p:cNvCxnSpPr/>
          <p:nvPr/>
        </p:nvCxnSpPr>
        <p:spPr>
          <a:xfrm>
            <a:off x="5667829" y="2494194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759524-6D46-FE14-5826-C73CA332A434}"/>
              </a:ext>
            </a:extLst>
          </p:cNvPr>
          <p:cNvSpPr/>
          <p:nvPr/>
        </p:nvSpPr>
        <p:spPr>
          <a:xfrm>
            <a:off x="2452915" y="3693891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save_cnn_net_params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저장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3D0A525-15DC-CB1F-BB73-B44A2302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969" y="3693891"/>
            <a:ext cx="2129974" cy="149243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57D191-116A-B2FB-07F2-0292B3F1E9C9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667829" y="3437623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266142B-7C70-E4E1-0F06-4476B8938A38}"/>
              </a:ext>
            </a:extLst>
          </p:cNvPr>
          <p:cNvSpPr txBox="1"/>
          <p:nvPr/>
        </p:nvSpPr>
        <p:spPr>
          <a:xfrm>
            <a:off x="9241969" y="3437623"/>
            <a:ext cx="163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파라미터 저장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097611-CE0F-02EB-011A-3D29F64FF938}"/>
              </a:ext>
            </a:extLst>
          </p:cNvPr>
          <p:cNvSpPr/>
          <p:nvPr/>
        </p:nvSpPr>
        <p:spPr>
          <a:xfrm>
            <a:off x="2452915" y="4637320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generate_og_c_code_cnn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추론 코드 변환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C3A8D00-38AC-5A76-8418-E7EBA255F33F}"/>
              </a:ext>
            </a:extLst>
          </p:cNvPr>
          <p:cNvCxnSpPr>
            <a:stCxn id="11" idx="2"/>
            <a:endCxn id="18" idx="0"/>
          </p:cNvCxnSpPr>
          <p:nvPr/>
        </p:nvCxnSpPr>
        <p:spPr>
          <a:xfrm>
            <a:off x="5667829" y="4381052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F17FE9F-C82C-0A8D-3576-C959F0E688A2}"/>
              </a:ext>
            </a:extLst>
          </p:cNvPr>
          <p:cNvCxnSpPr>
            <a:stCxn id="18" idx="2"/>
          </p:cNvCxnSpPr>
          <p:nvPr/>
        </p:nvCxnSpPr>
        <p:spPr>
          <a:xfrm>
            <a:off x="5667829" y="5324481"/>
            <a:ext cx="0" cy="328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1CD5AB-3E69-A335-3A9D-D4C03BA7A3B3}"/>
              </a:ext>
            </a:extLst>
          </p:cNvPr>
          <p:cNvSpPr txBox="1"/>
          <p:nvPr/>
        </p:nvSpPr>
        <p:spPr>
          <a:xfrm>
            <a:off x="4800602" y="5791200"/>
            <a:ext cx="173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BNN_model.c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858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0A880-8B5B-8E3B-44E9-A9DC2A66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BNN model </a:t>
            </a:r>
            <a:r>
              <a:rPr lang="en-US" altLang="ko-KR" dirty="0" err="1"/>
              <a:t>pytorch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DD9ED3-43B9-34D7-E8BC-6CC91D31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6DBC39-1466-8717-27C8-4CFF88BBB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9" y="1038205"/>
            <a:ext cx="5233786" cy="48451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B53A3E-AE02-D947-1149-25A5F45426D7}"/>
              </a:ext>
            </a:extLst>
          </p:cNvPr>
          <p:cNvSpPr txBox="1"/>
          <p:nvPr/>
        </p:nvSpPr>
        <p:spPr>
          <a:xfrm>
            <a:off x="224971" y="944719"/>
            <a:ext cx="322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Simple </a:t>
            </a:r>
            <a:r>
              <a:rPr lang="en-US" altLang="ko-KR" dirty="0" err="1"/>
              <a:t>XnorNet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EBA638-2676-DAB2-9CD9-52C9088FFC12}"/>
              </a:ext>
            </a:extLst>
          </p:cNvPr>
          <p:cNvSpPr txBox="1"/>
          <p:nvPr/>
        </p:nvSpPr>
        <p:spPr>
          <a:xfrm>
            <a:off x="405479" y="5959055"/>
            <a:ext cx="614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Both model : </a:t>
            </a:r>
            <a:r>
              <a:rPr lang="en-US" altLang="ko-KR" dirty="0" err="1"/>
              <a:t>BackBone</a:t>
            </a:r>
            <a:r>
              <a:rPr lang="en-US" altLang="ko-KR" dirty="0"/>
              <a:t> is </a:t>
            </a:r>
            <a:r>
              <a:rPr lang="en-US" altLang="ko-KR" dirty="0" err="1"/>
              <a:t>resnet</a:t>
            </a:r>
            <a:endParaRPr lang="en-US" altLang="ko-KR" dirty="0"/>
          </a:p>
          <a:p>
            <a:r>
              <a:rPr lang="ko-KR" altLang="en-US" dirty="0"/>
              <a:t>간단한 </a:t>
            </a:r>
            <a:r>
              <a:rPr lang="en-US" altLang="ko-KR" dirty="0"/>
              <a:t>BNN </a:t>
            </a:r>
            <a:r>
              <a:rPr lang="ko-KR" altLang="en-US" dirty="0"/>
              <a:t>모델을 </a:t>
            </a:r>
            <a:r>
              <a:rPr lang="en-US" altLang="ko-KR" dirty="0" err="1"/>
              <a:t>pytorch</a:t>
            </a:r>
            <a:r>
              <a:rPr lang="ko-KR" altLang="en-US" dirty="0"/>
              <a:t>를 통해서 구현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4F7A8D-F425-6FCD-6BF6-A3BCB1BD1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161" y="939315"/>
            <a:ext cx="3677346" cy="55995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6CBD1B-7294-CA69-8002-398D95CD358C}"/>
              </a:ext>
            </a:extLst>
          </p:cNvPr>
          <p:cNvSpPr txBox="1"/>
          <p:nvPr/>
        </p:nvSpPr>
        <p:spPr>
          <a:xfrm>
            <a:off x="5942682" y="93931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Simple </a:t>
            </a:r>
            <a:r>
              <a:rPr lang="en-US" altLang="ko-KR" dirty="0" err="1"/>
              <a:t>ReActNet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4990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5F94A-A195-946A-8126-03998F49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02FF1-CE9C-7AC4-71A2-C488F066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C9B044-8F36-3798-EA92-9BDB86ACBBCE}"/>
              </a:ext>
            </a:extLst>
          </p:cNvPr>
          <p:cNvSpPr/>
          <p:nvPr/>
        </p:nvSpPr>
        <p:spPr>
          <a:xfrm>
            <a:off x="2351315" y="1465948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get_int_params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추출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진행 중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ED064B-7550-08E7-15E8-E42C64D40156}"/>
              </a:ext>
            </a:extLst>
          </p:cNvPr>
          <p:cNvSpPr/>
          <p:nvPr/>
        </p:nvSpPr>
        <p:spPr>
          <a:xfrm>
            <a:off x="2351315" y="2409377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save_cnn_net_params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저장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FC7DC80-C111-78A8-15E5-9D0ACB2F1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369" y="2409377"/>
            <a:ext cx="2129974" cy="1492431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99ABC56-55CB-2E16-A6EC-B2480A703C50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566229" y="2153109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8B2057-490F-52EB-B6CC-E30F07233971}"/>
              </a:ext>
            </a:extLst>
          </p:cNvPr>
          <p:cNvSpPr txBox="1"/>
          <p:nvPr/>
        </p:nvSpPr>
        <p:spPr>
          <a:xfrm>
            <a:off x="9140369" y="2153109"/>
            <a:ext cx="163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파라미터 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81FC5E-C462-3A70-4B7B-A456E4DA692F}"/>
              </a:ext>
            </a:extLst>
          </p:cNvPr>
          <p:cNvSpPr/>
          <p:nvPr/>
        </p:nvSpPr>
        <p:spPr>
          <a:xfrm>
            <a:off x="2351315" y="3352806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generate_og_c_code_cnn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추론 코드 변환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BC4C301-D9A8-BF88-7DBA-A87299F4EFE9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5566229" y="3096538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86CD2AD-A12D-4100-0B8C-DE062D696B49}"/>
              </a:ext>
            </a:extLst>
          </p:cNvPr>
          <p:cNvCxnSpPr>
            <a:stCxn id="10" idx="2"/>
          </p:cNvCxnSpPr>
          <p:nvPr/>
        </p:nvCxnSpPr>
        <p:spPr>
          <a:xfrm>
            <a:off x="5566229" y="4039967"/>
            <a:ext cx="0" cy="328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EE84BB-10B3-780F-9C0C-9C77D767893E}"/>
              </a:ext>
            </a:extLst>
          </p:cNvPr>
          <p:cNvSpPr txBox="1"/>
          <p:nvPr/>
        </p:nvSpPr>
        <p:spPr>
          <a:xfrm>
            <a:off x="4699002" y="4506686"/>
            <a:ext cx="173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BNN_model.c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73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FB0D93-4732-3B13-B677-CB6DE888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Extract</a:t>
            </a:r>
            <a:r>
              <a:rPr lang="ko-KR" altLang="en-US" dirty="0"/>
              <a:t> </a:t>
            </a:r>
            <a:r>
              <a:rPr lang="en-US" altLang="ko-KR" dirty="0"/>
              <a:t>parameter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0E9D0C-6CC6-629B-7ECC-6D9448B80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40558-337D-2597-2AC9-7D9F61301ADD}"/>
              </a:ext>
            </a:extLst>
          </p:cNvPr>
          <p:cNvSpPr txBox="1"/>
          <p:nvPr/>
        </p:nvSpPr>
        <p:spPr>
          <a:xfrm>
            <a:off x="5415957" y="1232936"/>
            <a:ext cx="61730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Conv, Linear</a:t>
            </a:r>
            <a:r>
              <a:rPr lang="ko-KR" altLang="en-US" dirty="0"/>
              <a:t>의 </a:t>
            </a:r>
            <a:r>
              <a:rPr lang="en-US" altLang="ko-KR" dirty="0"/>
              <a:t>weight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Binary : {-1, 1}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INT8 : {-128 ~ 128}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Conv, Linear</a:t>
            </a:r>
            <a:r>
              <a:rPr lang="ko-KR" altLang="en-US" dirty="0"/>
              <a:t>의 </a:t>
            </a:r>
            <a:r>
              <a:rPr lang="en-US" altLang="ko-KR" dirty="0"/>
              <a:t>bias : INT32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layer - layer</a:t>
            </a:r>
            <a:r>
              <a:rPr lang="ko-KR" altLang="en-US" dirty="0"/>
              <a:t> 간의 </a:t>
            </a:r>
            <a:r>
              <a:rPr lang="en-US" altLang="ko-KR" dirty="0"/>
              <a:t>scale </a:t>
            </a:r>
            <a:r>
              <a:rPr lang="ko-KR" altLang="en-US" dirty="0"/>
              <a:t>변화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Conv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 err="1"/>
              <a:t>learnable_bias</a:t>
            </a:r>
            <a:r>
              <a:rPr lang="en-US" altLang="ko-KR" dirty="0"/>
              <a:t> </a:t>
            </a:r>
            <a:r>
              <a:rPr lang="ko-KR" altLang="en-US" dirty="0"/>
              <a:t>의 </a:t>
            </a:r>
            <a:r>
              <a:rPr lang="en-US" altLang="ko-KR" dirty="0"/>
              <a:t>scale </a:t>
            </a:r>
            <a:r>
              <a:rPr lang="ko-KR" altLang="en-US" dirty="0"/>
              <a:t>변화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Elementwise ADD - </a:t>
            </a:r>
            <a:r>
              <a:rPr lang="en-US" altLang="ko-KR" dirty="0" err="1"/>
              <a:t>learnable_bias</a:t>
            </a:r>
            <a:r>
              <a:rPr lang="en-US" altLang="ko-KR" dirty="0"/>
              <a:t> </a:t>
            </a:r>
            <a:r>
              <a:rPr lang="ko-KR" altLang="en-US" dirty="0"/>
              <a:t>의 </a:t>
            </a:r>
            <a:r>
              <a:rPr lang="en-US" altLang="ko-KR" dirty="0"/>
              <a:t>scale </a:t>
            </a:r>
            <a:r>
              <a:rPr lang="ko-KR" altLang="en-US" dirty="0"/>
              <a:t>변화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Elementwise </a:t>
            </a:r>
            <a:r>
              <a:rPr lang="ko-KR" altLang="en-US" dirty="0"/>
              <a:t>이전의 각 </a:t>
            </a:r>
            <a:r>
              <a:rPr lang="en-US" altLang="ko-KR" dirty="0"/>
              <a:t>layer</a:t>
            </a:r>
            <a:r>
              <a:rPr lang="ko-KR" altLang="en-US" dirty="0"/>
              <a:t>들 </a:t>
            </a:r>
            <a:r>
              <a:rPr lang="en-US" altLang="ko-KR" dirty="0"/>
              <a:t>– Elementwise Add</a:t>
            </a:r>
            <a:r>
              <a:rPr lang="ko-KR" altLang="en-US" dirty="0"/>
              <a:t>의 </a:t>
            </a:r>
            <a:r>
              <a:rPr lang="en-US" altLang="ko-KR" dirty="0"/>
              <a:t>scale </a:t>
            </a:r>
            <a:r>
              <a:rPr lang="ko-KR" altLang="en-US" dirty="0"/>
              <a:t>변화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776133-0EB0-9808-69E0-BBF303362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14" y="863604"/>
            <a:ext cx="3818552" cy="5814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1C9697-44F5-732C-66F7-EDA3CC2A89B4}"/>
              </a:ext>
            </a:extLst>
          </p:cNvPr>
          <p:cNvSpPr txBox="1"/>
          <p:nvPr/>
        </p:nvSpPr>
        <p:spPr>
          <a:xfrm>
            <a:off x="170552" y="86360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Simple </a:t>
            </a:r>
            <a:r>
              <a:rPr lang="en-US" altLang="ko-KR" dirty="0" err="1"/>
              <a:t>ReActNet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495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12473</TotalTime>
  <Words>244</Words>
  <Application>Microsoft Office PowerPoint</Application>
  <PresentationFormat>와이드스크린</PresentationFormat>
  <Paragraphs>47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BNN model code 변환</vt:lpstr>
      <vt:lpstr>Goal</vt:lpstr>
      <vt:lpstr>Process</vt:lpstr>
      <vt:lpstr>BNN model pytorch</vt:lpstr>
      <vt:lpstr>To do </vt:lpstr>
      <vt:lpstr>Extract parameter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1340</cp:revision>
  <dcterms:created xsi:type="dcterms:W3CDTF">2023-03-06T16:32:37Z</dcterms:created>
  <dcterms:modified xsi:type="dcterms:W3CDTF">2025-12-29T13:36:02Z</dcterms:modified>
</cp:coreProperties>
</file>