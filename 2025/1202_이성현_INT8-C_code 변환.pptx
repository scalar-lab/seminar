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65" r:id="rId4"/>
    <p:sldId id="267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2C62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66" d="100"/>
          <a:sy n="66" d="100"/>
        </p:scale>
        <p:origin x="873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5-12-01T05:00:39.494" v="7131" actId="1076"/>
      <pc:docMkLst>
        <pc:docMk/>
      </pc:docMkLst>
      <pc:sldChg chg="delSp modSp mod modNotesTx">
        <pc:chgData name="성현 이" userId="2f0182ffdb5a30a3" providerId="LiveId" clId="{96CFCBFF-3B86-4DA3-8BC4-90A0DDDF2BC8}" dt="2025-11-30T00:58:35.371" v="6830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5-11-17T03:40:21.405" v="3438" actId="20577"/>
          <ac:spMkLst>
            <pc:docMk/>
            <pc:sldMk cId="1460686755" sldId="256"/>
            <ac:spMk id="2" creationId="{AEB04FD9-6A59-4C4E-B0B6-829FC2BFF5E2}"/>
          </ac:spMkLst>
        </pc:spChg>
      </pc:sldChg>
      <pc:sldChg chg="addSp delSp modSp new del mod">
        <pc:chgData name="성현 이" userId="2f0182ffdb5a30a3" providerId="LiveId" clId="{96CFCBFF-3B86-4DA3-8BC4-90A0DDDF2BC8}" dt="2025-11-21T22:18:49.894" v="5730" actId="2696"/>
        <pc:sldMkLst>
          <pc:docMk/>
          <pc:sldMk cId="788329462" sldId="257"/>
        </pc:sldMkLst>
      </pc:sldChg>
      <pc:sldChg chg="addSp delSp modSp new add del mod">
        <pc:chgData name="성현 이" userId="2f0182ffdb5a30a3" providerId="LiveId" clId="{96CFCBFF-3B86-4DA3-8BC4-90A0DDDF2BC8}" dt="2025-11-17T00:54:35.519" v="3261" actId="2696"/>
        <pc:sldMkLst>
          <pc:docMk/>
          <pc:sldMk cId="858111666" sldId="258"/>
        </pc:sldMkLst>
      </pc:sldChg>
      <pc:sldChg chg="addSp delSp modSp new del mod">
        <pc:chgData name="성현 이" userId="2f0182ffdb5a30a3" providerId="LiveId" clId="{96CFCBFF-3B86-4DA3-8BC4-90A0DDDF2BC8}" dt="2025-11-21T22:18:50.513" v="5731" actId="2696"/>
        <pc:sldMkLst>
          <pc:docMk/>
          <pc:sldMk cId="3031848302" sldId="258"/>
        </pc:sldMkLst>
      </pc:sldChg>
      <pc:sldChg chg="addSp delSp modSp new del mod">
        <pc:chgData name="성현 이" userId="2f0182ffdb5a30a3" providerId="LiveId" clId="{96CFCBFF-3B86-4DA3-8BC4-90A0DDDF2BC8}" dt="2025-11-21T22:18:51.709" v="5732" actId="2696"/>
        <pc:sldMkLst>
          <pc:docMk/>
          <pc:sldMk cId="2915561721" sldId="259"/>
        </pc:sldMkLst>
      </pc:sldChg>
      <pc:sldChg chg="addSp delSp modSp new add del mod">
        <pc:chgData name="성현 이" userId="2f0182ffdb5a30a3" providerId="LiveId" clId="{96CFCBFF-3B86-4DA3-8BC4-90A0DDDF2BC8}" dt="2025-11-17T00:54:36.720" v="3262" actId="2696"/>
        <pc:sldMkLst>
          <pc:docMk/>
          <pc:sldMk cId="3720707449" sldId="259"/>
        </pc:sldMkLst>
      </pc:sldChg>
      <pc:sldChg chg="addSp delSp modSp new del mod">
        <pc:chgData name="성현 이" userId="2f0182ffdb5a30a3" providerId="LiveId" clId="{96CFCBFF-3B86-4DA3-8BC4-90A0DDDF2BC8}" dt="2025-11-19T21:19:03.160" v="4391" actId="2696"/>
        <pc:sldMkLst>
          <pc:docMk/>
          <pc:sldMk cId="1347318907" sldId="260"/>
        </pc:sldMkLst>
      </pc:sldChg>
      <pc:sldChg chg="addSp delSp modSp new add del mod">
        <pc:chgData name="성현 이" userId="2f0182ffdb5a30a3" providerId="LiveId" clId="{96CFCBFF-3B86-4DA3-8BC4-90A0DDDF2BC8}" dt="2025-11-17T00:54:37.148" v="3263" actId="2696"/>
        <pc:sldMkLst>
          <pc:docMk/>
          <pc:sldMk cId="3205145228" sldId="260"/>
        </pc:sldMkLst>
      </pc:sldChg>
      <pc:sldChg chg="addSp delSp modSp new del mod">
        <pc:chgData name="성현 이" userId="2f0182ffdb5a30a3" providerId="LiveId" clId="{96CFCBFF-3B86-4DA3-8BC4-90A0DDDF2BC8}" dt="2025-11-21T21:58:45.918" v="5199" actId="2696"/>
        <pc:sldMkLst>
          <pc:docMk/>
          <pc:sldMk cId="2164722270" sldId="261"/>
        </pc:sldMkLst>
      </pc:sldChg>
      <pc:sldChg chg="addSp delSp modSp new add del mod">
        <pc:chgData name="성현 이" userId="2f0182ffdb5a30a3" providerId="LiveId" clId="{96CFCBFF-3B86-4DA3-8BC4-90A0DDDF2BC8}" dt="2025-11-17T00:54:37.656" v="3264" actId="2696"/>
        <pc:sldMkLst>
          <pc:docMk/>
          <pc:sldMk cId="3842355727" sldId="261"/>
        </pc:sldMkLst>
      </pc:sldChg>
      <pc:sldChg chg="addSp delSp modSp new del mod">
        <pc:chgData name="성현 이" userId="2f0182ffdb5a30a3" providerId="LiveId" clId="{96CFCBFF-3B86-4DA3-8BC4-90A0DDDF2BC8}" dt="2025-11-21T22:18:52.427" v="5733" actId="2696"/>
        <pc:sldMkLst>
          <pc:docMk/>
          <pc:sldMk cId="1159501507" sldId="262"/>
        </pc:sldMkLst>
      </pc:sldChg>
      <pc:sldChg chg="delSp modSp new del mod">
        <pc:chgData name="성현 이" userId="2f0182ffdb5a30a3" providerId="LiveId" clId="{96CFCBFF-3B86-4DA3-8BC4-90A0DDDF2BC8}" dt="2025-11-19T22:31:00.279" v="4557" actId="2696"/>
        <pc:sldMkLst>
          <pc:docMk/>
          <pc:sldMk cId="1875199678" sldId="263"/>
        </pc:sldMkLst>
      </pc:sldChg>
      <pc:sldChg chg="addSp delSp modSp new mod">
        <pc:chgData name="성현 이" userId="2f0182ffdb5a30a3" providerId="LiveId" clId="{96CFCBFF-3B86-4DA3-8BC4-90A0DDDF2BC8}" dt="2025-11-21T22:45:05.021" v="6023" actId="20577"/>
        <pc:sldMkLst>
          <pc:docMk/>
          <pc:sldMk cId="2934318303" sldId="263"/>
        </pc:sldMkLst>
        <pc:spChg chg="mod">
          <ac:chgData name="성현 이" userId="2f0182ffdb5a30a3" providerId="LiveId" clId="{96CFCBFF-3B86-4DA3-8BC4-90A0DDDF2BC8}" dt="2025-11-21T21:55:56.097" v="5156" actId="5793"/>
          <ac:spMkLst>
            <pc:docMk/>
            <pc:sldMk cId="2934318303" sldId="263"/>
            <ac:spMk id="2" creationId="{9AAEDD79-5A14-E638-6B6B-9CE97896B8A0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5" creationId="{960CB910-D7ED-108F-3C01-B562DE6BDEA7}"/>
          </ac:spMkLst>
        </pc:spChg>
        <pc:spChg chg="add mod">
          <ac:chgData name="성현 이" userId="2f0182ffdb5a30a3" providerId="LiveId" clId="{96CFCBFF-3B86-4DA3-8BC4-90A0DDDF2BC8}" dt="2025-11-21T21:52:35.871" v="5022" actId="1076"/>
          <ac:spMkLst>
            <pc:docMk/>
            <pc:sldMk cId="2934318303" sldId="263"/>
            <ac:spMk id="8" creationId="{0C195FB6-11D8-5A4D-466C-5380EA21D904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11" creationId="{60D858E2-AFC3-CB24-AF75-3BAA683D5D21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13" creationId="{DE1D3A01-402F-685A-B897-009512CEEFD1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15" creationId="{3F5E91A3-6E84-98D4-0009-990A3ED94E28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18" creationId="{5B135F76-8EAD-4B7B-BFA0-76D664A04A65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19" creationId="{791924C3-3027-D106-7293-C646D60702D6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20" creationId="{D775E1A2-74C6-93C7-3AF7-6FB127E64B9E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21" creationId="{25E923E6-B90D-3051-E92E-524F393FBB13}"/>
          </ac:spMkLst>
        </pc:spChg>
        <pc:spChg chg="add mod">
          <ac:chgData name="성현 이" userId="2f0182ffdb5a30a3" providerId="LiveId" clId="{96CFCBFF-3B86-4DA3-8BC4-90A0DDDF2BC8}" dt="2025-11-21T22:45:05.021" v="6023" actId="20577"/>
          <ac:spMkLst>
            <pc:docMk/>
            <pc:sldMk cId="2934318303" sldId="263"/>
            <ac:spMk id="23" creationId="{22ACDAA3-BFC8-A2D9-4153-900DE4641ECD}"/>
          </ac:spMkLst>
        </pc:spChg>
        <pc:spChg chg="add mod">
          <ac:chgData name="성현 이" userId="2f0182ffdb5a30a3" providerId="LiveId" clId="{96CFCBFF-3B86-4DA3-8BC4-90A0DDDF2BC8}" dt="2025-11-21T22:11:00.830" v="5450" actId="20577"/>
          <ac:spMkLst>
            <pc:docMk/>
            <pc:sldMk cId="2934318303" sldId="263"/>
            <ac:spMk id="25" creationId="{2D866AA1-E406-0EFE-7114-5665AC3442F0}"/>
          </ac:spMkLst>
        </pc:spChg>
        <pc:spChg chg="add mod">
          <ac:chgData name="성현 이" userId="2f0182ffdb5a30a3" providerId="LiveId" clId="{96CFCBFF-3B86-4DA3-8BC4-90A0DDDF2BC8}" dt="2025-11-21T22:10:30.526" v="5425" actId="1076"/>
          <ac:spMkLst>
            <pc:docMk/>
            <pc:sldMk cId="2934318303" sldId="263"/>
            <ac:spMk id="26" creationId="{5344FABE-B592-D8F7-3EE9-B8CCC8C8E26B}"/>
          </ac:spMkLst>
        </pc:spChg>
        <pc:spChg chg="add mod">
          <ac:chgData name="성현 이" userId="2f0182ffdb5a30a3" providerId="LiveId" clId="{96CFCBFF-3B86-4DA3-8BC4-90A0DDDF2BC8}" dt="2025-11-21T22:11:13.108" v="5470" actId="207"/>
          <ac:spMkLst>
            <pc:docMk/>
            <pc:sldMk cId="2934318303" sldId="263"/>
            <ac:spMk id="28" creationId="{327FA683-1131-2C6B-856D-E26ECB7EDFF6}"/>
          </ac:spMkLst>
        </pc:spChg>
      </pc:sldChg>
      <pc:sldChg chg="addSp delSp modSp new add del mod">
        <pc:chgData name="성현 이" userId="2f0182ffdb5a30a3" providerId="LiveId" clId="{96CFCBFF-3B86-4DA3-8BC4-90A0DDDF2BC8}" dt="2025-12-01T02:31:56.162" v="7113" actId="2696"/>
        <pc:sldMkLst>
          <pc:docMk/>
          <pc:sldMk cId="3349527083" sldId="264"/>
        </pc:sldMkLst>
      </pc:sldChg>
      <pc:sldChg chg="addSp delSp modSp new mod">
        <pc:chgData name="성현 이" userId="2f0182ffdb5a30a3" providerId="LiveId" clId="{96CFCBFF-3B86-4DA3-8BC4-90A0DDDF2BC8}" dt="2025-11-24T18:18:22.896" v="6198" actId="1076"/>
        <pc:sldMkLst>
          <pc:docMk/>
          <pc:sldMk cId="263197772" sldId="265"/>
        </pc:sldMkLst>
        <pc:spChg chg="mod">
          <ac:chgData name="성현 이" userId="2f0182ffdb5a30a3" providerId="LiveId" clId="{96CFCBFF-3B86-4DA3-8BC4-90A0DDDF2BC8}" dt="2025-11-21T22:12:35.851" v="5483" actId="20577"/>
          <ac:spMkLst>
            <pc:docMk/>
            <pc:sldMk cId="263197772" sldId="265"/>
            <ac:spMk id="2" creationId="{3B6A0911-B7A1-05FF-41B6-9A31F78F8990}"/>
          </ac:spMkLst>
        </pc:spChg>
        <pc:spChg chg="add mod">
          <ac:chgData name="성현 이" userId="2f0182ffdb5a30a3" providerId="LiveId" clId="{96CFCBFF-3B86-4DA3-8BC4-90A0DDDF2BC8}" dt="2025-11-24T18:16:20.414" v="6177" actId="20577"/>
          <ac:spMkLst>
            <pc:docMk/>
            <pc:sldMk cId="263197772" sldId="265"/>
            <ac:spMk id="5" creationId="{6B8E2D03-65E5-CBDC-E4C9-4A0E1AB0655E}"/>
          </ac:spMkLst>
        </pc:spChg>
        <pc:spChg chg="add mod">
          <ac:chgData name="성현 이" userId="2f0182ffdb5a30a3" providerId="LiveId" clId="{96CFCBFF-3B86-4DA3-8BC4-90A0DDDF2BC8}" dt="2025-11-24T18:16:35.197" v="6197" actId="20577"/>
          <ac:spMkLst>
            <pc:docMk/>
            <pc:sldMk cId="263197772" sldId="265"/>
            <ac:spMk id="10" creationId="{75E63D3D-3119-F62D-05C8-397088D71840}"/>
          </ac:spMkLst>
        </pc:spChg>
        <pc:spChg chg="add mod">
          <ac:chgData name="성현 이" userId="2f0182ffdb5a30a3" providerId="LiveId" clId="{96CFCBFF-3B86-4DA3-8BC4-90A0DDDF2BC8}" dt="2025-11-21T22:17:08.119" v="5684" actId="20577"/>
          <ac:spMkLst>
            <pc:docMk/>
            <pc:sldMk cId="263197772" sldId="265"/>
            <ac:spMk id="12" creationId="{7E79F5F4-1070-88EE-7712-9E8F1749E4D7}"/>
          </ac:spMkLst>
        </pc:spChg>
        <pc:spChg chg="add mod">
          <ac:chgData name="성현 이" userId="2f0182ffdb5a30a3" providerId="LiveId" clId="{96CFCBFF-3B86-4DA3-8BC4-90A0DDDF2BC8}" dt="2025-11-21T22:16:49.711" v="5676" actId="1076"/>
          <ac:spMkLst>
            <pc:docMk/>
            <pc:sldMk cId="263197772" sldId="265"/>
            <ac:spMk id="13" creationId="{F6E20D38-46C5-2954-ABBB-2866993601A3}"/>
          </ac:spMkLst>
        </pc:spChg>
        <pc:spChg chg="add mod">
          <ac:chgData name="성현 이" userId="2f0182ffdb5a30a3" providerId="LiveId" clId="{96CFCBFF-3B86-4DA3-8BC4-90A0DDDF2BC8}" dt="2025-11-21T22:16:59.551" v="5680" actId="20577"/>
          <ac:spMkLst>
            <pc:docMk/>
            <pc:sldMk cId="263197772" sldId="265"/>
            <ac:spMk id="19" creationId="{934750F7-7656-1B8E-2882-65052B7181A9}"/>
          </ac:spMkLst>
        </pc:spChg>
        <pc:spChg chg="add mod">
          <ac:chgData name="성현 이" userId="2f0182ffdb5a30a3" providerId="LiveId" clId="{96CFCBFF-3B86-4DA3-8BC4-90A0DDDF2BC8}" dt="2025-11-21T22:16:58.470" v="5679" actId="20577"/>
          <ac:spMkLst>
            <pc:docMk/>
            <pc:sldMk cId="263197772" sldId="265"/>
            <ac:spMk id="21" creationId="{BAF6F9FC-3BA2-9ED9-6B68-9D63AB491DB4}"/>
          </ac:spMkLst>
        </pc:spChg>
        <pc:spChg chg="add mod">
          <ac:chgData name="성현 이" userId="2f0182ffdb5a30a3" providerId="LiveId" clId="{96CFCBFF-3B86-4DA3-8BC4-90A0DDDF2BC8}" dt="2025-11-21T22:16:19.523" v="5665" actId="20577"/>
          <ac:spMkLst>
            <pc:docMk/>
            <pc:sldMk cId="263197772" sldId="265"/>
            <ac:spMk id="22" creationId="{45F5DAF4-83AF-17F7-3428-BD0E88D889CE}"/>
          </ac:spMkLst>
        </pc:spChg>
        <pc:spChg chg="add mod">
          <ac:chgData name="성현 이" userId="2f0182ffdb5a30a3" providerId="LiveId" clId="{96CFCBFF-3B86-4DA3-8BC4-90A0DDDF2BC8}" dt="2025-11-21T22:20:50.787" v="5889" actId="20577"/>
          <ac:spMkLst>
            <pc:docMk/>
            <pc:sldMk cId="263197772" sldId="265"/>
            <ac:spMk id="23" creationId="{710DE9B8-C7E6-9AA6-CA17-45AF93CBBE0A}"/>
          </ac:spMkLst>
        </pc:spChg>
        <pc:spChg chg="add mod">
          <ac:chgData name="성현 이" userId="2f0182ffdb5a30a3" providerId="LiveId" clId="{96CFCBFF-3B86-4DA3-8BC4-90A0DDDF2BC8}" dt="2025-11-24T18:18:22.896" v="6198" actId="1076"/>
          <ac:spMkLst>
            <pc:docMk/>
            <pc:sldMk cId="263197772" sldId="265"/>
            <ac:spMk id="31" creationId="{DB41FD5A-2A05-B488-5C0E-FDF23E831A2E}"/>
          </ac:spMkLst>
        </pc:spChg>
        <pc:picChg chg="add mod">
          <ac:chgData name="성현 이" userId="2f0182ffdb5a30a3" providerId="LiveId" clId="{96CFCBFF-3B86-4DA3-8BC4-90A0DDDF2BC8}" dt="2025-11-21T22:14:43.338" v="5582" actId="1076"/>
          <ac:picMkLst>
            <pc:docMk/>
            <pc:sldMk cId="263197772" sldId="265"/>
            <ac:picMk id="17" creationId="{EFA653BE-D8A8-3D96-217E-2621D43292DA}"/>
          </ac:picMkLst>
        </pc:picChg>
        <pc:cxnChg chg="add mod">
          <ac:chgData name="성현 이" userId="2f0182ffdb5a30a3" providerId="LiveId" clId="{96CFCBFF-3B86-4DA3-8BC4-90A0DDDF2BC8}" dt="2025-11-21T22:16:42.644" v="5674" actId="1076"/>
          <ac:cxnSpMkLst>
            <pc:docMk/>
            <pc:sldMk cId="263197772" sldId="265"/>
            <ac:cxnSpMk id="7" creationId="{9E106D1C-FED8-2899-A55B-9A42B8206A28}"/>
          </ac:cxnSpMkLst>
        </pc:cxnChg>
        <pc:cxnChg chg="add mod">
          <ac:chgData name="성현 이" userId="2f0182ffdb5a30a3" providerId="LiveId" clId="{96CFCBFF-3B86-4DA3-8BC4-90A0DDDF2BC8}" dt="2025-11-21T22:13:32.744" v="5531" actId="1076"/>
          <ac:cxnSpMkLst>
            <pc:docMk/>
            <pc:sldMk cId="263197772" sldId="265"/>
            <ac:cxnSpMk id="11" creationId="{E1CCA315-E98F-0581-A1A1-8BA056E43A0E}"/>
          </ac:cxnSpMkLst>
        </pc:cxnChg>
        <pc:cxnChg chg="add mod">
          <ac:chgData name="성현 이" userId="2f0182ffdb5a30a3" providerId="LiveId" clId="{96CFCBFF-3B86-4DA3-8BC4-90A0DDDF2BC8}" dt="2025-11-21T22:16:56.075" v="5677" actId="1076"/>
          <ac:cxnSpMkLst>
            <pc:docMk/>
            <pc:sldMk cId="263197772" sldId="265"/>
            <ac:cxnSpMk id="15" creationId="{F6E8E94B-A3C0-5DA5-7F6E-733F538DE3A9}"/>
          </ac:cxnSpMkLst>
        </pc:cxnChg>
        <pc:cxnChg chg="add mod">
          <ac:chgData name="성현 이" userId="2f0182ffdb5a30a3" providerId="LiveId" clId="{96CFCBFF-3B86-4DA3-8BC4-90A0DDDF2BC8}" dt="2025-11-21T22:16:57.621" v="5678" actId="1076"/>
          <ac:cxnSpMkLst>
            <pc:docMk/>
            <pc:sldMk cId="263197772" sldId="265"/>
            <ac:cxnSpMk id="18" creationId="{A93761AC-1927-D7EF-209F-48BB7CECF03A}"/>
          </ac:cxnSpMkLst>
        </pc:cxnChg>
        <pc:cxnChg chg="add mod">
          <ac:chgData name="성현 이" userId="2f0182ffdb5a30a3" providerId="LiveId" clId="{96CFCBFF-3B86-4DA3-8BC4-90A0DDDF2BC8}" dt="2025-11-21T22:17:49.480" v="5700" actId="14100"/>
          <ac:cxnSpMkLst>
            <pc:docMk/>
            <pc:sldMk cId="263197772" sldId="265"/>
            <ac:cxnSpMk id="25" creationId="{1FC4F0E9-5FFE-CDAA-448E-C13C17000B70}"/>
          </ac:cxnSpMkLst>
        </pc:cxnChg>
        <pc:cxnChg chg="add mod">
          <ac:chgData name="성현 이" userId="2f0182ffdb5a30a3" providerId="LiveId" clId="{96CFCBFF-3B86-4DA3-8BC4-90A0DDDF2BC8}" dt="2025-11-21T22:17:47.058" v="5699" actId="1076"/>
          <ac:cxnSpMkLst>
            <pc:docMk/>
            <pc:sldMk cId="263197772" sldId="265"/>
            <ac:cxnSpMk id="26" creationId="{766BA89B-4B38-2FD4-8124-2A87DFDEFE30}"/>
          </ac:cxnSpMkLst>
        </pc:cxnChg>
      </pc:sldChg>
      <pc:sldChg chg="addSp delSp modSp new del mod">
        <pc:chgData name="성현 이" userId="2f0182ffdb5a30a3" providerId="LiveId" clId="{96CFCBFF-3B86-4DA3-8BC4-90A0DDDF2BC8}" dt="2025-12-01T02:32:30.191" v="7114" actId="2696"/>
        <pc:sldMkLst>
          <pc:docMk/>
          <pc:sldMk cId="3138632113" sldId="266"/>
        </pc:sldMkLst>
      </pc:sldChg>
      <pc:sldChg chg="addSp delSp modSp new mod">
        <pc:chgData name="성현 이" userId="2f0182ffdb5a30a3" providerId="LiveId" clId="{96CFCBFF-3B86-4DA3-8BC4-90A0DDDF2BC8}" dt="2025-12-01T05:00:39.494" v="7131" actId="1076"/>
        <pc:sldMkLst>
          <pc:docMk/>
          <pc:sldMk cId="2296774664" sldId="267"/>
        </pc:sldMkLst>
        <pc:spChg chg="mod">
          <ac:chgData name="성현 이" userId="2f0182ffdb5a30a3" providerId="LiveId" clId="{96CFCBFF-3B86-4DA3-8BC4-90A0DDDF2BC8}" dt="2025-11-26T19:02:57.117" v="6227" actId="20577"/>
          <ac:spMkLst>
            <pc:docMk/>
            <pc:sldMk cId="2296774664" sldId="267"/>
            <ac:spMk id="2" creationId="{47B56900-73D2-0013-279C-9E9EA61A50BD}"/>
          </ac:spMkLst>
        </pc:spChg>
        <pc:spChg chg="add mod">
          <ac:chgData name="성현 이" userId="2f0182ffdb5a30a3" providerId="LiveId" clId="{96CFCBFF-3B86-4DA3-8BC4-90A0DDDF2BC8}" dt="2025-12-01T05:00:39.494" v="7131" actId="1076"/>
          <ac:spMkLst>
            <pc:docMk/>
            <pc:sldMk cId="2296774664" sldId="267"/>
            <ac:spMk id="3" creationId="{B7DCAEBF-619F-4DAF-B10C-F919AAB98CE3}"/>
          </ac:spMkLst>
        </pc:spChg>
        <pc:spChg chg="add mod">
          <ac:chgData name="성현 이" userId="2f0182ffdb5a30a3" providerId="LiveId" clId="{96CFCBFF-3B86-4DA3-8BC4-90A0DDDF2BC8}" dt="2025-11-26T19:14:30.625" v="6770" actId="1076"/>
          <ac:spMkLst>
            <pc:docMk/>
            <pc:sldMk cId="2296774664" sldId="267"/>
            <ac:spMk id="24" creationId="{CA4A9A9C-E5A3-8601-484D-5863284DA15C}"/>
          </ac:spMkLst>
        </pc:spChg>
        <pc:spChg chg="add mod">
          <ac:chgData name="성현 이" userId="2f0182ffdb5a30a3" providerId="LiveId" clId="{96CFCBFF-3B86-4DA3-8BC4-90A0DDDF2BC8}" dt="2025-11-26T19:14:38.353" v="6774" actId="20577"/>
          <ac:spMkLst>
            <pc:docMk/>
            <pc:sldMk cId="2296774664" sldId="267"/>
            <ac:spMk id="25" creationId="{19318122-3C8D-F56C-44C8-8C3389560034}"/>
          </ac:spMkLst>
        </pc:spChg>
        <pc:picChg chg="add mod">
          <ac:chgData name="성현 이" userId="2f0182ffdb5a30a3" providerId="LiveId" clId="{96CFCBFF-3B86-4DA3-8BC4-90A0DDDF2BC8}" dt="2025-11-26T19:06:44.722" v="6640" actId="1076"/>
          <ac:picMkLst>
            <pc:docMk/>
            <pc:sldMk cId="2296774664" sldId="267"/>
            <ac:picMk id="9" creationId="{5D8DCA61-97BC-B43A-3285-256EE63B69E7}"/>
          </ac:picMkLst>
        </pc:picChg>
        <pc:cxnChg chg="add mod">
          <ac:chgData name="성현 이" userId="2f0182ffdb5a30a3" providerId="LiveId" clId="{96CFCBFF-3B86-4DA3-8BC4-90A0DDDF2BC8}" dt="2025-11-26T19:14:16.045" v="6758" actId="14100"/>
          <ac:cxnSpMkLst>
            <pc:docMk/>
            <pc:sldMk cId="2296774664" sldId="267"/>
            <ac:cxnSpMk id="11" creationId="{D97C8008-ACBA-80B5-669C-0F1B46CCE15C}"/>
          </ac:cxnSpMkLst>
        </pc:cxnChg>
        <pc:cxnChg chg="add mod">
          <ac:chgData name="성현 이" userId="2f0182ffdb5a30a3" providerId="LiveId" clId="{96CFCBFF-3B86-4DA3-8BC4-90A0DDDF2BC8}" dt="2025-11-26T19:14:18.414" v="6760" actId="14100"/>
          <ac:cxnSpMkLst>
            <pc:docMk/>
            <pc:sldMk cId="2296774664" sldId="267"/>
            <ac:cxnSpMk id="14" creationId="{70ED40A7-2066-B260-B60D-8511DE8D0FF2}"/>
          </ac:cxnSpMkLst>
        </pc:cxnChg>
      </pc:sldChg>
      <pc:sldChg chg="addSp delSp modSp new mod">
        <pc:chgData name="성현 이" userId="2f0182ffdb5a30a3" providerId="LiveId" clId="{96CFCBFF-3B86-4DA3-8BC4-90A0DDDF2BC8}" dt="2025-11-26T19:12:04.447" v="6731" actId="14100"/>
        <pc:sldMkLst>
          <pc:docMk/>
          <pc:sldMk cId="3833745352" sldId="268"/>
        </pc:sldMkLst>
        <pc:spChg chg="mod">
          <ac:chgData name="성현 이" userId="2f0182ffdb5a30a3" providerId="LiveId" clId="{96CFCBFF-3B86-4DA3-8BC4-90A0DDDF2BC8}" dt="2025-11-26T19:11:54.470" v="6728" actId="20577"/>
          <ac:spMkLst>
            <pc:docMk/>
            <pc:sldMk cId="3833745352" sldId="268"/>
            <ac:spMk id="2" creationId="{D83A9D57-F06F-436A-B16D-30FEFFACECC6}"/>
          </ac:spMkLst>
        </pc:spChg>
        <pc:spChg chg="add mod">
          <ac:chgData name="성현 이" userId="2f0182ffdb5a30a3" providerId="LiveId" clId="{96CFCBFF-3B86-4DA3-8BC4-90A0DDDF2BC8}" dt="2025-11-26T19:08:16.196" v="6701" actId="14100"/>
          <ac:spMkLst>
            <pc:docMk/>
            <pc:sldMk cId="3833745352" sldId="268"/>
            <ac:spMk id="7" creationId="{65B920FF-84FF-7BC1-426F-4262AF2991E2}"/>
          </ac:spMkLst>
        </pc:spChg>
        <pc:spChg chg="add mod">
          <ac:chgData name="성현 이" userId="2f0182ffdb5a30a3" providerId="LiveId" clId="{96CFCBFF-3B86-4DA3-8BC4-90A0DDDF2BC8}" dt="2025-11-26T19:08:20.902" v="6703" actId="14100"/>
          <ac:spMkLst>
            <pc:docMk/>
            <pc:sldMk cId="3833745352" sldId="268"/>
            <ac:spMk id="8" creationId="{2A1EB3C4-79AC-A59D-001F-6C3A847A5E76}"/>
          </ac:spMkLst>
        </pc:spChg>
        <pc:spChg chg="add mod">
          <ac:chgData name="성현 이" userId="2f0182ffdb5a30a3" providerId="LiveId" clId="{96CFCBFF-3B86-4DA3-8BC4-90A0DDDF2BC8}" dt="2025-11-26T19:12:04.447" v="6731" actId="14100"/>
          <ac:spMkLst>
            <pc:docMk/>
            <pc:sldMk cId="3833745352" sldId="268"/>
            <ac:spMk id="11" creationId="{5A657D69-1B81-02AA-27E3-50127D797238}"/>
          </ac:spMkLst>
        </pc:spChg>
        <pc:picChg chg="add mod">
          <ac:chgData name="성현 이" userId="2f0182ffdb5a30a3" providerId="LiveId" clId="{96CFCBFF-3B86-4DA3-8BC4-90A0DDDF2BC8}" dt="2025-11-26T19:07:30.726" v="6693" actId="1076"/>
          <ac:picMkLst>
            <pc:docMk/>
            <pc:sldMk cId="3833745352" sldId="268"/>
            <ac:picMk id="6" creationId="{5FDB7227-9975-A629-2588-2A7EC4C8CEF1}"/>
          </ac:picMkLst>
        </pc:picChg>
        <pc:picChg chg="add mod">
          <ac:chgData name="성현 이" userId="2f0182ffdb5a30a3" providerId="LiveId" clId="{96CFCBFF-3B86-4DA3-8BC4-90A0DDDF2BC8}" dt="2025-11-26T19:11:49.808" v="6709" actId="1076"/>
          <ac:picMkLst>
            <pc:docMk/>
            <pc:sldMk cId="3833745352" sldId="268"/>
            <ac:picMk id="10" creationId="{D77F1B9E-9C7B-F614-2094-33847E6D2596}"/>
          </ac:picMkLst>
        </pc:picChg>
      </pc:sldChg>
      <pc:sldChg chg="addSp delSp modSp new mod">
        <pc:chgData name="성현 이" userId="2f0182ffdb5a30a3" providerId="LiveId" clId="{96CFCBFF-3B86-4DA3-8BC4-90A0DDDF2BC8}" dt="2025-11-26T19:15:25.554" v="6810" actId="14100"/>
        <pc:sldMkLst>
          <pc:docMk/>
          <pc:sldMk cId="2179769747" sldId="269"/>
        </pc:sldMkLst>
        <pc:spChg chg="mod">
          <ac:chgData name="성현 이" userId="2f0182ffdb5a30a3" providerId="LiveId" clId="{96CFCBFF-3B86-4DA3-8BC4-90A0DDDF2BC8}" dt="2025-11-26T19:14:54.526" v="6807" actId="20577"/>
          <ac:spMkLst>
            <pc:docMk/>
            <pc:sldMk cId="2179769747" sldId="269"/>
            <ac:spMk id="2" creationId="{D3DD31B3-C31D-8C7E-73DA-22BB3A6317D6}"/>
          </ac:spMkLst>
        </pc:spChg>
        <pc:picChg chg="add mod">
          <ac:chgData name="성현 이" userId="2f0182ffdb5a30a3" providerId="LiveId" clId="{96CFCBFF-3B86-4DA3-8BC4-90A0DDDF2BC8}" dt="2025-11-26T19:15:25.554" v="6810" actId="14100"/>
          <ac:picMkLst>
            <pc:docMk/>
            <pc:sldMk cId="2179769747" sldId="269"/>
            <ac:picMk id="6" creationId="{33B0492E-B276-8C2D-8F17-799702E5FE54}"/>
          </ac:picMkLst>
        </pc:picChg>
      </pc:sldChg>
      <pc:sldChg chg="addSp delSp modSp new mod">
        <pc:chgData name="성현 이" userId="2f0182ffdb5a30a3" providerId="LiveId" clId="{96CFCBFF-3B86-4DA3-8BC4-90A0DDDF2BC8}" dt="2025-12-01T02:01:09.799" v="7110" actId="20577"/>
        <pc:sldMkLst>
          <pc:docMk/>
          <pc:sldMk cId="3901142531" sldId="270"/>
        </pc:sldMkLst>
        <pc:spChg chg="mod">
          <ac:chgData name="성현 이" userId="2f0182ffdb5a30a3" providerId="LiveId" clId="{96CFCBFF-3B86-4DA3-8BC4-90A0DDDF2BC8}" dt="2025-11-29T21:56:02.970" v="6828" actId="20577"/>
          <ac:spMkLst>
            <pc:docMk/>
            <pc:sldMk cId="3901142531" sldId="270"/>
            <ac:spMk id="2" creationId="{C3072159-1849-04DD-2D8C-D58E27EA608C}"/>
          </ac:spMkLst>
        </pc:spChg>
        <pc:spChg chg="add mod">
          <ac:chgData name="성현 이" userId="2f0182ffdb5a30a3" providerId="LiveId" clId="{96CFCBFF-3B86-4DA3-8BC4-90A0DDDF2BC8}" dt="2025-12-01T02:01:09.799" v="7110" actId="20577"/>
          <ac:spMkLst>
            <pc:docMk/>
            <pc:sldMk cId="3901142531" sldId="270"/>
            <ac:spMk id="3" creationId="{944785C1-DBF5-6562-E683-ACEA3E825C02}"/>
          </ac:spMkLst>
        </pc:spChg>
        <pc:picChg chg="add del mod">
          <ac:chgData name="성현 이" userId="2f0182ffdb5a30a3" providerId="LiveId" clId="{96CFCBFF-3B86-4DA3-8BC4-90A0DDDF2BC8}" dt="2025-12-01T02:00:17.428" v="7090" actId="478"/>
          <ac:picMkLst>
            <pc:docMk/>
            <pc:sldMk cId="3901142531" sldId="270"/>
            <ac:picMk id="6" creationId="{8B5DFE14-9D93-9F46-9168-90E60BCBF95C}"/>
          </ac:picMkLst>
        </pc:picChg>
        <pc:picChg chg="add mod">
          <ac:chgData name="성현 이" userId="2f0182ffdb5a30a3" providerId="LiveId" clId="{96CFCBFF-3B86-4DA3-8BC4-90A0DDDF2BC8}" dt="2025-12-01T02:00:57.218" v="7094" actId="1076"/>
          <ac:picMkLst>
            <pc:docMk/>
            <pc:sldMk cId="3901142531" sldId="270"/>
            <ac:picMk id="8" creationId="{AE5C93B0-02C5-4FA3-A6E3-A7C73DAD3A63}"/>
          </ac:picMkLst>
        </pc:picChg>
      </pc:sldChg>
      <pc:sldChg chg="del">
        <pc:chgData name="성현 이" userId="2f0182ffdb5a30a3" providerId="LiveId" clId="{96CFCBFF-3B86-4DA3-8BC4-90A0DDDF2BC8}" dt="2025-11-03T06:26:58.275" v="179" actId="2696"/>
        <pc:sldMkLst>
          <pc:docMk/>
          <pc:sldMk cId="308129630" sldId="271"/>
        </pc:sldMkLst>
      </pc:sldChg>
      <pc:sldChg chg="del">
        <pc:chgData name="성현 이" userId="2f0182ffdb5a30a3" providerId="LiveId" clId="{96CFCBFF-3B86-4DA3-8BC4-90A0DDDF2BC8}" dt="2025-11-03T06:27:00.097" v="181" actId="2696"/>
        <pc:sldMkLst>
          <pc:docMk/>
          <pc:sldMk cId="3932869247" sldId="272"/>
        </pc:sldMkLst>
      </pc:sldChg>
      <pc:sldChg chg="del">
        <pc:chgData name="성현 이" userId="2f0182ffdb5a30a3" providerId="LiveId" clId="{96CFCBFF-3B86-4DA3-8BC4-90A0DDDF2BC8}" dt="2025-11-03T06:26:59.091" v="180" actId="2696"/>
        <pc:sldMkLst>
          <pc:docMk/>
          <pc:sldMk cId="2199202344" sldId="273"/>
        </pc:sldMkLst>
      </pc:sldChg>
      <pc:sldChg chg="del">
        <pc:chgData name="성현 이" userId="2f0182ffdb5a30a3" providerId="LiveId" clId="{96CFCBFF-3B86-4DA3-8BC4-90A0DDDF2BC8}" dt="2025-11-03T06:27:02.034" v="183" actId="2696"/>
        <pc:sldMkLst>
          <pc:docMk/>
          <pc:sldMk cId="2371164673" sldId="274"/>
        </pc:sldMkLst>
      </pc:sldChg>
      <pc:sldChg chg="del">
        <pc:chgData name="성현 이" userId="2f0182ffdb5a30a3" providerId="LiveId" clId="{96CFCBFF-3B86-4DA3-8BC4-90A0DDDF2BC8}" dt="2025-11-03T06:27:00.886" v="182" actId="2696"/>
        <pc:sldMkLst>
          <pc:docMk/>
          <pc:sldMk cId="3822640723" sldId="275"/>
        </pc:sldMkLst>
      </pc:sldChg>
      <pc:sldChg chg="addSp delSp modSp del mod">
        <pc:chgData name="성현 이" userId="2f0182ffdb5a30a3" providerId="LiveId" clId="{96CFCBFF-3B86-4DA3-8BC4-90A0DDDF2BC8}" dt="2025-11-11T19:46:38.606" v="1438" actId="2696"/>
        <pc:sldMkLst>
          <pc:docMk/>
          <pc:sldMk cId="688816996" sldId="276"/>
        </pc:sldMkLst>
      </pc:sldChg>
      <pc:sldChg chg="addSp delSp modSp new del mod">
        <pc:chgData name="성현 이" userId="2f0182ffdb5a30a3" providerId="LiveId" clId="{96CFCBFF-3B86-4DA3-8BC4-90A0DDDF2BC8}" dt="2025-11-11T19:46:39.255" v="1439" actId="2696"/>
        <pc:sldMkLst>
          <pc:docMk/>
          <pc:sldMk cId="1818118987" sldId="277"/>
        </pc:sldMkLst>
      </pc:sldChg>
      <pc:sldChg chg="addSp delSp modSp new del mod">
        <pc:chgData name="성현 이" userId="2f0182ffdb5a30a3" providerId="LiveId" clId="{96CFCBFF-3B86-4DA3-8BC4-90A0DDDF2BC8}" dt="2025-11-10T05:23:21.597" v="684" actId="2696"/>
        <pc:sldMkLst>
          <pc:docMk/>
          <pc:sldMk cId="2752574450" sldId="278"/>
        </pc:sldMkLst>
      </pc:sldChg>
      <pc:sldChg chg="addSp delSp modSp add del mod">
        <pc:chgData name="성현 이" userId="2f0182ffdb5a30a3" providerId="LiveId" clId="{96CFCBFF-3B86-4DA3-8BC4-90A0DDDF2BC8}" dt="2025-11-11T19:46:39.822" v="1440" actId="2696"/>
        <pc:sldMkLst>
          <pc:docMk/>
          <pc:sldMk cId="3943262943" sldId="279"/>
        </pc:sldMkLst>
      </pc:sldChg>
      <pc:sldChg chg="new del">
        <pc:chgData name="성현 이" userId="2f0182ffdb5a30a3" providerId="LiveId" clId="{96CFCBFF-3B86-4DA3-8BC4-90A0DDDF2BC8}" dt="2025-11-10T05:38:01.316" v="787" actId="680"/>
        <pc:sldMkLst>
          <pc:docMk/>
          <pc:sldMk cId="20439266" sldId="280"/>
        </pc:sldMkLst>
      </pc:sldChg>
      <pc:sldChg chg="addSp delSp modSp new del mod ord">
        <pc:chgData name="성현 이" userId="2f0182ffdb5a30a3" providerId="LiveId" clId="{96CFCBFF-3B86-4DA3-8BC4-90A0DDDF2BC8}" dt="2025-11-11T19:46:36.766" v="1437" actId="2696"/>
        <pc:sldMkLst>
          <pc:docMk/>
          <pc:sldMk cId="632729288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INT8 model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code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변환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EDD79-5A14-E638-6B6B-9CE97896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Convolution flow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FBEA90-CE93-1E34-B2A4-75AB4A5E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960CB910-D7ED-108F-3C01-B562DE6BDEA7}"/>
              </a:ext>
            </a:extLst>
          </p:cNvPr>
          <p:cNvSpPr/>
          <p:nvPr/>
        </p:nvSpPr>
        <p:spPr>
          <a:xfrm>
            <a:off x="1430564" y="1809815"/>
            <a:ext cx="1807030" cy="5057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95FB6-11D8-5A4D-466C-5380EA21D904}"/>
              </a:ext>
            </a:extLst>
          </p:cNvPr>
          <p:cNvSpPr txBox="1"/>
          <p:nvPr/>
        </p:nvSpPr>
        <p:spPr>
          <a:xfrm>
            <a:off x="250370" y="1883697"/>
            <a:ext cx="163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 1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D858E2-AFC3-CB24-AF75-3BAA683D5D21}"/>
              </a:ext>
            </a:extLst>
          </p:cNvPr>
          <p:cNvSpPr txBox="1"/>
          <p:nvPr/>
        </p:nvSpPr>
        <p:spPr>
          <a:xfrm>
            <a:off x="3940628" y="1440483"/>
            <a:ext cx="179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scale1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1D3A01-402F-685A-B897-009512CEEFD1}"/>
              </a:ext>
            </a:extLst>
          </p:cNvPr>
          <p:cNvSpPr txBox="1"/>
          <p:nvPr/>
        </p:nvSpPr>
        <p:spPr>
          <a:xfrm>
            <a:off x="7444014" y="1440483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scale2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E91A3-6E84-98D4-0009-990A3ED94E28}"/>
              </a:ext>
            </a:extLst>
          </p:cNvPr>
          <p:cNvSpPr txBox="1"/>
          <p:nvPr/>
        </p:nvSpPr>
        <p:spPr>
          <a:xfrm>
            <a:off x="3505199" y="1883697"/>
            <a:ext cx="222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CONV1 output</a:t>
            </a:r>
            <a:endParaRPr lang="ko-KR" altLang="en-US" dirty="0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B135F76-8EAD-4B7B-BFA0-76D664A04A65}"/>
              </a:ext>
            </a:extLst>
          </p:cNvPr>
          <p:cNvSpPr/>
          <p:nvPr/>
        </p:nvSpPr>
        <p:spPr>
          <a:xfrm>
            <a:off x="5277755" y="1809815"/>
            <a:ext cx="1807030" cy="5057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1924C3-3027-D106-7293-C646D60702D6}"/>
              </a:ext>
            </a:extLst>
          </p:cNvPr>
          <p:cNvSpPr txBox="1"/>
          <p:nvPr/>
        </p:nvSpPr>
        <p:spPr>
          <a:xfrm>
            <a:off x="7186386" y="1889142"/>
            <a:ext cx="163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 2 input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75E1A2-74C6-93C7-3AF7-6FB127E64B9E}"/>
              </a:ext>
            </a:extLst>
          </p:cNvPr>
          <p:cNvSpPr txBox="1"/>
          <p:nvPr/>
        </p:nvSpPr>
        <p:spPr>
          <a:xfrm>
            <a:off x="10702470" y="1892831"/>
            <a:ext cx="111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 2</a:t>
            </a:r>
            <a:endParaRPr lang="ko-KR" altLang="en-US" dirty="0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25E923E6-B90D-3051-E92E-524F393FBB13}"/>
              </a:ext>
            </a:extLst>
          </p:cNvPr>
          <p:cNvSpPr/>
          <p:nvPr/>
        </p:nvSpPr>
        <p:spPr>
          <a:xfrm>
            <a:off x="8857341" y="1809122"/>
            <a:ext cx="1807030" cy="5057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ACDAA3-BFC8-A2D9-4153-900DE4641ECD}"/>
              </a:ext>
            </a:extLst>
          </p:cNvPr>
          <p:cNvSpPr txBox="1"/>
          <p:nvPr/>
        </p:nvSpPr>
        <p:spPr>
          <a:xfrm>
            <a:off x="5247818" y="2505670"/>
            <a:ext cx="67355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 =  scale1/scale2</a:t>
            </a:r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CONV 1 output * scale1</a:t>
            </a:r>
            <a:r>
              <a:rPr lang="en-US" altLang="ko-KR" dirty="0"/>
              <a:t>) /  </a:t>
            </a:r>
            <a:r>
              <a:rPr lang="en-US" altLang="ko-KR" dirty="0">
                <a:solidFill>
                  <a:srgbClr val="000099"/>
                </a:solidFill>
              </a:rPr>
              <a:t>scale2</a:t>
            </a:r>
            <a:r>
              <a:rPr lang="en-US" altLang="ko-KR" dirty="0"/>
              <a:t> =  CONV 1 output * M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= CONV 2 input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866AA1-E406-0EFE-7114-5665AC3442F0}"/>
              </a:ext>
            </a:extLst>
          </p:cNvPr>
          <p:cNvSpPr txBox="1"/>
          <p:nvPr/>
        </p:nvSpPr>
        <p:spPr>
          <a:xfrm>
            <a:off x="1066798" y="5045990"/>
            <a:ext cx="9390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Dequantize the conv1 output by multiplying it by </a:t>
            </a:r>
            <a:r>
              <a:rPr lang="en-US" altLang="ko-KR" b="1" dirty="0"/>
              <a:t>scale 1</a:t>
            </a:r>
            <a:r>
              <a:rPr lang="en-US" altLang="ko-KR" dirty="0"/>
              <a:t>, and then quantize again it by dividing it by </a:t>
            </a:r>
            <a:r>
              <a:rPr lang="en-US" altLang="ko-KR" b="1" dirty="0"/>
              <a:t>scale 2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44FABE-B592-D8F7-3EE9-B8CCC8C8E26B}"/>
              </a:ext>
            </a:extLst>
          </p:cNvPr>
          <p:cNvSpPr txBox="1"/>
          <p:nvPr/>
        </p:nvSpPr>
        <p:spPr>
          <a:xfrm>
            <a:off x="5920014" y="3341085"/>
            <a:ext cx="214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dequantize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FA683-1131-2C6B-856D-E26ECB7EDFF6}"/>
              </a:ext>
            </a:extLst>
          </p:cNvPr>
          <p:cNvSpPr txBox="1"/>
          <p:nvPr/>
        </p:nvSpPr>
        <p:spPr>
          <a:xfrm>
            <a:off x="7919357" y="3341085"/>
            <a:ext cx="1799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99"/>
                </a:solidFill>
              </a:rPr>
              <a:t>quantize again</a:t>
            </a:r>
            <a:endParaRPr lang="ko-KR" altLang="en-US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318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A0911-B7A1-05FF-41B6-9A31F78F8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Downsample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E2AE12-BCCA-B6B6-789E-144DB322F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E2D03-65E5-CBDC-E4C9-4A0E1AB0655E}"/>
              </a:ext>
            </a:extLst>
          </p:cNvPr>
          <p:cNvSpPr txBox="1"/>
          <p:nvPr/>
        </p:nvSpPr>
        <p:spPr>
          <a:xfrm>
            <a:off x="1894114" y="1281276"/>
            <a:ext cx="252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conv1x1  </a:t>
            </a:r>
            <a:r>
              <a:rPr lang="en-US" altLang="ko-KR" dirty="0" err="1"/>
              <a:t>downsample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E106D1C-FED8-2899-A55B-9A42B8206A28}"/>
              </a:ext>
            </a:extLst>
          </p:cNvPr>
          <p:cNvCxnSpPr>
            <a:cxnSpLocks/>
          </p:cNvCxnSpPr>
          <p:nvPr/>
        </p:nvCxnSpPr>
        <p:spPr>
          <a:xfrm>
            <a:off x="3106058" y="1748971"/>
            <a:ext cx="0" cy="566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5E63D3D-3119-F62D-05C8-397088D71840}"/>
              </a:ext>
            </a:extLst>
          </p:cNvPr>
          <p:cNvSpPr txBox="1"/>
          <p:nvPr/>
        </p:nvSpPr>
        <p:spPr>
          <a:xfrm>
            <a:off x="5725887" y="1291771"/>
            <a:ext cx="2714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conv3x3 main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1CCA315-E98F-0581-A1A1-8BA056E43A0E}"/>
              </a:ext>
            </a:extLst>
          </p:cNvPr>
          <p:cNvCxnSpPr>
            <a:cxnSpLocks/>
          </p:cNvCxnSpPr>
          <p:nvPr/>
        </p:nvCxnSpPr>
        <p:spPr>
          <a:xfrm>
            <a:off x="6270172" y="1661103"/>
            <a:ext cx="0" cy="566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E79F5F4-1070-88EE-7712-9E8F1749E4D7}"/>
              </a:ext>
            </a:extLst>
          </p:cNvPr>
          <p:cNvSpPr txBox="1"/>
          <p:nvPr/>
        </p:nvSpPr>
        <p:spPr>
          <a:xfrm>
            <a:off x="2057400" y="2315029"/>
            <a:ext cx="219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 1  scale1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E20D38-46C5-2954-ABBB-2866993601A3}"/>
              </a:ext>
            </a:extLst>
          </p:cNvPr>
          <p:cNvSpPr txBox="1"/>
          <p:nvPr/>
        </p:nvSpPr>
        <p:spPr>
          <a:xfrm>
            <a:off x="5170715" y="2315029"/>
            <a:ext cx="219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 2   scale2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6E8E94B-A3C0-5DA5-7F6E-733F538DE3A9}"/>
              </a:ext>
            </a:extLst>
          </p:cNvPr>
          <p:cNvCxnSpPr/>
          <p:nvPr/>
        </p:nvCxnSpPr>
        <p:spPr>
          <a:xfrm>
            <a:off x="3106058" y="2801257"/>
            <a:ext cx="0" cy="812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EFA653BE-D8A8-3D96-217E-2621D4329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86883"/>
            <a:ext cx="3804576" cy="1614488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93761AC-1927-D7EF-209F-48BB7CECF03A}"/>
              </a:ext>
            </a:extLst>
          </p:cNvPr>
          <p:cNvCxnSpPr/>
          <p:nvPr/>
        </p:nvCxnSpPr>
        <p:spPr>
          <a:xfrm>
            <a:off x="6270172" y="2774684"/>
            <a:ext cx="0" cy="812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4750F7-7656-1B8E-2882-65052B7181A9}"/>
              </a:ext>
            </a:extLst>
          </p:cNvPr>
          <p:cNvSpPr txBox="1"/>
          <p:nvPr/>
        </p:nvSpPr>
        <p:spPr>
          <a:xfrm>
            <a:off x="3302000" y="3055257"/>
            <a:ext cx="79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  </a:t>
            </a:r>
            <a:r>
              <a:rPr lang="en-US" altLang="ko-KR" dirty="0">
                <a:solidFill>
                  <a:srgbClr val="FF0000"/>
                </a:solidFill>
              </a:rPr>
              <a:t>M1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F6F9FC-3BA2-9ED9-6B68-9D63AB491DB4}"/>
              </a:ext>
            </a:extLst>
          </p:cNvPr>
          <p:cNvSpPr txBox="1"/>
          <p:nvPr/>
        </p:nvSpPr>
        <p:spPr>
          <a:xfrm>
            <a:off x="6400801" y="3022991"/>
            <a:ext cx="79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  </a:t>
            </a:r>
            <a:r>
              <a:rPr lang="en-US" altLang="ko-KR" dirty="0">
                <a:solidFill>
                  <a:srgbClr val="FF0000"/>
                </a:solidFill>
              </a:rPr>
              <a:t>M2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F5DAF4-83AF-17F7-3428-BD0E88D889CE}"/>
              </a:ext>
            </a:extLst>
          </p:cNvPr>
          <p:cNvSpPr txBox="1"/>
          <p:nvPr/>
        </p:nvSpPr>
        <p:spPr>
          <a:xfrm>
            <a:off x="845457" y="3804308"/>
            <a:ext cx="462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 1 of Elementwise add (scale3) 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0DE9B8-C7E6-9AA6-CA17-45AF93CBBE0A}"/>
              </a:ext>
            </a:extLst>
          </p:cNvPr>
          <p:cNvSpPr txBox="1"/>
          <p:nvPr/>
        </p:nvSpPr>
        <p:spPr>
          <a:xfrm>
            <a:off x="5250545" y="3803527"/>
            <a:ext cx="462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 2 of Elementwise add (scale3) </a:t>
            </a:r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FC4F0E9-5FFE-CDAA-448E-C13C17000B70}"/>
              </a:ext>
            </a:extLst>
          </p:cNvPr>
          <p:cNvCxnSpPr>
            <a:cxnSpLocks/>
          </p:cNvCxnSpPr>
          <p:nvPr/>
        </p:nvCxnSpPr>
        <p:spPr>
          <a:xfrm>
            <a:off x="2924629" y="4262274"/>
            <a:ext cx="1095829" cy="928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66BA89B-4B38-2FD4-8124-2A87DFDEFE30}"/>
              </a:ext>
            </a:extLst>
          </p:cNvPr>
          <p:cNvCxnSpPr>
            <a:cxnSpLocks/>
          </p:cNvCxnSpPr>
          <p:nvPr/>
        </p:nvCxnSpPr>
        <p:spPr>
          <a:xfrm flipH="1">
            <a:off x="5917294" y="4262274"/>
            <a:ext cx="967013" cy="943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B41FD5A-2A05-B488-5C0E-FDF23E831A2E}"/>
              </a:ext>
            </a:extLst>
          </p:cNvPr>
          <p:cNvSpPr txBox="1"/>
          <p:nvPr/>
        </p:nvSpPr>
        <p:spPr>
          <a:xfrm>
            <a:off x="2808518" y="5326745"/>
            <a:ext cx="5631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Elementwise add : input1 + input2 (scale3)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9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56900-73D2-0013-279C-9E9EA61A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Shortcut C code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E41860-EB0A-F042-D2FA-2F8205E9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CAEBF-619F-4DAF-B10C-F919AAB98CE3}"/>
              </a:ext>
            </a:extLst>
          </p:cNvPr>
          <p:cNvSpPr txBox="1"/>
          <p:nvPr/>
        </p:nvSpPr>
        <p:spPr>
          <a:xfrm>
            <a:off x="246742" y="1751709"/>
            <a:ext cx="102398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Case 1: Identity Shortcut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inA</a:t>
            </a:r>
            <a:r>
              <a:rPr lang="en-US" altLang="ko-KR" dirty="0"/>
              <a:t> (main path): Already based on </a:t>
            </a:r>
            <a:r>
              <a:rPr lang="en-US" altLang="ko-KR" dirty="0" err="1"/>
              <a:t>add_scale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inB</a:t>
            </a:r>
            <a:r>
              <a:rPr lang="en-US" altLang="ko-KR" dirty="0"/>
              <a:t> (identity): Needs to be converted from </a:t>
            </a:r>
            <a:r>
              <a:rPr lang="en-US" altLang="ko-KR" dirty="0" err="1"/>
              <a:t>act_scale</a:t>
            </a:r>
            <a:r>
              <a:rPr lang="en-US" altLang="ko-KR" dirty="0"/>
              <a:t> basis to </a:t>
            </a:r>
            <a:r>
              <a:rPr lang="en-US" altLang="ko-KR" dirty="0" err="1"/>
              <a:t>add_scale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After addition: Conversion from </a:t>
            </a:r>
            <a:r>
              <a:rPr lang="en-US" altLang="ko-KR" dirty="0" err="1"/>
              <a:t>add_scale</a:t>
            </a:r>
            <a:r>
              <a:rPr lang="en-US" altLang="ko-KR" dirty="0"/>
              <a:t> to </a:t>
            </a:r>
            <a:r>
              <a:rPr lang="en-US" altLang="ko-KR" dirty="0" err="1"/>
              <a:t>act_scale</a:t>
            </a:r>
            <a:r>
              <a:rPr lang="en-US" altLang="ko-KR" dirty="0"/>
              <a:t> is required.</a:t>
            </a:r>
          </a:p>
          <a:p>
            <a:endParaRPr lang="en-US" altLang="ko-KR" dirty="0"/>
          </a:p>
          <a:p>
            <a:r>
              <a:rPr lang="en-US" altLang="ko-KR" dirty="0"/>
              <a:t>Case 2: </a:t>
            </a:r>
            <a:r>
              <a:rPr lang="en-US" altLang="ko-KR" dirty="0" err="1"/>
              <a:t>Downsample</a:t>
            </a:r>
            <a:r>
              <a:rPr lang="en-US" altLang="ko-KR" dirty="0"/>
              <a:t> Shortcut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inA</a:t>
            </a:r>
            <a:r>
              <a:rPr lang="en-US" altLang="ko-KR" dirty="0"/>
              <a:t> (main path): Based on </a:t>
            </a:r>
            <a:r>
              <a:rPr lang="en-US" altLang="ko-KR" dirty="0" err="1"/>
              <a:t>add_scale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inB</a:t>
            </a:r>
            <a:r>
              <a:rPr lang="en-US" altLang="ko-KR" dirty="0"/>
              <a:t> (</a:t>
            </a:r>
            <a:r>
              <a:rPr lang="en-US" altLang="ko-KR" dirty="0" err="1"/>
              <a:t>downsample</a:t>
            </a:r>
            <a:r>
              <a:rPr lang="en-US" altLang="ko-KR" dirty="0"/>
              <a:t>): Based on </a:t>
            </a:r>
            <a:r>
              <a:rPr lang="en-US" altLang="ko-KR" dirty="0" err="1"/>
              <a:t>add_scale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After addition: Conversion from </a:t>
            </a:r>
            <a:r>
              <a:rPr lang="en-US" altLang="ko-KR" dirty="0" err="1"/>
              <a:t>add_scale</a:t>
            </a:r>
            <a:r>
              <a:rPr lang="en-US" altLang="ko-KR" dirty="0"/>
              <a:t> to </a:t>
            </a:r>
            <a:r>
              <a:rPr lang="en-US" altLang="ko-KR" dirty="0" err="1"/>
              <a:t>act_scale</a:t>
            </a:r>
            <a:r>
              <a:rPr lang="en-US" altLang="ko-KR" dirty="0"/>
              <a:t> is required.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D8DCA61-97BC-B43A-3285-256EE63B6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901" y="1141643"/>
            <a:ext cx="2800370" cy="4219606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97C8008-ACBA-80B5-669C-0F1B46CCE15C}"/>
              </a:ext>
            </a:extLst>
          </p:cNvPr>
          <p:cNvCxnSpPr>
            <a:cxnSpLocks/>
          </p:cNvCxnSpPr>
          <p:nvPr/>
        </p:nvCxnSpPr>
        <p:spPr>
          <a:xfrm>
            <a:off x="8672286" y="2322285"/>
            <a:ext cx="6665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0ED40A7-2066-B260-B60D-8511DE8D0FF2}"/>
              </a:ext>
            </a:extLst>
          </p:cNvPr>
          <p:cNvCxnSpPr>
            <a:cxnSpLocks/>
          </p:cNvCxnSpPr>
          <p:nvPr/>
        </p:nvCxnSpPr>
        <p:spPr>
          <a:xfrm>
            <a:off x="8592901" y="3889830"/>
            <a:ext cx="74341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A4A9A9C-E5A3-8601-484D-5863284DA15C}"/>
              </a:ext>
            </a:extLst>
          </p:cNvPr>
          <p:cNvSpPr txBox="1"/>
          <p:nvPr/>
        </p:nvSpPr>
        <p:spPr>
          <a:xfrm>
            <a:off x="7779658" y="213633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Case 1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318122-3C8D-F56C-44C8-8C3389560034}"/>
              </a:ext>
            </a:extLst>
          </p:cNvPr>
          <p:cNvSpPr txBox="1"/>
          <p:nvPr/>
        </p:nvSpPr>
        <p:spPr>
          <a:xfrm>
            <a:off x="7779658" y="3705164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Case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77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A9D57-F06F-436A-B16D-30FEFFAC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Shortcut C code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80E192-D98F-352F-5550-1966FA84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DB7227-9975-A629-2588-2A7EC4C8C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1" y="864961"/>
            <a:ext cx="4678332" cy="585651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5B920FF-84FF-7BC1-426F-4262AF2991E2}"/>
              </a:ext>
            </a:extLst>
          </p:cNvPr>
          <p:cNvSpPr/>
          <p:nvPr/>
        </p:nvSpPr>
        <p:spPr>
          <a:xfrm>
            <a:off x="1766888" y="4024312"/>
            <a:ext cx="3348038" cy="195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1EB3C4-79AC-A59D-001F-6C3A847A5E76}"/>
              </a:ext>
            </a:extLst>
          </p:cNvPr>
          <p:cNvSpPr/>
          <p:nvPr/>
        </p:nvSpPr>
        <p:spPr>
          <a:xfrm>
            <a:off x="1766888" y="3364593"/>
            <a:ext cx="3590925" cy="250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77F1B9E-9C7B-F614-2094-33847E6D2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782" y="863604"/>
            <a:ext cx="4905411" cy="60007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657D69-1B81-02AA-27E3-50127D797238}"/>
              </a:ext>
            </a:extLst>
          </p:cNvPr>
          <p:cNvSpPr/>
          <p:nvPr/>
        </p:nvSpPr>
        <p:spPr>
          <a:xfrm>
            <a:off x="7077073" y="3864001"/>
            <a:ext cx="3699783" cy="2435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74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D31B3-C31D-8C7E-73DA-22BB3A631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Generate C code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03084F-3BA5-BF7E-06D1-5E4F56AD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B0492E-B276-8C2D-8F17-799702E5F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67" y="777832"/>
            <a:ext cx="6929690" cy="603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76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72159-1849-04DD-2D8C-D58E27EA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Reactnet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5426E-256E-6207-6A23-35A11EA8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785C1-DBF5-6562-E683-ACEA3E825C02}"/>
              </a:ext>
            </a:extLst>
          </p:cNvPr>
          <p:cNvSpPr txBox="1"/>
          <p:nvPr/>
        </p:nvSpPr>
        <p:spPr>
          <a:xfrm>
            <a:off x="308425" y="1480212"/>
            <a:ext cx="85126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Convert the </a:t>
            </a:r>
            <a:r>
              <a:rPr lang="en-US" altLang="ko-KR" dirty="0" err="1"/>
              <a:t>ReActNet</a:t>
            </a:r>
            <a:r>
              <a:rPr lang="en-US" altLang="ko-KR" dirty="0"/>
              <a:t> model for C language inference</a:t>
            </a:r>
          </a:p>
          <a:p>
            <a:endParaRPr lang="en-US" altLang="ko-KR" dirty="0"/>
          </a:p>
          <a:p>
            <a:r>
              <a:rPr lang="en-US" altLang="ko-KR" dirty="0"/>
              <a:t>1. Make C code function like learnable bias, new elementwise add, </a:t>
            </a:r>
            <a:r>
              <a:rPr lang="en-US" altLang="ko-KR" dirty="0" err="1"/>
              <a:t>concat</a:t>
            </a:r>
            <a:endParaRPr lang="en-US" altLang="ko-KR" dirty="0"/>
          </a:p>
          <a:p>
            <a:r>
              <a:rPr lang="en-US" altLang="ko-KR" dirty="0"/>
              <a:t>2. Extract parameter and save into header file</a:t>
            </a:r>
          </a:p>
          <a:p>
            <a:r>
              <a:rPr lang="en-US" altLang="ko-KR" dirty="0"/>
              <a:t>3. Generate C code</a:t>
            </a:r>
          </a:p>
          <a:p>
            <a:endParaRPr lang="en-US" altLang="ko-KR" dirty="0"/>
          </a:p>
          <a:p>
            <a:r>
              <a:rPr lang="en-US" altLang="ko-KR" dirty="0"/>
              <a:t>The </a:t>
            </a:r>
            <a:r>
              <a:rPr lang="en-US" altLang="ko-KR" dirty="0" err="1"/>
              <a:t>ReActNet</a:t>
            </a:r>
            <a:r>
              <a:rPr lang="en-US" altLang="ko-KR" dirty="0"/>
              <a:t> model is not working with my existing setup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5C93B0-02C5-4FA3-A6E3-A7C73DAD3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847" y="2341317"/>
            <a:ext cx="4680456" cy="451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42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12245</TotalTime>
  <Words>275</Words>
  <Application>Microsoft Office PowerPoint</Application>
  <PresentationFormat>와이드스크린</PresentationFormat>
  <Paragraphs>59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INT8 model code 변환</vt:lpstr>
      <vt:lpstr>Convolution flow</vt:lpstr>
      <vt:lpstr>Downsample</vt:lpstr>
      <vt:lpstr>Shortcut C code </vt:lpstr>
      <vt:lpstr>Shortcut C code </vt:lpstr>
      <vt:lpstr>Generate C code</vt:lpstr>
      <vt:lpstr>Reactnet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1339</cp:revision>
  <dcterms:created xsi:type="dcterms:W3CDTF">2023-03-06T16:32:37Z</dcterms:created>
  <dcterms:modified xsi:type="dcterms:W3CDTF">2025-12-01T05:00:44Z</dcterms:modified>
</cp:coreProperties>
</file>