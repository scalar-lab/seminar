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2"/>
  </p:notesMasterIdLst>
  <p:sldIdLst>
    <p:sldId id="256" r:id="rId2"/>
    <p:sldId id="306" r:id="rId3"/>
    <p:sldId id="308" r:id="rId4"/>
    <p:sldId id="312" r:id="rId5"/>
    <p:sldId id="313" r:id="rId6"/>
    <p:sldId id="314" r:id="rId7"/>
    <p:sldId id="319" r:id="rId8"/>
    <p:sldId id="315" r:id="rId9"/>
    <p:sldId id="317" r:id="rId10"/>
    <p:sldId id="31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F4B183"/>
    <a:srgbClr val="2E75B6"/>
    <a:srgbClr val="336699"/>
    <a:srgbClr val="0066CC"/>
    <a:srgbClr val="FFFFFF"/>
    <a:srgbClr val="002C62"/>
    <a:srgbClr val="000099"/>
    <a:srgbClr val="2156A4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85080" autoAdjust="0"/>
  </p:normalViewPr>
  <p:slideViewPr>
    <p:cSldViewPr snapToGrid="0">
      <p:cViewPr varScale="1">
        <p:scale>
          <a:sx n="86" d="100"/>
          <a:sy n="86" d="100"/>
        </p:scale>
        <p:origin x="102" y="11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6AB3-987F-DB11-277F-AF978D5B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58DA99-17A6-E632-1C02-38FF8AFEE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89B705-1B1B-B44F-9BA0-ABA8EBCD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일반적인 </a:t>
            </a:r>
            <a:r>
              <a:rPr lang="en-US" altLang="ko-KR" sz="1200" dirty="0"/>
              <a:t>Merkle-</a:t>
            </a:r>
            <a:r>
              <a:rPr lang="en-US" altLang="ko-KR" sz="1200" dirty="0" err="1"/>
              <a:t>Damgard</a:t>
            </a:r>
            <a:r>
              <a:rPr lang="en-US" altLang="ko-KR" sz="1200" dirty="0"/>
              <a:t> </a:t>
            </a:r>
            <a:r>
              <a:rPr lang="ko-KR" altLang="en-US" sz="1200" dirty="0"/>
              <a:t>구조</a:t>
            </a:r>
            <a:r>
              <a:rPr lang="en-US" altLang="ko-KR" sz="1200" dirty="0"/>
              <a:t>(SHA-256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에서는 </a:t>
            </a:r>
            <a:r>
              <a:rPr lang="en-US" altLang="ko-KR" sz="1200" dirty="0"/>
              <a:t>2</a:t>
            </a:r>
            <a:r>
              <a:rPr lang="ko-KR" altLang="en-US" sz="1200" dirty="0"/>
              <a:t>개의 서로 다른 해시함수를 연접해도 보안강도가 </a:t>
            </a:r>
            <a:r>
              <a:rPr lang="en-US" altLang="ko-KR" sz="1200" dirty="0" err="1"/>
              <a:t>n+n</a:t>
            </a:r>
            <a:r>
              <a:rPr lang="en-US" altLang="ko-KR" sz="1200" dirty="0"/>
              <a:t>/2</a:t>
            </a:r>
            <a:r>
              <a:rPr lang="ko-KR" altLang="en-US" sz="1200" dirty="0"/>
              <a:t>에 그친다는 선행 연구가 존재</a:t>
            </a:r>
            <a:endParaRPr lang="en-US" altLang="ko-KR" sz="1200" dirty="0"/>
          </a:p>
          <a:p>
            <a:endParaRPr lang="en-US" altLang="ko-KR" dirty="0"/>
          </a:p>
          <a:p>
            <a:r>
              <a:rPr lang="ko-KR" altLang="en-US" dirty="0"/>
              <a:t>작은 </a:t>
            </a:r>
            <a:r>
              <a:rPr lang="en-US" altLang="ko-KR" dirty="0"/>
              <a:t>Field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경우 </a:t>
            </a:r>
            <a:r>
              <a:rPr lang="en-US" altLang="ko-KR" dirty="0"/>
              <a:t>Birthday attack</a:t>
            </a:r>
            <a:r>
              <a:rPr lang="ko-KR" altLang="en-US" dirty="0"/>
              <a:t>에 대해 취약점을 가짐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200" b="1" dirty="0"/>
              <a:t>Solution2(</a:t>
            </a:r>
            <a:r>
              <a:rPr lang="ko-KR" altLang="en-US" sz="1200" b="1" dirty="0" err="1"/>
              <a:t>고안중</a:t>
            </a:r>
            <a:r>
              <a:rPr lang="en-US" altLang="ko-KR" sz="1200" b="1" dirty="0"/>
              <a:t>)</a:t>
            </a:r>
          </a:p>
          <a:p>
            <a:pPr marL="0" indent="0">
              <a:buFontTx/>
              <a:buNone/>
            </a:pPr>
            <a:r>
              <a:rPr lang="ko-KR" altLang="en-US" sz="1200" dirty="0"/>
              <a:t>기본연산은 </a:t>
            </a:r>
            <a:r>
              <a:rPr lang="en-US" altLang="ko-KR" sz="1200" dirty="0"/>
              <a:t>64-bit Field</a:t>
            </a:r>
            <a:r>
              <a:rPr lang="ko-KR" altLang="en-US" sz="1200" dirty="0"/>
              <a:t>에서 동작</a:t>
            </a:r>
            <a:r>
              <a:rPr lang="en-US" altLang="ko-KR" sz="1200" dirty="0"/>
              <a:t>, S-box </a:t>
            </a:r>
            <a:r>
              <a:rPr lang="ko-KR" altLang="en-US" sz="1200" dirty="0"/>
              <a:t>연산은 </a:t>
            </a:r>
            <a:r>
              <a:rPr lang="en-US" altLang="ko-KR" sz="1200" dirty="0"/>
              <a:t>256-bit </a:t>
            </a:r>
            <a:r>
              <a:rPr lang="ko-KR" altLang="en-US" sz="1200" dirty="0"/>
              <a:t>수준의 </a:t>
            </a:r>
            <a:r>
              <a:rPr lang="en-US" altLang="ko-KR" sz="1200" dirty="0"/>
              <a:t>Field</a:t>
            </a:r>
            <a:r>
              <a:rPr lang="ko-KR" altLang="en-US" sz="1200" dirty="0"/>
              <a:t>에서 동작</a:t>
            </a:r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1D97C6-7855-D0EF-3DB8-84FDC521C8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426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FE7D-1B0F-ADC1-D5B5-B9795FEF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DC8CEF-1F81-1435-DE3E-8DDCCDC55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B62C75-5C1C-7F85-F5B1-C40D62F7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B669C1-A097-F825-D721-A410C1E74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59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B0EF-50EA-C505-6BEC-4FF0A4DC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338D0A-C8C0-A9D1-A709-B472B838F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C117ED-F0FB-F4AD-1B22-11EB0860D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1BCA7C-4932-A997-2B34-184E72D0D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191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F9D5F-3CF2-5339-E906-97F9D387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A1B17-972A-0101-77AB-5EF412846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32386-4DB0-8E68-5115-2AE4FD930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F61C1E-FF6C-8B29-52F3-C8D03BDA0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188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C604-D456-90E1-9997-14A30F2A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F20F62-D296-F9A3-2A39-00817F3CE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8C4C5C-9A2E-1E08-DC93-33DB671F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81069E-6D0E-5E83-8773-7AED0BED2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471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C64-C5F5-4932-0FBD-DD05D98B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4AF32-66C2-6C84-7D78-00045519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8A82B-9505-3F99-41AA-CEEB479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Pre-</a:t>
            </a:r>
            <a:r>
              <a:rPr lang="en-US" altLang="ko-KR" dirty="0" err="1"/>
              <a:t>fething</a:t>
            </a:r>
            <a:r>
              <a:rPr lang="en-US" altLang="ko-KR" dirty="0"/>
              <a:t> / </a:t>
            </a:r>
            <a:r>
              <a:rPr lang="ko-KR" altLang="en-US" dirty="0"/>
              <a:t>실시간 생성 </a:t>
            </a:r>
            <a:r>
              <a:rPr lang="en-US" altLang="ko-KR" dirty="0"/>
              <a:t>=&gt; </a:t>
            </a:r>
            <a:r>
              <a:rPr lang="ko-KR" altLang="en-US" dirty="0"/>
              <a:t>메모리 자원 사용 감소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E104-29D3-B8CC-EAB8-2DC168A9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60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E24C-40B9-0FCE-D4A3-116ACEFD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26856C-B274-1AE0-896B-5EDB2CA3E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323DA-177E-6C1B-1A51-659F2A008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F2535A-D219-2E89-160F-DF67A7891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387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C12E-7AB3-8DF7-FE2C-564AA690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3650A-ACDE-D88A-6424-308FCCF15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6093B-63BB-E42F-CB0A-D1E891E4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7D823-F3F4-0A90-B7A9-855B4B3B8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984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E23C-208F-66FD-835E-A27F6BB7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CFF838-556B-A798-355F-8DB9027ED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BE377-1ADD-1C56-327D-30A5EDA18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A3E62-5F28-379E-64BF-23133DA07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525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솔루션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FB6F-ABC7-0751-DD84-8872059E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EDF28-FE1B-4AC3-7677-68DCFA9B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2C7D5-7D37-42D3-B3AD-5E2C552C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6AAA4-DC33-2DB6-17FE-05838146802F}"/>
              </a:ext>
            </a:extLst>
          </p:cNvPr>
          <p:cNvSpPr txBox="1"/>
          <p:nvPr/>
        </p:nvSpPr>
        <p:spPr>
          <a:xfrm>
            <a:off x="1006789" y="1487467"/>
            <a:ext cx="68862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Poseidon</a:t>
            </a:r>
            <a:r>
              <a:rPr lang="ko-KR" altLang="en-US" b="1" dirty="0"/>
              <a:t>의</a:t>
            </a:r>
            <a:r>
              <a:rPr lang="en-US" altLang="ko-KR" b="1" dirty="0"/>
              <a:t> Solution </a:t>
            </a:r>
            <a:r>
              <a:rPr lang="ko-KR" altLang="en-US" b="1" dirty="0"/>
              <a:t>적용 시 고려사항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사용하는 </a:t>
            </a:r>
            <a:r>
              <a:rPr lang="en-US" altLang="ko-KR" sz="1600" dirty="0"/>
              <a:t>Prime Field</a:t>
            </a:r>
            <a:r>
              <a:rPr lang="ko-KR" altLang="en-US" sz="1600" dirty="0"/>
              <a:t>를 약 </a:t>
            </a:r>
            <a:r>
              <a:rPr lang="en-US" altLang="ko-KR" sz="1600" dirty="0"/>
              <a:t>64-bit / 128-bit </a:t>
            </a:r>
            <a:r>
              <a:rPr lang="ko-KR" altLang="en-US" sz="1600" dirty="0"/>
              <a:t>수준의 </a:t>
            </a:r>
            <a:r>
              <a:rPr lang="en-US" altLang="ko-KR" sz="1600" dirty="0"/>
              <a:t>Field</a:t>
            </a:r>
            <a:r>
              <a:rPr lang="ko-KR" altLang="en-US" sz="1600" dirty="0"/>
              <a:t>로 변경하고 병행 혹은 반복 사용하는 것으로 가정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 err="1"/>
              <a:t>Poseion</a:t>
            </a:r>
            <a:r>
              <a:rPr lang="ko-KR" altLang="en-US" sz="1600" dirty="0"/>
              <a:t>이 채택하고 있는 </a:t>
            </a:r>
            <a:r>
              <a:rPr lang="en-US" altLang="ko-KR" sz="1600" dirty="0"/>
              <a:t>sponge </a:t>
            </a:r>
            <a:r>
              <a:rPr lang="ko-KR" altLang="en-US" sz="1600" dirty="0"/>
              <a:t>구조의</a:t>
            </a:r>
            <a:r>
              <a:rPr lang="en-US" altLang="ko-KR" sz="1600" dirty="0"/>
              <a:t> </a:t>
            </a:r>
            <a:r>
              <a:rPr lang="ko-KR" altLang="en-US" sz="1600" dirty="0"/>
              <a:t>보안성은 </a:t>
            </a:r>
            <a:r>
              <a:rPr lang="en-US" altLang="ko-KR" sz="1600" dirty="0"/>
              <a:t>capacity</a:t>
            </a:r>
            <a:r>
              <a:rPr lang="ko-KR" altLang="en-US" sz="1600" dirty="0"/>
              <a:t>의 크기와 연관되어 있음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Solution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</a:t>
            </a:r>
            <a:r>
              <a:rPr lang="ko-KR" altLang="en-US" sz="1600" dirty="0"/>
              <a:t>에 대응하는 </a:t>
            </a:r>
            <a:r>
              <a:rPr lang="en-US" altLang="ko-KR" sz="1600" dirty="0"/>
              <a:t>Field</a:t>
            </a:r>
            <a:r>
              <a:rPr lang="ko-KR" altLang="en-US" sz="1600" dirty="0"/>
              <a:t>를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 / 4</a:t>
            </a:r>
            <a:r>
              <a:rPr lang="ko-KR" altLang="en-US" sz="1600" dirty="0"/>
              <a:t>개로 늘림으로써 보안강도를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수준으로 변경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64-bit Multiplier</a:t>
            </a:r>
            <a:r>
              <a:rPr lang="ko-KR" altLang="en-US" sz="1600" dirty="0"/>
              <a:t>를 재사용하여 병렬처리가 가능할 수 있을 것으로 추정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라운드마다 </a:t>
            </a:r>
            <a:r>
              <a:rPr lang="en-US" altLang="ko-KR" sz="1600" dirty="0"/>
              <a:t>MDS </a:t>
            </a:r>
            <a:r>
              <a:rPr lang="ko-KR" altLang="en-US" sz="1600" dirty="0" err="1"/>
              <a:t>행렬곱으로</a:t>
            </a:r>
            <a:r>
              <a:rPr lang="ko-KR" altLang="en-US" sz="1600" dirty="0"/>
              <a:t> 인하여 </a:t>
            </a:r>
            <a:r>
              <a:rPr lang="en-US" altLang="ko-KR" sz="1600" dirty="0"/>
              <a:t>Capacity</a:t>
            </a:r>
            <a:r>
              <a:rPr lang="ko-KR" altLang="en-US" sz="1600" dirty="0"/>
              <a:t>가 섞일 수 있도록 하는 과정 추가 가능</a:t>
            </a:r>
            <a:endParaRPr lang="en-US" altLang="ko-KR" sz="16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CBB3E1-B8FC-2F3C-F6A2-AD3B7ED91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15370"/>
              </p:ext>
            </p:extLst>
          </p:nvPr>
        </p:nvGraphicFramePr>
        <p:xfrm>
          <a:off x="9566246" y="1306942"/>
          <a:ext cx="1623333" cy="182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333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0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1208"/>
                  </a:ext>
                </a:extLst>
              </a:tr>
            </a:tbl>
          </a:graphicData>
        </a:graphic>
      </p:graphicFrame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9BEBFA9-9253-C298-0783-2D03892B55B4}"/>
              </a:ext>
            </a:extLst>
          </p:cNvPr>
          <p:cNvSpPr/>
          <p:nvPr/>
        </p:nvSpPr>
        <p:spPr>
          <a:xfrm>
            <a:off x="9336454" y="1371600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73185-374E-0B8F-8F43-C889DDABEAD2}"/>
              </a:ext>
            </a:extLst>
          </p:cNvPr>
          <p:cNvSpPr txBox="1"/>
          <p:nvPr/>
        </p:nvSpPr>
        <p:spPr>
          <a:xfrm>
            <a:off x="8375985" y="2063870"/>
            <a:ext cx="871569" cy="60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D97D6E8-07D6-8549-63C1-569B62F1E4BB}"/>
              </a:ext>
            </a:extLst>
          </p:cNvPr>
          <p:cNvSpPr/>
          <p:nvPr/>
        </p:nvSpPr>
        <p:spPr>
          <a:xfrm>
            <a:off x="9342804" y="3255456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75A67-8287-0BF1-BFD1-FB2CF65D4106}"/>
              </a:ext>
            </a:extLst>
          </p:cNvPr>
          <p:cNvSpPr txBox="1"/>
          <p:nvPr/>
        </p:nvSpPr>
        <p:spPr>
          <a:xfrm>
            <a:off x="8269050" y="3932322"/>
            <a:ext cx="1067404" cy="60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03E5D-B8E8-B593-CF1D-1E288DEF9CCC}"/>
              </a:ext>
            </a:extLst>
          </p:cNvPr>
          <p:cNvSpPr txBox="1"/>
          <p:nvPr/>
        </p:nvSpPr>
        <p:spPr>
          <a:xfrm>
            <a:off x="8269050" y="5039164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</a:t>
            </a:r>
            <a:r>
              <a:rPr lang="ko-KR" altLang="en-US" sz="1400" dirty="0"/>
              <a:t>적용</a:t>
            </a:r>
            <a:r>
              <a:rPr lang="en-US" altLang="ko-KR" sz="1400" dirty="0"/>
              <a:t> </a:t>
            </a:r>
          </a:p>
          <a:p>
            <a:pPr algn="ctr"/>
            <a:r>
              <a:rPr lang="en-US" altLang="ko-KR" sz="1400" dirty="0"/>
              <a:t>(Field – </a:t>
            </a:r>
            <a:r>
              <a:rPr lang="ko-KR" altLang="en-US" sz="1400" dirty="0"/>
              <a:t>약 </a:t>
            </a:r>
            <a:r>
              <a:rPr lang="en-US" altLang="ko-KR" sz="1400" dirty="0"/>
              <a:t>64-bit </a:t>
            </a:r>
            <a:r>
              <a:rPr lang="ko-KR" altLang="en-US" sz="1400" dirty="0"/>
              <a:t>크기의 </a:t>
            </a:r>
            <a:r>
              <a:rPr lang="en-US" altLang="ko-KR" sz="1400" dirty="0"/>
              <a:t>Goldilocks </a:t>
            </a:r>
            <a:r>
              <a:rPr lang="ko-KR" altLang="en-US" sz="1400" dirty="0"/>
              <a:t>사용</a:t>
            </a:r>
            <a:r>
              <a:rPr lang="en-US" altLang="ko-KR" sz="1400" dirty="0"/>
              <a:t>)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F3F3302-18C0-579D-1FE5-5C529C6E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930642"/>
              </p:ext>
            </p:extLst>
          </p:nvPr>
        </p:nvGraphicFramePr>
        <p:xfrm>
          <a:off x="9566246" y="3173053"/>
          <a:ext cx="1623333" cy="182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333">
                  <a:extLst>
                    <a:ext uri="{9D8B030D-6E8A-4147-A177-3AD203B41FA5}">
                      <a16:colId xmlns:a16="http://schemas.microsoft.com/office/drawing/2014/main" val="4012225141"/>
                    </a:ext>
                  </a:extLst>
                </a:gridCol>
              </a:tblGrid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4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669360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5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637882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657636"/>
                  </a:ext>
                </a:extLst>
              </a:tr>
              <a:tr h="4554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Field 7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1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99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9026-6C5E-78BF-40EB-B82C492F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B2D85-4103-0495-DE4B-A85C7C27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EB8E8-0716-44A1-794A-2D13B404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634D0-A593-A860-1B22-BE64A7BE833D}"/>
              </a:ext>
            </a:extLst>
          </p:cNvPr>
          <p:cNvSpPr txBox="1"/>
          <p:nvPr/>
        </p:nvSpPr>
        <p:spPr>
          <a:xfrm>
            <a:off x="1271637" y="1632041"/>
            <a:ext cx="688626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 1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Field 7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72</a:t>
            </a:r>
          </a:p>
        </p:txBody>
      </p:sp>
    </p:spTree>
    <p:extLst>
      <p:ext uri="{BB962C8B-B14F-4D97-AF65-F5344CB8AC3E}">
        <p14:creationId xmlns:p14="http://schemas.microsoft.com/office/powerpoint/2010/main" val="109205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8FE1-F4C1-9620-89ED-34D977440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8C2CC-030F-18B1-092F-201E0074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C13F6-3C02-8B0D-B91E-E2DD17719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5F26AC07-E535-E5BF-329D-41EEC7DA17E8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47AAC-9710-AE43-6372-C86C34A6EFF8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97BC8929-5C67-92DB-B5D4-5B18BA7A852E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0F262-0035-16F3-ACD9-93DC5838FA01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8E197-318E-D3E1-D60C-8B372015895F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FAC6B4B-FF45-528A-7017-63D62D16955A}"/>
              </a:ext>
            </a:extLst>
          </p:cNvPr>
          <p:cNvGrpSpPr/>
          <p:nvPr/>
        </p:nvGrpSpPr>
        <p:grpSpPr>
          <a:xfrm>
            <a:off x="5400797" y="1686708"/>
            <a:ext cx="1423402" cy="3619067"/>
            <a:chOff x="5574292" y="1686708"/>
            <a:chExt cx="1423402" cy="3619067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3F8E4632-F733-20D8-A9D2-22DE8A9A5D45}"/>
                </a:ext>
              </a:extLst>
            </p:cNvPr>
            <p:cNvGrpSpPr/>
            <p:nvPr/>
          </p:nvGrpSpPr>
          <p:grpSpPr>
            <a:xfrm>
              <a:off x="5574293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61BAD2D7-2DCA-2541-6F3C-8A46252ECCC3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ECD7CF70-6462-AAF4-B920-07A8D8BED052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BAC5BBFA-070A-9986-FA27-C41260B3D199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화살표: 오른쪽 20">
                <a:extLst>
                  <a:ext uri="{FF2B5EF4-FFF2-40B4-BE49-F238E27FC236}">
                    <a16:creationId xmlns:a16="http://schemas.microsoft.com/office/drawing/2014/main" id="{557E9D1C-395D-7B54-BF09-201148649406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오른쪽 21">
                <a:extLst>
                  <a:ext uri="{FF2B5EF4-FFF2-40B4-BE49-F238E27FC236}">
                    <a16:creationId xmlns:a16="http://schemas.microsoft.com/office/drawing/2014/main" id="{9A19E03A-843E-0712-2F81-5EC669578DC3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A5FCD34F-D49F-B581-3E78-20D19D7D9256}"/>
                </a:ext>
              </a:extLst>
            </p:cNvPr>
            <p:cNvSpPr/>
            <p:nvPr/>
          </p:nvSpPr>
          <p:spPr>
            <a:xfrm>
              <a:off x="5576682" y="447393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E349D196-818E-7113-3110-E332E3BAF51B}"/>
                </a:ext>
              </a:extLst>
            </p:cNvPr>
            <p:cNvSpPr/>
            <p:nvPr/>
          </p:nvSpPr>
          <p:spPr>
            <a:xfrm>
              <a:off x="5574292" y="400939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7E934814-3624-8397-4412-7D2CA3756CF4}"/>
                </a:ext>
              </a:extLst>
            </p:cNvPr>
            <p:cNvSpPr/>
            <p:nvPr/>
          </p:nvSpPr>
          <p:spPr>
            <a:xfrm>
              <a:off x="5574292" y="3544861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DFA06988-B18F-48B8-5BA4-75F8F8BC3077}"/>
                </a:ext>
              </a:extLst>
            </p:cNvPr>
            <p:cNvSpPr/>
            <p:nvPr/>
          </p:nvSpPr>
          <p:spPr>
            <a:xfrm>
              <a:off x="5574292" y="3080323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8680DB90-4F9B-5120-1FCF-04117367FDA6}"/>
                </a:ext>
              </a:extLst>
            </p:cNvPr>
            <p:cNvSpPr/>
            <p:nvPr/>
          </p:nvSpPr>
          <p:spPr>
            <a:xfrm>
              <a:off x="5574292" y="2615784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A16F2F61-FE70-3785-E0AF-44389187F986}"/>
                </a:ext>
              </a:extLst>
            </p:cNvPr>
            <p:cNvSpPr/>
            <p:nvPr/>
          </p:nvSpPr>
          <p:spPr>
            <a:xfrm>
              <a:off x="5574292" y="1686708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4CAA4A2B-AE76-5D1A-F6F5-E394EC2376A2}"/>
                </a:ext>
              </a:extLst>
            </p:cNvPr>
            <p:cNvSpPr/>
            <p:nvPr/>
          </p:nvSpPr>
          <p:spPr>
            <a:xfrm>
              <a:off x="5574292" y="2151246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7F0AD05-453D-8E89-FAD7-B7A6E7CC7534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08208BF-F10E-67F1-4FF3-D82BA52BFCB0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4DA4800-C474-3930-4EE2-2181F51C881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61347D5-0856-2F64-5856-36490EDA711B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357BD96-9F55-15AC-EAFA-7574637F2050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C306847A-1587-6C5F-4063-FBD2FB6C7309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28004F0-45C3-B365-8B24-382913F872C7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4D9423EE-4873-A37D-6EB8-8A7ECFFBA3D8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9EF19BF-0644-7E35-4F47-87581CBE0194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311E291-8D0A-7DE3-4B50-E479982F6805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52CDF946-BDA8-3722-D377-A06EF9505178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9CDCC7C4-49F8-34E1-5CDE-58973F92A8DA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A8257AC-C66D-424B-9F5F-9D2B158B58AD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8CB9B5F8-D7B5-6668-3C40-0AB8888E601F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63B09B0B-D39B-76BC-8B24-E9EC8ADDD3E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D5BC2B7-AC81-EE67-AE06-CDA1246F23F4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30FDF185-AC91-EAFD-8C59-D2B3ABDC98DD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55F1E9D-338A-BE9D-A900-B3676905682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C935055-B751-2F9B-8212-C10C72151B81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9C5410F-6651-B70A-EB3C-C1ED3DE78E30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FA263AE-A3F4-57A4-1604-3EAF837B24F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A594D69-EFA8-542F-264D-03F4019CE050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1992B13B-4342-A7D1-DC74-535C04B64BD7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8726D2E5-02BF-DD3A-CAA6-FB40F2014370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5B79637-CC82-5A0C-C88D-0993407F0E05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5FE2847-E084-C49B-C7EC-493105270D41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3F0C7FF-8BC4-3929-AA60-01B0F989A408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12CD1926-A1A8-0DB6-4C79-9620E60E2789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B950BDCE-ED01-5FEA-DC46-5BA8ACAC1DD4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21A8C9EE-A7D6-359A-C8A0-CC6B95387B6F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36F6E37-1AAD-3D6B-9DA8-916841CEADA5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9B8DD49-086F-E8AE-178F-C163E0A839F1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1F771E83-3677-FCB8-4580-1170C86E600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E3CC69F-25C4-200D-65C7-F58AC2894414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1FB7FCF9-8D33-1BF6-198A-ACB7AD413D8D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9F04697F-6410-496C-DFFF-7EE3997670F2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8D5BEB44-3BCA-DAAD-84DC-E7F531149852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85D19BC1-99E9-B359-388B-172B15833292}"/>
              </a:ext>
            </a:extLst>
          </p:cNvPr>
          <p:cNvGrpSpPr/>
          <p:nvPr/>
        </p:nvGrpSpPr>
        <p:grpSpPr>
          <a:xfrm>
            <a:off x="2563651" y="1684507"/>
            <a:ext cx="1429751" cy="3557614"/>
            <a:chOff x="2875654" y="1684507"/>
            <a:chExt cx="1429751" cy="3557614"/>
          </a:xfrm>
        </p:grpSpPr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3860E1C7-20FA-15AC-8CE6-EDDA0CFE074B}"/>
                </a:ext>
              </a:extLst>
            </p:cNvPr>
            <p:cNvGrpSpPr/>
            <p:nvPr/>
          </p:nvGrpSpPr>
          <p:grpSpPr>
            <a:xfrm>
              <a:off x="2875654" y="3998502"/>
              <a:ext cx="1423401" cy="318020"/>
              <a:chOff x="2875809" y="4929521"/>
              <a:chExt cx="1423401" cy="318020"/>
            </a:xfrm>
          </p:grpSpPr>
          <p:sp>
            <p:nvSpPr>
              <p:cNvPr id="233" name="화살표: 오른쪽 232">
                <a:extLst>
                  <a:ext uri="{FF2B5EF4-FFF2-40B4-BE49-F238E27FC236}">
                    <a16:creationId xmlns:a16="http://schemas.microsoft.com/office/drawing/2014/main" id="{EF8154B0-E865-ADF4-111F-4CCA2BEFE4EB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화살표: 오른쪽 233">
                <a:extLst>
                  <a:ext uri="{FF2B5EF4-FFF2-40B4-BE49-F238E27FC236}">
                    <a16:creationId xmlns:a16="http://schemas.microsoft.com/office/drawing/2014/main" id="{EDF6B7DC-D16A-1E55-E393-E45326656043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5" name="사다리꼴 234">
                <a:extLst>
                  <a:ext uri="{FF2B5EF4-FFF2-40B4-BE49-F238E27FC236}">
                    <a16:creationId xmlns:a16="http://schemas.microsoft.com/office/drawing/2014/main" id="{7288847B-871E-8B2B-158E-9CF9371032F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966C72C1-9A31-4748-7F9F-0B88E9E32668}"/>
                </a:ext>
              </a:extLst>
            </p:cNvPr>
            <p:cNvGrpSpPr/>
            <p:nvPr/>
          </p:nvGrpSpPr>
          <p:grpSpPr>
            <a:xfrm>
              <a:off x="2880177" y="1684507"/>
              <a:ext cx="1423401" cy="318020"/>
              <a:chOff x="2875809" y="4929521"/>
              <a:chExt cx="1423401" cy="318020"/>
            </a:xfrm>
          </p:grpSpPr>
          <p:sp>
            <p:nvSpPr>
              <p:cNvPr id="237" name="화살표: 오른쪽 236">
                <a:extLst>
                  <a:ext uri="{FF2B5EF4-FFF2-40B4-BE49-F238E27FC236}">
                    <a16:creationId xmlns:a16="http://schemas.microsoft.com/office/drawing/2014/main" id="{C224C505-91E3-AEBB-BB47-A852B9CA0A72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화살표: 오른쪽 237">
                <a:extLst>
                  <a:ext uri="{FF2B5EF4-FFF2-40B4-BE49-F238E27FC236}">
                    <a16:creationId xmlns:a16="http://schemas.microsoft.com/office/drawing/2014/main" id="{0FEB0586-F60C-15DC-8757-CADBDB1EBC51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사다리꼴 238">
                <a:extLst>
                  <a:ext uri="{FF2B5EF4-FFF2-40B4-BE49-F238E27FC236}">
                    <a16:creationId xmlns:a16="http://schemas.microsoft.com/office/drawing/2014/main" id="{589AE346-82D7-3130-7153-DAEF4724928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D08A2984-AB2F-1160-F913-A265B08D0C62}"/>
                </a:ext>
              </a:extLst>
            </p:cNvPr>
            <p:cNvGrpSpPr/>
            <p:nvPr/>
          </p:nvGrpSpPr>
          <p:grpSpPr>
            <a:xfrm>
              <a:off x="2877951" y="4461301"/>
              <a:ext cx="1423401" cy="318020"/>
              <a:chOff x="2875809" y="4929521"/>
              <a:chExt cx="1423401" cy="318020"/>
            </a:xfrm>
          </p:grpSpPr>
          <p:sp>
            <p:nvSpPr>
              <p:cNvPr id="241" name="화살표: 오른쪽 240">
                <a:extLst>
                  <a:ext uri="{FF2B5EF4-FFF2-40B4-BE49-F238E27FC236}">
                    <a16:creationId xmlns:a16="http://schemas.microsoft.com/office/drawing/2014/main" id="{05E085C0-789D-6DBB-1D47-2766E99A6AB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화살표: 오른쪽 241">
                <a:extLst>
                  <a:ext uri="{FF2B5EF4-FFF2-40B4-BE49-F238E27FC236}">
                    <a16:creationId xmlns:a16="http://schemas.microsoft.com/office/drawing/2014/main" id="{C7D56D9B-3888-086B-F4E8-E391BF9F41F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사다리꼴 242">
                <a:extLst>
                  <a:ext uri="{FF2B5EF4-FFF2-40B4-BE49-F238E27FC236}">
                    <a16:creationId xmlns:a16="http://schemas.microsoft.com/office/drawing/2014/main" id="{BECF913C-FD6D-B842-4D5E-BB50916026F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4D560976-9318-FD77-58D3-317ACEAD37AF}"/>
                </a:ext>
              </a:extLst>
            </p:cNvPr>
            <p:cNvGrpSpPr/>
            <p:nvPr/>
          </p:nvGrpSpPr>
          <p:grpSpPr>
            <a:xfrm>
              <a:off x="2875654" y="4924101"/>
              <a:ext cx="1423401" cy="318020"/>
              <a:chOff x="2875809" y="4929521"/>
              <a:chExt cx="1423401" cy="318020"/>
            </a:xfrm>
          </p:grpSpPr>
          <p:sp>
            <p:nvSpPr>
              <p:cNvPr id="245" name="화살표: 오른쪽 244">
                <a:extLst>
                  <a:ext uri="{FF2B5EF4-FFF2-40B4-BE49-F238E27FC236}">
                    <a16:creationId xmlns:a16="http://schemas.microsoft.com/office/drawing/2014/main" id="{6627A094-CFE2-0AA5-34B0-A5161397DF72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" name="화살표: 오른쪽 245">
                <a:extLst>
                  <a:ext uri="{FF2B5EF4-FFF2-40B4-BE49-F238E27FC236}">
                    <a16:creationId xmlns:a16="http://schemas.microsoft.com/office/drawing/2014/main" id="{CB6DAC04-B7BD-3766-10FB-4BB960F0E564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" name="사다리꼴 246">
                <a:extLst>
                  <a:ext uri="{FF2B5EF4-FFF2-40B4-BE49-F238E27FC236}">
                    <a16:creationId xmlns:a16="http://schemas.microsoft.com/office/drawing/2014/main" id="{0A97D845-F30A-C0CF-AAC0-A42253DCF77B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C25A669D-4F53-AF07-47AF-28CBC192922A}"/>
                </a:ext>
              </a:extLst>
            </p:cNvPr>
            <p:cNvGrpSpPr/>
            <p:nvPr/>
          </p:nvGrpSpPr>
          <p:grpSpPr>
            <a:xfrm>
              <a:off x="2875654" y="3535703"/>
              <a:ext cx="1423401" cy="318020"/>
              <a:chOff x="2875809" y="4929521"/>
              <a:chExt cx="1423401" cy="318020"/>
            </a:xfrm>
          </p:grpSpPr>
          <p:sp>
            <p:nvSpPr>
              <p:cNvPr id="249" name="화살표: 오른쪽 248">
                <a:extLst>
                  <a:ext uri="{FF2B5EF4-FFF2-40B4-BE49-F238E27FC236}">
                    <a16:creationId xmlns:a16="http://schemas.microsoft.com/office/drawing/2014/main" id="{E8064C97-C3F1-352E-3273-38AF0CCE28FF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화살표: 오른쪽 249">
                <a:extLst>
                  <a:ext uri="{FF2B5EF4-FFF2-40B4-BE49-F238E27FC236}">
                    <a16:creationId xmlns:a16="http://schemas.microsoft.com/office/drawing/2014/main" id="{45BE28A3-4AD1-DB90-8367-5CB7498DBF71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사다리꼴 250">
                <a:extLst>
                  <a:ext uri="{FF2B5EF4-FFF2-40B4-BE49-F238E27FC236}">
                    <a16:creationId xmlns:a16="http://schemas.microsoft.com/office/drawing/2014/main" id="{F0AF1457-9248-733F-AF0C-B09832EFE97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F6FF4DD1-1C4B-7CC1-EDFC-43DC4A8B55B0}"/>
                </a:ext>
              </a:extLst>
            </p:cNvPr>
            <p:cNvGrpSpPr/>
            <p:nvPr/>
          </p:nvGrpSpPr>
          <p:grpSpPr>
            <a:xfrm>
              <a:off x="2875654" y="3072904"/>
              <a:ext cx="1423401" cy="318020"/>
              <a:chOff x="2875809" y="4929521"/>
              <a:chExt cx="1423401" cy="318020"/>
            </a:xfrm>
          </p:grpSpPr>
          <p:sp>
            <p:nvSpPr>
              <p:cNvPr id="253" name="화살표: 오른쪽 252">
                <a:extLst>
                  <a:ext uri="{FF2B5EF4-FFF2-40B4-BE49-F238E27FC236}">
                    <a16:creationId xmlns:a16="http://schemas.microsoft.com/office/drawing/2014/main" id="{FE47652D-2B72-9E42-92C7-735D8555D776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화살표: 오른쪽 253">
                <a:extLst>
                  <a:ext uri="{FF2B5EF4-FFF2-40B4-BE49-F238E27FC236}">
                    <a16:creationId xmlns:a16="http://schemas.microsoft.com/office/drawing/2014/main" id="{BE3FFED7-67B6-32AA-E4E4-6FB7E5D29F7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사다리꼴 254">
                <a:extLst>
                  <a:ext uri="{FF2B5EF4-FFF2-40B4-BE49-F238E27FC236}">
                    <a16:creationId xmlns:a16="http://schemas.microsoft.com/office/drawing/2014/main" id="{2FAD8308-45B1-15A9-A2BD-5C3BC5B6278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C153E597-A47A-3BC8-A294-55868366F22E}"/>
                </a:ext>
              </a:extLst>
            </p:cNvPr>
            <p:cNvGrpSpPr/>
            <p:nvPr/>
          </p:nvGrpSpPr>
          <p:grpSpPr>
            <a:xfrm>
              <a:off x="2875654" y="2610105"/>
              <a:ext cx="1423401" cy="318020"/>
              <a:chOff x="2875809" y="4929521"/>
              <a:chExt cx="1423401" cy="318020"/>
            </a:xfrm>
          </p:grpSpPr>
          <p:sp>
            <p:nvSpPr>
              <p:cNvPr id="257" name="화살표: 오른쪽 256">
                <a:extLst>
                  <a:ext uri="{FF2B5EF4-FFF2-40B4-BE49-F238E27FC236}">
                    <a16:creationId xmlns:a16="http://schemas.microsoft.com/office/drawing/2014/main" id="{D8E53197-B710-063B-21EE-9F1BA9ECBB83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화살표: 오른쪽 257">
                <a:extLst>
                  <a:ext uri="{FF2B5EF4-FFF2-40B4-BE49-F238E27FC236}">
                    <a16:creationId xmlns:a16="http://schemas.microsoft.com/office/drawing/2014/main" id="{06959E60-47DA-E372-D804-F8CFEBD23469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사다리꼴 258">
                <a:extLst>
                  <a:ext uri="{FF2B5EF4-FFF2-40B4-BE49-F238E27FC236}">
                    <a16:creationId xmlns:a16="http://schemas.microsoft.com/office/drawing/2014/main" id="{EDD001C9-8116-7420-56D1-219B69DF28A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295289-7050-8456-BD9C-0DF2AB80875B}"/>
                </a:ext>
              </a:extLst>
            </p:cNvPr>
            <p:cNvGrpSpPr/>
            <p:nvPr/>
          </p:nvGrpSpPr>
          <p:grpSpPr>
            <a:xfrm>
              <a:off x="2882004" y="2147306"/>
              <a:ext cx="1423401" cy="318020"/>
              <a:chOff x="2875809" y="4929521"/>
              <a:chExt cx="1423401" cy="318020"/>
            </a:xfrm>
          </p:grpSpPr>
          <p:sp>
            <p:nvSpPr>
              <p:cNvPr id="261" name="화살표: 오른쪽 260">
                <a:extLst>
                  <a:ext uri="{FF2B5EF4-FFF2-40B4-BE49-F238E27FC236}">
                    <a16:creationId xmlns:a16="http://schemas.microsoft.com/office/drawing/2014/main" id="{95D84885-9270-9BE9-EE9D-F520FD5FEF6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화살표: 오른쪽 261">
                <a:extLst>
                  <a:ext uri="{FF2B5EF4-FFF2-40B4-BE49-F238E27FC236}">
                    <a16:creationId xmlns:a16="http://schemas.microsoft.com/office/drawing/2014/main" id="{9F2D4591-30B4-AB86-D7C6-4E4959B9951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사다리꼴 262">
                <a:extLst>
                  <a:ext uri="{FF2B5EF4-FFF2-40B4-BE49-F238E27FC236}">
                    <a16:creationId xmlns:a16="http://schemas.microsoft.com/office/drawing/2014/main" id="{C737E93D-F842-7313-A5A6-1726765E5007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E79BB808-1F66-1E08-CFF5-0034DCB85D4E}"/>
              </a:ext>
            </a:extLst>
          </p:cNvPr>
          <p:cNvCxnSpPr>
            <a:cxnSpLocks/>
            <a:stCxn id="268" idx="2"/>
          </p:cNvCxnSpPr>
          <p:nvPr/>
        </p:nvCxnSpPr>
        <p:spPr>
          <a:xfrm>
            <a:off x="3263900" y="1368925"/>
            <a:ext cx="0" cy="347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642A4948-27F3-44B7-099A-F0EDC7801DF6}"/>
              </a:ext>
            </a:extLst>
          </p:cNvPr>
          <p:cNvSpPr txBox="1"/>
          <p:nvPr/>
        </p:nvSpPr>
        <p:spPr>
          <a:xfrm>
            <a:off x="2612346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4B1D3BB6-0F4D-48EE-9782-113A26295CB3}"/>
              </a:ext>
            </a:extLst>
          </p:cNvPr>
          <p:cNvGrpSpPr/>
          <p:nvPr/>
        </p:nvGrpSpPr>
        <p:grpSpPr>
          <a:xfrm>
            <a:off x="8442714" y="4014355"/>
            <a:ext cx="1779001" cy="312600"/>
            <a:chOff x="8442714" y="4014355"/>
            <a:chExt cx="1779001" cy="312600"/>
          </a:xfrm>
        </p:grpSpPr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92FC1E02-E9B0-50EA-3F9F-3B1DBF5B4647}"/>
                </a:ext>
              </a:extLst>
            </p:cNvPr>
            <p:cNvSpPr/>
            <p:nvPr/>
          </p:nvSpPr>
          <p:spPr>
            <a:xfrm>
              <a:off x="8442714" y="401435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화살표: 오른쪽 300">
              <a:extLst>
                <a:ext uri="{FF2B5EF4-FFF2-40B4-BE49-F238E27FC236}">
                  <a16:creationId xmlns:a16="http://schemas.microsoft.com/office/drawing/2014/main" id="{0B6AED9E-C6ED-D08E-0E91-BB75A1869D14}"/>
                </a:ext>
              </a:extLst>
            </p:cNvPr>
            <p:cNvSpPr/>
            <p:nvPr/>
          </p:nvSpPr>
          <p:spPr>
            <a:xfrm>
              <a:off x="9808484" y="4019773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5395FC7F-C61A-E84E-C2A9-FFEDB30E26AA}"/>
              </a:ext>
            </a:extLst>
          </p:cNvPr>
          <p:cNvGrpSpPr/>
          <p:nvPr/>
        </p:nvGrpSpPr>
        <p:grpSpPr>
          <a:xfrm>
            <a:off x="8442714" y="4919718"/>
            <a:ext cx="1779001" cy="384658"/>
            <a:chOff x="8442714" y="4919718"/>
            <a:chExt cx="1779001" cy="384658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90C9EFB5-C701-354B-5D37-E81B2957C590}"/>
                </a:ext>
              </a:extLst>
            </p:cNvPr>
            <p:cNvGrpSpPr/>
            <p:nvPr/>
          </p:nvGrpSpPr>
          <p:grpSpPr>
            <a:xfrm>
              <a:off x="8870910" y="4919718"/>
              <a:ext cx="781799" cy="384658"/>
              <a:chOff x="8870910" y="4919718"/>
              <a:chExt cx="781799" cy="384658"/>
            </a:xfrm>
          </p:grpSpPr>
          <p:sp>
            <p:nvSpPr>
              <p:cNvPr id="75" name="곱하기 기호 74">
                <a:extLst>
                  <a:ext uri="{FF2B5EF4-FFF2-40B4-BE49-F238E27FC236}">
                    <a16:creationId xmlns:a16="http://schemas.microsoft.com/office/drawing/2014/main" id="{C0DDC97F-DDF5-737B-6D28-6F344321C6DF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582317F6-F89C-97CC-C5B9-72451823FDE6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D86884D0-294A-1641-4473-B2D8891DAB3D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F868BF96-1223-5A62-470B-4BDFEA1E6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36F5B840-A5BE-1D4D-971C-1A9C7BB2E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1131032D-E6DD-EACC-8B84-40C4010C9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C6AA58DC-C82B-C47F-4466-A93737D4C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34128158-A05A-1EC3-0505-B9827A00E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ABF7FFDE-3207-9971-988E-772E6848C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7B2C66DD-1EFE-6ABC-8242-D34D74937D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C61C7E9E-0711-2F51-F529-A976675EC544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A3A82E2C-3728-8DFB-087B-B80B63303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BF39674C-7435-89E2-C49F-77D7F9E98B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2BF5267C-8804-3F14-35D5-64A3FF86DC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>
                  <a:extLst>
                    <a:ext uri="{FF2B5EF4-FFF2-40B4-BE49-F238E27FC236}">
                      <a16:creationId xmlns:a16="http://schemas.microsoft.com/office/drawing/2014/main" id="{4912036E-353A-972A-AD66-EE905C2B5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>
                  <a:extLst>
                    <a:ext uri="{FF2B5EF4-FFF2-40B4-BE49-F238E27FC236}">
                      <a16:creationId xmlns:a16="http://schemas.microsoft.com/office/drawing/2014/main" id="{04BC7386-A93F-7C0A-CFE2-37D3ED1F7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5AA5AA58-8521-D0BF-C1FA-5A625677E0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26B7A8B8-B750-D4EF-BE6C-C7A869C14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1" name="화살표: 오른쪽 290">
              <a:extLst>
                <a:ext uri="{FF2B5EF4-FFF2-40B4-BE49-F238E27FC236}">
                  <a16:creationId xmlns:a16="http://schemas.microsoft.com/office/drawing/2014/main" id="{0ED3ABE8-282A-4F8B-1E7D-16C9523A2DCA}"/>
                </a:ext>
              </a:extLst>
            </p:cNvPr>
            <p:cNvSpPr/>
            <p:nvPr/>
          </p:nvSpPr>
          <p:spPr>
            <a:xfrm>
              <a:off x="8442714" y="49399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화살표: 오른쪽 291">
              <a:extLst>
                <a:ext uri="{FF2B5EF4-FFF2-40B4-BE49-F238E27FC236}">
                  <a16:creationId xmlns:a16="http://schemas.microsoft.com/office/drawing/2014/main" id="{3E6C0D73-2F20-E347-8975-90AE2A140F3E}"/>
                </a:ext>
              </a:extLst>
            </p:cNvPr>
            <p:cNvSpPr/>
            <p:nvPr/>
          </p:nvSpPr>
          <p:spPr>
            <a:xfrm>
              <a:off x="9808484" y="49453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CFF01670-3BEC-E238-EB21-8CF5BE84563C}"/>
              </a:ext>
            </a:extLst>
          </p:cNvPr>
          <p:cNvGrpSpPr/>
          <p:nvPr/>
        </p:nvGrpSpPr>
        <p:grpSpPr>
          <a:xfrm>
            <a:off x="8447237" y="1679424"/>
            <a:ext cx="1779001" cy="384658"/>
            <a:chOff x="8447237" y="1679424"/>
            <a:chExt cx="1779001" cy="384658"/>
          </a:xfrm>
        </p:grpSpPr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68D7D900-8387-AFB5-BAFF-1471879863E7}"/>
                </a:ext>
              </a:extLst>
            </p:cNvPr>
            <p:cNvSpPr/>
            <p:nvPr/>
          </p:nvSpPr>
          <p:spPr>
            <a:xfrm>
              <a:off x="8447237" y="1700360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화살표: 오른쪽 297">
              <a:extLst>
                <a:ext uri="{FF2B5EF4-FFF2-40B4-BE49-F238E27FC236}">
                  <a16:creationId xmlns:a16="http://schemas.microsoft.com/office/drawing/2014/main" id="{DA4385E9-0DAB-7902-46BE-3E6878454559}"/>
                </a:ext>
              </a:extLst>
            </p:cNvPr>
            <p:cNvSpPr/>
            <p:nvPr/>
          </p:nvSpPr>
          <p:spPr>
            <a:xfrm>
              <a:off x="9813007" y="17057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F11E43A4-462C-7B55-E140-9649A0687E60}"/>
                </a:ext>
              </a:extLst>
            </p:cNvPr>
            <p:cNvGrpSpPr/>
            <p:nvPr/>
          </p:nvGrpSpPr>
          <p:grpSpPr>
            <a:xfrm>
              <a:off x="8869669" y="1679424"/>
              <a:ext cx="781799" cy="384658"/>
              <a:chOff x="8870910" y="4919718"/>
              <a:chExt cx="781799" cy="384658"/>
            </a:xfrm>
          </p:grpSpPr>
          <p:sp>
            <p:nvSpPr>
              <p:cNvPr id="306" name="곱하기 기호 305">
                <a:extLst>
                  <a:ext uri="{FF2B5EF4-FFF2-40B4-BE49-F238E27FC236}">
                    <a16:creationId xmlns:a16="http://schemas.microsoft.com/office/drawing/2014/main" id="{8730452F-703C-286D-BEAB-F91012859885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E2F64443-F7BB-F8C0-9BB1-75689A231FB4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16" name="직사각형 315">
                  <a:extLst>
                    <a:ext uri="{FF2B5EF4-FFF2-40B4-BE49-F238E27FC236}">
                      <a16:creationId xmlns:a16="http://schemas.microsoft.com/office/drawing/2014/main" id="{9149E2E6-2D82-249C-C006-233F856B591D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17" name="직선 연결선 316">
                  <a:extLst>
                    <a:ext uri="{FF2B5EF4-FFF2-40B4-BE49-F238E27FC236}">
                      <a16:creationId xmlns:a16="http://schemas.microsoft.com/office/drawing/2014/main" id="{8D6CCDBB-09AA-A972-4280-4B53E8664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직선 연결선 317">
                  <a:extLst>
                    <a:ext uri="{FF2B5EF4-FFF2-40B4-BE49-F238E27FC236}">
                      <a16:creationId xmlns:a16="http://schemas.microsoft.com/office/drawing/2014/main" id="{9972E483-B349-129D-5388-65059E9070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81BA2A12-9845-4CAC-2A27-CA91948CB6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4FBA0867-D490-767B-2939-4DE33A800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8180A36D-6E79-9DC2-D5AB-3AB0FCEE66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322A4E93-74F4-FEB7-4853-79DC9B5F84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연결선 322">
                  <a:extLst>
                    <a:ext uri="{FF2B5EF4-FFF2-40B4-BE49-F238E27FC236}">
                      <a16:creationId xmlns:a16="http://schemas.microsoft.com/office/drawing/2014/main" id="{3689E673-CFA1-3FF3-0658-E7A4A465A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B6DC1E29-157C-F0B9-B520-ED34C0C0161D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09" name="직선 연결선 308">
                  <a:extLst>
                    <a:ext uri="{FF2B5EF4-FFF2-40B4-BE49-F238E27FC236}">
                      <a16:creationId xmlns:a16="http://schemas.microsoft.com/office/drawing/2014/main" id="{FEB398D5-1569-AF0B-B021-3E73490EE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직선 연결선 309">
                  <a:extLst>
                    <a:ext uri="{FF2B5EF4-FFF2-40B4-BE49-F238E27FC236}">
                      <a16:creationId xmlns:a16="http://schemas.microsoft.com/office/drawing/2014/main" id="{DC95E1CD-868A-D349-219D-039788F520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8B051523-700E-4DB7-8D2F-0DAB7DC89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F148A526-BD0E-80B8-8142-48582E5216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508183D2-62E3-530B-7E70-2695AD2D2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DA1F7A77-4B7B-6E23-36A3-AA6FF9531B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직선 연결선 314">
                  <a:extLst>
                    <a:ext uri="{FF2B5EF4-FFF2-40B4-BE49-F238E27FC236}">
                      <a16:creationId xmlns:a16="http://schemas.microsoft.com/office/drawing/2014/main" id="{5743F8BA-75CD-46C3-DDCE-ABB26DE217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39" name="그룹 438">
            <a:extLst>
              <a:ext uri="{FF2B5EF4-FFF2-40B4-BE49-F238E27FC236}">
                <a16:creationId xmlns:a16="http://schemas.microsoft.com/office/drawing/2014/main" id="{A4542280-2F25-A2C5-905D-2436E391A214}"/>
              </a:ext>
            </a:extLst>
          </p:cNvPr>
          <p:cNvGrpSpPr/>
          <p:nvPr/>
        </p:nvGrpSpPr>
        <p:grpSpPr>
          <a:xfrm>
            <a:off x="8445011" y="4456818"/>
            <a:ext cx="1779001" cy="384658"/>
            <a:chOff x="8445011" y="4456818"/>
            <a:chExt cx="1779001" cy="384658"/>
          </a:xfrm>
        </p:grpSpPr>
        <p:sp>
          <p:nvSpPr>
            <p:cNvPr id="294" name="화살표: 오른쪽 293">
              <a:extLst>
                <a:ext uri="{FF2B5EF4-FFF2-40B4-BE49-F238E27FC236}">
                  <a16:creationId xmlns:a16="http://schemas.microsoft.com/office/drawing/2014/main" id="{84DA2CEE-0EC1-D691-5DCD-05548944B43E}"/>
                </a:ext>
              </a:extLst>
            </p:cNvPr>
            <p:cNvSpPr/>
            <p:nvPr/>
          </p:nvSpPr>
          <p:spPr>
            <a:xfrm>
              <a:off x="8445011" y="44771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화살표: 오른쪽 294">
              <a:extLst>
                <a:ext uri="{FF2B5EF4-FFF2-40B4-BE49-F238E27FC236}">
                  <a16:creationId xmlns:a16="http://schemas.microsoft.com/office/drawing/2014/main" id="{D4315D89-7488-EDB3-FECB-F4268407AE5C}"/>
                </a:ext>
              </a:extLst>
            </p:cNvPr>
            <p:cNvSpPr/>
            <p:nvPr/>
          </p:nvSpPr>
          <p:spPr>
            <a:xfrm>
              <a:off x="9810781" y="44825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88975F50-9AA9-A842-136A-33E1F4E7EC82}"/>
                </a:ext>
              </a:extLst>
            </p:cNvPr>
            <p:cNvGrpSpPr/>
            <p:nvPr/>
          </p:nvGrpSpPr>
          <p:grpSpPr>
            <a:xfrm>
              <a:off x="8870729" y="4456818"/>
              <a:ext cx="781799" cy="384658"/>
              <a:chOff x="8870910" y="4919718"/>
              <a:chExt cx="781799" cy="384658"/>
            </a:xfrm>
          </p:grpSpPr>
          <p:sp>
            <p:nvSpPr>
              <p:cNvPr id="325" name="곱하기 기호 324">
                <a:extLst>
                  <a:ext uri="{FF2B5EF4-FFF2-40B4-BE49-F238E27FC236}">
                    <a16:creationId xmlns:a16="http://schemas.microsoft.com/office/drawing/2014/main" id="{68D01D48-CD93-5A4E-14CA-D42348EF2739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6" name="그룹 325">
                <a:extLst>
                  <a:ext uri="{FF2B5EF4-FFF2-40B4-BE49-F238E27FC236}">
                    <a16:creationId xmlns:a16="http://schemas.microsoft.com/office/drawing/2014/main" id="{5AA03461-3F4E-32E7-C5BC-BA31D54455E7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35" name="직사각형 334">
                  <a:extLst>
                    <a:ext uri="{FF2B5EF4-FFF2-40B4-BE49-F238E27FC236}">
                      <a16:creationId xmlns:a16="http://schemas.microsoft.com/office/drawing/2014/main" id="{37960EB5-B76C-D50C-444B-46864B865136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6" name="직선 연결선 335">
                  <a:extLst>
                    <a:ext uri="{FF2B5EF4-FFF2-40B4-BE49-F238E27FC236}">
                      <a16:creationId xmlns:a16="http://schemas.microsoft.com/office/drawing/2014/main" id="{CB15D256-54CE-F0F5-0671-B7A392EB1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직선 연결선 336">
                  <a:extLst>
                    <a:ext uri="{FF2B5EF4-FFF2-40B4-BE49-F238E27FC236}">
                      <a16:creationId xmlns:a16="http://schemas.microsoft.com/office/drawing/2014/main" id="{D83503E6-136E-F2FD-5279-9F8C7D3DF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직선 연결선 337">
                  <a:extLst>
                    <a:ext uri="{FF2B5EF4-FFF2-40B4-BE49-F238E27FC236}">
                      <a16:creationId xmlns:a16="http://schemas.microsoft.com/office/drawing/2014/main" id="{C8227464-01CA-3ECD-2DF3-EE8EBD169D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직선 연결선 338">
                  <a:extLst>
                    <a:ext uri="{FF2B5EF4-FFF2-40B4-BE49-F238E27FC236}">
                      <a16:creationId xmlns:a16="http://schemas.microsoft.com/office/drawing/2014/main" id="{40E541E9-04BA-9748-3A43-D5C9DAF2A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직선 연결선 339">
                  <a:extLst>
                    <a:ext uri="{FF2B5EF4-FFF2-40B4-BE49-F238E27FC236}">
                      <a16:creationId xmlns:a16="http://schemas.microsoft.com/office/drawing/2014/main" id="{3AA9E3FF-04A8-9F34-9104-A9DFBA4AC0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직선 연결선 340">
                  <a:extLst>
                    <a:ext uri="{FF2B5EF4-FFF2-40B4-BE49-F238E27FC236}">
                      <a16:creationId xmlns:a16="http://schemas.microsoft.com/office/drawing/2014/main" id="{227D567D-29CD-240D-2156-F3D243D2B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>
                  <a:extLst>
                    <a:ext uri="{FF2B5EF4-FFF2-40B4-BE49-F238E27FC236}">
                      <a16:creationId xmlns:a16="http://schemas.microsoft.com/office/drawing/2014/main" id="{2FD4C285-8333-3081-E69A-4088FB75C0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C549DA3-1B0F-B33C-5D42-93623507021A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28" name="직선 연결선 327">
                  <a:extLst>
                    <a:ext uri="{FF2B5EF4-FFF2-40B4-BE49-F238E27FC236}">
                      <a16:creationId xmlns:a16="http://schemas.microsoft.com/office/drawing/2014/main" id="{131B177B-7E53-0139-0A9F-8F9E20579F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연결선 328">
                  <a:extLst>
                    <a:ext uri="{FF2B5EF4-FFF2-40B4-BE49-F238E27FC236}">
                      <a16:creationId xmlns:a16="http://schemas.microsoft.com/office/drawing/2014/main" id="{AC9520E6-6F98-0E63-8DFC-932F9FD42F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연결선 329">
                  <a:extLst>
                    <a:ext uri="{FF2B5EF4-FFF2-40B4-BE49-F238E27FC236}">
                      <a16:creationId xmlns:a16="http://schemas.microsoft.com/office/drawing/2014/main" id="{BAD34506-16B1-B062-6718-EA626432C8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>
                  <a:extLst>
                    <a:ext uri="{FF2B5EF4-FFF2-40B4-BE49-F238E27FC236}">
                      <a16:creationId xmlns:a16="http://schemas.microsoft.com/office/drawing/2014/main" id="{9DED673C-F40E-9B3E-46AB-4DD5626126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>
                  <a:extLst>
                    <a:ext uri="{FF2B5EF4-FFF2-40B4-BE49-F238E27FC236}">
                      <a16:creationId xmlns:a16="http://schemas.microsoft.com/office/drawing/2014/main" id="{9CCA249E-931E-DA25-8827-029DCEEB0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>
                  <a:extLst>
                    <a:ext uri="{FF2B5EF4-FFF2-40B4-BE49-F238E27FC236}">
                      <a16:creationId xmlns:a16="http://schemas.microsoft.com/office/drawing/2014/main" id="{F5940153-1968-A82B-097F-3FFB044798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EA1D263F-DB93-FDD6-D2E8-6951DD70B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1C234EA6-FD91-4874-4A57-9CC02280BBB6}"/>
              </a:ext>
            </a:extLst>
          </p:cNvPr>
          <p:cNvGrpSpPr/>
          <p:nvPr/>
        </p:nvGrpSpPr>
        <p:grpSpPr>
          <a:xfrm>
            <a:off x="8863209" y="3993919"/>
            <a:ext cx="781799" cy="384658"/>
            <a:chOff x="8870910" y="4919718"/>
            <a:chExt cx="781799" cy="384658"/>
          </a:xfrm>
        </p:grpSpPr>
        <p:sp>
          <p:nvSpPr>
            <p:cNvPr id="344" name="곱하기 기호 343">
              <a:extLst>
                <a:ext uri="{FF2B5EF4-FFF2-40B4-BE49-F238E27FC236}">
                  <a16:creationId xmlns:a16="http://schemas.microsoft.com/office/drawing/2014/main" id="{2CC96D7A-1194-5A0B-A940-8CBD16687847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DA5C3C8E-9291-B127-0E4D-923971B6A60C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75DBA315-6981-CB1F-CF7B-A98BD2B7CEAE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79A2C509-9D61-C034-D5D6-012FB45CB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A5EB4966-A5FB-F51E-9868-A4B63E379F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30D21EFE-1BA3-648C-08B6-E26B3461B4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E3249000-1758-1C55-404D-21AA54D7C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C38C1462-D9FD-75D7-E83E-DBE3051F5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F4B3B3B1-F4AD-B464-5C49-24FF02875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7FA4BDD5-54AE-EA96-0F19-749F2D38D9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B679FEE8-1792-C34D-0749-9115675086A4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01E3FBB7-AF71-12AC-366D-F87FA8AC27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BC8ACEF9-C08F-F138-0131-0C5CA84EE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1EF3C806-9F54-F683-D511-CB4DB15E2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5A263CCC-3DB3-5907-12C2-853C1A7EC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7821AB7E-2DE6-3EC6-D17D-1D2491CF0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5871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6761FD47-BCC8-4B01-7FDA-432C80122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43AFE1B2-67F5-7637-2B47-D2A794765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BF8D92AA-E174-A4A5-F30C-0AE1AD4F256D}"/>
              </a:ext>
            </a:extLst>
          </p:cNvPr>
          <p:cNvGrpSpPr/>
          <p:nvPr/>
        </p:nvGrpSpPr>
        <p:grpSpPr>
          <a:xfrm>
            <a:off x="8442714" y="3531020"/>
            <a:ext cx="1779001" cy="384658"/>
            <a:chOff x="8442714" y="3531020"/>
            <a:chExt cx="1779001" cy="384658"/>
          </a:xfrm>
        </p:grpSpPr>
        <p:sp>
          <p:nvSpPr>
            <p:cNvPr id="288" name="화살표: 오른쪽 287">
              <a:extLst>
                <a:ext uri="{FF2B5EF4-FFF2-40B4-BE49-F238E27FC236}">
                  <a16:creationId xmlns:a16="http://schemas.microsoft.com/office/drawing/2014/main" id="{B51AEA73-C18A-2BA5-852B-9FD83B8EB61E}"/>
                </a:ext>
              </a:extLst>
            </p:cNvPr>
            <p:cNvSpPr/>
            <p:nvPr/>
          </p:nvSpPr>
          <p:spPr>
            <a:xfrm>
              <a:off x="8442714" y="355155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화살표: 오른쪽 288">
              <a:extLst>
                <a:ext uri="{FF2B5EF4-FFF2-40B4-BE49-F238E27FC236}">
                  <a16:creationId xmlns:a16="http://schemas.microsoft.com/office/drawing/2014/main" id="{A58FCBD0-A2C6-D799-AA9D-744E80A38424}"/>
                </a:ext>
              </a:extLst>
            </p:cNvPr>
            <p:cNvSpPr/>
            <p:nvPr/>
          </p:nvSpPr>
          <p:spPr>
            <a:xfrm>
              <a:off x="9808484" y="355697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D67CBCAF-9D67-B834-F4C4-854C93FE74D7}"/>
                </a:ext>
              </a:extLst>
            </p:cNvPr>
            <p:cNvGrpSpPr/>
            <p:nvPr/>
          </p:nvGrpSpPr>
          <p:grpSpPr>
            <a:xfrm>
              <a:off x="8869996" y="3531020"/>
              <a:ext cx="781799" cy="384658"/>
              <a:chOff x="8870910" y="4919718"/>
              <a:chExt cx="781799" cy="384658"/>
            </a:xfrm>
          </p:grpSpPr>
          <p:sp>
            <p:nvSpPr>
              <p:cNvPr id="363" name="곱하기 기호 362">
                <a:extLst>
                  <a:ext uri="{FF2B5EF4-FFF2-40B4-BE49-F238E27FC236}">
                    <a16:creationId xmlns:a16="http://schemas.microsoft.com/office/drawing/2014/main" id="{89D74F58-795C-DD1E-8F95-A4E77F9790DC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4" name="그룹 363">
                <a:extLst>
                  <a:ext uri="{FF2B5EF4-FFF2-40B4-BE49-F238E27FC236}">
                    <a16:creationId xmlns:a16="http://schemas.microsoft.com/office/drawing/2014/main" id="{E506AC02-7466-178E-71D3-60C012E1853B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D52E698D-5C52-BEEF-BC27-715AA13E2093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74" name="직선 연결선 373">
                  <a:extLst>
                    <a:ext uri="{FF2B5EF4-FFF2-40B4-BE49-F238E27FC236}">
                      <a16:creationId xmlns:a16="http://schemas.microsoft.com/office/drawing/2014/main" id="{9C05FE6A-5C1B-5CD9-7DCB-A1B5AFE32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직선 연결선 374">
                  <a:extLst>
                    <a:ext uri="{FF2B5EF4-FFF2-40B4-BE49-F238E27FC236}">
                      <a16:creationId xmlns:a16="http://schemas.microsoft.com/office/drawing/2014/main" id="{30359071-B4FD-D915-04D6-0B6A69398C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직선 연결선 375">
                  <a:extLst>
                    <a:ext uri="{FF2B5EF4-FFF2-40B4-BE49-F238E27FC236}">
                      <a16:creationId xmlns:a16="http://schemas.microsoft.com/office/drawing/2014/main" id="{520C2A1F-993F-1C83-D290-A366F920DC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직선 연결선 376">
                  <a:extLst>
                    <a:ext uri="{FF2B5EF4-FFF2-40B4-BE49-F238E27FC236}">
                      <a16:creationId xmlns:a16="http://schemas.microsoft.com/office/drawing/2014/main" id="{8DF654C7-FEB8-1BBD-D63B-A768A79EE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직선 연결선 377">
                  <a:extLst>
                    <a:ext uri="{FF2B5EF4-FFF2-40B4-BE49-F238E27FC236}">
                      <a16:creationId xmlns:a16="http://schemas.microsoft.com/office/drawing/2014/main" id="{6CFBCFE1-A584-1C8F-25B6-B4F27B170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연결선 378">
                  <a:extLst>
                    <a:ext uri="{FF2B5EF4-FFF2-40B4-BE49-F238E27FC236}">
                      <a16:creationId xmlns:a16="http://schemas.microsoft.com/office/drawing/2014/main" id="{C97138D9-7848-7B99-DCE8-955C05CDE8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직선 연결선 379">
                  <a:extLst>
                    <a:ext uri="{FF2B5EF4-FFF2-40B4-BE49-F238E27FC236}">
                      <a16:creationId xmlns:a16="http://schemas.microsoft.com/office/drawing/2014/main" id="{863D09EE-46CE-69A3-1730-C40DB9330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그룹 364">
                <a:extLst>
                  <a:ext uri="{FF2B5EF4-FFF2-40B4-BE49-F238E27FC236}">
                    <a16:creationId xmlns:a16="http://schemas.microsoft.com/office/drawing/2014/main" id="{51667252-F65D-244C-25CA-4ACA65B653E8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66" name="직선 연결선 365">
                  <a:extLst>
                    <a:ext uri="{FF2B5EF4-FFF2-40B4-BE49-F238E27FC236}">
                      <a16:creationId xmlns:a16="http://schemas.microsoft.com/office/drawing/2014/main" id="{663CC1B2-30E2-B544-C172-86CD9E36F5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직선 연결선 366">
                  <a:extLst>
                    <a:ext uri="{FF2B5EF4-FFF2-40B4-BE49-F238E27FC236}">
                      <a16:creationId xmlns:a16="http://schemas.microsoft.com/office/drawing/2014/main" id="{471B0121-E115-1CD9-E34D-4016E3317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직선 연결선 367">
                  <a:extLst>
                    <a:ext uri="{FF2B5EF4-FFF2-40B4-BE49-F238E27FC236}">
                      <a16:creationId xmlns:a16="http://schemas.microsoft.com/office/drawing/2014/main" id="{ECFCDA06-B589-C5A5-6F68-F55AC0359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직선 연결선 368">
                  <a:extLst>
                    <a:ext uri="{FF2B5EF4-FFF2-40B4-BE49-F238E27FC236}">
                      <a16:creationId xmlns:a16="http://schemas.microsoft.com/office/drawing/2014/main" id="{818D36D0-6BAE-27EA-B00F-21793A64A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직선 연결선 369">
                  <a:extLst>
                    <a:ext uri="{FF2B5EF4-FFF2-40B4-BE49-F238E27FC236}">
                      <a16:creationId xmlns:a16="http://schemas.microsoft.com/office/drawing/2014/main" id="{D1FCA09D-2B82-54BC-AB6E-3C2B59B44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직선 연결선 370">
                  <a:extLst>
                    <a:ext uri="{FF2B5EF4-FFF2-40B4-BE49-F238E27FC236}">
                      <a16:creationId xmlns:a16="http://schemas.microsoft.com/office/drawing/2014/main" id="{391CBA41-85F5-D7E2-1CE0-4C77063B7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직선 연결선 371">
                  <a:extLst>
                    <a:ext uri="{FF2B5EF4-FFF2-40B4-BE49-F238E27FC236}">
                      <a16:creationId xmlns:a16="http://schemas.microsoft.com/office/drawing/2014/main" id="{48E66410-28DF-82F1-9FE0-4745A68C0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AAA2BD80-45B7-B041-AE2A-10650A278282}"/>
              </a:ext>
            </a:extLst>
          </p:cNvPr>
          <p:cNvGrpSpPr/>
          <p:nvPr/>
        </p:nvGrpSpPr>
        <p:grpSpPr>
          <a:xfrm>
            <a:off x="8442714" y="3068121"/>
            <a:ext cx="1779001" cy="384658"/>
            <a:chOff x="8442714" y="3068121"/>
            <a:chExt cx="1779001" cy="384658"/>
          </a:xfrm>
        </p:grpSpPr>
        <p:sp>
          <p:nvSpPr>
            <p:cNvPr id="285" name="화살표: 오른쪽 284">
              <a:extLst>
                <a:ext uri="{FF2B5EF4-FFF2-40B4-BE49-F238E27FC236}">
                  <a16:creationId xmlns:a16="http://schemas.microsoft.com/office/drawing/2014/main" id="{D81A996B-82B1-484D-BC6B-86DD0DA8DEA6}"/>
                </a:ext>
              </a:extLst>
            </p:cNvPr>
            <p:cNvSpPr/>
            <p:nvPr/>
          </p:nvSpPr>
          <p:spPr>
            <a:xfrm>
              <a:off x="8442714" y="30887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화살표: 오른쪽 285">
              <a:extLst>
                <a:ext uri="{FF2B5EF4-FFF2-40B4-BE49-F238E27FC236}">
                  <a16:creationId xmlns:a16="http://schemas.microsoft.com/office/drawing/2014/main" id="{726E32CF-E98F-4122-1A2D-D865728BC58E}"/>
                </a:ext>
              </a:extLst>
            </p:cNvPr>
            <p:cNvSpPr/>
            <p:nvPr/>
          </p:nvSpPr>
          <p:spPr>
            <a:xfrm>
              <a:off x="9808484" y="309417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67276613-44BE-AB9C-E9A9-B2D8F6B01CD2}"/>
                </a:ext>
              </a:extLst>
            </p:cNvPr>
            <p:cNvGrpSpPr/>
            <p:nvPr/>
          </p:nvGrpSpPr>
          <p:grpSpPr>
            <a:xfrm>
              <a:off x="8869815" y="3068121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946848E8-B9B2-3539-C8D6-5E19C2E6B2C8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1F84D81A-9CF6-0A6B-8A56-AF27E90A81F7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0C28375B-D726-6444-2E6D-AAC75DEFADD4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0A1AF45F-B47B-08E8-9F4D-58AB094271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18B65033-A426-C059-547E-08814872F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EA6B770C-3BE1-5FC6-7FCA-1A04887ED0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6CA7EB9B-DD8B-2EBE-8328-0E95FF1D0F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7FD2BD61-9B32-3F90-F1CA-75CEBDFF9E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05E9C8E0-95BF-419E-C96A-6989BE0526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683C81A6-62BD-284D-3BAB-AFD18CAE85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AF50929B-934B-9490-B2B0-E74197C10803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6F763CBE-07B5-89F8-9B0C-21B58BA70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F0FA2CDF-50CF-2154-A4E9-8804BDB67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7A3807EE-5D68-F2BF-51A2-13F097A479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4F094AAB-F916-0F1B-4F61-F1B4AA6257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142489DF-229F-7F0F-754B-856F66259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DFC4B1DA-7375-1732-6F2C-B86C549E16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FB98A1A1-1DAA-B4CD-89D0-4850A58B5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D70441F2-F935-7220-D305-283B63929D35}"/>
              </a:ext>
            </a:extLst>
          </p:cNvPr>
          <p:cNvGrpSpPr/>
          <p:nvPr/>
        </p:nvGrpSpPr>
        <p:grpSpPr>
          <a:xfrm>
            <a:off x="8442714" y="2605222"/>
            <a:ext cx="1779001" cy="384658"/>
            <a:chOff x="8442714" y="2605222"/>
            <a:chExt cx="1779001" cy="384658"/>
          </a:xfrm>
        </p:grpSpPr>
        <p:sp>
          <p:nvSpPr>
            <p:cNvPr id="282" name="화살표: 오른쪽 281">
              <a:extLst>
                <a:ext uri="{FF2B5EF4-FFF2-40B4-BE49-F238E27FC236}">
                  <a16:creationId xmlns:a16="http://schemas.microsoft.com/office/drawing/2014/main" id="{236A571D-9CAC-DDB7-6B8C-FD1E2F8E4472}"/>
                </a:ext>
              </a:extLst>
            </p:cNvPr>
            <p:cNvSpPr/>
            <p:nvPr/>
          </p:nvSpPr>
          <p:spPr>
            <a:xfrm>
              <a:off x="8442714" y="262595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화살표: 오른쪽 282">
              <a:extLst>
                <a:ext uri="{FF2B5EF4-FFF2-40B4-BE49-F238E27FC236}">
                  <a16:creationId xmlns:a16="http://schemas.microsoft.com/office/drawing/2014/main" id="{2663C64D-6408-DA63-5B14-EA037F04BEEF}"/>
                </a:ext>
              </a:extLst>
            </p:cNvPr>
            <p:cNvSpPr/>
            <p:nvPr/>
          </p:nvSpPr>
          <p:spPr>
            <a:xfrm>
              <a:off x="9808484" y="263137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24B347C4-E6E5-1BD2-BA28-7B507EFD0243}"/>
                </a:ext>
              </a:extLst>
            </p:cNvPr>
            <p:cNvGrpSpPr/>
            <p:nvPr/>
          </p:nvGrpSpPr>
          <p:grpSpPr>
            <a:xfrm>
              <a:off x="8862295" y="2605222"/>
              <a:ext cx="781799" cy="384658"/>
              <a:chOff x="8870910" y="4919718"/>
              <a:chExt cx="781799" cy="384658"/>
            </a:xfrm>
          </p:grpSpPr>
          <p:sp>
            <p:nvSpPr>
              <p:cNvPr id="401" name="곱하기 기호 400">
                <a:extLst>
                  <a:ext uri="{FF2B5EF4-FFF2-40B4-BE49-F238E27FC236}">
                    <a16:creationId xmlns:a16="http://schemas.microsoft.com/office/drawing/2014/main" id="{204A4EDE-CA9B-C0D9-5F1D-4079CEE7BB12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8C9CAF4E-63F3-7621-517D-3179C94C4DDF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8341EE52-9B31-5D0D-8928-A21E5BCC215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12" name="직선 연결선 411">
                  <a:extLst>
                    <a:ext uri="{FF2B5EF4-FFF2-40B4-BE49-F238E27FC236}">
                      <a16:creationId xmlns:a16="http://schemas.microsoft.com/office/drawing/2014/main" id="{4D4E5902-224D-1DCF-FF73-0ABE7FC14F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직선 연결선 412">
                  <a:extLst>
                    <a:ext uri="{FF2B5EF4-FFF2-40B4-BE49-F238E27FC236}">
                      <a16:creationId xmlns:a16="http://schemas.microsoft.com/office/drawing/2014/main" id="{8310896C-E90F-8F13-C212-51B1EFF1B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직선 연결선 413">
                  <a:extLst>
                    <a:ext uri="{FF2B5EF4-FFF2-40B4-BE49-F238E27FC236}">
                      <a16:creationId xmlns:a16="http://schemas.microsoft.com/office/drawing/2014/main" id="{E519BAC9-D2B5-CD3E-2175-84A4F0A65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9B7C8991-342E-C281-4E8C-054902F00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직선 연결선 415">
                  <a:extLst>
                    <a:ext uri="{FF2B5EF4-FFF2-40B4-BE49-F238E27FC236}">
                      <a16:creationId xmlns:a16="http://schemas.microsoft.com/office/drawing/2014/main" id="{2CEEE7A0-A9F1-FBFC-3FE4-3D83545A3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1C09161F-D842-6E9C-9531-82E9E977C8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직선 연결선 417">
                  <a:extLst>
                    <a:ext uri="{FF2B5EF4-FFF2-40B4-BE49-F238E27FC236}">
                      <a16:creationId xmlns:a16="http://schemas.microsoft.com/office/drawing/2014/main" id="{CC84D8A0-A418-0DF9-0DCC-28FF301412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3" name="그룹 402">
                <a:extLst>
                  <a:ext uri="{FF2B5EF4-FFF2-40B4-BE49-F238E27FC236}">
                    <a16:creationId xmlns:a16="http://schemas.microsoft.com/office/drawing/2014/main" id="{D95EF4F6-0BCB-F06C-2756-4F6B0DE1B410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04" name="직선 연결선 403">
                  <a:extLst>
                    <a:ext uri="{FF2B5EF4-FFF2-40B4-BE49-F238E27FC236}">
                      <a16:creationId xmlns:a16="http://schemas.microsoft.com/office/drawing/2014/main" id="{BA0C7A16-BAB9-E0BC-EE3B-69C79B4B16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직선 연결선 404">
                  <a:extLst>
                    <a:ext uri="{FF2B5EF4-FFF2-40B4-BE49-F238E27FC236}">
                      <a16:creationId xmlns:a16="http://schemas.microsoft.com/office/drawing/2014/main" id="{5DAAEFC2-3DD1-207F-2C81-B6B3B464C9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4BD1EA26-629C-DD68-C4B1-62238518E7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직선 연결선 406">
                  <a:extLst>
                    <a:ext uri="{FF2B5EF4-FFF2-40B4-BE49-F238E27FC236}">
                      <a16:creationId xmlns:a16="http://schemas.microsoft.com/office/drawing/2014/main" id="{604908A1-7C7E-1C2E-203A-231C938738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083E29DC-215A-A756-B804-BC20D780B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직선 연결선 408">
                  <a:extLst>
                    <a:ext uri="{FF2B5EF4-FFF2-40B4-BE49-F238E27FC236}">
                      <a16:creationId xmlns:a16="http://schemas.microsoft.com/office/drawing/2014/main" id="{4743AAA7-570B-15E4-D739-BFFAA0C02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직선 연결선 409">
                  <a:extLst>
                    <a:ext uri="{FF2B5EF4-FFF2-40B4-BE49-F238E27FC236}">
                      <a16:creationId xmlns:a16="http://schemas.microsoft.com/office/drawing/2014/main" id="{9547ECDE-3B59-1DF1-D3F4-A404F601B7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5048DEAD-B27A-799A-61CA-3CA258FB38CA}"/>
              </a:ext>
            </a:extLst>
          </p:cNvPr>
          <p:cNvGrpSpPr/>
          <p:nvPr/>
        </p:nvGrpSpPr>
        <p:grpSpPr>
          <a:xfrm>
            <a:off x="8449064" y="2142323"/>
            <a:ext cx="1779001" cy="384658"/>
            <a:chOff x="8449064" y="2142323"/>
            <a:chExt cx="1779001" cy="384658"/>
          </a:xfrm>
        </p:grpSpPr>
        <p:sp>
          <p:nvSpPr>
            <p:cNvPr id="279" name="화살표: 오른쪽 278">
              <a:extLst>
                <a:ext uri="{FF2B5EF4-FFF2-40B4-BE49-F238E27FC236}">
                  <a16:creationId xmlns:a16="http://schemas.microsoft.com/office/drawing/2014/main" id="{55F4E3CE-4023-1F43-CA5B-574240A0FE84}"/>
                </a:ext>
              </a:extLst>
            </p:cNvPr>
            <p:cNvSpPr/>
            <p:nvPr/>
          </p:nvSpPr>
          <p:spPr>
            <a:xfrm>
              <a:off x="8449064" y="216315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화살표: 오른쪽 279">
              <a:extLst>
                <a:ext uri="{FF2B5EF4-FFF2-40B4-BE49-F238E27FC236}">
                  <a16:creationId xmlns:a16="http://schemas.microsoft.com/office/drawing/2014/main" id="{92A4D74D-23EA-4EAD-B49E-CA37ECCC9E2D}"/>
                </a:ext>
              </a:extLst>
            </p:cNvPr>
            <p:cNvSpPr/>
            <p:nvPr/>
          </p:nvSpPr>
          <p:spPr>
            <a:xfrm>
              <a:off x="9814834" y="216857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15EB048E-0FD8-C5A6-83AB-E4EA1E83AE4E}"/>
                </a:ext>
              </a:extLst>
            </p:cNvPr>
            <p:cNvGrpSpPr/>
            <p:nvPr/>
          </p:nvGrpSpPr>
          <p:grpSpPr>
            <a:xfrm>
              <a:off x="8869669" y="2142323"/>
              <a:ext cx="781799" cy="384658"/>
              <a:chOff x="8870910" y="4919718"/>
              <a:chExt cx="781799" cy="384658"/>
            </a:xfrm>
          </p:grpSpPr>
          <p:sp>
            <p:nvSpPr>
              <p:cNvPr id="420" name="곱하기 기호 419">
                <a:extLst>
                  <a:ext uri="{FF2B5EF4-FFF2-40B4-BE49-F238E27FC236}">
                    <a16:creationId xmlns:a16="http://schemas.microsoft.com/office/drawing/2014/main" id="{AF81D531-380E-1033-5714-B5DE9B0571DE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1" name="그룹 420">
                <a:extLst>
                  <a:ext uri="{FF2B5EF4-FFF2-40B4-BE49-F238E27FC236}">
                    <a16:creationId xmlns:a16="http://schemas.microsoft.com/office/drawing/2014/main" id="{F7AFCD3E-B5C6-E974-2647-1392B237BCD8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30" name="직사각형 429">
                  <a:extLst>
                    <a:ext uri="{FF2B5EF4-FFF2-40B4-BE49-F238E27FC236}">
                      <a16:creationId xmlns:a16="http://schemas.microsoft.com/office/drawing/2014/main" id="{02C033AE-C0AB-5BAE-559E-7030D1EBC482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31" name="직선 연결선 430">
                  <a:extLst>
                    <a:ext uri="{FF2B5EF4-FFF2-40B4-BE49-F238E27FC236}">
                      <a16:creationId xmlns:a16="http://schemas.microsoft.com/office/drawing/2014/main" id="{40C27629-686E-35C8-C4A9-33A8980977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직선 연결선 431">
                  <a:extLst>
                    <a:ext uri="{FF2B5EF4-FFF2-40B4-BE49-F238E27FC236}">
                      <a16:creationId xmlns:a16="http://schemas.microsoft.com/office/drawing/2014/main" id="{95E80CA4-4FFC-6E52-C60D-7F37CFBE7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직선 연결선 432">
                  <a:extLst>
                    <a:ext uri="{FF2B5EF4-FFF2-40B4-BE49-F238E27FC236}">
                      <a16:creationId xmlns:a16="http://schemas.microsoft.com/office/drawing/2014/main" id="{EA286F9A-2215-88B9-5E15-350D756326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직선 연결선 433">
                  <a:extLst>
                    <a:ext uri="{FF2B5EF4-FFF2-40B4-BE49-F238E27FC236}">
                      <a16:creationId xmlns:a16="http://schemas.microsoft.com/office/drawing/2014/main" id="{E5F52223-02A4-E21A-1A93-C8E1BB668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직선 연결선 434">
                  <a:extLst>
                    <a:ext uri="{FF2B5EF4-FFF2-40B4-BE49-F238E27FC236}">
                      <a16:creationId xmlns:a16="http://schemas.microsoft.com/office/drawing/2014/main" id="{73EC1A5B-9C9E-5B8C-0D4A-FB6158611E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직선 연결선 435">
                  <a:extLst>
                    <a:ext uri="{FF2B5EF4-FFF2-40B4-BE49-F238E27FC236}">
                      <a16:creationId xmlns:a16="http://schemas.microsoft.com/office/drawing/2014/main" id="{3CC803C6-0EE8-FEFF-A728-23860749C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직선 연결선 436">
                  <a:extLst>
                    <a:ext uri="{FF2B5EF4-FFF2-40B4-BE49-F238E27FC236}">
                      <a16:creationId xmlns:a16="http://schemas.microsoft.com/office/drawing/2014/main" id="{ABBF73BE-B54F-F6E2-F049-D024A075A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5C46B4CF-AE85-C667-27A0-E02BAAF1ED0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592324B3-B3A5-8659-4494-225268E9B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직선 연결선 423">
                  <a:extLst>
                    <a:ext uri="{FF2B5EF4-FFF2-40B4-BE49-F238E27FC236}">
                      <a16:creationId xmlns:a16="http://schemas.microsoft.com/office/drawing/2014/main" id="{11713980-98D5-F161-F3B1-E247C35E2C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A4AFE57D-AC71-A870-E6A5-7373B0DACC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직선 연결선 425">
                  <a:extLst>
                    <a:ext uri="{FF2B5EF4-FFF2-40B4-BE49-F238E27FC236}">
                      <a16:creationId xmlns:a16="http://schemas.microsoft.com/office/drawing/2014/main" id="{03B1CCD8-2201-98A1-482E-78BDA40C8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07457B20-2530-B6FE-E52F-F05C693DE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직선 연결선 427">
                  <a:extLst>
                    <a:ext uri="{FF2B5EF4-FFF2-40B4-BE49-F238E27FC236}">
                      <a16:creationId xmlns:a16="http://schemas.microsoft.com/office/drawing/2014/main" id="{0FEA2D58-F1B0-15B8-C066-6D0624BF8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C870804E-CF08-C7CE-1628-F1ECB8441C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96067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71D9-1124-2BBD-1FE7-9F79D9CB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B615E-DFBA-B302-F201-00A578C9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E348F-D31C-6F79-4E64-409085FC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26F25693-CB32-4F93-5B41-0E4DC4AC73A8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7E723-0EAD-048D-68D6-159B686E9EC2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8B7E0638-31AD-314C-B7DA-C42201469650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A12BAD-C7B2-78D8-486B-EB8170C04707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A5780-61AD-7965-06FA-A8A419108D8E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A1C118B-1D96-B41C-A68D-9D7B95E0E3C1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5A3D045-96E4-30E7-2C93-354BC4AAAC1C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C4C9980-7252-5D92-80DD-50764874AEF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A9FAE850-F17F-2BF0-4045-3A78551F0084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51BF188-2F12-66F7-5BD8-98E292FF7508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D8EFE2B-0CC6-F893-414B-BB0F105DCA77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2EFD5EE-DFE4-F706-D58E-6226981980CE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06FED77-AC02-C305-3611-30E27682CA58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00171EB-65A6-1F5B-43E3-B10B44007059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A719BE8-DC6E-A9A2-FD6C-F8A639F38DA1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40DB936-44B1-4818-D9C5-BF3B19FA2975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EFBE5854-262F-334E-23C7-AB88F9844285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C3454A6-90CD-3963-EFC9-99BB0CFB6010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AF0107B-9507-6102-C137-0D6EE154F999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40FD80D9-B887-0215-2CAC-EAC3BE60332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CA21B7B-EC4A-C67B-6DE0-2EF158DED068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E49E76E-6AAF-C9BC-D924-AFAA261186A2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931D5319-5821-85ED-5134-33A06655B915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DD002E01-EDAB-4647-50BB-F5C2D105DCFE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5614BA9-1D02-1953-6054-5488BC948393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D1096C2-4765-3B47-27B7-B13A94FE8263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2181F48-9404-526C-E48E-6F249772ECEF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20F9A82-1962-6D83-81A1-733612B4183B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06E5EE0D-4BC3-A7B9-E07A-496725DF9372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D29FAE5-D1C4-DE23-10A7-5E152ACC0758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237F8FF8-F070-3AE4-85BC-18D83A23EF30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0F150D7-09E5-741B-5968-D4D5D9D1CE5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1507EA3-8BE2-DAAC-8444-52F0898663FE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262769A-EAA4-094A-FFEE-EE16E208203D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F30F0C1-B64F-3502-784C-B6313B187059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0EDBF69-0D21-448C-497C-30AF814198D8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5FAA2F8-6A9F-9EAA-3D59-754F0824E9EA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44DEB8F8-410B-D975-0DA7-E38AE4DAE56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EB23CC34-B051-CCED-A2FD-9323ACC82762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09179D78-DA8F-D575-543E-633237F0366C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AC41331E-DB62-5AC0-3338-114531EDE8AF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1DC5243F-81D9-DCA4-FCD4-F1D64CDEA78B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BC0666BC-DF2A-5608-041D-8511F9527531}"/>
              </a:ext>
            </a:extLst>
          </p:cNvPr>
          <p:cNvGrpSpPr/>
          <p:nvPr/>
        </p:nvGrpSpPr>
        <p:grpSpPr>
          <a:xfrm>
            <a:off x="2563651" y="1684507"/>
            <a:ext cx="1429751" cy="3557614"/>
            <a:chOff x="2875654" y="1684507"/>
            <a:chExt cx="1429751" cy="3557614"/>
          </a:xfrm>
        </p:grpSpPr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A22F1188-51DB-A2B7-37FA-0136DBCA048B}"/>
                </a:ext>
              </a:extLst>
            </p:cNvPr>
            <p:cNvGrpSpPr/>
            <p:nvPr/>
          </p:nvGrpSpPr>
          <p:grpSpPr>
            <a:xfrm>
              <a:off x="2875654" y="3998502"/>
              <a:ext cx="1423401" cy="318020"/>
              <a:chOff x="2875809" y="4929521"/>
              <a:chExt cx="1423401" cy="318020"/>
            </a:xfrm>
          </p:grpSpPr>
          <p:sp>
            <p:nvSpPr>
              <p:cNvPr id="233" name="화살표: 오른쪽 232">
                <a:extLst>
                  <a:ext uri="{FF2B5EF4-FFF2-40B4-BE49-F238E27FC236}">
                    <a16:creationId xmlns:a16="http://schemas.microsoft.com/office/drawing/2014/main" id="{9B7784D1-088D-23AA-E563-663147288E3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화살표: 오른쪽 233">
                <a:extLst>
                  <a:ext uri="{FF2B5EF4-FFF2-40B4-BE49-F238E27FC236}">
                    <a16:creationId xmlns:a16="http://schemas.microsoft.com/office/drawing/2014/main" id="{9D6D257C-604A-CAFC-7674-F95BFC28D3B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5" name="사다리꼴 234">
                <a:extLst>
                  <a:ext uri="{FF2B5EF4-FFF2-40B4-BE49-F238E27FC236}">
                    <a16:creationId xmlns:a16="http://schemas.microsoft.com/office/drawing/2014/main" id="{2588D614-C606-9172-F3B4-061EE9A66D94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F27F2178-F19A-DA7C-D5B2-2A7DF2CB4E02}"/>
                </a:ext>
              </a:extLst>
            </p:cNvPr>
            <p:cNvGrpSpPr/>
            <p:nvPr/>
          </p:nvGrpSpPr>
          <p:grpSpPr>
            <a:xfrm>
              <a:off x="2880177" y="1684507"/>
              <a:ext cx="1423401" cy="318020"/>
              <a:chOff x="2875809" y="4929521"/>
              <a:chExt cx="1423401" cy="318020"/>
            </a:xfrm>
          </p:grpSpPr>
          <p:sp>
            <p:nvSpPr>
              <p:cNvPr id="237" name="화살표: 오른쪽 236">
                <a:extLst>
                  <a:ext uri="{FF2B5EF4-FFF2-40B4-BE49-F238E27FC236}">
                    <a16:creationId xmlns:a16="http://schemas.microsoft.com/office/drawing/2014/main" id="{15C7DDDD-782C-EF01-F002-C5E18C13E9D0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8" name="화살표: 오른쪽 237">
                <a:extLst>
                  <a:ext uri="{FF2B5EF4-FFF2-40B4-BE49-F238E27FC236}">
                    <a16:creationId xmlns:a16="http://schemas.microsoft.com/office/drawing/2014/main" id="{DA24423C-946F-D145-05B2-7069599C4D9A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사다리꼴 238">
                <a:extLst>
                  <a:ext uri="{FF2B5EF4-FFF2-40B4-BE49-F238E27FC236}">
                    <a16:creationId xmlns:a16="http://schemas.microsoft.com/office/drawing/2014/main" id="{8A1E024E-8552-B290-EAB9-21D820C07D38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C85398E9-5045-9292-7161-0D666454AC04}"/>
                </a:ext>
              </a:extLst>
            </p:cNvPr>
            <p:cNvGrpSpPr/>
            <p:nvPr/>
          </p:nvGrpSpPr>
          <p:grpSpPr>
            <a:xfrm>
              <a:off x="2877951" y="4461301"/>
              <a:ext cx="1423401" cy="318020"/>
              <a:chOff x="2875809" y="4929521"/>
              <a:chExt cx="1423401" cy="318020"/>
            </a:xfrm>
          </p:grpSpPr>
          <p:sp>
            <p:nvSpPr>
              <p:cNvPr id="241" name="화살표: 오른쪽 240">
                <a:extLst>
                  <a:ext uri="{FF2B5EF4-FFF2-40B4-BE49-F238E27FC236}">
                    <a16:creationId xmlns:a16="http://schemas.microsoft.com/office/drawing/2014/main" id="{0B7D3EDA-F33E-49EC-0CEB-6F4A82161543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화살표: 오른쪽 241">
                <a:extLst>
                  <a:ext uri="{FF2B5EF4-FFF2-40B4-BE49-F238E27FC236}">
                    <a16:creationId xmlns:a16="http://schemas.microsoft.com/office/drawing/2014/main" id="{64CA2E25-2CE4-8E90-2C3C-F0ACA582E94D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3" name="사다리꼴 242">
                <a:extLst>
                  <a:ext uri="{FF2B5EF4-FFF2-40B4-BE49-F238E27FC236}">
                    <a16:creationId xmlns:a16="http://schemas.microsoft.com/office/drawing/2014/main" id="{3616A572-45DF-3ED6-DD6D-3BF7E63F819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C52A8877-A1F1-F083-3508-6776C6E65D63}"/>
                </a:ext>
              </a:extLst>
            </p:cNvPr>
            <p:cNvGrpSpPr/>
            <p:nvPr/>
          </p:nvGrpSpPr>
          <p:grpSpPr>
            <a:xfrm>
              <a:off x="2875654" y="4924101"/>
              <a:ext cx="1423401" cy="318020"/>
              <a:chOff x="2875809" y="4929521"/>
              <a:chExt cx="1423401" cy="318020"/>
            </a:xfrm>
          </p:grpSpPr>
          <p:sp>
            <p:nvSpPr>
              <p:cNvPr id="245" name="화살표: 오른쪽 244">
                <a:extLst>
                  <a:ext uri="{FF2B5EF4-FFF2-40B4-BE49-F238E27FC236}">
                    <a16:creationId xmlns:a16="http://schemas.microsoft.com/office/drawing/2014/main" id="{06E47D58-1100-EB4F-0AD4-70360939B85C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" name="화살표: 오른쪽 245">
                <a:extLst>
                  <a:ext uri="{FF2B5EF4-FFF2-40B4-BE49-F238E27FC236}">
                    <a16:creationId xmlns:a16="http://schemas.microsoft.com/office/drawing/2014/main" id="{DA942890-0EE0-4B85-18EB-B9215A85D7D3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" name="사다리꼴 246">
                <a:extLst>
                  <a:ext uri="{FF2B5EF4-FFF2-40B4-BE49-F238E27FC236}">
                    <a16:creationId xmlns:a16="http://schemas.microsoft.com/office/drawing/2014/main" id="{73AD3827-20EA-886B-F85B-CE6DBBD51BA8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48" name="그룹 247">
              <a:extLst>
                <a:ext uri="{FF2B5EF4-FFF2-40B4-BE49-F238E27FC236}">
                  <a16:creationId xmlns:a16="http://schemas.microsoft.com/office/drawing/2014/main" id="{A155402B-0DE5-6E52-92B3-BA5D1110CEE3}"/>
                </a:ext>
              </a:extLst>
            </p:cNvPr>
            <p:cNvGrpSpPr/>
            <p:nvPr/>
          </p:nvGrpSpPr>
          <p:grpSpPr>
            <a:xfrm>
              <a:off x="2875654" y="3535703"/>
              <a:ext cx="1423401" cy="318020"/>
              <a:chOff x="2875809" y="4929521"/>
              <a:chExt cx="1423401" cy="318020"/>
            </a:xfrm>
          </p:grpSpPr>
          <p:sp>
            <p:nvSpPr>
              <p:cNvPr id="249" name="화살표: 오른쪽 248">
                <a:extLst>
                  <a:ext uri="{FF2B5EF4-FFF2-40B4-BE49-F238E27FC236}">
                    <a16:creationId xmlns:a16="http://schemas.microsoft.com/office/drawing/2014/main" id="{ABC511BD-29EE-E087-A153-746B676D826A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화살표: 오른쪽 249">
                <a:extLst>
                  <a:ext uri="{FF2B5EF4-FFF2-40B4-BE49-F238E27FC236}">
                    <a16:creationId xmlns:a16="http://schemas.microsoft.com/office/drawing/2014/main" id="{9A10DC4F-FB47-C9EB-B894-9E9C6F7F1978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사다리꼴 250">
                <a:extLst>
                  <a:ext uri="{FF2B5EF4-FFF2-40B4-BE49-F238E27FC236}">
                    <a16:creationId xmlns:a16="http://schemas.microsoft.com/office/drawing/2014/main" id="{61DE8F68-934B-69D0-9E51-A02D3D6AC99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4DFB9ABB-BC9E-1290-3DD6-1A9B676F6B4C}"/>
                </a:ext>
              </a:extLst>
            </p:cNvPr>
            <p:cNvGrpSpPr/>
            <p:nvPr/>
          </p:nvGrpSpPr>
          <p:grpSpPr>
            <a:xfrm>
              <a:off x="2875654" y="3072904"/>
              <a:ext cx="1423401" cy="318020"/>
              <a:chOff x="2875809" y="4929521"/>
              <a:chExt cx="1423401" cy="318020"/>
            </a:xfrm>
          </p:grpSpPr>
          <p:sp>
            <p:nvSpPr>
              <p:cNvPr id="253" name="화살표: 오른쪽 252">
                <a:extLst>
                  <a:ext uri="{FF2B5EF4-FFF2-40B4-BE49-F238E27FC236}">
                    <a16:creationId xmlns:a16="http://schemas.microsoft.com/office/drawing/2014/main" id="{C8BDDE25-EC2F-21AC-AD7D-F9803414D178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화살표: 오른쪽 253">
                <a:extLst>
                  <a:ext uri="{FF2B5EF4-FFF2-40B4-BE49-F238E27FC236}">
                    <a16:creationId xmlns:a16="http://schemas.microsoft.com/office/drawing/2014/main" id="{FA443558-D73B-DAF1-63C1-D16B9C1D7519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사다리꼴 254">
                <a:extLst>
                  <a:ext uri="{FF2B5EF4-FFF2-40B4-BE49-F238E27FC236}">
                    <a16:creationId xmlns:a16="http://schemas.microsoft.com/office/drawing/2014/main" id="{3D2AA092-ABE9-1083-667D-0E102FDD355F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A1595A62-3CF4-DF35-FB6D-3FB490FC5EB8}"/>
                </a:ext>
              </a:extLst>
            </p:cNvPr>
            <p:cNvGrpSpPr/>
            <p:nvPr/>
          </p:nvGrpSpPr>
          <p:grpSpPr>
            <a:xfrm>
              <a:off x="2875654" y="2610105"/>
              <a:ext cx="1423401" cy="318020"/>
              <a:chOff x="2875809" y="4929521"/>
              <a:chExt cx="1423401" cy="318020"/>
            </a:xfrm>
          </p:grpSpPr>
          <p:sp>
            <p:nvSpPr>
              <p:cNvPr id="257" name="화살표: 오른쪽 256">
                <a:extLst>
                  <a:ext uri="{FF2B5EF4-FFF2-40B4-BE49-F238E27FC236}">
                    <a16:creationId xmlns:a16="http://schemas.microsoft.com/office/drawing/2014/main" id="{27273A77-6138-D5B8-AAA6-DC81EEFA912D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화살표: 오른쪽 257">
                <a:extLst>
                  <a:ext uri="{FF2B5EF4-FFF2-40B4-BE49-F238E27FC236}">
                    <a16:creationId xmlns:a16="http://schemas.microsoft.com/office/drawing/2014/main" id="{2E3E7FA8-A3F1-6EAB-D9D1-B94F64B28AE2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사다리꼴 258">
                <a:extLst>
                  <a:ext uri="{FF2B5EF4-FFF2-40B4-BE49-F238E27FC236}">
                    <a16:creationId xmlns:a16="http://schemas.microsoft.com/office/drawing/2014/main" id="{DEAF3E26-822A-1228-312C-365FC60BCA7C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6EC90EA0-8646-9A97-E49A-68160A97E4B9}"/>
                </a:ext>
              </a:extLst>
            </p:cNvPr>
            <p:cNvGrpSpPr/>
            <p:nvPr/>
          </p:nvGrpSpPr>
          <p:grpSpPr>
            <a:xfrm>
              <a:off x="2882004" y="2147306"/>
              <a:ext cx="1423401" cy="318020"/>
              <a:chOff x="2875809" y="4929521"/>
              <a:chExt cx="1423401" cy="318020"/>
            </a:xfrm>
          </p:grpSpPr>
          <p:sp>
            <p:nvSpPr>
              <p:cNvPr id="261" name="화살표: 오른쪽 260">
                <a:extLst>
                  <a:ext uri="{FF2B5EF4-FFF2-40B4-BE49-F238E27FC236}">
                    <a16:creationId xmlns:a16="http://schemas.microsoft.com/office/drawing/2014/main" id="{D2334B54-9F76-2FFD-653A-6C3AEF30C8B4}"/>
                  </a:ext>
                </a:extLst>
              </p:cNvPr>
              <p:cNvSpPr/>
              <p:nvPr/>
            </p:nvSpPr>
            <p:spPr>
              <a:xfrm>
                <a:off x="2875809" y="4929521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2" name="화살표: 오른쪽 261">
                <a:extLst>
                  <a:ext uri="{FF2B5EF4-FFF2-40B4-BE49-F238E27FC236}">
                    <a16:creationId xmlns:a16="http://schemas.microsoft.com/office/drawing/2014/main" id="{5C5D8515-61BC-2974-1D6C-C513B62C363C}"/>
                  </a:ext>
                </a:extLst>
              </p:cNvPr>
              <p:cNvSpPr/>
              <p:nvPr/>
            </p:nvSpPr>
            <p:spPr>
              <a:xfrm>
                <a:off x="3885979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3" name="사다리꼴 262">
                <a:extLst>
                  <a:ext uri="{FF2B5EF4-FFF2-40B4-BE49-F238E27FC236}">
                    <a16:creationId xmlns:a16="http://schemas.microsoft.com/office/drawing/2014/main" id="{280944B4-F8A3-802A-0DB6-583247F84F11}"/>
                  </a:ext>
                </a:extLst>
              </p:cNvPr>
              <p:cNvSpPr/>
              <p:nvPr/>
            </p:nvSpPr>
            <p:spPr>
              <a:xfrm rot="5400000">
                <a:off x="3430643" y="4942207"/>
                <a:ext cx="318019" cy="292649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</p:grp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8E142474-4BC5-6C41-B308-5C1745467A63}"/>
              </a:ext>
            </a:extLst>
          </p:cNvPr>
          <p:cNvCxnSpPr>
            <a:cxnSpLocks/>
            <a:stCxn id="268" idx="2"/>
          </p:cNvCxnSpPr>
          <p:nvPr/>
        </p:nvCxnSpPr>
        <p:spPr>
          <a:xfrm>
            <a:off x="3263900" y="1368925"/>
            <a:ext cx="0" cy="347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E42C977D-5A02-AEF7-CB95-8E98DB7B6099}"/>
              </a:ext>
            </a:extLst>
          </p:cNvPr>
          <p:cNvSpPr txBox="1"/>
          <p:nvPr/>
        </p:nvSpPr>
        <p:spPr>
          <a:xfrm>
            <a:off x="2612346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440" name="그룹 439">
            <a:extLst>
              <a:ext uri="{FF2B5EF4-FFF2-40B4-BE49-F238E27FC236}">
                <a16:creationId xmlns:a16="http://schemas.microsoft.com/office/drawing/2014/main" id="{A49B8378-85D7-76DD-9950-7D97BAFCB387}"/>
              </a:ext>
            </a:extLst>
          </p:cNvPr>
          <p:cNvGrpSpPr/>
          <p:nvPr/>
        </p:nvGrpSpPr>
        <p:grpSpPr>
          <a:xfrm>
            <a:off x="8442714" y="4014355"/>
            <a:ext cx="1779001" cy="312600"/>
            <a:chOff x="8442714" y="4014355"/>
            <a:chExt cx="1779001" cy="312600"/>
          </a:xfrm>
        </p:grpSpPr>
        <p:sp>
          <p:nvSpPr>
            <p:cNvPr id="300" name="화살표: 오른쪽 299">
              <a:extLst>
                <a:ext uri="{FF2B5EF4-FFF2-40B4-BE49-F238E27FC236}">
                  <a16:creationId xmlns:a16="http://schemas.microsoft.com/office/drawing/2014/main" id="{2D7700D0-840A-E122-C334-8C7C80987C3D}"/>
                </a:ext>
              </a:extLst>
            </p:cNvPr>
            <p:cNvSpPr/>
            <p:nvPr/>
          </p:nvSpPr>
          <p:spPr>
            <a:xfrm>
              <a:off x="8442714" y="401435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화살표: 오른쪽 300">
              <a:extLst>
                <a:ext uri="{FF2B5EF4-FFF2-40B4-BE49-F238E27FC236}">
                  <a16:creationId xmlns:a16="http://schemas.microsoft.com/office/drawing/2014/main" id="{0942BA2B-C98A-86F9-1232-8251CC20BF38}"/>
                </a:ext>
              </a:extLst>
            </p:cNvPr>
            <p:cNvSpPr/>
            <p:nvPr/>
          </p:nvSpPr>
          <p:spPr>
            <a:xfrm>
              <a:off x="9808484" y="4019773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38" name="그룹 437">
            <a:extLst>
              <a:ext uri="{FF2B5EF4-FFF2-40B4-BE49-F238E27FC236}">
                <a16:creationId xmlns:a16="http://schemas.microsoft.com/office/drawing/2014/main" id="{C25B4F54-F868-7E36-4E24-C7E08FD464B5}"/>
              </a:ext>
            </a:extLst>
          </p:cNvPr>
          <p:cNvGrpSpPr/>
          <p:nvPr/>
        </p:nvGrpSpPr>
        <p:grpSpPr>
          <a:xfrm>
            <a:off x="8442714" y="4919718"/>
            <a:ext cx="1779001" cy="384658"/>
            <a:chOff x="8442714" y="4919718"/>
            <a:chExt cx="1779001" cy="384658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9E760777-4D6B-E32A-3AE3-5C10649E4FCF}"/>
                </a:ext>
              </a:extLst>
            </p:cNvPr>
            <p:cNvGrpSpPr/>
            <p:nvPr/>
          </p:nvGrpSpPr>
          <p:grpSpPr>
            <a:xfrm>
              <a:off x="8870910" y="4919718"/>
              <a:ext cx="781799" cy="384658"/>
              <a:chOff x="8870910" y="4919718"/>
              <a:chExt cx="781799" cy="384658"/>
            </a:xfrm>
          </p:grpSpPr>
          <p:sp>
            <p:nvSpPr>
              <p:cNvPr id="75" name="곱하기 기호 74">
                <a:extLst>
                  <a:ext uri="{FF2B5EF4-FFF2-40B4-BE49-F238E27FC236}">
                    <a16:creationId xmlns:a16="http://schemas.microsoft.com/office/drawing/2014/main" id="{05918D3F-123E-BEBE-26B6-488BDDE7C00C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668382A-E125-6ADD-0B97-55F0C159F042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0CBAF3BF-5144-3A1E-DA4C-E88E296DD9C4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9B3217B2-5291-CF41-41B2-73E263039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 120">
                  <a:extLst>
                    <a:ext uri="{FF2B5EF4-FFF2-40B4-BE49-F238E27FC236}">
                      <a16:creationId xmlns:a16="http://schemas.microsoft.com/office/drawing/2014/main" id="{D5001C03-07E1-3C6A-BE4B-7B6893D6EA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ADD47268-3434-423D-ACD6-99C90F549F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 122">
                  <a:extLst>
                    <a:ext uri="{FF2B5EF4-FFF2-40B4-BE49-F238E27FC236}">
                      <a16:creationId xmlns:a16="http://schemas.microsoft.com/office/drawing/2014/main" id="{61EDC1C2-F25E-669E-30CE-BB531B06BD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 123">
                  <a:extLst>
                    <a:ext uri="{FF2B5EF4-FFF2-40B4-BE49-F238E27FC236}">
                      <a16:creationId xmlns:a16="http://schemas.microsoft.com/office/drawing/2014/main" id="{59FFE00E-A847-8DB5-316A-49C25CC851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 124">
                  <a:extLst>
                    <a:ext uri="{FF2B5EF4-FFF2-40B4-BE49-F238E27FC236}">
                      <a16:creationId xmlns:a16="http://schemas.microsoft.com/office/drawing/2014/main" id="{1B654FCF-E093-B15F-9D9D-1BD9A1EF4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 125">
                  <a:extLst>
                    <a:ext uri="{FF2B5EF4-FFF2-40B4-BE49-F238E27FC236}">
                      <a16:creationId xmlns:a16="http://schemas.microsoft.com/office/drawing/2014/main" id="{38DF880D-8D2C-A964-4C66-59EAD04693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D5AE54CC-7856-547D-33F3-968534971221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F481B775-6A09-631E-93D2-93D44AD3C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C94D9DBD-7F2C-DD3B-7011-B91052464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직선 연결선 128">
                  <a:extLst>
                    <a:ext uri="{FF2B5EF4-FFF2-40B4-BE49-F238E27FC236}">
                      <a16:creationId xmlns:a16="http://schemas.microsoft.com/office/drawing/2014/main" id="{DC49B946-07DF-C489-88CD-0F95E1FE8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직선 연결선 129">
                  <a:extLst>
                    <a:ext uri="{FF2B5EF4-FFF2-40B4-BE49-F238E27FC236}">
                      <a16:creationId xmlns:a16="http://schemas.microsoft.com/office/drawing/2014/main" id="{181A9739-8658-3E19-601F-FE6E1211B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직선 연결선 130">
                  <a:extLst>
                    <a:ext uri="{FF2B5EF4-FFF2-40B4-BE49-F238E27FC236}">
                      <a16:creationId xmlns:a16="http://schemas.microsoft.com/office/drawing/2014/main" id="{137B1F82-058B-2C4C-E8E5-3FC96080A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직선 연결선 131">
                  <a:extLst>
                    <a:ext uri="{FF2B5EF4-FFF2-40B4-BE49-F238E27FC236}">
                      <a16:creationId xmlns:a16="http://schemas.microsoft.com/office/drawing/2014/main" id="{B0436240-B5D3-3281-7E81-C7458503E0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직선 연결선 132">
                  <a:extLst>
                    <a:ext uri="{FF2B5EF4-FFF2-40B4-BE49-F238E27FC236}">
                      <a16:creationId xmlns:a16="http://schemas.microsoft.com/office/drawing/2014/main" id="{6AC20153-6A8B-9B35-6E98-A0FEFD0A7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1" name="화살표: 오른쪽 290">
              <a:extLst>
                <a:ext uri="{FF2B5EF4-FFF2-40B4-BE49-F238E27FC236}">
                  <a16:creationId xmlns:a16="http://schemas.microsoft.com/office/drawing/2014/main" id="{FEDCB0DD-2955-3EF0-D74D-2B48D6E16244}"/>
                </a:ext>
              </a:extLst>
            </p:cNvPr>
            <p:cNvSpPr/>
            <p:nvPr/>
          </p:nvSpPr>
          <p:spPr>
            <a:xfrm>
              <a:off x="8442714" y="49399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2" name="화살표: 오른쪽 291">
              <a:extLst>
                <a:ext uri="{FF2B5EF4-FFF2-40B4-BE49-F238E27FC236}">
                  <a16:creationId xmlns:a16="http://schemas.microsoft.com/office/drawing/2014/main" id="{2F939F8D-86C9-30A8-9622-4C3A8361B474}"/>
                </a:ext>
              </a:extLst>
            </p:cNvPr>
            <p:cNvSpPr/>
            <p:nvPr/>
          </p:nvSpPr>
          <p:spPr>
            <a:xfrm>
              <a:off x="9808484" y="49453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5" name="그룹 444">
            <a:extLst>
              <a:ext uri="{FF2B5EF4-FFF2-40B4-BE49-F238E27FC236}">
                <a16:creationId xmlns:a16="http://schemas.microsoft.com/office/drawing/2014/main" id="{DD96D4D8-EC27-AF53-1F9D-C42DD15719F9}"/>
              </a:ext>
            </a:extLst>
          </p:cNvPr>
          <p:cNvGrpSpPr/>
          <p:nvPr/>
        </p:nvGrpSpPr>
        <p:grpSpPr>
          <a:xfrm>
            <a:off x="8447237" y="1679424"/>
            <a:ext cx="1779001" cy="384658"/>
            <a:chOff x="8447237" y="1679424"/>
            <a:chExt cx="1779001" cy="384658"/>
          </a:xfrm>
        </p:grpSpPr>
        <p:sp>
          <p:nvSpPr>
            <p:cNvPr id="297" name="화살표: 오른쪽 296">
              <a:extLst>
                <a:ext uri="{FF2B5EF4-FFF2-40B4-BE49-F238E27FC236}">
                  <a16:creationId xmlns:a16="http://schemas.microsoft.com/office/drawing/2014/main" id="{68AD9E48-4322-4D0E-1B43-4843DAC5B164}"/>
                </a:ext>
              </a:extLst>
            </p:cNvPr>
            <p:cNvSpPr/>
            <p:nvPr/>
          </p:nvSpPr>
          <p:spPr>
            <a:xfrm>
              <a:off x="8447237" y="1700360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화살표: 오른쪽 297">
              <a:extLst>
                <a:ext uri="{FF2B5EF4-FFF2-40B4-BE49-F238E27FC236}">
                  <a16:creationId xmlns:a16="http://schemas.microsoft.com/office/drawing/2014/main" id="{A89F03E1-2180-9ADE-72C1-628B5FD6B1B9}"/>
                </a:ext>
              </a:extLst>
            </p:cNvPr>
            <p:cNvSpPr/>
            <p:nvPr/>
          </p:nvSpPr>
          <p:spPr>
            <a:xfrm>
              <a:off x="9813007" y="17057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04C02522-6F45-CD15-6920-E511E0013523}"/>
                </a:ext>
              </a:extLst>
            </p:cNvPr>
            <p:cNvGrpSpPr/>
            <p:nvPr/>
          </p:nvGrpSpPr>
          <p:grpSpPr>
            <a:xfrm>
              <a:off x="8869669" y="1679424"/>
              <a:ext cx="781799" cy="384658"/>
              <a:chOff x="8870910" y="4919718"/>
              <a:chExt cx="781799" cy="384658"/>
            </a:xfrm>
          </p:grpSpPr>
          <p:sp>
            <p:nvSpPr>
              <p:cNvPr id="306" name="곱하기 기호 305">
                <a:extLst>
                  <a:ext uri="{FF2B5EF4-FFF2-40B4-BE49-F238E27FC236}">
                    <a16:creationId xmlns:a16="http://schemas.microsoft.com/office/drawing/2014/main" id="{53D49D5E-99E9-1A6E-399B-39E6AA7105CB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7" name="그룹 306">
                <a:extLst>
                  <a:ext uri="{FF2B5EF4-FFF2-40B4-BE49-F238E27FC236}">
                    <a16:creationId xmlns:a16="http://schemas.microsoft.com/office/drawing/2014/main" id="{C57D23B3-7450-B358-51D4-A6620E7319EE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16" name="직사각형 315">
                  <a:extLst>
                    <a:ext uri="{FF2B5EF4-FFF2-40B4-BE49-F238E27FC236}">
                      <a16:creationId xmlns:a16="http://schemas.microsoft.com/office/drawing/2014/main" id="{3E60AE32-6FD7-B03D-8EEE-541EFEEBE48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17" name="직선 연결선 316">
                  <a:extLst>
                    <a:ext uri="{FF2B5EF4-FFF2-40B4-BE49-F238E27FC236}">
                      <a16:creationId xmlns:a16="http://schemas.microsoft.com/office/drawing/2014/main" id="{C6000AB0-325F-FC02-0508-46FF2ACE0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직선 연결선 317">
                  <a:extLst>
                    <a:ext uri="{FF2B5EF4-FFF2-40B4-BE49-F238E27FC236}">
                      <a16:creationId xmlns:a16="http://schemas.microsoft.com/office/drawing/2014/main" id="{40F21E1C-7B9B-728F-8A27-376F4F90C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CAD9F2D5-0AB4-E908-4A74-AA36DB55F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DA4B8BA4-3F02-925E-2942-B36AB42AF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6DDC5A1A-CAFA-A6FB-321F-96E9E38A1F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A01A45C7-678E-7EF5-9C5A-5B090FA51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직선 연결선 322">
                  <a:extLst>
                    <a:ext uri="{FF2B5EF4-FFF2-40B4-BE49-F238E27FC236}">
                      <a16:creationId xmlns:a16="http://schemas.microsoft.com/office/drawing/2014/main" id="{6364278D-EE58-547C-CE55-048BEF9A65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510F476F-4219-710C-186D-15E97BDD27A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09" name="직선 연결선 308">
                  <a:extLst>
                    <a:ext uri="{FF2B5EF4-FFF2-40B4-BE49-F238E27FC236}">
                      <a16:creationId xmlns:a16="http://schemas.microsoft.com/office/drawing/2014/main" id="{5F5914C9-27C2-31ED-2EAF-642F807EB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직선 연결선 309">
                  <a:extLst>
                    <a:ext uri="{FF2B5EF4-FFF2-40B4-BE49-F238E27FC236}">
                      <a16:creationId xmlns:a16="http://schemas.microsoft.com/office/drawing/2014/main" id="{8B0E57B9-FF62-C2FC-856A-C18561A99D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직선 연결선 310">
                  <a:extLst>
                    <a:ext uri="{FF2B5EF4-FFF2-40B4-BE49-F238E27FC236}">
                      <a16:creationId xmlns:a16="http://schemas.microsoft.com/office/drawing/2014/main" id="{10EFF750-4475-1153-16CF-0913EBE6B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C59402A1-2DD1-82FF-6295-0B09E8AAEF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B7548439-0F30-5FB4-46A7-981FFA6977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직선 연결선 313">
                  <a:extLst>
                    <a:ext uri="{FF2B5EF4-FFF2-40B4-BE49-F238E27FC236}">
                      <a16:creationId xmlns:a16="http://schemas.microsoft.com/office/drawing/2014/main" id="{1C5BB171-AB62-022B-E089-C7D6401460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직선 연결선 314">
                  <a:extLst>
                    <a:ext uri="{FF2B5EF4-FFF2-40B4-BE49-F238E27FC236}">
                      <a16:creationId xmlns:a16="http://schemas.microsoft.com/office/drawing/2014/main" id="{1C195269-AA42-5B67-0A2A-7DFA6035B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39" name="그룹 438">
            <a:extLst>
              <a:ext uri="{FF2B5EF4-FFF2-40B4-BE49-F238E27FC236}">
                <a16:creationId xmlns:a16="http://schemas.microsoft.com/office/drawing/2014/main" id="{2D7C0888-F4A5-CF74-EE72-A4C5F976BC62}"/>
              </a:ext>
            </a:extLst>
          </p:cNvPr>
          <p:cNvGrpSpPr/>
          <p:nvPr/>
        </p:nvGrpSpPr>
        <p:grpSpPr>
          <a:xfrm>
            <a:off x="8445011" y="4456818"/>
            <a:ext cx="1779001" cy="384658"/>
            <a:chOff x="8445011" y="4456818"/>
            <a:chExt cx="1779001" cy="384658"/>
          </a:xfrm>
        </p:grpSpPr>
        <p:sp>
          <p:nvSpPr>
            <p:cNvPr id="294" name="화살표: 오른쪽 293">
              <a:extLst>
                <a:ext uri="{FF2B5EF4-FFF2-40B4-BE49-F238E27FC236}">
                  <a16:creationId xmlns:a16="http://schemas.microsoft.com/office/drawing/2014/main" id="{6155F75F-688D-0745-2F5D-21FC4004D050}"/>
                </a:ext>
              </a:extLst>
            </p:cNvPr>
            <p:cNvSpPr/>
            <p:nvPr/>
          </p:nvSpPr>
          <p:spPr>
            <a:xfrm>
              <a:off x="8445011" y="447715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5" name="화살표: 오른쪽 294">
              <a:extLst>
                <a:ext uri="{FF2B5EF4-FFF2-40B4-BE49-F238E27FC236}">
                  <a16:creationId xmlns:a16="http://schemas.microsoft.com/office/drawing/2014/main" id="{7831885A-2418-3056-9329-84AF6CE80C36}"/>
                </a:ext>
              </a:extLst>
            </p:cNvPr>
            <p:cNvSpPr/>
            <p:nvPr/>
          </p:nvSpPr>
          <p:spPr>
            <a:xfrm>
              <a:off x="9810781" y="4482572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8774FC5A-27D2-1C02-0B29-68556327E15B}"/>
                </a:ext>
              </a:extLst>
            </p:cNvPr>
            <p:cNvGrpSpPr/>
            <p:nvPr/>
          </p:nvGrpSpPr>
          <p:grpSpPr>
            <a:xfrm>
              <a:off x="8870729" y="4456818"/>
              <a:ext cx="781799" cy="384658"/>
              <a:chOff x="8870910" y="4919718"/>
              <a:chExt cx="781799" cy="384658"/>
            </a:xfrm>
          </p:grpSpPr>
          <p:sp>
            <p:nvSpPr>
              <p:cNvPr id="325" name="곱하기 기호 324">
                <a:extLst>
                  <a:ext uri="{FF2B5EF4-FFF2-40B4-BE49-F238E27FC236}">
                    <a16:creationId xmlns:a16="http://schemas.microsoft.com/office/drawing/2014/main" id="{63D07CE9-8EC6-16F7-3A48-CCED7325530F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6" name="그룹 325">
                <a:extLst>
                  <a:ext uri="{FF2B5EF4-FFF2-40B4-BE49-F238E27FC236}">
                    <a16:creationId xmlns:a16="http://schemas.microsoft.com/office/drawing/2014/main" id="{194C9284-A1F9-1516-5AC7-76E70E66358C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35" name="직사각형 334">
                  <a:extLst>
                    <a:ext uri="{FF2B5EF4-FFF2-40B4-BE49-F238E27FC236}">
                      <a16:creationId xmlns:a16="http://schemas.microsoft.com/office/drawing/2014/main" id="{5170706E-C844-3580-E263-0511760CC9E1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6" name="직선 연결선 335">
                  <a:extLst>
                    <a:ext uri="{FF2B5EF4-FFF2-40B4-BE49-F238E27FC236}">
                      <a16:creationId xmlns:a16="http://schemas.microsoft.com/office/drawing/2014/main" id="{4DB8CB6D-2FC3-2DF5-2616-461DB4711A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직선 연결선 336">
                  <a:extLst>
                    <a:ext uri="{FF2B5EF4-FFF2-40B4-BE49-F238E27FC236}">
                      <a16:creationId xmlns:a16="http://schemas.microsoft.com/office/drawing/2014/main" id="{56AD5B55-5EE4-1960-57F2-E99D8C694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직선 연결선 337">
                  <a:extLst>
                    <a:ext uri="{FF2B5EF4-FFF2-40B4-BE49-F238E27FC236}">
                      <a16:creationId xmlns:a16="http://schemas.microsoft.com/office/drawing/2014/main" id="{2D65220B-EFD9-240A-36FB-2F3707DFF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직선 연결선 338">
                  <a:extLst>
                    <a:ext uri="{FF2B5EF4-FFF2-40B4-BE49-F238E27FC236}">
                      <a16:creationId xmlns:a16="http://schemas.microsoft.com/office/drawing/2014/main" id="{075BA732-05F3-B126-9874-A0D57E2C0C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직선 연결선 339">
                  <a:extLst>
                    <a:ext uri="{FF2B5EF4-FFF2-40B4-BE49-F238E27FC236}">
                      <a16:creationId xmlns:a16="http://schemas.microsoft.com/office/drawing/2014/main" id="{78994ABF-B67B-27D8-B423-FEBAB9AE0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직선 연결선 340">
                  <a:extLst>
                    <a:ext uri="{FF2B5EF4-FFF2-40B4-BE49-F238E27FC236}">
                      <a16:creationId xmlns:a16="http://schemas.microsoft.com/office/drawing/2014/main" id="{38E939EA-A46E-73CD-565C-93C50D0FB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직선 연결선 341">
                  <a:extLst>
                    <a:ext uri="{FF2B5EF4-FFF2-40B4-BE49-F238E27FC236}">
                      <a16:creationId xmlns:a16="http://schemas.microsoft.com/office/drawing/2014/main" id="{C7C79B10-6710-0E9C-2175-910A1D7876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33D346D4-DC35-1CF1-D224-A76209870DE8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28" name="직선 연결선 327">
                  <a:extLst>
                    <a:ext uri="{FF2B5EF4-FFF2-40B4-BE49-F238E27FC236}">
                      <a16:creationId xmlns:a16="http://schemas.microsoft.com/office/drawing/2014/main" id="{4140B4EB-2A2C-57A3-1F9A-F920445BF4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직선 연결선 328">
                  <a:extLst>
                    <a:ext uri="{FF2B5EF4-FFF2-40B4-BE49-F238E27FC236}">
                      <a16:creationId xmlns:a16="http://schemas.microsoft.com/office/drawing/2014/main" id="{C4B0E24D-5492-73ED-E2E7-282A5D52BD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직선 연결선 329">
                  <a:extLst>
                    <a:ext uri="{FF2B5EF4-FFF2-40B4-BE49-F238E27FC236}">
                      <a16:creationId xmlns:a16="http://schemas.microsoft.com/office/drawing/2014/main" id="{031C3574-0A17-4E4F-AD90-20533FF9F4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직선 연결선 330">
                  <a:extLst>
                    <a:ext uri="{FF2B5EF4-FFF2-40B4-BE49-F238E27FC236}">
                      <a16:creationId xmlns:a16="http://schemas.microsoft.com/office/drawing/2014/main" id="{3A7856E6-FDBD-8FC4-A8D1-2161B0603C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>
                  <a:extLst>
                    <a:ext uri="{FF2B5EF4-FFF2-40B4-BE49-F238E27FC236}">
                      <a16:creationId xmlns:a16="http://schemas.microsoft.com/office/drawing/2014/main" id="{7926B6BE-9DCF-B54B-DC2E-B19357811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>
                  <a:extLst>
                    <a:ext uri="{FF2B5EF4-FFF2-40B4-BE49-F238E27FC236}">
                      <a16:creationId xmlns:a16="http://schemas.microsoft.com/office/drawing/2014/main" id="{CA109433-F23C-728D-95AC-0CEA3EB35C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직선 연결선 333">
                  <a:extLst>
                    <a:ext uri="{FF2B5EF4-FFF2-40B4-BE49-F238E27FC236}">
                      <a16:creationId xmlns:a16="http://schemas.microsoft.com/office/drawing/2014/main" id="{CE9F974C-012F-6352-EC78-E813C277C6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E3813333-C234-12A4-0C86-F3738087A12B}"/>
              </a:ext>
            </a:extLst>
          </p:cNvPr>
          <p:cNvGrpSpPr/>
          <p:nvPr/>
        </p:nvGrpSpPr>
        <p:grpSpPr>
          <a:xfrm>
            <a:off x="8863209" y="3993919"/>
            <a:ext cx="781799" cy="384658"/>
            <a:chOff x="8870910" y="4919718"/>
            <a:chExt cx="781799" cy="384658"/>
          </a:xfrm>
        </p:grpSpPr>
        <p:sp>
          <p:nvSpPr>
            <p:cNvPr id="344" name="곱하기 기호 343">
              <a:extLst>
                <a:ext uri="{FF2B5EF4-FFF2-40B4-BE49-F238E27FC236}">
                  <a16:creationId xmlns:a16="http://schemas.microsoft.com/office/drawing/2014/main" id="{B269837D-EFBF-619C-F36A-950EEBBE5DD1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45E4F835-5997-9D7D-AD4E-8805F1E4E2D0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54" name="직사각형 353">
                <a:extLst>
                  <a:ext uri="{FF2B5EF4-FFF2-40B4-BE49-F238E27FC236}">
                    <a16:creationId xmlns:a16="http://schemas.microsoft.com/office/drawing/2014/main" id="{9D5DF328-7BF0-A5EF-6226-C2894272D8C9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64B9DE6B-AF8A-FFC9-745A-DC621B1C10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직선 연결선 355">
                <a:extLst>
                  <a:ext uri="{FF2B5EF4-FFF2-40B4-BE49-F238E27FC236}">
                    <a16:creationId xmlns:a16="http://schemas.microsoft.com/office/drawing/2014/main" id="{090A6587-DACF-9290-0CC1-F49A4A4382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906200A8-27D1-DCFA-5E49-C6DDA1E01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FCBD6FE5-0B76-49CB-4CA4-A97D8DDBE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E7DECFA5-5575-194F-110D-0E6B7E93F6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C2229595-5B81-337C-1B2D-D1374F2FF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DD2479CF-4E9D-687D-8C5B-EC647A5DE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65F5016B-FC3F-0E8A-9BD7-E343C972B48B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BD19C131-E21D-D1BA-CF51-C12153C4F5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CE48D298-4D5B-EB7A-3760-90C425CF2B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EE7D28C4-FFE3-6F7C-8908-D3B3BFCC6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5C4323F1-4BA4-7D42-7185-FEF9A272BD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18E705FD-0859-C757-508B-E1A966B1AE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5871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FBB32FF0-A60A-6F01-D281-4E74531B2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3CBA4EB1-0C02-089D-3D79-60A7FF701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1" name="그룹 440">
            <a:extLst>
              <a:ext uri="{FF2B5EF4-FFF2-40B4-BE49-F238E27FC236}">
                <a16:creationId xmlns:a16="http://schemas.microsoft.com/office/drawing/2014/main" id="{70062670-6CB6-A49F-CF17-9E9CB125DAE3}"/>
              </a:ext>
            </a:extLst>
          </p:cNvPr>
          <p:cNvGrpSpPr/>
          <p:nvPr/>
        </p:nvGrpSpPr>
        <p:grpSpPr>
          <a:xfrm>
            <a:off x="8442714" y="3531020"/>
            <a:ext cx="1779001" cy="384658"/>
            <a:chOff x="8442714" y="3531020"/>
            <a:chExt cx="1779001" cy="384658"/>
          </a:xfrm>
        </p:grpSpPr>
        <p:sp>
          <p:nvSpPr>
            <p:cNvPr id="288" name="화살표: 오른쪽 287">
              <a:extLst>
                <a:ext uri="{FF2B5EF4-FFF2-40B4-BE49-F238E27FC236}">
                  <a16:creationId xmlns:a16="http://schemas.microsoft.com/office/drawing/2014/main" id="{D15EAA4C-08E5-FA9F-E7B8-B85C337BB170}"/>
                </a:ext>
              </a:extLst>
            </p:cNvPr>
            <p:cNvSpPr/>
            <p:nvPr/>
          </p:nvSpPr>
          <p:spPr>
            <a:xfrm>
              <a:off x="8442714" y="355155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화살표: 오른쪽 288">
              <a:extLst>
                <a:ext uri="{FF2B5EF4-FFF2-40B4-BE49-F238E27FC236}">
                  <a16:creationId xmlns:a16="http://schemas.microsoft.com/office/drawing/2014/main" id="{F69291B0-FA2F-34D6-5156-B6F97AE14438}"/>
                </a:ext>
              </a:extLst>
            </p:cNvPr>
            <p:cNvSpPr/>
            <p:nvPr/>
          </p:nvSpPr>
          <p:spPr>
            <a:xfrm>
              <a:off x="9808484" y="3556974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A316781A-0318-F656-9208-33B357E82D72}"/>
                </a:ext>
              </a:extLst>
            </p:cNvPr>
            <p:cNvGrpSpPr/>
            <p:nvPr/>
          </p:nvGrpSpPr>
          <p:grpSpPr>
            <a:xfrm>
              <a:off x="8869996" y="3531020"/>
              <a:ext cx="781799" cy="384658"/>
              <a:chOff x="8870910" y="4919718"/>
              <a:chExt cx="781799" cy="384658"/>
            </a:xfrm>
          </p:grpSpPr>
          <p:sp>
            <p:nvSpPr>
              <p:cNvPr id="363" name="곱하기 기호 362">
                <a:extLst>
                  <a:ext uri="{FF2B5EF4-FFF2-40B4-BE49-F238E27FC236}">
                    <a16:creationId xmlns:a16="http://schemas.microsoft.com/office/drawing/2014/main" id="{C247AF9B-F4AB-4728-EA81-4F9258ABDC22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4" name="그룹 363">
                <a:extLst>
                  <a:ext uri="{FF2B5EF4-FFF2-40B4-BE49-F238E27FC236}">
                    <a16:creationId xmlns:a16="http://schemas.microsoft.com/office/drawing/2014/main" id="{587925EE-7856-BB84-B1F2-62E967543A83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5EBAFAE7-329B-D08E-628B-79CF60C57E87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74" name="직선 연결선 373">
                  <a:extLst>
                    <a:ext uri="{FF2B5EF4-FFF2-40B4-BE49-F238E27FC236}">
                      <a16:creationId xmlns:a16="http://schemas.microsoft.com/office/drawing/2014/main" id="{74FD080C-9E30-A43D-C846-0DEAB8AC6B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직선 연결선 374">
                  <a:extLst>
                    <a:ext uri="{FF2B5EF4-FFF2-40B4-BE49-F238E27FC236}">
                      <a16:creationId xmlns:a16="http://schemas.microsoft.com/office/drawing/2014/main" id="{37607EBD-8848-4C68-1126-C6D0B88E2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직선 연결선 375">
                  <a:extLst>
                    <a:ext uri="{FF2B5EF4-FFF2-40B4-BE49-F238E27FC236}">
                      <a16:creationId xmlns:a16="http://schemas.microsoft.com/office/drawing/2014/main" id="{A484CBB0-DB8A-D87E-29DA-DF5E91CF19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직선 연결선 376">
                  <a:extLst>
                    <a:ext uri="{FF2B5EF4-FFF2-40B4-BE49-F238E27FC236}">
                      <a16:creationId xmlns:a16="http://schemas.microsoft.com/office/drawing/2014/main" id="{526CD603-2DA9-550B-A8E2-349B6FF57A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직선 연결선 377">
                  <a:extLst>
                    <a:ext uri="{FF2B5EF4-FFF2-40B4-BE49-F238E27FC236}">
                      <a16:creationId xmlns:a16="http://schemas.microsoft.com/office/drawing/2014/main" id="{0ACB9D81-EB37-EBF8-3502-A951BCF85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직선 연결선 378">
                  <a:extLst>
                    <a:ext uri="{FF2B5EF4-FFF2-40B4-BE49-F238E27FC236}">
                      <a16:creationId xmlns:a16="http://schemas.microsoft.com/office/drawing/2014/main" id="{9515F048-855C-838D-7E3E-F5A58C59A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직선 연결선 379">
                  <a:extLst>
                    <a:ext uri="{FF2B5EF4-FFF2-40B4-BE49-F238E27FC236}">
                      <a16:creationId xmlns:a16="http://schemas.microsoft.com/office/drawing/2014/main" id="{C3AA5F69-BD83-F881-1195-D4129067C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5" name="그룹 364">
                <a:extLst>
                  <a:ext uri="{FF2B5EF4-FFF2-40B4-BE49-F238E27FC236}">
                    <a16:creationId xmlns:a16="http://schemas.microsoft.com/office/drawing/2014/main" id="{D3C91578-65AB-36C2-ECA8-FC1A2664EAB4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66" name="직선 연결선 365">
                  <a:extLst>
                    <a:ext uri="{FF2B5EF4-FFF2-40B4-BE49-F238E27FC236}">
                      <a16:creationId xmlns:a16="http://schemas.microsoft.com/office/drawing/2014/main" id="{DEE3D401-8037-EFC3-A621-C813D1122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직선 연결선 366">
                  <a:extLst>
                    <a:ext uri="{FF2B5EF4-FFF2-40B4-BE49-F238E27FC236}">
                      <a16:creationId xmlns:a16="http://schemas.microsoft.com/office/drawing/2014/main" id="{7B3D02F2-94AD-0BAC-2016-28598C00B5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직선 연결선 367">
                  <a:extLst>
                    <a:ext uri="{FF2B5EF4-FFF2-40B4-BE49-F238E27FC236}">
                      <a16:creationId xmlns:a16="http://schemas.microsoft.com/office/drawing/2014/main" id="{B6E274E7-302D-E59E-8882-A4796287E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직선 연결선 368">
                  <a:extLst>
                    <a:ext uri="{FF2B5EF4-FFF2-40B4-BE49-F238E27FC236}">
                      <a16:creationId xmlns:a16="http://schemas.microsoft.com/office/drawing/2014/main" id="{B41B2324-7759-FFFD-3FDB-6AB993361E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직선 연결선 369">
                  <a:extLst>
                    <a:ext uri="{FF2B5EF4-FFF2-40B4-BE49-F238E27FC236}">
                      <a16:creationId xmlns:a16="http://schemas.microsoft.com/office/drawing/2014/main" id="{33387FDC-EBCC-3604-2EBD-FFC214E87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직선 연결선 370">
                  <a:extLst>
                    <a:ext uri="{FF2B5EF4-FFF2-40B4-BE49-F238E27FC236}">
                      <a16:creationId xmlns:a16="http://schemas.microsoft.com/office/drawing/2014/main" id="{464CB608-57DA-0B7D-ADDA-70587D0E5F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직선 연결선 371">
                  <a:extLst>
                    <a:ext uri="{FF2B5EF4-FFF2-40B4-BE49-F238E27FC236}">
                      <a16:creationId xmlns:a16="http://schemas.microsoft.com/office/drawing/2014/main" id="{3FFF957E-CE87-BAA4-44D9-375247F3A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296D9179-8E25-F56A-9C6A-46258371E18D}"/>
              </a:ext>
            </a:extLst>
          </p:cNvPr>
          <p:cNvGrpSpPr/>
          <p:nvPr/>
        </p:nvGrpSpPr>
        <p:grpSpPr>
          <a:xfrm>
            <a:off x="8442714" y="3068121"/>
            <a:ext cx="1779001" cy="384658"/>
            <a:chOff x="8442714" y="3068121"/>
            <a:chExt cx="1779001" cy="384658"/>
          </a:xfrm>
        </p:grpSpPr>
        <p:sp>
          <p:nvSpPr>
            <p:cNvPr id="285" name="화살표: 오른쪽 284">
              <a:extLst>
                <a:ext uri="{FF2B5EF4-FFF2-40B4-BE49-F238E27FC236}">
                  <a16:creationId xmlns:a16="http://schemas.microsoft.com/office/drawing/2014/main" id="{EE1E8D7D-1AD2-7424-F836-D71B6DCC8C82}"/>
                </a:ext>
              </a:extLst>
            </p:cNvPr>
            <p:cNvSpPr/>
            <p:nvPr/>
          </p:nvSpPr>
          <p:spPr>
            <a:xfrm>
              <a:off x="8442714" y="30887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화살표: 오른쪽 285">
              <a:extLst>
                <a:ext uri="{FF2B5EF4-FFF2-40B4-BE49-F238E27FC236}">
                  <a16:creationId xmlns:a16="http://schemas.microsoft.com/office/drawing/2014/main" id="{4DB88B6C-1D56-0912-1E0B-9C8B1BCDBBFA}"/>
                </a:ext>
              </a:extLst>
            </p:cNvPr>
            <p:cNvSpPr/>
            <p:nvPr/>
          </p:nvSpPr>
          <p:spPr>
            <a:xfrm>
              <a:off x="9808484" y="3094175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BB76647D-8766-5732-45B6-4C19A93FFD9C}"/>
                </a:ext>
              </a:extLst>
            </p:cNvPr>
            <p:cNvGrpSpPr/>
            <p:nvPr/>
          </p:nvGrpSpPr>
          <p:grpSpPr>
            <a:xfrm>
              <a:off x="8869815" y="3068121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29D64DB2-07A3-AE11-67B2-52210EB62574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27212E93-CAC3-0635-7E74-CABD009ABABB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21E3F46C-66CE-B054-0037-832E713E33A8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A082341A-A8F6-6DDB-8D8F-FEEA85A19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F65F43C7-2729-4D43-D246-D957C446E1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01BD76E7-4C0D-6BE6-B424-5C005A8945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3FB2AC8C-EE04-C3BF-66ED-D753A14346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42792618-7D1A-6824-F9F1-75A4C16856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B31FAD8F-E983-051C-FEC1-FD8EC36742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A0FB9A03-D43D-9502-D62F-C5E32D75C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E6B72E8D-58EB-F864-BB9B-75D0F51D651F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C33B05F7-6AB3-0A6B-76AA-D4A474D76C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914DB147-3FC1-C9C0-2831-3D026C981E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574FC6F3-C39C-B96B-AA78-685BF03865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976D380C-BA05-1BDE-7C8D-34CEC50C8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1DA03229-D064-3DBC-6AB2-E7B460B84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7C8ED5DC-E11C-4C23-5216-8A32DA953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50B1E747-37E3-7143-F4F0-E3FC6D331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3" name="그룹 442">
            <a:extLst>
              <a:ext uri="{FF2B5EF4-FFF2-40B4-BE49-F238E27FC236}">
                <a16:creationId xmlns:a16="http://schemas.microsoft.com/office/drawing/2014/main" id="{5476FEEC-FE7B-8968-8FEB-9BE3C5BEA68E}"/>
              </a:ext>
            </a:extLst>
          </p:cNvPr>
          <p:cNvGrpSpPr/>
          <p:nvPr/>
        </p:nvGrpSpPr>
        <p:grpSpPr>
          <a:xfrm>
            <a:off x="8442714" y="2605222"/>
            <a:ext cx="1779001" cy="384658"/>
            <a:chOff x="8442714" y="2605222"/>
            <a:chExt cx="1779001" cy="384658"/>
          </a:xfrm>
        </p:grpSpPr>
        <p:sp>
          <p:nvSpPr>
            <p:cNvPr id="282" name="화살표: 오른쪽 281">
              <a:extLst>
                <a:ext uri="{FF2B5EF4-FFF2-40B4-BE49-F238E27FC236}">
                  <a16:creationId xmlns:a16="http://schemas.microsoft.com/office/drawing/2014/main" id="{4E96791C-AE74-C9C9-CCB6-D61140E094B8}"/>
                </a:ext>
              </a:extLst>
            </p:cNvPr>
            <p:cNvSpPr/>
            <p:nvPr/>
          </p:nvSpPr>
          <p:spPr>
            <a:xfrm>
              <a:off x="8442714" y="262595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3" name="화살표: 오른쪽 282">
              <a:extLst>
                <a:ext uri="{FF2B5EF4-FFF2-40B4-BE49-F238E27FC236}">
                  <a16:creationId xmlns:a16="http://schemas.microsoft.com/office/drawing/2014/main" id="{F317A725-DAB5-65A4-9C08-33F13514A670}"/>
                </a:ext>
              </a:extLst>
            </p:cNvPr>
            <p:cNvSpPr/>
            <p:nvPr/>
          </p:nvSpPr>
          <p:spPr>
            <a:xfrm>
              <a:off x="9808484" y="263137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0" name="그룹 399">
              <a:extLst>
                <a:ext uri="{FF2B5EF4-FFF2-40B4-BE49-F238E27FC236}">
                  <a16:creationId xmlns:a16="http://schemas.microsoft.com/office/drawing/2014/main" id="{F3029450-A8D4-1835-223D-F9DB42EDD472}"/>
                </a:ext>
              </a:extLst>
            </p:cNvPr>
            <p:cNvGrpSpPr/>
            <p:nvPr/>
          </p:nvGrpSpPr>
          <p:grpSpPr>
            <a:xfrm>
              <a:off x="8862295" y="2605222"/>
              <a:ext cx="781799" cy="384658"/>
              <a:chOff x="8870910" y="4919718"/>
              <a:chExt cx="781799" cy="384658"/>
            </a:xfrm>
          </p:grpSpPr>
          <p:sp>
            <p:nvSpPr>
              <p:cNvPr id="401" name="곱하기 기호 400">
                <a:extLst>
                  <a:ext uri="{FF2B5EF4-FFF2-40B4-BE49-F238E27FC236}">
                    <a16:creationId xmlns:a16="http://schemas.microsoft.com/office/drawing/2014/main" id="{FBD412A6-1921-96E4-5D7E-346845C2BA4D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02" name="그룹 401">
                <a:extLst>
                  <a:ext uri="{FF2B5EF4-FFF2-40B4-BE49-F238E27FC236}">
                    <a16:creationId xmlns:a16="http://schemas.microsoft.com/office/drawing/2014/main" id="{52522DEC-79F6-A1A0-18BE-4839546A3DE4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7E2A1BFE-D33B-4E31-83DF-5C7583ADB2DB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12" name="직선 연결선 411">
                  <a:extLst>
                    <a:ext uri="{FF2B5EF4-FFF2-40B4-BE49-F238E27FC236}">
                      <a16:creationId xmlns:a16="http://schemas.microsoft.com/office/drawing/2014/main" id="{014F6D9B-0DA3-C0A9-2FE7-E779F6F7D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직선 연결선 412">
                  <a:extLst>
                    <a:ext uri="{FF2B5EF4-FFF2-40B4-BE49-F238E27FC236}">
                      <a16:creationId xmlns:a16="http://schemas.microsoft.com/office/drawing/2014/main" id="{7C55FF00-3B0B-0081-DAB8-8A19F86795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직선 연결선 413">
                  <a:extLst>
                    <a:ext uri="{FF2B5EF4-FFF2-40B4-BE49-F238E27FC236}">
                      <a16:creationId xmlns:a16="http://schemas.microsoft.com/office/drawing/2014/main" id="{0B3E7DD7-C4D1-46F6-8EEC-E0F0ED3A7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직선 연결선 414">
                  <a:extLst>
                    <a:ext uri="{FF2B5EF4-FFF2-40B4-BE49-F238E27FC236}">
                      <a16:creationId xmlns:a16="http://schemas.microsoft.com/office/drawing/2014/main" id="{0E7721B5-D3CB-6F82-BB43-FB60C817A1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직선 연결선 415">
                  <a:extLst>
                    <a:ext uri="{FF2B5EF4-FFF2-40B4-BE49-F238E27FC236}">
                      <a16:creationId xmlns:a16="http://schemas.microsoft.com/office/drawing/2014/main" id="{84C00A6C-3DF4-2D92-8AC6-04F4C24EA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직선 연결선 416">
                  <a:extLst>
                    <a:ext uri="{FF2B5EF4-FFF2-40B4-BE49-F238E27FC236}">
                      <a16:creationId xmlns:a16="http://schemas.microsoft.com/office/drawing/2014/main" id="{13B17C05-1853-697A-78E1-2D5912E5D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직선 연결선 417">
                  <a:extLst>
                    <a:ext uri="{FF2B5EF4-FFF2-40B4-BE49-F238E27FC236}">
                      <a16:creationId xmlns:a16="http://schemas.microsoft.com/office/drawing/2014/main" id="{654BE102-1E3E-C991-1C51-3E7E0571B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3" name="그룹 402">
                <a:extLst>
                  <a:ext uri="{FF2B5EF4-FFF2-40B4-BE49-F238E27FC236}">
                    <a16:creationId xmlns:a16="http://schemas.microsoft.com/office/drawing/2014/main" id="{D7E595D4-D973-963F-A586-BE4C62FF1D96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04" name="직선 연결선 403">
                  <a:extLst>
                    <a:ext uri="{FF2B5EF4-FFF2-40B4-BE49-F238E27FC236}">
                      <a16:creationId xmlns:a16="http://schemas.microsoft.com/office/drawing/2014/main" id="{560FBFF6-07BC-1ED0-5387-B8C891FA52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직선 연결선 404">
                  <a:extLst>
                    <a:ext uri="{FF2B5EF4-FFF2-40B4-BE49-F238E27FC236}">
                      <a16:creationId xmlns:a16="http://schemas.microsoft.com/office/drawing/2014/main" id="{0E85E001-0022-41CD-BCE0-C9ED0B7780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직선 연결선 405">
                  <a:extLst>
                    <a:ext uri="{FF2B5EF4-FFF2-40B4-BE49-F238E27FC236}">
                      <a16:creationId xmlns:a16="http://schemas.microsoft.com/office/drawing/2014/main" id="{63116E03-24D2-B35A-6A2D-2045814DA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직선 연결선 406">
                  <a:extLst>
                    <a:ext uri="{FF2B5EF4-FFF2-40B4-BE49-F238E27FC236}">
                      <a16:creationId xmlns:a16="http://schemas.microsoft.com/office/drawing/2014/main" id="{B1896966-E999-FD5B-BAB3-F80D697C75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직선 연결선 407">
                  <a:extLst>
                    <a:ext uri="{FF2B5EF4-FFF2-40B4-BE49-F238E27FC236}">
                      <a16:creationId xmlns:a16="http://schemas.microsoft.com/office/drawing/2014/main" id="{C6164DFB-DBE5-595A-4E0C-E3E48CB252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직선 연결선 408">
                  <a:extLst>
                    <a:ext uri="{FF2B5EF4-FFF2-40B4-BE49-F238E27FC236}">
                      <a16:creationId xmlns:a16="http://schemas.microsoft.com/office/drawing/2014/main" id="{DB4BDBAA-ED43-6F8B-54B6-8AD2EB563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직선 연결선 409">
                  <a:extLst>
                    <a:ext uri="{FF2B5EF4-FFF2-40B4-BE49-F238E27FC236}">
                      <a16:creationId xmlns:a16="http://schemas.microsoft.com/office/drawing/2014/main" id="{BF8E284C-E386-3AAF-DB9F-94A4FFE5B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44" name="그룹 443">
            <a:extLst>
              <a:ext uri="{FF2B5EF4-FFF2-40B4-BE49-F238E27FC236}">
                <a16:creationId xmlns:a16="http://schemas.microsoft.com/office/drawing/2014/main" id="{E5CF0F50-9ACB-4F9A-6455-620EA7DB884C}"/>
              </a:ext>
            </a:extLst>
          </p:cNvPr>
          <p:cNvGrpSpPr/>
          <p:nvPr/>
        </p:nvGrpSpPr>
        <p:grpSpPr>
          <a:xfrm>
            <a:off x="8449064" y="2142323"/>
            <a:ext cx="1779001" cy="384658"/>
            <a:chOff x="8449064" y="2142323"/>
            <a:chExt cx="1779001" cy="384658"/>
          </a:xfrm>
        </p:grpSpPr>
        <p:sp>
          <p:nvSpPr>
            <p:cNvPr id="279" name="화살표: 오른쪽 278">
              <a:extLst>
                <a:ext uri="{FF2B5EF4-FFF2-40B4-BE49-F238E27FC236}">
                  <a16:creationId xmlns:a16="http://schemas.microsoft.com/office/drawing/2014/main" id="{23B79AB4-E71C-C69E-39A6-F19871DCC3D9}"/>
                </a:ext>
              </a:extLst>
            </p:cNvPr>
            <p:cNvSpPr/>
            <p:nvPr/>
          </p:nvSpPr>
          <p:spPr>
            <a:xfrm>
              <a:off x="8449064" y="216315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화살표: 오른쪽 279">
              <a:extLst>
                <a:ext uri="{FF2B5EF4-FFF2-40B4-BE49-F238E27FC236}">
                  <a16:creationId xmlns:a16="http://schemas.microsoft.com/office/drawing/2014/main" id="{6E9ABC66-D0ED-0EAE-0B94-E2C7CF90C741}"/>
                </a:ext>
              </a:extLst>
            </p:cNvPr>
            <p:cNvSpPr/>
            <p:nvPr/>
          </p:nvSpPr>
          <p:spPr>
            <a:xfrm>
              <a:off x="9814834" y="216857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CECF4753-E49F-38B5-E242-6E0D42CF9D7C}"/>
                </a:ext>
              </a:extLst>
            </p:cNvPr>
            <p:cNvGrpSpPr/>
            <p:nvPr/>
          </p:nvGrpSpPr>
          <p:grpSpPr>
            <a:xfrm>
              <a:off x="8869669" y="2142323"/>
              <a:ext cx="781799" cy="384658"/>
              <a:chOff x="8870910" y="4919718"/>
              <a:chExt cx="781799" cy="384658"/>
            </a:xfrm>
          </p:grpSpPr>
          <p:sp>
            <p:nvSpPr>
              <p:cNvPr id="420" name="곱하기 기호 419">
                <a:extLst>
                  <a:ext uri="{FF2B5EF4-FFF2-40B4-BE49-F238E27FC236}">
                    <a16:creationId xmlns:a16="http://schemas.microsoft.com/office/drawing/2014/main" id="{CA782CED-382A-DE90-D7BD-FB427EFB28C8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21" name="그룹 420">
                <a:extLst>
                  <a:ext uri="{FF2B5EF4-FFF2-40B4-BE49-F238E27FC236}">
                    <a16:creationId xmlns:a16="http://schemas.microsoft.com/office/drawing/2014/main" id="{63974835-1B0E-A72F-2D69-6FF091A56A5C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30" name="직사각형 429">
                  <a:extLst>
                    <a:ext uri="{FF2B5EF4-FFF2-40B4-BE49-F238E27FC236}">
                      <a16:creationId xmlns:a16="http://schemas.microsoft.com/office/drawing/2014/main" id="{5D249B27-977B-913E-F4F0-731A218AD510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31" name="직선 연결선 430">
                  <a:extLst>
                    <a:ext uri="{FF2B5EF4-FFF2-40B4-BE49-F238E27FC236}">
                      <a16:creationId xmlns:a16="http://schemas.microsoft.com/office/drawing/2014/main" id="{34DCCD56-5A55-C69C-B32B-F14D9DBFE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직선 연결선 431">
                  <a:extLst>
                    <a:ext uri="{FF2B5EF4-FFF2-40B4-BE49-F238E27FC236}">
                      <a16:creationId xmlns:a16="http://schemas.microsoft.com/office/drawing/2014/main" id="{B8EDC3C0-0E16-7CD6-70F8-1A92BA0A31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직선 연결선 432">
                  <a:extLst>
                    <a:ext uri="{FF2B5EF4-FFF2-40B4-BE49-F238E27FC236}">
                      <a16:creationId xmlns:a16="http://schemas.microsoft.com/office/drawing/2014/main" id="{8EB63324-6515-C13A-03CE-428BB6ED5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직선 연결선 433">
                  <a:extLst>
                    <a:ext uri="{FF2B5EF4-FFF2-40B4-BE49-F238E27FC236}">
                      <a16:creationId xmlns:a16="http://schemas.microsoft.com/office/drawing/2014/main" id="{A6D05B83-320B-ED37-84C3-B3FDFA284C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직선 연결선 434">
                  <a:extLst>
                    <a:ext uri="{FF2B5EF4-FFF2-40B4-BE49-F238E27FC236}">
                      <a16:creationId xmlns:a16="http://schemas.microsoft.com/office/drawing/2014/main" id="{2DA3D27B-56F4-C7B4-FACF-DE35E7B47D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직선 연결선 435">
                  <a:extLst>
                    <a:ext uri="{FF2B5EF4-FFF2-40B4-BE49-F238E27FC236}">
                      <a16:creationId xmlns:a16="http://schemas.microsoft.com/office/drawing/2014/main" id="{1054FC4A-3CB7-FA48-8D3E-0074DD181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직선 연결선 436">
                  <a:extLst>
                    <a:ext uri="{FF2B5EF4-FFF2-40B4-BE49-F238E27FC236}">
                      <a16:creationId xmlns:a16="http://schemas.microsoft.com/office/drawing/2014/main" id="{73E9D3DC-1B8C-8A6A-87CB-FDFAA43520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4BC172D9-50B3-6AFE-646C-101363945D7F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23" name="직선 연결선 422">
                  <a:extLst>
                    <a:ext uri="{FF2B5EF4-FFF2-40B4-BE49-F238E27FC236}">
                      <a16:creationId xmlns:a16="http://schemas.microsoft.com/office/drawing/2014/main" id="{6468070E-15ED-4142-4A22-3ED3811633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직선 연결선 423">
                  <a:extLst>
                    <a:ext uri="{FF2B5EF4-FFF2-40B4-BE49-F238E27FC236}">
                      <a16:creationId xmlns:a16="http://schemas.microsoft.com/office/drawing/2014/main" id="{5B611BE7-FF70-56A7-C29E-104A21471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직선 연결선 424">
                  <a:extLst>
                    <a:ext uri="{FF2B5EF4-FFF2-40B4-BE49-F238E27FC236}">
                      <a16:creationId xmlns:a16="http://schemas.microsoft.com/office/drawing/2014/main" id="{47C65C2C-216B-686F-6461-184D93B75A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직선 연결선 425">
                  <a:extLst>
                    <a:ext uri="{FF2B5EF4-FFF2-40B4-BE49-F238E27FC236}">
                      <a16:creationId xmlns:a16="http://schemas.microsoft.com/office/drawing/2014/main" id="{ADC63BF7-6EE5-32E8-FDED-47789DD6D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직선 연결선 426">
                  <a:extLst>
                    <a:ext uri="{FF2B5EF4-FFF2-40B4-BE49-F238E27FC236}">
                      <a16:creationId xmlns:a16="http://schemas.microsoft.com/office/drawing/2014/main" id="{587FDDB1-AB5F-91D8-95B2-5D646D676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5871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직선 연결선 427">
                  <a:extLst>
                    <a:ext uri="{FF2B5EF4-FFF2-40B4-BE49-F238E27FC236}">
                      <a16:creationId xmlns:a16="http://schemas.microsoft.com/office/drawing/2014/main" id="{21CC386E-DEF2-300B-DB51-FB653BE79A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직선 연결선 428">
                  <a:extLst>
                    <a:ext uri="{FF2B5EF4-FFF2-40B4-BE49-F238E27FC236}">
                      <a16:creationId xmlns:a16="http://schemas.microsoft.com/office/drawing/2014/main" id="{85BF5269-48BA-005C-4D88-3D88047B37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BC95B93-E4DD-13D4-6EDB-B90CCDABC743}"/>
              </a:ext>
            </a:extLst>
          </p:cNvPr>
          <p:cNvGrpSpPr/>
          <p:nvPr/>
        </p:nvGrpSpPr>
        <p:grpSpPr>
          <a:xfrm>
            <a:off x="5400798" y="1621793"/>
            <a:ext cx="1423401" cy="3671282"/>
            <a:chOff x="5400798" y="1634493"/>
            <a:chExt cx="1423401" cy="3671282"/>
          </a:xfrm>
        </p:grpSpPr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FFC42C87-A245-8211-9AD0-8C2AA82743E8}"/>
                </a:ext>
              </a:extLst>
            </p:cNvPr>
            <p:cNvGrpSpPr/>
            <p:nvPr/>
          </p:nvGrpSpPr>
          <p:grpSpPr>
            <a:xfrm>
              <a:off x="5400798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F7BEA16F-7545-1BFE-1F4B-E3132EFA64C4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C59ECED6-7E64-EFF9-EBCD-B5B57DE3BCFA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59F8C01B-F585-662C-672E-E94D0731A37A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21" name="화살표: 오른쪽 20">
                <a:extLst>
                  <a:ext uri="{FF2B5EF4-FFF2-40B4-BE49-F238E27FC236}">
                    <a16:creationId xmlns:a16="http://schemas.microsoft.com/office/drawing/2014/main" id="{0F6742AD-ECE8-238C-6DB5-5CCF32522D8C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화살표: 오른쪽 21">
                <a:extLst>
                  <a:ext uri="{FF2B5EF4-FFF2-40B4-BE49-F238E27FC236}">
                    <a16:creationId xmlns:a16="http://schemas.microsoft.com/office/drawing/2014/main" id="{B7F514DA-C4CD-FAE2-2DB2-F2135351F696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4F485D1-12AE-9FCF-568B-BE6D764005A7}"/>
                </a:ext>
              </a:extLst>
            </p:cNvPr>
            <p:cNvGrpSpPr/>
            <p:nvPr/>
          </p:nvGrpSpPr>
          <p:grpSpPr>
            <a:xfrm>
              <a:off x="5400798" y="1634493"/>
              <a:ext cx="1423401" cy="431074"/>
              <a:chOff x="5574293" y="4874701"/>
              <a:chExt cx="1423401" cy="431074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419269C5-92EC-BE6E-83B5-006A7585C267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1AB54340-9E6A-5BA2-E4A9-E9EAD82B8C67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9C02345B-B29D-0908-621B-4D29838D2367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3B391AC9-5BDB-5461-FDEC-AFCCBEC3EB10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화살표: 오른쪽 12">
                <a:extLst>
                  <a:ext uri="{FF2B5EF4-FFF2-40B4-BE49-F238E27FC236}">
                    <a16:creationId xmlns:a16="http://schemas.microsoft.com/office/drawing/2014/main" id="{14ABA15C-BBFD-7141-4F03-D99C48ACAB8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CB34FA8-D14E-9DFC-87E3-B915ACEF960A}"/>
                </a:ext>
              </a:extLst>
            </p:cNvPr>
            <p:cNvGrpSpPr/>
            <p:nvPr/>
          </p:nvGrpSpPr>
          <p:grpSpPr>
            <a:xfrm>
              <a:off x="5400798" y="2097380"/>
              <a:ext cx="1423401" cy="431074"/>
              <a:chOff x="5574293" y="4874701"/>
              <a:chExt cx="1423401" cy="431074"/>
            </a:xfrm>
          </p:grpSpPr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DA629CCC-90F5-73ED-E78A-59E2CDC968F3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DFB5B3AA-DD74-79F0-80F4-69D03B059EBF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58386B72-D8C7-6F6E-0887-FFF62F9A9814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172B06DD-58BC-C06C-2A57-78AFECE2404F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E0D90B48-32ED-962F-5C42-E732BDF8988B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03A3583-A577-467C-40B9-8CD4049F2228}"/>
                </a:ext>
              </a:extLst>
            </p:cNvPr>
            <p:cNvGrpSpPr/>
            <p:nvPr/>
          </p:nvGrpSpPr>
          <p:grpSpPr>
            <a:xfrm>
              <a:off x="5400798" y="2560267"/>
              <a:ext cx="1423401" cy="431074"/>
              <a:chOff x="5574293" y="4874701"/>
              <a:chExt cx="1423401" cy="431074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56418BEE-3DB2-6E66-ED30-97F1ECA87548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F10DA00E-2180-BBBC-4964-A1524870CE44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2B690189-174D-3EC3-3F06-95DDDD5EAECB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36" name="화살표: 오른쪽 35">
                <a:extLst>
                  <a:ext uri="{FF2B5EF4-FFF2-40B4-BE49-F238E27FC236}">
                    <a16:creationId xmlns:a16="http://schemas.microsoft.com/office/drawing/2014/main" id="{C8785AB0-5635-BF76-7F43-092C194A5321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화살표: 오른쪽 36">
                <a:extLst>
                  <a:ext uri="{FF2B5EF4-FFF2-40B4-BE49-F238E27FC236}">
                    <a16:creationId xmlns:a16="http://schemas.microsoft.com/office/drawing/2014/main" id="{5C6958B2-332E-84D9-0998-BD76EAEFE1EB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E12BAE-F309-FFF6-55DA-F1BFFA491A5C}"/>
                </a:ext>
              </a:extLst>
            </p:cNvPr>
            <p:cNvGrpSpPr/>
            <p:nvPr/>
          </p:nvGrpSpPr>
          <p:grpSpPr>
            <a:xfrm>
              <a:off x="5400798" y="3023154"/>
              <a:ext cx="1423401" cy="431074"/>
              <a:chOff x="5574293" y="4874701"/>
              <a:chExt cx="1423401" cy="431074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9F74BDBA-B7AF-C7C4-EE5F-654F9D6EC1EE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192E5A59-6D77-A63B-1B7C-4196B519B169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001DF34-659D-1C0A-4222-841E563B295B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2" name="화살표: 오른쪽 41">
                <a:extLst>
                  <a:ext uri="{FF2B5EF4-FFF2-40B4-BE49-F238E27FC236}">
                    <a16:creationId xmlns:a16="http://schemas.microsoft.com/office/drawing/2014/main" id="{4219E6F9-B986-C697-55DE-81C6615FC5B7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화살표: 오른쪽 42">
                <a:extLst>
                  <a:ext uri="{FF2B5EF4-FFF2-40B4-BE49-F238E27FC236}">
                    <a16:creationId xmlns:a16="http://schemas.microsoft.com/office/drawing/2014/main" id="{10871148-96B3-0D88-D83B-C075EFF671FD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8A238E7A-82DA-9955-B675-B440644C70C6}"/>
                </a:ext>
              </a:extLst>
            </p:cNvPr>
            <p:cNvGrpSpPr/>
            <p:nvPr/>
          </p:nvGrpSpPr>
          <p:grpSpPr>
            <a:xfrm>
              <a:off x="5400798" y="3486041"/>
              <a:ext cx="1423401" cy="431074"/>
              <a:chOff x="5574293" y="4874701"/>
              <a:chExt cx="1423401" cy="43107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D5DE6D96-4E74-2A5C-677B-45BD49A5B95E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0416CCB3-AD7E-4F7B-DA39-CEF71D54D5B8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1709D2E2-3314-AFB7-341B-47D44A821451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8" name="화살표: 오른쪽 47">
                <a:extLst>
                  <a:ext uri="{FF2B5EF4-FFF2-40B4-BE49-F238E27FC236}">
                    <a16:creationId xmlns:a16="http://schemas.microsoft.com/office/drawing/2014/main" id="{43A03FB5-68A4-4C86-AE48-4AC0EF9EECA4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6E6A7F04-A62F-A5AE-046B-3CEE5DA07C0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7818194-66CD-2AB5-465D-EF4219447929}"/>
                </a:ext>
              </a:extLst>
            </p:cNvPr>
            <p:cNvGrpSpPr/>
            <p:nvPr/>
          </p:nvGrpSpPr>
          <p:grpSpPr>
            <a:xfrm>
              <a:off x="5400798" y="3948928"/>
              <a:ext cx="1423401" cy="431074"/>
              <a:chOff x="5574293" y="4874701"/>
              <a:chExt cx="1423401" cy="431074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6768A2A2-8DC8-8A08-3501-AFFF75535D4F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7D125DFF-BBF6-A748-ACF2-EBD117A7DFA6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5CE48C77-A1A5-1F8E-6B6B-DE9EE093F0F3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54" name="화살표: 오른쪽 53">
                <a:extLst>
                  <a:ext uri="{FF2B5EF4-FFF2-40B4-BE49-F238E27FC236}">
                    <a16:creationId xmlns:a16="http://schemas.microsoft.com/office/drawing/2014/main" id="{BCCD5BE9-E09B-8D4A-69CA-2F0AFD6EA206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화살표: 오른쪽 54">
                <a:extLst>
                  <a:ext uri="{FF2B5EF4-FFF2-40B4-BE49-F238E27FC236}">
                    <a16:creationId xmlns:a16="http://schemas.microsoft.com/office/drawing/2014/main" id="{777D3C40-EEE6-346A-8E84-4055652ACE0E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7FDCCBA6-A483-057F-DBA6-D77AFE8FA13A}"/>
                </a:ext>
              </a:extLst>
            </p:cNvPr>
            <p:cNvGrpSpPr/>
            <p:nvPr/>
          </p:nvGrpSpPr>
          <p:grpSpPr>
            <a:xfrm>
              <a:off x="5400798" y="4411815"/>
              <a:ext cx="1423401" cy="431074"/>
              <a:chOff x="5574293" y="4874701"/>
              <a:chExt cx="1423401" cy="431074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B9F671A8-F4C2-E1A0-595C-9BD688177789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1A8D613C-B635-3EBF-273B-2C94556D3B1C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AF19F93-ECF7-6A34-D211-40BB9D5464B1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60" name="화살표: 오른쪽 59">
                <a:extLst>
                  <a:ext uri="{FF2B5EF4-FFF2-40B4-BE49-F238E27FC236}">
                    <a16:creationId xmlns:a16="http://schemas.microsoft.com/office/drawing/2014/main" id="{ABDDD0AC-12DB-837C-5C74-3934AFB26579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화살표: 오른쪽 60">
                <a:extLst>
                  <a:ext uri="{FF2B5EF4-FFF2-40B4-BE49-F238E27FC236}">
                    <a16:creationId xmlns:a16="http://schemas.microsoft.com/office/drawing/2014/main" id="{5807A108-AACC-5954-6BE3-82BAD1A565AC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62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874B-6C8D-5499-BB53-859BA8E8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82C89-3E6D-051D-B53B-2BF8E1B9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361F0-2782-E48D-E4B4-372E6494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9C70C-AE35-3ED1-9FF2-0084B05A9641}"/>
              </a:ext>
            </a:extLst>
          </p:cNvPr>
          <p:cNvSpPr txBox="1"/>
          <p:nvPr/>
        </p:nvSpPr>
        <p:spPr>
          <a:xfrm>
            <a:off x="1271637" y="1632041"/>
            <a:ext cx="866484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 2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Solution 1</a:t>
            </a:r>
            <a:r>
              <a:rPr lang="ko-KR" altLang="en-US" sz="1600" dirty="0"/>
              <a:t>과 동일한 방법이지만 연산을 </a:t>
            </a:r>
            <a:r>
              <a:rPr lang="en-US" altLang="ko-KR" sz="1600" dirty="0"/>
              <a:t>serial </a:t>
            </a:r>
            <a:r>
              <a:rPr lang="ko-KR" altLang="en-US" sz="1600" dirty="0"/>
              <a:t>하게 진행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Resource-Folding </a:t>
            </a:r>
            <a:r>
              <a:rPr lang="ko-KR" altLang="en-US" sz="1600" dirty="0"/>
              <a:t>전략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Field 7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72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*</a:t>
            </a:r>
            <a:r>
              <a:rPr lang="ko-KR" altLang="en-US" sz="1600" dirty="0"/>
              <a:t>회로나 연산 블록을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/4</a:t>
            </a:r>
            <a:r>
              <a:rPr lang="ko-KR" altLang="en-US" sz="1600" dirty="0"/>
              <a:t>개를 만들어 병렬 처리 고려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5604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5E6-22BF-BD72-A1D9-A9BE186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35C-E025-106A-8A79-3A83656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en-US" altLang="ko-KR" dirty="0"/>
              <a:t>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32BC0-F81B-000A-938E-C6F46A69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24DDF-0DEF-9B39-756D-82FD3AA968A8}"/>
              </a:ext>
            </a:extLst>
          </p:cNvPr>
          <p:cNvSpPr txBox="1"/>
          <p:nvPr/>
        </p:nvSpPr>
        <p:spPr>
          <a:xfrm>
            <a:off x="1271637" y="1632041"/>
            <a:ext cx="866484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Solution 2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Solution 1</a:t>
            </a:r>
            <a:r>
              <a:rPr lang="ko-KR" altLang="en-US" sz="1600" dirty="0"/>
              <a:t>과 동일한 방법이지만 연산을 </a:t>
            </a:r>
            <a:r>
              <a:rPr lang="en-US" altLang="ko-KR" sz="1600" dirty="0"/>
              <a:t>serial </a:t>
            </a:r>
            <a:r>
              <a:rPr lang="ko-KR" altLang="en-US" sz="1600" dirty="0"/>
              <a:t>하게 진행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Resource-Folding </a:t>
            </a:r>
            <a:r>
              <a:rPr lang="ko-KR" altLang="en-US" sz="1600" dirty="0"/>
              <a:t>전략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Field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Field 7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72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추가 방법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회로나 연산 블록을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/4</a:t>
            </a:r>
            <a:r>
              <a:rPr lang="ko-KR" altLang="en-US" sz="1600" dirty="0"/>
              <a:t>개를 만들어 병렬 처리 고려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Round </a:t>
            </a:r>
            <a:r>
              <a:rPr lang="ko-KR" altLang="en-US" sz="1600" dirty="0"/>
              <a:t>상수 처리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5994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6F69-8FDA-B29A-B8F8-569482AD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292FF-490D-BB46-24D6-D9FA7640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A57D2-330F-3A25-85D8-30D33D69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B1D2B106-220B-FCDC-344C-28B9D7BF4D5A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93EF2-C275-589F-1B84-EF5DB41DE6B1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A96356DD-DEDE-83EE-DDC4-3203D2718EE4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C4222-87F1-F1C0-430A-9D1C8A6A88E8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698E4-8FB5-FD2B-7A00-E1ADB4EFDD29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A18437A-8100-20B1-4AF0-4C5B395B3A5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60B67D5-4D67-1F85-B98A-6D3F67FE5615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308D16C3-A0F6-9223-97D4-F1247A366119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5884FEA3-EB58-FE40-3E57-66382F38910F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125F1FF5-572F-35F1-E7EC-87524653BC6C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397D126-6CC1-A387-5ABD-6BDEF5FC3A2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80A32AE-70CB-61F6-57F7-04C20074D207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CE622BAB-660C-70F8-60E9-9AFA5F619EF1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08823A3C-F7E7-180C-144E-89C71ADBCED8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7445209-278F-4257-7F6B-C61CCE30E6E0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22813079-BADA-D545-3564-8C9F7418E36A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5E989805-9E51-E7C3-F88E-D8F34CB39A47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43D26883-CBE8-2BCC-593E-35312F47C139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5C3DF0D-FFE0-A9DA-8069-705181BE54E9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884A3B1-3ACE-629D-5D59-7B75B4E7E9ED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A4CFBE4-21F1-5E6B-07EC-3E2C91F46FF1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86730222-6501-2ED6-5DD3-809500DF6C78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CEAEEEB-E2CF-A9BA-1A1E-B846BADA9BC0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B907B19-6267-1AC1-D574-E38C53D0B792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E46FC000-8ECC-7A3F-D79A-6B3A7D143EBC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7AB431D9-90B6-3D8A-5971-2354B880F47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787D3CCF-825B-76EF-50BF-F9A60319A929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780DC818-3861-3F7A-AB9A-FCB8ED56FAD8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2DCE4C40-578C-FB94-68AF-C441FB0C94F6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5C122248-6EE8-AA11-0E81-B637251A5340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EBFD5AE6-4E3B-7A8B-3ACF-EFF3619BCCF1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DAE495C0-3116-8BF2-9036-6E519923059A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17F5C9E-B217-B4BF-B349-F96B9E855A41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46146A40-FF6E-62C0-3AFA-315D6F07C069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6D793B0-58B9-F3CD-C209-8CBBDEC926F4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0F54D128-2D72-C8D8-F133-12FBA088F2AD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2503A63-1FFF-DD0E-4489-D309D52C634B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1DB4F983-A58B-7693-3B47-F0B500F02D18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9BF739DB-3E1E-578F-E305-6C6044574A10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CC017F49-2CAA-90B9-FF8E-55536AEE26CE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B62F2AC4-F80B-AFB6-0281-B1FF1CF91578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2F759241-636A-EFCC-5CA8-5E6038636F23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31CAD38A-4008-0326-A0A8-CEC064BE8B22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5D23B04D-509E-0B4D-2CBC-1C2BB2191B63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EFAFF978-83D1-3D74-0EE6-799146B92116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E2696A04-C18C-722D-1021-80B8CA04BE64}"/>
              </a:ext>
            </a:extLst>
          </p:cNvPr>
          <p:cNvGrpSpPr/>
          <p:nvPr/>
        </p:nvGrpSpPr>
        <p:grpSpPr>
          <a:xfrm>
            <a:off x="8869815" y="3277671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AA13B37B-AA8B-8E4F-0A2A-D029F2D112E7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17EE43D0-FE3D-8C99-F4BF-05348C5A7BEE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641FF888-77B0-A868-A101-B46158ACD822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841E8E03-5D3B-68E7-AC0E-3950916BA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0C6B28F2-B24D-49F0-FBD0-D78E4CDDA8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7A79DBBC-7451-B417-B36A-A0D68BAF0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3692B541-5E5B-AAC3-F5A7-8158BA2A1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FCC933CC-DC7F-74FA-B085-9B531B35C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9828F516-BB64-9F1C-CED3-C415B4E78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6878C04E-3B45-68D9-E41F-5BC944052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9974428B-FBFB-CA5D-65E1-2392E628354B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ACA3B627-EFF5-EC1C-6C8D-CFA807CCA0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BF2C2F8C-DE5C-2BF8-AEAB-C59CA5BB5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B9909AE1-9657-C85A-3BCD-6466BF2D85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FB1A278A-EFAD-D84E-C66F-C0BAD9AC97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5FDB1915-1587-E515-62B1-B8E44B534C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132BC4A1-AB29-1732-732A-4D6C54C56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F4714EF7-42C1-B155-42A1-3704C66D5F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52764339-16E8-E841-C710-9A24DCC2764B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DD531CB-0909-CADC-366D-8C4E2EA2B109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6A3BBE-139C-D4E5-7C00-994D4360227E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B420B80-B85E-8E51-E4CA-F638CF5522E0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2198691-2440-3F30-CF2A-2A58D433248E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858656D-F68E-02E3-ED16-9F872CBCCCBB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C516CB6-8532-59EB-842A-516D44D71A0D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0784D56-9E15-DD14-CA25-A778C4471FB3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E5CB862-9458-298B-88A6-8CF14227883A}"/>
              </a:ext>
            </a:extLst>
          </p:cNvPr>
          <p:cNvGrpSpPr/>
          <p:nvPr/>
        </p:nvGrpSpPr>
        <p:grpSpPr>
          <a:xfrm>
            <a:off x="8164131" y="1829347"/>
            <a:ext cx="631058" cy="3257181"/>
            <a:chOff x="2500112" y="1828088"/>
            <a:chExt cx="631058" cy="3257181"/>
          </a:xfrm>
        </p:grpSpPr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F4FA9B94-6F8D-F40F-6C61-840E0AC20B72}"/>
                </a:ext>
              </a:extLst>
            </p:cNvPr>
            <p:cNvCxnSpPr>
              <a:cxnSpLocks/>
            </p:cNvCxnSpPr>
            <p:nvPr/>
          </p:nvCxnSpPr>
          <p:spPr>
            <a:xfrm>
              <a:off x="2500112" y="1828088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AAD4A36C-179E-468D-5B6D-29D7AB3C3FD6}"/>
                </a:ext>
              </a:extLst>
            </p:cNvPr>
            <p:cNvCxnSpPr>
              <a:cxnSpLocks/>
            </p:cNvCxnSpPr>
            <p:nvPr/>
          </p:nvCxnSpPr>
          <p:spPr>
            <a:xfrm>
              <a:off x="2501468" y="2293400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A5250E48-F419-D4FA-D61F-68B8D266C1ED}"/>
                </a:ext>
              </a:extLst>
            </p:cNvPr>
            <p:cNvCxnSpPr>
              <a:cxnSpLocks/>
            </p:cNvCxnSpPr>
            <p:nvPr/>
          </p:nvCxnSpPr>
          <p:spPr>
            <a:xfrm>
              <a:off x="2502824" y="2758712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2ECE4911-8F57-B614-CC76-D1B91FF83D42}"/>
                </a:ext>
              </a:extLst>
            </p:cNvPr>
            <p:cNvCxnSpPr>
              <a:cxnSpLocks/>
            </p:cNvCxnSpPr>
            <p:nvPr/>
          </p:nvCxnSpPr>
          <p:spPr>
            <a:xfrm>
              <a:off x="2504180" y="3224024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8F404B7D-1A6C-7C53-6622-0C73A9F02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48" y="3466865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DD7714D0-3A65-06CA-53A8-D1C69FCA28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607" y="3466865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117F4535-0F69-1C6C-228D-673280ABC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536" y="3466865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0AE051F4-333F-E854-477B-C67A6DA8D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6892" y="3466865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0E679154-3D56-37DE-14E3-0C947DF23350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25EBFC-40FE-B2BA-2ABE-A15B91DB7FAF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CB384DD-8E94-0656-28CB-95D6CCC4D10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6CF1AE8-75D8-B001-3DFF-3FCC848447C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4710EF5-3462-E440-B019-D1F4696012CB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EB3B369-A802-3A4D-B411-506A4A56B978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D42FD75-8244-B1C1-487E-BBAC1A8F552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C7C9C46-973F-B456-E46E-9B488409406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1581D8-CA3F-8F85-C26A-91B70F5F6523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1808DC3-EBBB-8258-1B93-8EF602CC6582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1263FAED-9146-8038-7465-051BC772774A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DC05B9AF-2D25-A0C2-BEAA-49FDD07B457A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C05DFB60-98AE-B9DE-408A-E660842E9522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1970ED7B-277C-8352-B8F7-464B2540451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437DE3E-6413-62A7-7B5F-46363E37E0F7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8FF43DE2-CBFB-1FBD-E21A-9A0EE238AE3D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718AE655-6B82-F7EA-40AD-25B990586DA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BFF2211-C857-5330-F833-0987020A5324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59D84EA-2CBC-392F-9413-BF4E5B360F19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350F180-DA89-EA62-E75C-F84CD6C12581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80DC16B-2516-E771-6A44-53A8B6CDFF54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6E1A7F5-1B1C-7349-683B-C03386D64D7F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7CD0B21-DF49-0F03-C775-16661EE2A701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17D525B-A843-D81B-6B79-E840929BE719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E3577D2-64D7-4DA4-28F1-1237898D165A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B1A7798-B9F1-25C5-5982-0FA58E379E9B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E4856F46-FA84-35C2-6C49-6D7DB9F94F7A}"/>
              </a:ext>
            </a:extLst>
          </p:cNvPr>
          <p:cNvGrpSpPr/>
          <p:nvPr/>
        </p:nvGrpSpPr>
        <p:grpSpPr>
          <a:xfrm>
            <a:off x="9663008" y="1567242"/>
            <a:ext cx="744584" cy="3534451"/>
            <a:chOff x="9755418" y="1579942"/>
            <a:chExt cx="633123" cy="3534451"/>
          </a:xfrm>
        </p:grpSpPr>
        <p:cxnSp>
          <p:nvCxnSpPr>
            <p:cNvPr id="170" name="연결선: 꺾임 169">
              <a:extLst>
                <a:ext uri="{FF2B5EF4-FFF2-40B4-BE49-F238E27FC236}">
                  <a16:creationId xmlns:a16="http://schemas.microsoft.com/office/drawing/2014/main" id="{6E0029E3-67E5-0D9C-6570-1681C6F26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1840451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연결선: 꺾임 170">
              <a:extLst>
                <a:ext uri="{FF2B5EF4-FFF2-40B4-BE49-F238E27FC236}">
                  <a16:creationId xmlns:a16="http://schemas.microsoft.com/office/drawing/2014/main" id="{2C2CCBED-AE35-8539-7026-2014B48823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305763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42E22EF4-37BB-BBB2-2981-C803425706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771075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연결선: 꺾임 172">
              <a:extLst>
                <a:ext uri="{FF2B5EF4-FFF2-40B4-BE49-F238E27FC236}">
                  <a16:creationId xmlns:a16="http://schemas.microsoft.com/office/drawing/2014/main" id="{8EB9D928-7CF9-4728-92EB-724529F3C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3236387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64532C05-39CB-FE21-CD4E-1E59081DE7A1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연결선: 꺾임 174">
              <a:extLst>
                <a:ext uri="{FF2B5EF4-FFF2-40B4-BE49-F238E27FC236}">
                  <a16:creationId xmlns:a16="http://schemas.microsoft.com/office/drawing/2014/main" id="{B303B329-E368-4CA9-53AE-95A2265D5F8F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연결선: 꺾임 175">
              <a:extLst>
                <a:ext uri="{FF2B5EF4-FFF2-40B4-BE49-F238E27FC236}">
                  <a16:creationId xmlns:a16="http://schemas.microsoft.com/office/drawing/2014/main" id="{60A0A83D-9644-9B88-A71A-59D3938C697C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연결선: 꺾임 176">
              <a:extLst>
                <a:ext uri="{FF2B5EF4-FFF2-40B4-BE49-F238E27FC236}">
                  <a16:creationId xmlns:a16="http://schemas.microsoft.com/office/drawing/2014/main" id="{C6DA67FC-68E4-159D-DC0A-33CD2D39BEA3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ED26025-72C3-D8E1-8587-0937CA2F4D30}"/>
                </a:ext>
              </a:extLst>
            </p:cNvPr>
            <p:cNvSpPr txBox="1"/>
            <p:nvPr/>
          </p:nvSpPr>
          <p:spPr>
            <a:xfrm>
              <a:off x="10037168" y="15799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B134436-117D-F70C-1A45-9CFA648A2879}"/>
                </a:ext>
              </a:extLst>
            </p:cNvPr>
            <p:cNvSpPr txBox="1"/>
            <p:nvPr/>
          </p:nvSpPr>
          <p:spPr>
            <a:xfrm>
              <a:off x="10037168" y="20452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F4E8F52-3206-9CBF-D267-5E0C0170D04B}"/>
                </a:ext>
              </a:extLst>
            </p:cNvPr>
            <p:cNvSpPr txBox="1"/>
            <p:nvPr/>
          </p:nvSpPr>
          <p:spPr>
            <a:xfrm>
              <a:off x="10037168" y="25106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3ADB1FE2-0449-FF16-1F80-A3B6A47B674C}"/>
                </a:ext>
              </a:extLst>
            </p:cNvPr>
            <p:cNvSpPr txBox="1"/>
            <p:nvPr/>
          </p:nvSpPr>
          <p:spPr>
            <a:xfrm>
              <a:off x="10037168" y="29759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52055D0-C3B7-11C6-4512-3A50DE632DFF}"/>
                </a:ext>
              </a:extLst>
            </p:cNvPr>
            <p:cNvSpPr txBox="1"/>
            <p:nvPr/>
          </p:nvSpPr>
          <p:spPr>
            <a:xfrm>
              <a:off x="10037168" y="34413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A9F7931-5C78-1525-ADCC-74C3BD841E95}"/>
                </a:ext>
              </a:extLst>
            </p:cNvPr>
            <p:cNvSpPr txBox="1"/>
            <p:nvPr/>
          </p:nvSpPr>
          <p:spPr>
            <a:xfrm>
              <a:off x="10037168" y="39066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7F9A7A9-E43F-37B1-5D28-90DD79818FF0}"/>
                </a:ext>
              </a:extLst>
            </p:cNvPr>
            <p:cNvSpPr txBox="1"/>
            <p:nvPr/>
          </p:nvSpPr>
          <p:spPr>
            <a:xfrm>
              <a:off x="10037168" y="43720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DFB6282-D764-0689-B387-436B9D53CAF4}"/>
                </a:ext>
              </a:extLst>
            </p:cNvPr>
            <p:cNvSpPr txBox="1"/>
            <p:nvPr/>
          </p:nvSpPr>
          <p:spPr>
            <a:xfrm>
              <a:off x="10037168" y="4837394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DB5F53E7-ED30-743A-470B-654127561E6B}"/>
              </a:ext>
            </a:extLst>
          </p:cNvPr>
          <p:cNvGrpSpPr/>
          <p:nvPr/>
        </p:nvGrpSpPr>
        <p:grpSpPr>
          <a:xfrm>
            <a:off x="8131117" y="1563628"/>
            <a:ext cx="349251" cy="3534451"/>
            <a:chOff x="2468332" y="1563300"/>
            <a:chExt cx="349251" cy="3534451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53EA2A1-0680-E525-4B5B-F2CC450A8044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7CE02C0-C1A1-0A4B-B26F-EDC4AE5B3FED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3809D86-395E-CBAD-7F44-41B363065ED3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BD630608-38C3-EF55-2F30-BCA09C584908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12B5BBF0-31FA-8813-ED19-546EDBDCE1CA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3F50667B-920C-04C4-2FCE-98AADA87077C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5B94F25-43A9-9F5A-A83B-DE04749DFDD6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12B60DD-2CC8-C8BF-63C4-31126E021470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F276EA5F-F6A6-AA92-91C1-4F44EC84F03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0F2485B5-1F81-A02D-C652-E0623976F5BE}"/>
              </a:ext>
            </a:extLst>
          </p:cNvPr>
          <p:cNvGrpSpPr/>
          <p:nvPr/>
        </p:nvGrpSpPr>
        <p:grpSpPr>
          <a:xfrm>
            <a:off x="5400797" y="1686708"/>
            <a:ext cx="1423402" cy="3619067"/>
            <a:chOff x="5574292" y="1686708"/>
            <a:chExt cx="1423402" cy="3619067"/>
          </a:xfrm>
        </p:grpSpPr>
        <p:grpSp>
          <p:nvGrpSpPr>
            <p:cNvPr id="476" name="그룹 475">
              <a:extLst>
                <a:ext uri="{FF2B5EF4-FFF2-40B4-BE49-F238E27FC236}">
                  <a16:creationId xmlns:a16="http://schemas.microsoft.com/office/drawing/2014/main" id="{D208FFC6-04E9-8FEB-6A0F-83691E3036D8}"/>
                </a:ext>
              </a:extLst>
            </p:cNvPr>
            <p:cNvGrpSpPr/>
            <p:nvPr/>
          </p:nvGrpSpPr>
          <p:grpSpPr>
            <a:xfrm>
              <a:off x="5574293" y="4874701"/>
              <a:ext cx="1423401" cy="431074"/>
              <a:chOff x="5574293" y="4874701"/>
              <a:chExt cx="1423401" cy="431074"/>
            </a:xfrm>
          </p:grpSpPr>
          <p:grpSp>
            <p:nvGrpSpPr>
              <p:cNvPr id="484" name="그룹 483">
                <a:extLst>
                  <a:ext uri="{FF2B5EF4-FFF2-40B4-BE49-F238E27FC236}">
                    <a16:creationId xmlns:a16="http://schemas.microsoft.com/office/drawing/2014/main" id="{15539390-BA2D-E9ED-3FC0-4D7A8C5032AA}"/>
                  </a:ext>
                </a:extLst>
              </p:cNvPr>
              <p:cNvGrpSpPr/>
              <p:nvPr/>
            </p:nvGrpSpPr>
            <p:grpSpPr>
              <a:xfrm>
                <a:off x="6076987" y="4874701"/>
                <a:ext cx="418013" cy="431074"/>
                <a:chOff x="5917473" y="4950823"/>
                <a:chExt cx="418013" cy="431074"/>
              </a:xfrm>
            </p:grpSpPr>
            <p:sp>
              <p:nvSpPr>
                <p:cNvPr id="487" name="직사각형 486">
                  <a:extLst>
                    <a:ext uri="{FF2B5EF4-FFF2-40B4-BE49-F238E27FC236}">
                      <a16:creationId xmlns:a16="http://schemas.microsoft.com/office/drawing/2014/main" id="{241BE05E-03F3-5228-CF97-CFAD6DC0CCD4}"/>
                    </a:ext>
                  </a:extLst>
                </p:cNvPr>
                <p:cNvSpPr/>
                <p:nvPr/>
              </p:nvSpPr>
              <p:spPr>
                <a:xfrm>
                  <a:off x="5917473" y="4950823"/>
                  <a:ext cx="418013" cy="431074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8" name="직사각형 487">
                  <a:extLst>
                    <a:ext uri="{FF2B5EF4-FFF2-40B4-BE49-F238E27FC236}">
                      <a16:creationId xmlns:a16="http://schemas.microsoft.com/office/drawing/2014/main" id="{5ACB8D11-A3CC-0F36-BFC4-E2BB99F68EE9}"/>
                    </a:ext>
                  </a:extLst>
                </p:cNvPr>
                <p:cNvSpPr/>
                <p:nvPr/>
              </p:nvSpPr>
              <p:spPr>
                <a:xfrm>
                  <a:off x="5982788" y="5011656"/>
                  <a:ext cx="295667" cy="30718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S</a:t>
                  </a:r>
                  <a:endParaRPr lang="ko-KR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485" name="화살표: 오른쪽 484">
                <a:extLst>
                  <a:ext uri="{FF2B5EF4-FFF2-40B4-BE49-F238E27FC236}">
                    <a16:creationId xmlns:a16="http://schemas.microsoft.com/office/drawing/2014/main" id="{CBA38895-8FB0-3195-C7C0-FA7FC6CDD380}"/>
                  </a:ext>
                </a:extLst>
              </p:cNvPr>
              <p:cNvSpPr/>
              <p:nvPr/>
            </p:nvSpPr>
            <p:spPr>
              <a:xfrm>
                <a:off x="5574293" y="4934939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6" name="화살표: 오른쪽 485">
                <a:extLst>
                  <a:ext uri="{FF2B5EF4-FFF2-40B4-BE49-F238E27FC236}">
                    <a16:creationId xmlns:a16="http://schemas.microsoft.com/office/drawing/2014/main" id="{5A837111-0D3E-AFC2-E106-68092643689A}"/>
                  </a:ext>
                </a:extLst>
              </p:cNvPr>
              <p:cNvSpPr/>
              <p:nvPr/>
            </p:nvSpPr>
            <p:spPr>
              <a:xfrm>
                <a:off x="6584463" y="4940357"/>
                <a:ext cx="413231" cy="307182"/>
              </a:xfrm>
              <a:prstGeom prst="rightArrow">
                <a:avLst/>
              </a:prstGeom>
              <a:solidFill>
                <a:schemeClr val="tx2">
                  <a:lumMod val="75000"/>
                </a:schemeClr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77" name="화살표: 오른쪽 476">
              <a:extLst>
                <a:ext uri="{FF2B5EF4-FFF2-40B4-BE49-F238E27FC236}">
                  <a16:creationId xmlns:a16="http://schemas.microsoft.com/office/drawing/2014/main" id="{D0B6C8FA-DDC5-2786-5767-37F456A29071}"/>
                </a:ext>
              </a:extLst>
            </p:cNvPr>
            <p:cNvSpPr/>
            <p:nvPr/>
          </p:nvSpPr>
          <p:spPr>
            <a:xfrm>
              <a:off x="5576682" y="447393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" name="화살표: 오른쪽 477">
              <a:extLst>
                <a:ext uri="{FF2B5EF4-FFF2-40B4-BE49-F238E27FC236}">
                  <a16:creationId xmlns:a16="http://schemas.microsoft.com/office/drawing/2014/main" id="{B6ED91B3-E08E-3113-C22D-2CE2AF1E121F}"/>
                </a:ext>
              </a:extLst>
            </p:cNvPr>
            <p:cNvSpPr/>
            <p:nvPr/>
          </p:nvSpPr>
          <p:spPr>
            <a:xfrm>
              <a:off x="5574292" y="4009399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" name="화살표: 오른쪽 478">
              <a:extLst>
                <a:ext uri="{FF2B5EF4-FFF2-40B4-BE49-F238E27FC236}">
                  <a16:creationId xmlns:a16="http://schemas.microsoft.com/office/drawing/2014/main" id="{D02B58B6-2F45-28ED-B7BF-33F27E0365CC}"/>
                </a:ext>
              </a:extLst>
            </p:cNvPr>
            <p:cNvSpPr/>
            <p:nvPr/>
          </p:nvSpPr>
          <p:spPr>
            <a:xfrm>
              <a:off x="5574292" y="3544861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" name="화살표: 오른쪽 479">
              <a:extLst>
                <a:ext uri="{FF2B5EF4-FFF2-40B4-BE49-F238E27FC236}">
                  <a16:creationId xmlns:a16="http://schemas.microsoft.com/office/drawing/2014/main" id="{EF8452F8-E654-FD00-65FC-6C2CCB30BDAB}"/>
                </a:ext>
              </a:extLst>
            </p:cNvPr>
            <p:cNvSpPr/>
            <p:nvPr/>
          </p:nvSpPr>
          <p:spPr>
            <a:xfrm>
              <a:off x="5574292" y="3080323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" name="화살표: 오른쪽 480">
              <a:extLst>
                <a:ext uri="{FF2B5EF4-FFF2-40B4-BE49-F238E27FC236}">
                  <a16:creationId xmlns:a16="http://schemas.microsoft.com/office/drawing/2014/main" id="{2339932F-A41E-7782-944F-572E10F97B44}"/>
                </a:ext>
              </a:extLst>
            </p:cNvPr>
            <p:cNvSpPr/>
            <p:nvPr/>
          </p:nvSpPr>
          <p:spPr>
            <a:xfrm>
              <a:off x="5574292" y="2615784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" name="화살표: 오른쪽 481">
              <a:extLst>
                <a:ext uri="{FF2B5EF4-FFF2-40B4-BE49-F238E27FC236}">
                  <a16:creationId xmlns:a16="http://schemas.microsoft.com/office/drawing/2014/main" id="{55F152D5-0A26-A3FD-CDED-D66BFFC5F991}"/>
                </a:ext>
              </a:extLst>
            </p:cNvPr>
            <p:cNvSpPr/>
            <p:nvPr/>
          </p:nvSpPr>
          <p:spPr>
            <a:xfrm>
              <a:off x="5574292" y="1686708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" name="화살표: 오른쪽 482">
              <a:extLst>
                <a:ext uri="{FF2B5EF4-FFF2-40B4-BE49-F238E27FC236}">
                  <a16:creationId xmlns:a16="http://schemas.microsoft.com/office/drawing/2014/main" id="{DC9BB7EA-F0BE-B4B9-5D56-DF39A4775ABB}"/>
                </a:ext>
              </a:extLst>
            </p:cNvPr>
            <p:cNvSpPr/>
            <p:nvPr/>
          </p:nvSpPr>
          <p:spPr>
            <a:xfrm>
              <a:off x="5574292" y="2151246"/>
              <a:ext cx="1421012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43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8EBC-9FE3-80BA-7DD9-A30CCBDA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87E6-67B5-5CD8-03FD-7163D872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</a:t>
            </a:r>
            <a:r>
              <a:rPr lang="en-US" altLang="ko-KR" dirty="0"/>
              <a:t> Solution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23045-C6B0-2E91-1CA1-DF47C269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18EAC65-4257-BC24-EDD8-AAAA7755B1F6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E8FB6-968F-F94C-0342-BFF58E8C4138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6A83ACA1-988B-B634-7878-37F30DA2FC19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A714C-DB54-2A76-6CCC-F25EAE72A51F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DF96A-F65A-3557-C1FA-95768448E18A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A7FD9B-37DA-F545-55E6-53CC05B5DB54}"/>
              </a:ext>
            </a:extLst>
          </p:cNvPr>
          <p:cNvGrpSpPr/>
          <p:nvPr/>
        </p:nvGrpSpPr>
        <p:grpSpPr>
          <a:xfrm>
            <a:off x="5886993" y="3222037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41F1BB8-C84C-869F-52A8-41A0FA6C1D56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2269AD5-F719-A493-A575-AE8238409C2E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D3C4B9B-CDD5-5050-93EE-CB9815C340C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E35EFB6-FD18-921E-45D2-82C4F4ECC71F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0F1D2915-28C6-5E41-00E3-7F88D88E70BB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5BDA78C-8939-6C33-FB55-42E53D93F771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B0284059-25E4-328B-6DA7-7B547AF3119C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A391D66C-2FAC-EADB-67CD-AA9BA750FABD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BF6C8BB-1D16-1F2D-B89C-642822C03962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E60FC93-EA8E-45AC-03EF-6900D085EB61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B32FC778-1767-C483-6FDE-DA22163FA9DC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FF6A120-75CF-EDF0-222C-6A1C1D586702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AC086200-9704-D156-4185-2466402FAB5B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96A9896-D145-5CDD-1C0D-556F42BEA349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D4A2CBEB-8974-D88A-D7B3-08EB8FABD925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4C15FF5-47C8-3D84-7CE6-7ACDE640A573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DA7EB10-5956-01F9-F922-9835FB09C767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E6EC0EDE-DEC4-ED31-68EE-0A2B51B31FB8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11D480D-FBA8-895F-5EA7-F0BC96147C97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7870EA8A-7847-86FD-1B2D-FB05C74B5A9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56F2775-C386-651D-CCB3-550834E770A9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BDB7FAD-4FA6-51A2-ED3F-638FA1D4B49D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BBE2A9E-B95D-7B38-1F0F-6DBF2BA43D5F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C334B57F-AEA0-88BB-8106-116810EDAAFA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A8E745D-E154-6748-3470-243A3093F78F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1D89349-8F19-8DF6-4D9E-99438A688756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A13DA34-F434-B341-5C06-75DF0A7BE546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96FB1050-277E-9A9B-870F-1CD33CE5040B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0771312-64D7-4797-EAAA-2CF956A80BBB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ADE7354-2395-C741-2B99-A133DF96480F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5775ED2A-20BB-4883-2447-F2265025D810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7DE1F03-9CD6-0336-73EC-893BFE1FDC00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A69694DA-15D7-F4C6-5808-00F32BAB4034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225BEBE7-1283-36E1-1A5D-A03CD6E62B0A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FF22CF4D-F1DB-56E5-1B2A-7C7429B05C42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FBF35F7E-7530-A4EB-71B8-F39AE4DDD54D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6E953678-F397-6D40-A2FD-5B6C20BA1997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733CECD1-E46B-0535-D265-D0DAAC83B40D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3BB407F8-080A-5B69-775E-8FF752D38E16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DBF6DE4B-E0E6-734D-ABA1-F19D667F7E21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44DD461F-C91A-7D5A-6F4F-883B84E0C18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A03FE7E6-F311-BC91-67DF-8BAAF9D13AF7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96529F3A-C220-4051-5D80-9310A55DBE8F}"/>
              </a:ext>
            </a:extLst>
          </p:cNvPr>
          <p:cNvGrpSpPr/>
          <p:nvPr/>
        </p:nvGrpSpPr>
        <p:grpSpPr>
          <a:xfrm>
            <a:off x="8869815" y="3277671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2C86B3E5-752D-1924-FBD0-A00B776EE6D2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3D24AFDF-D3B7-FB1A-8DF0-88EBC7878E6C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4EA58EBB-F8E9-0B2B-6E04-D113D79F0E11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A2FA78B4-69B0-21A6-F523-53556C0BA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8EE3DDA7-377E-A7B2-58FE-6F82F699F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756591FE-914F-6305-7F48-EE19DBFAA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781EF510-C3D7-2463-8B38-36FC6CD684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D3FDCB18-7155-2745-A693-8F4A11406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2C0300A2-E8AA-7B35-206C-339F5026F5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A51B10BA-51DA-66B0-764A-C539944852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5A402882-B15F-B643-43DA-25F465B63539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49601EFF-0960-6438-BE10-938A174E6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AB906C3B-7DEA-4C9D-E07D-85BC448E0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02714FC2-4447-2A83-EEEB-0F43B403D9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5BF31059-041C-AFD2-9D20-D5D3ED1B2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FC4845D3-1FB2-7D7A-01CE-F533F0822D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BE404267-5DB2-BEB0-316C-57B9713367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3C949B53-991E-1821-10E6-60C850AC1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A51CA9B-3761-3656-F532-755706542232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A5E15D-F252-003E-1DC4-7C8E00D2F43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B38D7-6E87-427B-51D3-72199CCA6A7F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404A334-F8C9-5E26-CB3A-3AFD6D04163D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0972B59-8FF1-E8CA-2CF2-F6EF949A58FB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A8C3E09-59E7-33C8-9C87-917C25300588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192C517-2BBA-5094-1263-ACDFE1230C55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3F55184-72DB-4F18-C1E0-52D56DB8F666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4DC0D9B-B9A2-5A7B-43C3-FFDEDC633381}"/>
              </a:ext>
            </a:extLst>
          </p:cNvPr>
          <p:cNvGrpSpPr/>
          <p:nvPr/>
        </p:nvGrpSpPr>
        <p:grpSpPr>
          <a:xfrm>
            <a:off x="8164131" y="1829347"/>
            <a:ext cx="631058" cy="3257181"/>
            <a:chOff x="2500112" y="1828088"/>
            <a:chExt cx="631058" cy="3257181"/>
          </a:xfrm>
        </p:grpSpPr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C1777D5F-495C-3BCD-C582-395D97D4E506}"/>
                </a:ext>
              </a:extLst>
            </p:cNvPr>
            <p:cNvCxnSpPr>
              <a:cxnSpLocks/>
            </p:cNvCxnSpPr>
            <p:nvPr/>
          </p:nvCxnSpPr>
          <p:spPr>
            <a:xfrm>
              <a:off x="2500112" y="1828088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B4018D0E-2D25-416D-5087-038F987AB4BB}"/>
                </a:ext>
              </a:extLst>
            </p:cNvPr>
            <p:cNvCxnSpPr>
              <a:cxnSpLocks/>
            </p:cNvCxnSpPr>
            <p:nvPr/>
          </p:nvCxnSpPr>
          <p:spPr>
            <a:xfrm>
              <a:off x="2501468" y="2293400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4EAC215F-B997-7621-3B6F-A702D69596D3}"/>
                </a:ext>
              </a:extLst>
            </p:cNvPr>
            <p:cNvCxnSpPr>
              <a:cxnSpLocks/>
            </p:cNvCxnSpPr>
            <p:nvPr/>
          </p:nvCxnSpPr>
          <p:spPr>
            <a:xfrm>
              <a:off x="2502824" y="2758712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993620D3-7E98-5233-B7E2-732D1F844215}"/>
                </a:ext>
              </a:extLst>
            </p:cNvPr>
            <p:cNvCxnSpPr>
              <a:cxnSpLocks/>
            </p:cNvCxnSpPr>
            <p:nvPr/>
          </p:nvCxnSpPr>
          <p:spPr>
            <a:xfrm>
              <a:off x="2504180" y="3224024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33C4A92C-D324-D519-412B-81D62E8F2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8248" y="3466865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연결선: 꺾임 61">
              <a:extLst>
                <a:ext uri="{FF2B5EF4-FFF2-40B4-BE49-F238E27FC236}">
                  <a16:creationId xmlns:a16="http://schemas.microsoft.com/office/drawing/2014/main" id="{2B63C9F7-FF2E-DB2B-0ED2-EB2C02241A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9607" y="3466865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867D00A5-FAA1-177B-1DA1-0B7587F55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536" y="3466865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7903A30A-660F-69F0-5D50-97BB6B54C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6892" y="3466865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3B33FB89-BC23-C9D1-308F-C9481CCA878D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B9BCE6E-D039-9280-2C13-B56C8D375E9A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0049C10-7EF7-C04D-55B5-2114AAEE6020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C9F129F-7E99-3751-35EF-53C0612FFEDE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60DCEB1-2F60-E6B5-CBB6-0EF25FEAAF95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A6DA0E9-8B3B-1EF5-3003-7CC063271B3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74E7650-C1C7-A285-B2F5-44362D5ADE9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24A80C-FD67-1195-EACC-839DD660F25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CDF548-8CB0-6DDC-EBC4-7B2043CC2B07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5BB4BAA2-FCB1-E1CD-4B6D-22AB889D27D0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CE30990-D660-334D-CE6C-510EBEDABC06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57FA0C60-7F61-A4C3-72BF-F36537FF1E89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74C0C7B3-9470-8287-AECE-A9462E89A19F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9C27BD6B-B72C-1582-3C2E-ACFD48E615BD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0C37CAC0-FB4D-BFF8-B820-01F5613401A5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D7F4918B-8A07-E3A5-1ECC-53CE2BE553C6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5FE92FA3-5C12-7CA4-042C-29AA9305394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8AF7618B-4F13-23F8-004D-BEB01B3ADD68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748CD1C-DBD5-6830-A24F-53350759B8B2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8849956-D04B-7AE9-999D-98BAD7F03ADD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EA3573C-1034-ACB3-171F-B78775B7EACA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EC7D7D0-A4A3-80EE-7673-68D86216E0ED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CB9BE09-46C2-ADAB-3545-48C01BAF83A4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735E957-90BC-0EE6-FE4E-567FC545948A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4482A7F-148A-971E-757D-34D83047E5E9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BC289F5-B9FF-3322-9AB7-35EB07D3C637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6BC1002C-ACED-CAC7-9A20-1F793BE4A7D2}"/>
              </a:ext>
            </a:extLst>
          </p:cNvPr>
          <p:cNvGrpSpPr/>
          <p:nvPr/>
        </p:nvGrpSpPr>
        <p:grpSpPr>
          <a:xfrm>
            <a:off x="9663008" y="1567242"/>
            <a:ext cx="744584" cy="3534451"/>
            <a:chOff x="9755418" y="1579942"/>
            <a:chExt cx="633123" cy="3534451"/>
          </a:xfrm>
        </p:grpSpPr>
        <p:cxnSp>
          <p:nvCxnSpPr>
            <p:cNvPr id="170" name="연결선: 꺾임 169">
              <a:extLst>
                <a:ext uri="{FF2B5EF4-FFF2-40B4-BE49-F238E27FC236}">
                  <a16:creationId xmlns:a16="http://schemas.microsoft.com/office/drawing/2014/main" id="{342947E7-E06F-8E95-D006-187450CAD1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1840451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연결선: 꺾임 170">
              <a:extLst>
                <a:ext uri="{FF2B5EF4-FFF2-40B4-BE49-F238E27FC236}">
                  <a16:creationId xmlns:a16="http://schemas.microsoft.com/office/drawing/2014/main" id="{E68B8B24-E8A0-8A85-735E-CF3B5C39D2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305763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연결선: 꺾임 171">
              <a:extLst>
                <a:ext uri="{FF2B5EF4-FFF2-40B4-BE49-F238E27FC236}">
                  <a16:creationId xmlns:a16="http://schemas.microsoft.com/office/drawing/2014/main" id="{49885F0D-2D52-1924-B998-62CD6E96D9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2771075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연결선: 꺾임 172">
              <a:extLst>
                <a:ext uri="{FF2B5EF4-FFF2-40B4-BE49-F238E27FC236}">
                  <a16:creationId xmlns:a16="http://schemas.microsoft.com/office/drawing/2014/main" id="{B28B2CBD-2C0B-F27A-86EC-93B82F1EE7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5418" y="3236387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연결선: 꺾임 173">
              <a:extLst>
                <a:ext uri="{FF2B5EF4-FFF2-40B4-BE49-F238E27FC236}">
                  <a16:creationId xmlns:a16="http://schemas.microsoft.com/office/drawing/2014/main" id="{B0123557-D754-0E86-383C-9F70EB39DCC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연결선: 꺾임 174">
              <a:extLst>
                <a:ext uri="{FF2B5EF4-FFF2-40B4-BE49-F238E27FC236}">
                  <a16:creationId xmlns:a16="http://schemas.microsoft.com/office/drawing/2014/main" id="{0A3390AE-55D8-7EC5-CA75-00144367A254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연결선: 꺾임 175">
              <a:extLst>
                <a:ext uri="{FF2B5EF4-FFF2-40B4-BE49-F238E27FC236}">
                  <a16:creationId xmlns:a16="http://schemas.microsoft.com/office/drawing/2014/main" id="{4864F707-49BB-4019-2601-47CA7E9A79DD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연결선: 꺾임 176">
              <a:extLst>
                <a:ext uri="{FF2B5EF4-FFF2-40B4-BE49-F238E27FC236}">
                  <a16:creationId xmlns:a16="http://schemas.microsoft.com/office/drawing/2014/main" id="{1E964CFC-CCDC-7573-C129-69D46859C067}"/>
                </a:ext>
              </a:extLst>
            </p:cNvPr>
            <p:cNvCxnSpPr>
              <a:cxnSpLocks/>
            </p:cNvCxnSpPr>
            <p:nvPr/>
          </p:nvCxnSpPr>
          <p:spPr>
            <a:xfrm>
              <a:off x="9755418" y="3483179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95B4BF0-F128-219B-CE2C-61649667CA5D}"/>
                </a:ext>
              </a:extLst>
            </p:cNvPr>
            <p:cNvSpPr txBox="1"/>
            <p:nvPr/>
          </p:nvSpPr>
          <p:spPr>
            <a:xfrm>
              <a:off x="10037168" y="15799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09DC29C-0786-22F2-4CE9-5B34D3622B31}"/>
                </a:ext>
              </a:extLst>
            </p:cNvPr>
            <p:cNvSpPr txBox="1"/>
            <p:nvPr/>
          </p:nvSpPr>
          <p:spPr>
            <a:xfrm>
              <a:off x="10037168" y="20452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0371712E-CFE6-80CD-5ADC-D83243E38A07}"/>
                </a:ext>
              </a:extLst>
            </p:cNvPr>
            <p:cNvSpPr txBox="1"/>
            <p:nvPr/>
          </p:nvSpPr>
          <p:spPr>
            <a:xfrm>
              <a:off x="10037168" y="25106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6E6A034A-0577-88B3-E07B-3AA714DCCE10}"/>
                </a:ext>
              </a:extLst>
            </p:cNvPr>
            <p:cNvSpPr txBox="1"/>
            <p:nvPr/>
          </p:nvSpPr>
          <p:spPr>
            <a:xfrm>
              <a:off x="10037168" y="29759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5EC2012-897B-5A6B-D056-AD24E92AF95E}"/>
                </a:ext>
              </a:extLst>
            </p:cNvPr>
            <p:cNvSpPr txBox="1"/>
            <p:nvPr/>
          </p:nvSpPr>
          <p:spPr>
            <a:xfrm>
              <a:off x="10037168" y="34413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A588F494-6E37-0289-2FF9-1ECD0863252A}"/>
                </a:ext>
              </a:extLst>
            </p:cNvPr>
            <p:cNvSpPr txBox="1"/>
            <p:nvPr/>
          </p:nvSpPr>
          <p:spPr>
            <a:xfrm>
              <a:off x="10037168" y="390669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74AD3AB-3C78-FFC4-B8F0-FCBE7D069126}"/>
                </a:ext>
              </a:extLst>
            </p:cNvPr>
            <p:cNvSpPr txBox="1"/>
            <p:nvPr/>
          </p:nvSpPr>
          <p:spPr>
            <a:xfrm>
              <a:off x="10037168" y="437204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B09BF180-1186-8E86-6BDD-C6071E42171E}"/>
                </a:ext>
              </a:extLst>
            </p:cNvPr>
            <p:cNvSpPr txBox="1"/>
            <p:nvPr/>
          </p:nvSpPr>
          <p:spPr>
            <a:xfrm>
              <a:off x="10037168" y="4837394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3412574-02B8-2B7A-DDF9-F6BE89C66981}"/>
              </a:ext>
            </a:extLst>
          </p:cNvPr>
          <p:cNvGrpSpPr/>
          <p:nvPr/>
        </p:nvGrpSpPr>
        <p:grpSpPr>
          <a:xfrm>
            <a:off x="8131117" y="1563628"/>
            <a:ext cx="349251" cy="3534451"/>
            <a:chOff x="2468332" y="1563300"/>
            <a:chExt cx="349251" cy="3534451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826F6A5C-B68C-5D58-CFE7-DC9220FC7496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AF1647B3-AD58-1FDC-F0B7-2743D6BF7C97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9D06916-2397-3716-8656-2258502BD25D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889E81C7-E054-DCDA-BE21-B62AA6F8F1F5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7E8BEB3B-419E-7E43-AF87-0A2ADB3F9BFD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86B91FB-9A74-6917-5504-1A9C1FCA82E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57AF630A-CD53-8412-71C9-CD8747489D60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83F94EDD-2EE8-F8A6-97B0-B0AA93B62A44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39BD4D0C-32CE-E936-FEFB-4C98592FF595}"/>
              </a:ext>
            </a:extLst>
          </p:cNvPr>
          <p:cNvGrpSpPr/>
          <p:nvPr/>
        </p:nvGrpSpPr>
        <p:grpSpPr>
          <a:xfrm>
            <a:off x="5106019" y="1562111"/>
            <a:ext cx="764722" cy="3534451"/>
            <a:chOff x="5106019" y="1562111"/>
            <a:chExt cx="660567" cy="3534451"/>
          </a:xfrm>
        </p:grpSpPr>
        <p:cxnSp>
          <p:nvCxnSpPr>
            <p:cNvPr id="208" name="연결선: 꺾임 207">
              <a:extLst>
                <a:ext uri="{FF2B5EF4-FFF2-40B4-BE49-F238E27FC236}">
                  <a16:creationId xmlns:a16="http://schemas.microsoft.com/office/drawing/2014/main" id="{888E1C90-CDF9-8392-3F26-49ED8C930D35}"/>
                </a:ext>
              </a:extLst>
            </p:cNvPr>
            <p:cNvCxnSpPr>
              <a:cxnSpLocks/>
            </p:cNvCxnSpPr>
            <p:nvPr/>
          </p:nvCxnSpPr>
          <p:spPr>
            <a:xfrm>
              <a:off x="5130765" y="1826899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연결선: 꺾임 208">
              <a:extLst>
                <a:ext uri="{FF2B5EF4-FFF2-40B4-BE49-F238E27FC236}">
                  <a16:creationId xmlns:a16="http://schemas.microsoft.com/office/drawing/2014/main" id="{ABC78187-E48B-8DFB-7348-6BBCF05F56F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121" y="2292211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연결선: 꺾임 209">
              <a:extLst>
                <a:ext uri="{FF2B5EF4-FFF2-40B4-BE49-F238E27FC236}">
                  <a16:creationId xmlns:a16="http://schemas.microsoft.com/office/drawing/2014/main" id="{D95A0587-0197-00CA-AA5B-FDC043DE2106}"/>
                </a:ext>
              </a:extLst>
            </p:cNvPr>
            <p:cNvCxnSpPr>
              <a:cxnSpLocks/>
            </p:cNvCxnSpPr>
            <p:nvPr/>
          </p:nvCxnSpPr>
          <p:spPr>
            <a:xfrm>
              <a:off x="5133477" y="2757523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연결선: 꺾임 210">
              <a:extLst>
                <a:ext uri="{FF2B5EF4-FFF2-40B4-BE49-F238E27FC236}">
                  <a16:creationId xmlns:a16="http://schemas.microsoft.com/office/drawing/2014/main" id="{9B8AB53A-D5C4-1FE1-108D-065C11E44486}"/>
                </a:ext>
              </a:extLst>
            </p:cNvPr>
            <p:cNvCxnSpPr>
              <a:cxnSpLocks/>
            </p:cNvCxnSpPr>
            <p:nvPr/>
          </p:nvCxnSpPr>
          <p:spPr>
            <a:xfrm>
              <a:off x="5134833" y="3222835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연결선: 꺾임 211">
              <a:extLst>
                <a:ext uri="{FF2B5EF4-FFF2-40B4-BE49-F238E27FC236}">
                  <a16:creationId xmlns:a16="http://schemas.microsoft.com/office/drawing/2014/main" id="{28E920C9-022E-A68C-8E5C-956DCC822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8901" y="3465676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연결선: 꺾임 212">
              <a:extLst>
                <a:ext uri="{FF2B5EF4-FFF2-40B4-BE49-F238E27FC236}">
                  <a16:creationId xmlns:a16="http://schemas.microsoft.com/office/drawing/2014/main" id="{B64A52F2-1213-8A93-0CFB-020AC85CB2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0260" y="3465676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연결선: 꺾임 213">
              <a:extLst>
                <a:ext uri="{FF2B5EF4-FFF2-40B4-BE49-F238E27FC236}">
                  <a16:creationId xmlns:a16="http://schemas.microsoft.com/office/drawing/2014/main" id="{5D81E9CC-AFB8-D5A5-5E3F-954DC91CC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189" y="3465676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연결선: 꺾임 214">
              <a:extLst>
                <a:ext uri="{FF2B5EF4-FFF2-40B4-BE49-F238E27FC236}">
                  <a16:creationId xmlns:a16="http://schemas.microsoft.com/office/drawing/2014/main" id="{C337DF22-81D1-0356-9417-828D00326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308" y="3465676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4CE248F7-34B1-39C9-07B4-55C3FFF76159}"/>
                </a:ext>
              </a:extLst>
            </p:cNvPr>
            <p:cNvGrpSpPr/>
            <p:nvPr/>
          </p:nvGrpSpPr>
          <p:grpSpPr>
            <a:xfrm>
              <a:off x="5106019" y="1562111"/>
              <a:ext cx="349251" cy="3534451"/>
              <a:chOff x="2468332" y="1563300"/>
              <a:chExt cx="349251" cy="3534451"/>
            </a:xfrm>
          </p:grpSpPr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9A1D7E89-EF82-C9D3-0286-A12356547547}"/>
                  </a:ext>
                </a:extLst>
              </p:cNvPr>
              <p:cNvSpPr txBox="1"/>
              <p:nvPr/>
            </p:nvSpPr>
            <p:spPr>
              <a:xfrm>
                <a:off x="2468332" y="15633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(0)</a:t>
                </a:r>
                <a:endParaRPr lang="ko-KR" altLang="en-US" sz="1200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4708F3B-7996-A6B9-1818-AADD3D5CEFCB}"/>
                  </a:ext>
                </a:extLst>
              </p:cNvPr>
              <p:cNvSpPr txBox="1"/>
              <p:nvPr/>
            </p:nvSpPr>
            <p:spPr>
              <a:xfrm>
                <a:off x="2468332" y="20286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(1)</a:t>
                </a:r>
                <a:endParaRPr lang="ko-KR" altLang="en-US" sz="1200" dirty="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C3AFB3E-0F2F-DD1F-594C-50981C13F41E}"/>
                  </a:ext>
                </a:extLst>
              </p:cNvPr>
              <p:cNvSpPr txBox="1"/>
              <p:nvPr/>
            </p:nvSpPr>
            <p:spPr>
              <a:xfrm>
                <a:off x="2468332" y="24940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(2)</a:t>
                </a:r>
                <a:endParaRPr lang="ko-KR" altLang="en-US" sz="1200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2CD4B0F-B708-E12D-D97C-C7BD134E9A14}"/>
                  </a:ext>
                </a:extLst>
              </p:cNvPr>
              <p:cNvSpPr txBox="1"/>
              <p:nvPr/>
            </p:nvSpPr>
            <p:spPr>
              <a:xfrm>
                <a:off x="2468332" y="29593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(3)</a:t>
                </a:r>
                <a:endParaRPr lang="ko-KR" altLang="en-US" sz="1200" dirty="0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890C113A-65B6-CF42-864B-DFE1A4C7D3AD}"/>
                  </a:ext>
                </a:extLst>
              </p:cNvPr>
              <p:cNvSpPr txBox="1"/>
              <p:nvPr/>
            </p:nvSpPr>
            <p:spPr>
              <a:xfrm>
                <a:off x="2468332" y="34247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(4)</a:t>
                </a:r>
                <a:endParaRPr lang="ko-KR" altLang="en-US" sz="1200" dirty="0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DEFBD41B-D4FE-0120-27C7-BCE6EC6DCFEF}"/>
                  </a:ext>
                </a:extLst>
              </p:cNvPr>
              <p:cNvSpPr txBox="1"/>
              <p:nvPr/>
            </p:nvSpPr>
            <p:spPr>
              <a:xfrm>
                <a:off x="2468332" y="38900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(5)</a:t>
                </a:r>
                <a:endParaRPr lang="ko-KR" altLang="en-US" sz="1200" dirty="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307E310-01CF-36D1-D2C6-09B9E0673DCD}"/>
                  </a:ext>
                </a:extLst>
              </p:cNvPr>
              <p:cNvSpPr txBox="1"/>
              <p:nvPr/>
            </p:nvSpPr>
            <p:spPr>
              <a:xfrm>
                <a:off x="2468332" y="43554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(6)</a:t>
                </a:r>
                <a:endParaRPr lang="ko-KR" altLang="en-US" sz="1200" dirty="0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9473E2EB-DA11-EC2E-7714-2E42AD9A27C9}"/>
                  </a:ext>
                </a:extLst>
              </p:cNvPr>
              <p:cNvSpPr txBox="1"/>
              <p:nvPr/>
            </p:nvSpPr>
            <p:spPr>
              <a:xfrm>
                <a:off x="2468332" y="4820752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(7)</a:t>
                </a:r>
                <a:endParaRPr lang="ko-KR" altLang="en-US" sz="1200" dirty="0"/>
              </a:p>
            </p:txBody>
          </p:sp>
        </p:grpSp>
      </p:grpSp>
      <p:grpSp>
        <p:nvGrpSpPr>
          <p:cNvPr id="457" name="그룹 456">
            <a:extLst>
              <a:ext uri="{FF2B5EF4-FFF2-40B4-BE49-F238E27FC236}">
                <a16:creationId xmlns:a16="http://schemas.microsoft.com/office/drawing/2014/main" id="{AB8FC014-5F68-88DA-18B7-7B728D1BC7DD}"/>
              </a:ext>
            </a:extLst>
          </p:cNvPr>
          <p:cNvGrpSpPr/>
          <p:nvPr/>
        </p:nvGrpSpPr>
        <p:grpSpPr>
          <a:xfrm>
            <a:off x="6318326" y="1567476"/>
            <a:ext cx="762565" cy="3534451"/>
            <a:chOff x="3423819" y="1563628"/>
            <a:chExt cx="633123" cy="3534451"/>
          </a:xfrm>
        </p:grpSpPr>
        <p:cxnSp>
          <p:nvCxnSpPr>
            <p:cNvPr id="458" name="연결선: 꺾임 457">
              <a:extLst>
                <a:ext uri="{FF2B5EF4-FFF2-40B4-BE49-F238E27FC236}">
                  <a16:creationId xmlns:a16="http://schemas.microsoft.com/office/drawing/2014/main" id="{8AFABF8B-35E9-4EE5-5558-3E88C574B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연결선: 꺾임 458">
              <a:extLst>
                <a:ext uri="{FF2B5EF4-FFF2-40B4-BE49-F238E27FC236}">
                  <a16:creationId xmlns:a16="http://schemas.microsoft.com/office/drawing/2014/main" id="{8012AA22-3143-ED1E-0306-D9BD83D20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연결선: 꺾임 459">
              <a:extLst>
                <a:ext uri="{FF2B5EF4-FFF2-40B4-BE49-F238E27FC236}">
                  <a16:creationId xmlns:a16="http://schemas.microsoft.com/office/drawing/2014/main" id="{4C905329-33C1-AD57-19FF-4FA71C116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연결선: 꺾임 460">
              <a:extLst>
                <a:ext uri="{FF2B5EF4-FFF2-40B4-BE49-F238E27FC236}">
                  <a16:creationId xmlns:a16="http://schemas.microsoft.com/office/drawing/2014/main" id="{3DF13A4C-7D60-7987-F8C4-B03CA3F54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연결선: 꺾임 461">
              <a:extLst>
                <a:ext uri="{FF2B5EF4-FFF2-40B4-BE49-F238E27FC236}">
                  <a16:creationId xmlns:a16="http://schemas.microsoft.com/office/drawing/2014/main" id="{C51A4063-C700-FBF3-400A-D6D1F568FB58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연결선: 꺾임 462">
              <a:extLst>
                <a:ext uri="{FF2B5EF4-FFF2-40B4-BE49-F238E27FC236}">
                  <a16:creationId xmlns:a16="http://schemas.microsoft.com/office/drawing/2014/main" id="{BE428DE0-7949-4C19-EF41-33CC3596499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연결선: 꺾임 463">
              <a:extLst>
                <a:ext uri="{FF2B5EF4-FFF2-40B4-BE49-F238E27FC236}">
                  <a16:creationId xmlns:a16="http://schemas.microsoft.com/office/drawing/2014/main" id="{5392B67C-822E-F63C-7CA6-4E27340CA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연결선: 꺾임 464">
              <a:extLst>
                <a:ext uri="{FF2B5EF4-FFF2-40B4-BE49-F238E27FC236}">
                  <a16:creationId xmlns:a16="http://schemas.microsoft.com/office/drawing/2014/main" id="{D83084E6-1007-D1AA-4FBA-36A57714F4D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E7E384D-F77F-A333-184C-093B37AF3733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CF10348-DFAB-548D-63F5-095C7061E4C6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9F3007C-5A13-05E8-A2F9-2B0B99C5DCF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3C0280BC-EC49-37C4-F01E-8179C586E655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71E5ED11-2799-49CC-8F98-E51F1CDE906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E69EA17E-93AF-C6B8-9109-A669F5AACD7D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B51502DE-98F9-DF99-F021-AB3A508DAD4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844F987E-A4E0-A585-0479-2C7893E63C38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84FFA5A7-8D36-77EE-0C5B-477900E6C0F0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26562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783B-12F3-27D0-7B5E-6E67E495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D8FBC-609F-1F6E-2B86-BA2EC922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</a:t>
            </a:r>
            <a:r>
              <a:rPr lang="en-US" altLang="ko-KR" dirty="0"/>
              <a:t> Solution – </a:t>
            </a:r>
            <a:r>
              <a:rPr lang="ko-KR" altLang="en-US" dirty="0"/>
              <a:t>병렬 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5DAEA-2337-008A-8AA1-7EEDC93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032B8498-D86C-DD11-2C44-8B5D1B133B9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8F55C-BC5A-781E-3C1F-FFEC70E757A0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E1F0D6DD-037D-8270-C527-AC2759BA5575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9A7F0-255B-CACD-7B11-7CE27B508025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3E30-A62F-F512-8E8B-02C1761C7066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DFA43D3-0CA1-8EE9-3ED0-662E7EDBA5B2}"/>
              </a:ext>
            </a:extLst>
          </p:cNvPr>
          <p:cNvGrpSpPr/>
          <p:nvPr/>
        </p:nvGrpSpPr>
        <p:grpSpPr>
          <a:xfrm>
            <a:off x="5772693" y="2287721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86FAAC-2BF1-81D7-3008-3A4134A92EE5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A544F22-0B92-02C1-3CAE-335F7719081F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D4EDEC8-1B09-1907-7CAC-62A1FF037EB4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7C39FFD-9781-9B75-9903-EAC4D6A4D0D1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20B5D870-03D5-63FD-F0BB-FCAD2979477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61F4EDE-0C05-8BF8-D5A6-742BFC8E1597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D1EFC03-EF04-EF47-C2B1-245406A14585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D1FC5ED5-93D2-31C8-715A-16A78AD58DD9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66FB770-7BBF-4B27-407B-6403CA37A5CF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67E063B6-2514-7834-5A4D-85EC520B89C3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8E65653-6E5D-4DC2-E526-568CE7AD8336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A2E9E16-8388-FFD7-CBFA-33D63B61E47A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D67A040-5773-8274-B1D9-FC8BB6BFC2FE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C457E1A-1DFA-6EE0-839B-DC43662F949B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61F8E6A6-6409-335C-8A19-CA9093976931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8354603A-03B3-41F6-0163-015ECEF93347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C790D2FC-0E21-89C4-E738-FAE551F77233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887B1C7-9389-BC85-B98D-38622A3833F2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8DC90D8-8ED5-ACE0-F5FF-6ED71F54D2D2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54B8F42-29C0-4FB4-1A58-ABE5B48DEC32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7A7F460-9E49-A23A-3222-3D35620481C1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C2EAB4A-9A53-930C-0B3F-5DE612D69EE5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870D26B0-9E61-62CC-27BF-BABCD6D5855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8357CE5F-7AD5-474D-AEFD-DACF80DCA179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B622DAA4-9296-694C-462A-D405AB2A7C40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135A02AF-1AEE-8135-4846-067013263184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D66F2CB6-4A2C-D378-EF29-7DA3ADFBCDAB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4E4F5F6-0653-D4A9-6AB0-8295B9BC3547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94FBABAC-5E0B-EF19-0B9C-71C5B6DB8D4E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AAAAA3B-B73E-6B5B-4979-505883395E48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EAD277EE-D25F-A791-C41E-A543B6AD9085}"/>
                </a:ext>
              </a:extLst>
            </p:cNvPr>
            <p:cNvSpPr/>
            <p:nvPr/>
          </p:nvSpPr>
          <p:spPr>
            <a:xfrm>
              <a:off x="1726234" y="1617919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4B0B7A8D-44C5-B86D-80DF-62F3BD7C00D2}"/>
                </a:ext>
              </a:extLst>
            </p:cNvPr>
            <p:cNvSpPr/>
            <p:nvPr/>
          </p:nvSpPr>
          <p:spPr>
            <a:xfrm>
              <a:off x="1727590" y="2083231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1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74450EF2-E281-67BD-FBCC-33D79A851C91}"/>
                </a:ext>
              </a:extLst>
            </p:cNvPr>
            <p:cNvSpPr/>
            <p:nvPr/>
          </p:nvSpPr>
          <p:spPr>
            <a:xfrm>
              <a:off x="1728946" y="2548543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2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4F7C753-0AE0-02BB-D5A1-264C82E82894}"/>
                </a:ext>
              </a:extLst>
            </p:cNvPr>
            <p:cNvSpPr/>
            <p:nvPr/>
          </p:nvSpPr>
          <p:spPr>
            <a:xfrm>
              <a:off x="1730302" y="3013855"/>
              <a:ext cx="1091378" cy="420337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3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A53FAAAE-39B3-4457-D857-536354B335AD}"/>
                </a:ext>
              </a:extLst>
            </p:cNvPr>
            <p:cNvSpPr/>
            <p:nvPr/>
          </p:nvSpPr>
          <p:spPr>
            <a:xfrm>
              <a:off x="1733014" y="4875100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7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5D0DB49A-223B-C869-8B62-9360C9BEB5B4}"/>
                </a:ext>
              </a:extLst>
            </p:cNvPr>
            <p:cNvSpPr/>
            <p:nvPr/>
          </p:nvSpPr>
          <p:spPr>
            <a:xfrm>
              <a:off x="1731658" y="4409791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6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AFA0F872-6D2E-1A08-2D72-CBEE8BD7DC86}"/>
                </a:ext>
              </a:extLst>
            </p:cNvPr>
            <p:cNvSpPr/>
            <p:nvPr/>
          </p:nvSpPr>
          <p:spPr>
            <a:xfrm>
              <a:off x="1735729" y="3944479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5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CCED0555-1247-7351-B454-D864961112E1}"/>
                </a:ext>
              </a:extLst>
            </p:cNvPr>
            <p:cNvSpPr/>
            <p:nvPr/>
          </p:nvSpPr>
          <p:spPr>
            <a:xfrm>
              <a:off x="1734370" y="3479167"/>
              <a:ext cx="1091378" cy="4203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Field 4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51622499-A55E-9F1F-03B4-E966AAC37A1E}"/>
              </a:ext>
            </a:extLst>
          </p:cNvPr>
          <p:cNvSpPr txBox="1"/>
          <p:nvPr/>
        </p:nvSpPr>
        <p:spPr>
          <a:xfrm>
            <a:off x="9077568" y="5330141"/>
            <a:ext cx="7445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8x8</a:t>
            </a:r>
            <a:r>
              <a:rPr lang="ko-KR" altLang="en-US" sz="1100" dirty="0"/>
              <a:t> 행렬</a:t>
            </a:r>
            <a:endParaRPr lang="en-US" altLang="ko-KR" sz="1100" dirty="0"/>
          </a:p>
        </p:txBody>
      </p: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E378447C-1488-7CA6-459F-4D0A04DDC1BE}"/>
              </a:ext>
            </a:extLst>
          </p:cNvPr>
          <p:cNvSpPr/>
          <p:nvPr/>
        </p:nvSpPr>
        <p:spPr>
          <a:xfrm rot="5400000">
            <a:off x="3118485" y="235280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A5E472FE-BB4D-C350-D2D6-89AC2393BDD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003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C153487E-0E2D-A1FE-A82D-8CF2CEE0634E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00094B66-6627-5ACA-D887-E179381F2543}"/>
              </a:ext>
            </a:extLst>
          </p:cNvPr>
          <p:cNvGrpSpPr/>
          <p:nvPr/>
        </p:nvGrpSpPr>
        <p:grpSpPr>
          <a:xfrm>
            <a:off x="8736465" y="2302097"/>
            <a:ext cx="781799" cy="384658"/>
            <a:chOff x="8870910" y="4919718"/>
            <a:chExt cx="781799" cy="384658"/>
          </a:xfrm>
        </p:grpSpPr>
        <p:sp>
          <p:nvSpPr>
            <p:cNvPr id="382" name="곱하기 기호 381">
              <a:extLst>
                <a:ext uri="{FF2B5EF4-FFF2-40B4-BE49-F238E27FC236}">
                  <a16:creationId xmlns:a16="http://schemas.microsoft.com/office/drawing/2014/main" id="{CDBDD5EC-CC7E-8F9C-5277-139783058C0E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83" name="그룹 382">
              <a:extLst>
                <a:ext uri="{FF2B5EF4-FFF2-40B4-BE49-F238E27FC236}">
                  <a16:creationId xmlns:a16="http://schemas.microsoft.com/office/drawing/2014/main" id="{B3DC64FE-DE36-E68C-C7DC-9B0AEE4FDBC9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392" name="직사각형 391">
                <a:extLst>
                  <a:ext uri="{FF2B5EF4-FFF2-40B4-BE49-F238E27FC236}">
                    <a16:creationId xmlns:a16="http://schemas.microsoft.com/office/drawing/2014/main" id="{66F9E5D1-4D7B-E79E-65FA-98435CA5628F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93" name="직선 연결선 392">
                <a:extLst>
                  <a:ext uri="{FF2B5EF4-FFF2-40B4-BE49-F238E27FC236}">
                    <a16:creationId xmlns:a16="http://schemas.microsoft.com/office/drawing/2014/main" id="{E1B9AE47-CE5C-AAA2-0A0B-A0ACD05C5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직선 연결선 393">
                <a:extLst>
                  <a:ext uri="{FF2B5EF4-FFF2-40B4-BE49-F238E27FC236}">
                    <a16:creationId xmlns:a16="http://schemas.microsoft.com/office/drawing/2014/main" id="{B8CB516A-5A5F-BF77-AA3F-6E2C0E94ED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직선 연결선 394">
                <a:extLst>
                  <a:ext uri="{FF2B5EF4-FFF2-40B4-BE49-F238E27FC236}">
                    <a16:creationId xmlns:a16="http://schemas.microsoft.com/office/drawing/2014/main" id="{5E001725-202B-9954-5B4F-D91F4D81C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직선 연결선 395">
                <a:extLst>
                  <a:ext uri="{FF2B5EF4-FFF2-40B4-BE49-F238E27FC236}">
                    <a16:creationId xmlns:a16="http://schemas.microsoft.com/office/drawing/2014/main" id="{17E1ECB4-4B9C-6867-1867-1DBAF7457B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직선 연결선 396">
                <a:extLst>
                  <a:ext uri="{FF2B5EF4-FFF2-40B4-BE49-F238E27FC236}">
                    <a16:creationId xmlns:a16="http://schemas.microsoft.com/office/drawing/2014/main" id="{D82B1919-E568-E55F-6EEA-EBDE902ED0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직선 연결선 397">
                <a:extLst>
                  <a:ext uri="{FF2B5EF4-FFF2-40B4-BE49-F238E27FC236}">
                    <a16:creationId xmlns:a16="http://schemas.microsoft.com/office/drawing/2014/main" id="{064A4F14-0E15-33FC-F98A-7A0F5F18ED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직선 연결선 398">
                <a:extLst>
                  <a:ext uri="{FF2B5EF4-FFF2-40B4-BE49-F238E27FC236}">
                    <a16:creationId xmlns:a16="http://schemas.microsoft.com/office/drawing/2014/main" id="{A5CC2C68-1CFC-8281-3B4E-39E8E8BEC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131B8FF8-FAF6-6219-55F7-AFBDBAAB2E1D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385" name="직선 연결선 384">
                <a:extLst>
                  <a:ext uri="{FF2B5EF4-FFF2-40B4-BE49-F238E27FC236}">
                    <a16:creationId xmlns:a16="http://schemas.microsoft.com/office/drawing/2014/main" id="{CED66696-85ED-38A6-581F-79E7969AC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직선 연결선 385">
                <a:extLst>
                  <a:ext uri="{FF2B5EF4-FFF2-40B4-BE49-F238E27FC236}">
                    <a16:creationId xmlns:a16="http://schemas.microsoft.com/office/drawing/2014/main" id="{9CB9DB8E-1CC4-7DA3-F88D-89BB142B7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직선 연결선 386">
                <a:extLst>
                  <a:ext uri="{FF2B5EF4-FFF2-40B4-BE49-F238E27FC236}">
                    <a16:creationId xmlns:a16="http://schemas.microsoft.com/office/drawing/2014/main" id="{0F1A7534-34CB-1AB0-1521-DCBD35C41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직선 연결선 387">
                <a:extLst>
                  <a:ext uri="{FF2B5EF4-FFF2-40B4-BE49-F238E27FC236}">
                    <a16:creationId xmlns:a16="http://schemas.microsoft.com/office/drawing/2014/main" id="{A78296B6-110D-8697-4597-7A1960F918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직선 연결선 388">
                <a:extLst>
                  <a:ext uri="{FF2B5EF4-FFF2-40B4-BE49-F238E27FC236}">
                    <a16:creationId xmlns:a16="http://schemas.microsoft.com/office/drawing/2014/main" id="{6094BD42-6A6B-B501-776B-34E26FB045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직선 연결선 389">
                <a:extLst>
                  <a:ext uri="{FF2B5EF4-FFF2-40B4-BE49-F238E27FC236}">
                    <a16:creationId xmlns:a16="http://schemas.microsoft.com/office/drawing/2014/main" id="{4A7563D2-AD9A-26A6-024E-E46A23B0AC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직선 연결선 390">
                <a:extLst>
                  <a:ext uri="{FF2B5EF4-FFF2-40B4-BE49-F238E27FC236}">
                    <a16:creationId xmlns:a16="http://schemas.microsoft.com/office/drawing/2014/main" id="{54DFBD52-3F9C-A2A7-4E7B-FE73D93E7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FED8CB97-214C-DD5E-80F9-6F8A9E6CA7A8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2DEB1D9-17AE-B624-D217-DF8B64A7072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B7BD871-8FB7-B4B5-48F5-3AED2CF87C09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 flipV="1">
            <a:off x="2502824" y="2499125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77764AD-315D-E3F8-E49E-42AA0ECAC3F8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 flipV="1">
            <a:off x="2504180" y="2499125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86CE98D-5BB3-B088-49E0-4C3EC5CB8291}"/>
              </a:ext>
            </a:extLst>
          </p:cNvPr>
          <p:cNvCxnSpPr>
            <a:cxnSpLocks/>
            <a:stCxn id="80" idx="3"/>
            <a:endCxn id="3" idx="2"/>
          </p:cNvCxnSpPr>
          <p:nvPr/>
        </p:nvCxnSpPr>
        <p:spPr>
          <a:xfrm>
            <a:off x="2508248" y="3689336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8BD630D-B527-011E-DAC0-46569277F646}"/>
              </a:ext>
            </a:extLst>
          </p:cNvPr>
          <p:cNvCxnSpPr>
            <a:cxnSpLocks/>
            <a:stCxn id="79" idx="3"/>
            <a:endCxn id="3" idx="2"/>
          </p:cNvCxnSpPr>
          <p:nvPr/>
        </p:nvCxnSpPr>
        <p:spPr>
          <a:xfrm>
            <a:off x="2509607" y="4154648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838CCCF4-03D1-D4D5-57E8-90DC69961865}"/>
              </a:ext>
            </a:extLst>
          </p:cNvPr>
          <p:cNvCxnSpPr>
            <a:cxnSpLocks/>
            <a:stCxn id="78" idx="3"/>
            <a:endCxn id="3" idx="2"/>
          </p:cNvCxnSpPr>
          <p:nvPr/>
        </p:nvCxnSpPr>
        <p:spPr>
          <a:xfrm flipV="1">
            <a:off x="2505536" y="4238480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6695E271-C91A-0514-1289-E14DF35BF198}"/>
              </a:ext>
            </a:extLst>
          </p:cNvPr>
          <p:cNvCxnSpPr>
            <a:cxnSpLocks/>
            <a:stCxn id="77" idx="3"/>
            <a:endCxn id="3" idx="2"/>
          </p:cNvCxnSpPr>
          <p:nvPr/>
        </p:nvCxnSpPr>
        <p:spPr>
          <a:xfrm flipV="1">
            <a:off x="2506892" y="4238480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1E3642A-BEEF-1C33-03CE-D910A9D5FF7F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185B7-7725-5BD3-893F-072C40365208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822B40B-8F2E-9ECF-5104-96D40EB4A3D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741CA48-2D84-E9A8-EF5F-D67B312D042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F0C0D42-305C-05DE-CC1B-18D375EC32BD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CA93AF8-F4EE-A129-5F2E-E8EB8DE5140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3599061-2648-4A8D-61F4-51F821B5EF7C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F4CFC4-EFD9-2ECD-3736-8656136ED65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020DE3E-D0C8-D423-A3E8-99AD3D234E76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AAE76CCB-9CAB-9ED1-69B6-DA0F59838513}"/>
              </a:ext>
            </a:extLst>
          </p:cNvPr>
          <p:cNvGrpSpPr/>
          <p:nvPr/>
        </p:nvGrpSpPr>
        <p:grpSpPr>
          <a:xfrm>
            <a:off x="3423818" y="1563628"/>
            <a:ext cx="633124" cy="3534451"/>
            <a:chOff x="3423818" y="1563628"/>
            <a:chExt cx="633124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8A9BA7C-21AE-8DAB-8E8E-75BF7CFEC479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9838D0C9-E835-9F86-A9F0-27B85C767794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60A39ACA-C02A-2E8D-0B77-09EE093F9D0A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C139A8F5-BDFE-7135-B50E-E676A595257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8709048-65FD-A267-F790-724D71E5C1CD}"/>
                </a:ext>
              </a:extLst>
            </p:cNvPr>
            <p:cNvCxnSpPr>
              <a:cxnSpLocks/>
              <a:stCxn id="3" idx="0"/>
              <a:endCxn id="89" idx="1"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1AF64CE3-6A58-55D6-404A-64D87AFAE43A}"/>
                </a:ext>
              </a:extLst>
            </p:cNvPr>
            <p:cNvCxnSpPr>
              <a:cxnSpLocks/>
              <a:stCxn id="3" idx="0"/>
              <a:endCxn id="88" idx="1"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ABC8B8F8-4679-66F8-2164-78E411100245}"/>
                </a:ext>
              </a:extLst>
            </p:cNvPr>
            <p:cNvCxnSpPr>
              <a:cxnSpLocks/>
              <a:stCxn id="3" idx="0"/>
              <a:endCxn id="87" idx="1"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DAEFA09-1B3E-E0D6-904A-1ECFBA3C1224}"/>
                </a:ext>
              </a:extLst>
            </p:cNvPr>
            <p:cNvCxnSpPr>
              <a:cxnSpLocks/>
              <a:stCxn id="3" idx="0"/>
              <a:endCxn id="90" idx="1"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28D9B5D-BF73-F67C-489C-2D6E158A9511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3A54B3F-B3F1-9C7D-7D69-839B76F6F9E5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7C4640C-1B4D-0506-50B0-6FA2BCCAB97F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7A4E28F-4C37-ACAB-4A01-BFECA3730854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0D71160-F774-D8DA-4051-5427D2B8DD8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4570B46-0593-5F85-B943-DB4951B79083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61EAE15-6195-4140-89C1-0A52A38178F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19CF1B2-C2C4-C5A2-4181-2B4611A495FF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5DB36BED-4ED5-522D-948F-421FD017FBE1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sp>
        <p:nvSpPr>
          <p:cNvPr id="3" name="사다리꼴 2">
            <a:extLst>
              <a:ext uri="{FF2B5EF4-FFF2-40B4-BE49-F238E27FC236}">
                <a16:creationId xmlns:a16="http://schemas.microsoft.com/office/drawing/2014/main" id="{0702D1DE-2426-6484-3539-3758294F90F2}"/>
              </a:ext>
            </a:extLst>
          </p:cNvPr>
          <p:cNvSpPr/>
          <p:nvPr/>
        </p:nvSpPr>
        <p:spPr>
          <a:xfrm rot="5400000">
            <a:off x="3118484" y="4092155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51B5ECB-4443-89BD-362C-B4D1905BADCF}"/>
              </a:ext>
            </a:extLst>
          </p:cNvPr>
          <p:cNvGrpSpPr/>
          <p:nvPr/>
        </p:nvGrpSpPr>
        <p:grpSpPr>
          <a:xfrm>
            <a:off x="6184900" y="1557168"/>
            <a:ext cx="897182" cy="3534451"/>
            <a:chOff x="3423818" y="1563628"/>
            <a:chExt cx="633124" cy="3534451"/>
          </a:xfrm>
        </p:grpSpPr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7CCA1464-8AB3-CF03-63AD-356411ADC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8D8990B2-E784-6E93-510F-B2971F5E6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A58038C9-06DB-74FD-A354-43B0AADA505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3DEB3CD7-970C-BF6A-C095-4B8BA170786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8C510E4A-9A97-1763-EE0F-696D50C2E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2027C005-709C-740E-9B3D-1BC9E2F94F7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3AFE2A36-F39E-80B3-6361-E3EB346DBA0C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6D92E3B9-A563-2712-DCCD-087EDE727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8C3CC3-8394-A34E-5B19-2E5B9A455D0B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284BEA-C879-FD6C-E5C4-68868258F0DA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838F21-93C3-85A8-D33B-2E78EFEC5B5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45E066-F335-A2C7-9FFE-0B61F6745770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CC0FB0-4574-40E8-D28E-F15BB12354ED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3082BB-91BE-905E-ACE8-5D4EA3435BC1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8FA7F2-EC91-62F1-D484-CCEAF37FB83B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8D2140-5E97-F83B-E8FF-522909D1CE13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1275BFF-C358-4856-D59E-75F3DBB49507}"/>
              </a:ext>
            </a:extLst>
          </p:cNvPr>
          <p:cNvGrpSpPr/>
          <p:nvPr/>
        </p:nvGrpSpPr>
        <p:grpSpPr>
          <a:xfrm>
            <a:off x="5766343" y="4031893"/>
            <a:ext cx="418013" cy="431074"/>
            <a:chOff x="5917473" y="4950823"/>
            <a:chExt cx="418013" cy="431074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77FA9CD-D380-AEB6-2899-9709ACDB20BD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8AE16E9-ADA2-3B9D-895A-65C017261F05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48058421-CC5E-676D-C324-A9DCA6045618}"/>
              </a:ext>
            </a:extLst>
          </p:cNvPr>
          <p:cNvCxnSpPr>
            <a:cxnSpLocks/>
          </p:cNvCxnSpPr>
          <p:nvPr/>
        </p:nvCxnSpPr>
        <p:spPr>
          <a:xfrm>
            <a:off x="5135361" y="1831811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4AA356E8-A7B3-22BA-74B7-BE12BA397A25}"/>
              </a:ext>
            </a:extLst>
          </p:cNvPr>
          <p:cNvCxnSpPr>
            <a:cxnSpLocks/>
          </p:cNvCxnSpPr>
          <p:nvPr/>
        </p:nvCxnSpPr>
        <p:spPr>
          <a:xfrm>
            <a:off x="5136717" y="2297123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BE5C6E1-13CF-F91F-1D8A-8AE3B75FE663}"/>
              </a:ext>
            </a:extLst>
          </p:cNvPr>
          <p:cNvCxnSpPr>
            <a:cxnSpLocks/>
          </p:cNvCxnSpPr>
          <p:nvPr/>
        </p:nvCxnSpPr>
        <p:spPr>
          <a:xfrm flipV="1">
            <a:off x="5138073" y="2502848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88D9B47-30F8-E314-C444-4C4F800145DD}"/>
              </a:ext>
            </a:extLst>
          </p:cNvPr>
          <p:cNvCxnSpPr>
            <a:cxnSpLocks/>
          </p:cNvCxnSpPr>
          <p:nvPr/>
        </p:nvCxnSpPr>
        <p:spPr>
          <a:xfrm flipV="1">
            <a:off x="5139429" y="2502848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2165404B-83E0-5A0A-CA40-B50188966CCF}"/>
              </a:ext>
            </a:extLst>
          </p:cNvPr>
          <p:cNvCxnSpPr>
            <a:cxnSpLocks/>
          </p:cNvCxnSpPr>
          <p:nvPr/>
        </p:nvCxnSpPr>
        <p:spPr>
          <a:xfrm>
            <a:off x="5143497" y="3693059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1D968050-831F-A05B-ABB3-B50F5BBC9BC3}"/>
              </a:ext>
            </a:extLst>
          </p:cNvPr>
          <p:cNvCxnSpPr>
            <a:cxnSpLocks/>
          </p:cNvCxnSpPr>
          <p:nvPr/>
        </p:nvCxnSpPr>
        <p:spPr>
          <a:xfrm>
            <a:off x="5144856" y="4158371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연결선: 꺾임 447">
            <a:extLst>
              <a:ext uri="{FF2B5EF4-FFF2-40B4-BE49-F238E27FC236}">
                <a16:creationId xmlns:a16="http://schemas.microsoft.com/office/drawing/2014/main" id="{01964E48-139C-EA3D-924D-0BF400010A35}"/>
              </a:ext>
            </a:extLst>
          </p:cNvPr>
          <p:cNvCxnSpPr>
            <a:cxnSpLocks/>
          </p:cNvCxnSpPr>
          <p:nvPr/>
        </p:nvCxnSpPr>
        <p:spPr>
          <a:xfrm flipV="1">
            <a:off x="5140785" y="4242203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5C701BAC-2CBC-7731-CE1F-EC6033205D3E}"/>
              </a:ext>
            </a:extLst>
          </p:cNvPr>
          <p:cNvCxnSpPr>
            <a:cxnSpLocks/>
          </p:cNvCxnSpPr>
          <p:nvPr/>
        </p:nvCxnSpPr>
        <p:spPr>
          <a:xfrm flipV="1">
            <a:off x="5142141" y="4242203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0E2DCE15-CDCD-CA46-EFC8-9E2FE5F0D630}"/>
              </a:ext>
            </a:extLst>
          </p:cNvPr>
          <p:cNvGrpSpPr/>
          <p:nvPr/>
        </p:nvGrpSpPr>
        <p:grpSpPr>
          <a:xfrm>
            <a:off x="5103581" y="1567023"/>
            <a:ext cx="349251" cy="3534451"/>
            <a:chOff x="2468332" y="1563300"/>
            <a:chExt cx="349251" cy="3534451"/>
          </a:xfrm>
        </p:grpSpPr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90E05483-3A9D-D709-D2F7-2B751A7B53E0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F7093B7D-39FA-2B89-B6BE-D36D22C2FFA9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344BEA35-E01B-1BDB-0F8C-D07478E68A60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6D972E41-312D-C47D-1D56-FBF49689AEAF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81318F1D-C323-F485-3202-F405F4DF2002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0AE84E2F-2ADA-DE25-F821-7A0230660E84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1D43CB50-503B-C118-8C75-84E2A2B0D7F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A0815E60-66B7-1E0B-315E-07020A424D1C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96" name="그룹 495">
            <a:extLst>
              <a:ext uri="{FF2B5EF4-FFF2-40B4-BE49-F238E27FC236}">
                <a16:creationId xmlns:a16="http://schemas.microsoft.com/office/drawing/2014/main" id="{DDD5573E-F302-485A-689A-743C9FAD376E}"/>
              </a:ext>
            </a:extLst>
          </p:cNvPr>
          <p:cNvGrpSpPr/>
          <p:nvPr/>
        </p:nvGrpSpPr>
        <p:grpSpPr>
          <a:xfrm>
            <a:off x="9512300" y="1557168"/>
            <a:ext cx="897182" cy="3534451"/>
            <a:chOff x="3423818" y="1563628"/>
            <a:chExt cx="633124" cy="3534451"/>
          </a:xfrm>
        </p:grpSpPr>
        <p:cxnSp>
          <p:nvCxnSpPr>
            <p:cNvPr id="497" name="연결선: 꺾임 496">
              <a:extLst>
                <a:ext uri="{FF2B5EF4-FFF2-40B4-BE49-F238E27FC236}">
                  <a16:creationId xmlns:a16="http://schemas.microsoft.com/office/drawing/2014/main" id="{321BAFC8-80E1-D895-23F0-C9343FB85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연결선: 꺾임 497">
              <a:extLst>
                <a:ext uri="{FF2B5EF4-FFF2-40B4-BE49-F238E27FC236}">
                  <a16:creationId xmlns:a16="http://schemas.microsoft.com/office/drawing/2014/main" id="{761A07A8-DF0F-6989-26CA-EEF771B69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연결선: 꺾임 498">
              <a:extLst>
                <a:ext uri="{FF2B5EF4-FFF2-40B4-BE49-F238E27FC236}">
                  <a16:creationId xmlns:a16="http://schemas.microsoft.com/office/drawing/2014/main" id="{184DE119-D12D-71EC-7FCD-57654B92E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연결선: 꺾임 499">
              <a:extLst>
                <a:ext uri="{FF2B5EF4-FFF2-40B4-BE49-F238E27FC236}">
                  <a16:creationId xmlns:a16="http://schemas.microsoft.com/office/drawing/2014/main" id="{4383A507-5A71-27F3-53F2-CE2F01ADB49E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연결선: 꺾임 500">
              <a:extLst>
                <a:ext uri="{FF2B5EF4-FFF2-40B4-BE49-F238E27FC236}">
                  <a16:creationId xmlns:a16="http://schemas.microsoft.com/office/drawing/2014/main" id="{6B31AE0E-20B3-E801-2739-D9FFC7A51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연결선: 꺾임 501">
              <a:extLst>
                <a:ext uri="{FF2B5EF4-FFF2-40B4-BE49-F238E27FC236}">
                  <a16:creationId xmlns:a16="http://schemas.microsoft.com/office/drawing/2014/main" id="{B072A651-65B7-F080-FB89-58F28D92DA8B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연결선: 꺾임 502">
              <a:extLst>
                <a:ext uri="{FF2B5EF4-FFF2-40B4-BE49-F238E27FC236}">
                  <a16:creationId xmlns:a16="http://schemas.microsoft.com/office/drawing/2014/main" id="{503E9013-48E7-5A58-5E44-7D3FC88AAC49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연결선: 꺾임 503">
              <a:extLst>
                <a:ext uri="{FF2B5EF4-FFF2-40B4-BE49-F238E27FC236}">
                  <a16:creationId xmlns:a16="http://schemas.microsoft.com/office/drawing/2014/main" id="{B9931ADB-020F-93C9-2889-B98A00478B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5E75B852-55FE-F41F-ED17-A10B2CF56CA9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28AF0F9-E5E3-3364-2A3D-6F330CE3D015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DA6CFEBF-2E46-3CDB-3738-AF8955117F41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235965D3-A902-08E6-3079-445D47A5032E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55AD8DDB-0640-1CAA-8DEA-293E2D17032D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7D5519A9-98AC-F701-DF82-B5FEB3D4495D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BF4DB309-1D25-203A-60EA-34734169D9B9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C76375-F0C9-2C0E-8ACA-F31FFC0B2632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A7EBD877-558C-E17A-BBBE-F7F583E70B69}"/>
              </a:ext>
            </a:extLst>
          </p:cNvPr>
          <p:cNvCxnSpPr>
            <a:cxnSpLocks/>
          </p:cNvCxnSpPr>
          <p:nvPr/>
        </p:nvCxnSpPr>
        <p:spPr>
          <a:xfrm>
            <a:off x="8170661" y="1831811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1E879A95-2DD6-6046-E2B2-93EB5ECC5163}"/>
              </a:ext>
            </a:extLst>
          </p:cNvPr>
          <p:cNvCxnSpPr>
            <a:cxnSpLocks/>
          </p:cNvCxnSpPr>
          <p:nvPr/>
        </p:nvCxnSpPr>
        <p:spPr>
          <a:xfrm>
            <a:off x="8172017" y="2297123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865DE90E-FE4F-19AD-A1F3-98B6FD569AD6}"/>
              </a:ext>
            </a:extLst>
          </p:cNvPr>
          <p:cNvCxnSpPr>
            <a:cxnSpLocks/>
          </p:cNvCxnSpPr>
          <p:nvPr/>
        </p:nvCxnSpPr>
        <p:spPr>
          <a:xfrm flipV="1">
            <a:off x="8173373" y="2502848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51D917A0-1C0E-08BA-39D4-B3E99F9F8FCD}"/>
              </a:ext>
            </a:extLst>
          </p:cNvPr>
          <p:cNvCxnSpPr>
            <a:cxnSpLocks/>
          </p:cNvCxnSpPr>
          <p:nvPr/>
        </p:nvCxnSpPr>
        <p:spPr>
          <a:xfrm flipV="1">
            <a:off x="8174729" y="2502848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11B9DD38-0130-0F5C-E64A-60953D5D8F59}"/>
              </a:ext>
            </a:extLst>
          </p:cNvPr>
          <p:cNvCxnSpPr>
            <a:cxnSpLocks/>
          </p:cNvCxnSpPr>
          <p:nvPr/>
        </p:nvCxnSpPr>
        <p:spPr>
          <a:xfrm>
            <a:off x="8178797" y="3693059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1ED055CA-885C-64CA-E274-42E4BB158DAE}"/>
              </a:ext>
            </a:extLst>
          </p:cNvPr>
          <p:cNvCxnSpPr>
            <a:cxnSpLocks/>
          </p:cNvCxnSpPr>
          <p:nvPr/>
        </p:nvCxnSpPr>
        <p:spPr>
          <a:xfrm>
            <a:off x="8180156" y="4158371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E72DA2E7-9C95-B138-9D34-782E6FE80BB8}"/>
              </a:ext>
            </a:extLst>
          </p:cNvPr>
          <p:cNvCxnSpPr>
            <a:cxnSpLocks/>
          </p:cNvCxnSpPr>
          <p:nvPr/>
        </p:nvCxnSpPr>
        <p:spPr>
          <a:xfrm flipV="1">
            <a:off x="8176085" y="4242203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8CE891EC-CDF9-DD31-6C49-4EFDDCC7E9AA}"/>
              </a:ext>
            </a:extLst>
          </p:cNvPr>
          <p:cNvCxnSpPr>
            <a:cxnSpLocks/>
          </p:cNvCxnSpPr>
          <p:nvPr/>
        </p:nvCxnSpPr>
        <p:spPr>
          <a:xfrm flipV="1">
            <a:off x="8177441" y="4242203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DED5980-1BC3-E4D8-159B-3E914E6C0BD2}"/>
              </a:ext>
            </a:extLst>
          </p:cNvPr>
          <p:cNvGrpSpPr/>
          <p:nvPr/>
        </p:nvGrpSpPr>
        <p:grpSpPr>
          <a:xfrm>
            <a:off x="8138881" y="1567023"/>
            <a:ext cx="349251" cy="3534451"/>
            <a:chOff x="2468332" y="1563300"/>
            <a:chExt cx="349251" cy="3534451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6B5DDBA-CC48-E6F3-07CB-C522A23E50AB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DF34C7A-9026-00E4-9462-2D1C5E4AF786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982AF26-53BA-7289-A501-676A1CDDB943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62FA9AB-BC95-CD30-3F68-2E5E74162EC6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E8841FC-09B9-F694-E3FA-63B2D55C425F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B3AC086-5BB8-4B9C-DEEE-EDBF7E4D592A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C415845-7854-E893-1B2D-25BDB7AF0F73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B4FD9336-ADE1-DCC1-8BE8-1FD279B06449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472C8FD-B242-2701-769F-C6423FE1B05B}"/>
              </a:ext>
            </a:extLst>
          </p:cNvPr>
          <p:cNvGrpSpPr/>
          <p:nvPr/>
        </p:nvGrpSpPr>
        <p:grpSpPr>
          <a:xfrm>
            <a:off x="8801718" y="4046150"/>
            <a:ext cx="781799" cy="384658"/>
            <a:chOff x="8870910" y="4919718"/>
            <a:chExt cx="781799" cy="384658"/>
          </a:xfrm>
        </p:grpSpPr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444C1ABD-896D-81FD-1BA5-F44058F74360}"/>
                </a:ext>
              </a:extLst>
            </p:cNvPr>
            <p:cNvSpPr/>
            <p:nvPr/>
          </p:nvSpPr>
          <p:spPr>
            <a:xfrm>
              <a:off x="8870910" y="4927781"/>
              <a:ext cx="363038" cy="363532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8CC2BAE-060E-77E8-0955-500B202F6065}"/>
                </a:ext>
              </a:extLst>
            </p:cNvPr>
            <p:cNvGrpSpPr/>
            <p:nvPr/>
          </p:nvGrpSpPr>
          <p:grpSpPr>
            <a:xfrm>
              <a:off x="9247011" y="4920478"/>
              <a:ext cx="405698" cy="383898"/>
              <a:chOff x="9039123" y="4919991"/>
              <a:chExt cx="405698" cy="383898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139A78A-0ED1-82FB-AF33-70B103DFE3B4}"/>
                  </a:ext>
                </a:extLst>
              </p:cNvPr>
              <p:cNvSpPr/>
              <p:nvPr/>
            </p:nvSpPr>
            <p:spPr>
              <a:xfrm>
                <a:off x="9039123" y="4924100"/>
                <a:ext cx="405698" cy="379789"/>
              </a:xfrm>
              <a:prstGeom prst="rect">
                <a:avLst/>
              </a:prstGeom>
              <a:solidFill>
                <a:srgbClr val="CC99FF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3" name="직선 연결선 142">
                <a:extLst>
                  <a:ext uri="{FF2B5EF4-FFF2-40B4-BE49-F238E27FC236}">
                    <a16:creationId xmlns:a16="http://schemas.microsoft.com/office/drawing/2014/main" id="{858DC682-F198-E32D-7D0F-62919991CE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78312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FB862607-B093-11C5-C3D3-68B9C5A62E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5981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>
                <a:extLst>
                  <a:ext uri="{FF2B5EF4-FFF2-40B4-BE49-F238E27FC236}">
                    <a16:creationId xmlns:a16="http://schemas.microsoft.com/office/drawing/2014/main" id="{CA2019A2-BD38-A6BE-10E7-0997AD44E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2923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22C403E2-C838-F027-A539-0F1B8F7D2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1367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1BB05EF7-3BEE-49BD-618B-22AEBB2C3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6756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994ADDF2-E0E2-CB05-2ADD-F260000B98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7534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36E8157F-C979-53D0-EEC4-82F23F964C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42145" y="4919991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C4D2E201-26EB-964D-3FC3-6650DAD368E9}"/>
                </a:ext>
              </a:extLst>
            </p:cNvPr>
            <p:cNvGrpSpPr/>
            <p:nvPr/>
          </p:nvGrpSpPr>
          <p:grpSpPr>
            <a:xfrm rot="5400000">
              <a:off x="9262368" y="4909169"/>
              <a:ext cx="379789" cy="400887"/>
              <a:chOff x="9067427" y="5696733"/>
              <a:chExt cx="327669" cy="379789"/>
            </a:xfrm>
          </p:grpSpPr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118E7FF5-5BE6-200B-9CAB-2C0FA93A11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67427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96437286-6F81-2FDA-2737-0D7F9F56E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5096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89D7E07D-4E8C-0A7A-EA11-91C519963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22038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직선 연결선 134">
                <a:extLst>
                  <a:ext uri="{FF2B5EF4-FFF2-40B4-BE49-F238E27FC236}">
                    <a16:creationId xmlns:a16="http://schemas.microsoft.com/office/drawing/2014/main" id="{ADC1386A-5B8F-E79B-3AE3-4FF4E9869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0482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EEB634AE-1464-A0C6-93C3-FF5BFD882B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9135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>
                <a:extLst>
                  <a:ext uri="{FF2B5EF4-FFF2-40B4-BE49-F238E27FC236}">
                    <a16:creationId xmlns:a16="http://schemas.microsoft.com/office/drawing/2014/main" id="{2A39E5C2-A26D-C4CB-80CB-AB36A986AF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6649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AF1B5F2-97C3-B124-9176-9E7F0779C5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1260" y="5696733"/>
                <a:ext cx="0" cy="379789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5418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14387</TotalTime>
  <Words>1414</Words>
  <Application>Microsoft Office PowerPoint</Application>
  <PresentationFormat>와이드스크린</PresentationFormat>
  <Paragraphs>455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Poseidon 솔루션</vt:lpstr>
      <vt:lpstr>Poseidon의 1차 Solution</vt:lpstr>
      <vt:lpstr>Poseidon의 1차 Solution</vt:lpstr>
      <vt:lpstr>Poseidon의 1차 Solution</vt:lpstr>
      <vt:lpstr>Poseidon의 1차 Solution</vt:lpstr>
      <vt:lpstr>Poseidon의 2차 Solution</vt:lpstr>
      <vt:lpstr>Poseidon의 2차 Solution</vt:lpstr>
      <vt:lpstr>Poseidon의 2차 Solution</vt:lpstr>
      <vt:lpstr>Poseidon의 2차 Solution</vt:lpstr>
      <vt:lpstr>Poseidon의 2차 Solution – 병렬 처리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1658</cp:revision>
  <dcterms:created xsi:type="dcterms:W3CDTF">2023-03-06T16:32:37Z</dcterms:created>
  <dcterms:modified xsi:type="dcterms:W3CDTF">2025-12-29T12:12:59Z</dcterms:modified>
</cp:coreProperties>
</file>