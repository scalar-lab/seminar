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6"/>
  </p:notesMasterIdLst>
  <p:sldIdLst>
    <p:sldId id="256" r:id="rId2"/>
    <p:sldId id="270" r:id="rId3"/>
    <p:sldId id="274" r:id="rId4"/>
    <p:sldId id="275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6" autoAdjust="0"/>
    <p:restoredTop sz="83718" autoAdjust="0"/>
  </p:normalViewPr>
  <p:slideViewPr>
    <p:cSldViewPr snapToGrid="0">
      <p:cViewPr>
        <p:scale>
          <a:sx n="92" d="100"/>
          <a:sy n="92" d="100"/>
        </p:scale>
        <p:origin x="91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evaluation(4)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10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620486" y="1143000"/>
            <a:ext cx="96665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ko-KR" altLang="en-US" dirty="0"/>
              <a:t> 환경의 추론 결과에서의 오류 수정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모바일 환경의 추론 결과 </a:t>
            </a:r>
            <a:r>
              <a:rPr lang="en-US" altLang="ko-KR" dirty="0"/>
              <a:t>evaluation </a:t>
            </a:r>
            <a:r>
              <a:rPr lang="ko-KR" altLang="en-US" dirty="0"/>
              <a:t>코드 재작성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To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모바일 추론 결과 </a:t>
            </a:r>
            <a:r>
              <a:rPr lang="en-US" altLang="ko-KR" dirty="0"/>
              <a:t>evaluation </a:t>
            </a:r>
            <a:r>
              <a:rPr lang="ko-KR" altLang="en-US" dirty="0"/>
              <a:t>코드 완성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45D2-3BDC-E380-4360-1D509FFB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34511-BD5C-CFF4-1479-AF5EAD6F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코랩에서의</a:t>
            </a:r>
            <a:r>
              <a:rPr lang="en-US" altLang="ko-KR" dirty="0"/>
              <a:t> </a:t>
            </a:r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B83C7E-619D-049A-608C-10BDF5FE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64E083-19CF-4C2B-CF2C-D4F2D89F6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1633537"/>
            <a:ext cx="85153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0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380D-46C3-FD77-6218-FFF0E2B7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72999-4F38-8FA5-F918-0B9B8E67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코랩에서의</a:t>
            </a:r>
            <a:r>
              <a:rPr lang="en-US" altLang="ko-KR" dirty="0"/>
              <a:t> </a:t>
            </a:r>
            <a:r>
              <a:rPr lang="ko-KR" altLang="en-US" dirty="0"/>
              <a:t>추론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F090A8-148F-1B98-397C-35B07F71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CE90C7-0064-C4DA-16F3-43CD9B751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939"/>
          <a:stretch>
            <a:fillRect/>
          </a:stretch>
        </p:blipFill>
        <p:spPr>
          <a:xfrm>
            <a:off x="456195" y="1465118"/>
            <a:ext cx="7378550" cy="48274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86CDDB-1ADC-8DFB-8151-F46A98BA96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997" t="56348" r="30351" b="2751"/>
          <a:stretch>
            <a:fillRect/>
          </a:stretch>
        </p:blipFill>
        <p:spPr>
          <a:xfrm>
            <a:off x="5694056" y="3265051"/>
            <a:ext cx="5767117" cy="345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88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4321</TotalTime>
  <Words>73</Words>
  <Application>Microsoft Office PowerPoint</Application>
  <PresentationFormat>와이드스크린</PresentationFormat>
  <Paragraphs>22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EoMT evaluation(4)</vt:lpstr>
      <vt:lpstr>목표 및 진행사항</vt:lpstr>
      <vt:lpstr>코랩에서의 추론 결과</vt:lpstr>
      <vt:lpstr>코랩에서의 추론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1362</cp:revision>
  <dcterms:created xsi:type="dcterms:W3CDTF">2023-03-06T16:32:37Z</dcterms:created>
  <dcterms:modified xsi:type="dcterms:W3CDTF">2025-10-27T12:20:19Z</dcterms:modified>
</cp:coreProperties>
</file>