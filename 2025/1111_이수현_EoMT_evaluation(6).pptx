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7"/>
  </p:notesMasterIdLst>
  <p:sldIdLst>
    <p:sldId id="256" r:id="rId2"/>
    <p:sldId id="270" r:id="rId3"/>
    <p:sldId id="279" r:id="rId4"/>
    <p:sldId id="280" r:id="rId5"/>
    <p:sldId id="28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66CC"/>
    <a:srgbClr val="CC99FF"/>
    <a:srgbClr val="2156A4"/>
    <a:srgbClr val="336699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16" autoAdjust="0"/>
    <p:restoredTop sz="83718" autoAdjust="0"/>
  </p:normalViewPr>
  <p:slideViewPr>
    <p:cSldViewPr snapToGrid="0">
      <p:cViewPr varScale="1">
        <p:scale>
          <a:sx n="72" d="100"/>
          <a:sy n="72" d="100"/>
        </p:scale>
        <p:origin x="78" y="4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72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Suhyeon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200" b="1" dirty="0" err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EoMT</a:t>
            </a:r>
            <a:r>
              <a:rPr lang="en-US" altLang="ko-KR" sz="32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evaluation(6)</a:t>
            </a:r>
            <a:endParaRPr lang="ko-KR" altLang="en-US" sz="32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71364" y="1666695"/>
            <a:ext cx="2023092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2025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11</a:t>
            </a:r>
            <a:r>
              <a:rPr lang="ko-KR" altLang="en-US" b="1" dirty="0">
                <a:solidFill>
                  <a:srgbClr val="002C62"/>
                </a:solidFill>
              </a:rPr>
              <a:t>월</a:t>
            </a:r>
            <a:r>
              <a:rPr lang="en-US" altLang="ko-KR" b="1">
                <a:solidFill>
                  <a:srgbClr val="002C62"/>
                </a:solidFill>
              </a:rPr>
              <a:t>18</a:t>
            </a:r>
            <a:r>
              <a:rPr lang="ko-KR" altLang="en-US" b="1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1D89-421D-20CC-6D5F-47FC8C6A5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40BEB-8E46-868C-99E7-95D8BC5B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목표 및 진행사항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2E4903-A5AB-F7E3-2412-5136BFF4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DA4B2-EC6E-F008-6710-245906C12FE5}"/>
              </a:ext>
            </a:extLst>
          </p:cNvPr>
          <p:cNvSpPr txBox="1"/>
          <p:nvPr/>
        </p:nvSpPr>
        <p:spPr>
          <a:xfrm>
            <a:off x="620486" y="1143000"/>
            <a:ext cx="966651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600" dirty="0"/>
          </a:p>
          <a:p>
            <a:r>
              <a:rPr lang="ko-KR" altLang="en-US" sz="2000" b="1" dirty="0"/>
              <a:t>목표 </a:t>
            </a:r>
            <a:r>
              <a:rPr lang="en-US" altLang="ko-KR" sz="2000" b="1" dirty="0"/>
              <a:t>(</a:t>
            </a:r>
            <a:r>
              <a:rPr lang="en-US" altLang="ko-KR" b="1" dirty="0"/>
              <a:t>~2</a:t>
            </a:r>
            <a:r>
              <a:rPr lang="ko-KR" altLang="en-US" b="1" dirty="0"/>
              <a:t>월</a:t>
            </a:r>
            <a:r>
              <a:rPr lang="en-US" altLang="ko-KR" b="1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iOS </a:t>
            </a:r>
            <a:r>
              <a:rPr lang="ko-KR" altLang="en-US" dirty="0"/>
              <a:t>환경에서 </a:t>
            </a:r>
            <a:r>
              <a:rPr lang="en-US" altLang="ko-KR" dirty="0"/>
              <a:t>panoptic segmentation</a:t>
            </a:r>
            <a:r>
              <a:rPr lang="ko-KR" altLang="en-US" dirty="0"/>
              <a:t>이 가능한 </a:t>
            </a:r>
            <a:r>
              <a:rPr lang="en-US" altLang="ko-KR" dirty="0" err="1"/>
              <a:t>EoMT</a:t>
            </a:r>
            <a:r>
              <a:rPr lang="en-US" altLang="ko-KR" dirty="0"/>
              <a:t> </a:t>
            </a:r>
            <a:r>
              <a:rPr lang="ko-KR" altLang="en-US" dirty="0"/>
              <a:t>모델 최적화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Panoptic segmentation:</a:t>
            </a:r>
            <a:r>
              <a:rPr lang="ko-KR" altLang="en-US" sz="1400" dirty="0"/>
              <a:t> 어떤 사물인지</a:t>
            </a:r>
            <a:r>
              <a:rPr lang="en-US" altLang="ko-KR" sz="1400" dirty="0"/>
              <a:t>, </a:t>
            </a:r>
            <a:r>
              <a:rPr lang="ko-KR" altLang="en-US" sz="1400" dirty="0"/>
              <a:t>개별 객체인지를 동시에 구분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000" b="1" dirty="0"/>
              <a:t>진행사항</a:t>
            </a:r>
            <a:endParaRPr lang="en-US" altLang="ko-KR" sz="20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이전에 추론 결과가 </a:t>
            </a:r>
            <a:r>
              <a:rPr lang="en-US" altLang="ko-KR" dirty="0"/>
              <a:t>shift </a:t>
            </a:r>
            <a:r>
              <a:rPr lang="ko-KR" altLang="en-US" dirty="0"/>
              <a:t>된 것을 임의로 조정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iPhone </a:t>
            </a:r>
            <a:r>
              <a:rPr lang="ko-KR" altLang="en-US" dirty="0"/>
              <a:t>환경에서 사용하기 위해 </a:t>
            </a:r>
            <a:r>
              <a:rPr lang="en-US" altLang="ko-KR" dirty="0"/>
              <a:t>convert</a:t>
            </a:r>
            <a:r>
              <a:rPr lang="ko-KR" altLang="en-US" dirty="0"/>
              <a:t>된 모델의 이미지 처리 과정 확인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To 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라벨이 정확하지 않은 이유 파악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Padding </a:t>
            </a:r>
            <a:r>
              <a:rPr lang="ko-KR" altLang="en-US" dirty="0"/>
              <a:t>개선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73672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2A175-65B9-5A87-EE07-CF9A06C92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D5F258-5E3D-CE25-51C2-B05B05294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모바일 환경에서의 추론 결과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8581C5-C31C-0FFD-18AA-14889E2A1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2E12900-6BA2-9A76-E6C6-2CCBA9FC2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55800"/>
            <a:ext cx="10515600" cy="3505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0661E1-0953-6A24-0D89-A35C26B87F35}"/>
              </a:ext>
            </a:extLst>
          </p:cNvPr>
          <p:cNvSpPr txBox="1"/>
          <p:nvPr/>
        </p:nvSpPr>
        <p:spPr>
          <a:xfrm>
            <a:off x="1297142" y="1250696"/>
            <a:ext cx="5475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임의로 이미지 </a:t>
            </a:r>
            <a:r>
              <a:rPr lang="en-US" altLang="ko-KR" dirty="0"/>
              <a:t>shift </a:t>
            </a:r>
            <a:r>
              <a:rPr lang="ko-KR" altLang="en-US" dirty="0"/>
              <a:t>한 결과</a:t>
            </a:r>
            <a:endParaRPr lang="en-US" altLang="ko-KR" dirty="0"/>
          </a:p>
          <a:p>
            <a:r>
              <a:rPr lang="ko-KR" altLang="en-US" dirty="0"/>
              <a:t>라벨의 불일치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37609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CCFA2-A781-E59B-17A4-FEE7CF7F0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EA025-D007-6430-6FCB-AB5804DB1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모델의 이미지 처리 과정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906523-7F2D-DC2A-F447-9C09380C4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06A9AAD-F4EA-29D6-23B2-95B744FE1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1298159"/>
            <a:ext cx="10607040" cy="415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238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B09E6-4330-AB46-375E-1D5287766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ACF87-DAF9-61F3-4785-BFAB8B782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모델의 이미지 처리 과정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420165-5BF5-BE0E-AF57-132586014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2483B7E-6ADB-6845-256B-1D4E09054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773862"/>
            <a:ext cx="9180576" cy="367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700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4402</TotalTime>
  <Words>97</Words>
  <Application>Microsoft Office PowerPoint</Application>
  <PresentationFormat>와이드스크린</PresentationFormat>
  <Paragraphs>27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EoMT evaluation(6)</vt:lpstr>
      <vt:lpstr>목표 및 진행사항</vt:lpstr>
      <vt:lpstr>모바일 환경에서의 추론 결과</vt:lpstr>
      <vt:lpstr>모델의 이미지 처리 과정</vt:lpstr>
      <vt:lpstr>모델의 이미지 처리 과정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Suhyeon</cp:lastModifiedBy>
  <cp:revision>1410</cp:revision>
  <dcterms:created xsi:type="dcterms:W3CDTF">2023-03-06T16:32:37Z</dcterms:created>
  <dcterms:modified xsi:type="dcterms:W3CDTF">2025-11-17T14:10:49Z</dcterms:modified>
</cp:coreProperties>
</file>