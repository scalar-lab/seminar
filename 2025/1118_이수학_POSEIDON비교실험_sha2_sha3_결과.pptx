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5"/>
  </p:notesMasterIdLst>
  <p:sldIdLst>
    <p:sldId id="256" r:id="rId2"/>
    <p:sldId id="287" r:id="rId3"/>
    <p:sldId id="28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136" d="100"/>
          <a:sy n="136" d="100"/>
        </p:scale>
        <p:origin x="1638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https://xilinx.github.io/brevitas/v0.12.0/index.html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E7461-BA82-9CED-8821-F55712DB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BA8B70-86E5-A5E7-BF3C-136CE9FA2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78187A-F9F1-F690-E0CC-14AE5A962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6BE0FD-5BAD-E332-72F5-0FE4949EB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39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34E10-C8F6-8E9B-1A89-7C9E654D6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178443-8825-6942-7250-2FAD12BC7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F664F3-AEAA-4E7C-0CBD-4110782FC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DF1CC7-8531-CF94-6767-5528C02B5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727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11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14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C341-C554-46D8-2D8D-D772568C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A6E0C-4A38-A679-C610-F88486651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SHA2-256 vs SHA3-256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0F1E8C-BB56-E732-0736-F0A92A5F7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7AAF28-06EC-CD2F-846C-CE7B5AE9F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346274"/>
              </p:ext>
            </p:extLst>
          </p:nvPr>
        </p:nvGraphicFramePr>
        <p:xfrm>
          <a:off x="381003" y="3590191"/>
          <a:ext cx="11600533" cy="2001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463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2864039975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3978550554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3530127030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921166432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4002265608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처리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초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0.011747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0.018510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0.035072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0.033245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0.012699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속도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0.001175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0.001851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0.003507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0.003324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0.001270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</a:t>
                      </a:r>
                      <a:r>
                        <a:rPr lang="en-US" altLang="ko-KR" sz="1200" dirty="0"/>
                        <a:t>CPU </a:t>
                      </a:r>
                      <a:r>
                        <a:rPr lang="ko-KR" altLang="en-US" sz="1200" dirty="0"/>
                        <a:t>사용량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0.00%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84.41%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44.55%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47.00%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123.04%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168693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패턴 종류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6914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E6D9C4-866B-35A1-E622-6F42DBE12A63}"/>
              </a:ext>
            </a:extLst>
          </p:cNvPr>
          <p:cNvSpPr txBox="1"/>
          <p:nvPr/>
        </p:nvSpPr>
        <p:spPr>
          <a:xfrm>
            <a:off x="949569" y="1266092"/>
            <a:ext cx="47548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256-bit</a:t>
            </a:r>
            <a:r>
              <a:rPr lang="ko-KR" altLang="en-US" b="1" dirty="0"/>
              <a:t> 비트 스트림 수 </a:t>
            </a:r>
            <a:r>
              <a:rPr lang="en-US" altLang="ko-KR" b="1" dirty="0"/>
              <a:t>: 10,000</a:t>
            </a:r>
            <a:r>
              <a:rPr lang="ko-KR" altLang="en-US" b="1" dirty="0"/>
              <a:t>개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Pattern0 : 000…00 (256-bit) 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Pattern1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111…11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Pattern2 : 0101…01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Pattern3 : 1010…10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Pattern4 : Pseudorandom</a:t>
            </a:r>
            <a:r>
              <a:rPr lang="ko-KR" altLang="en-US" sz="1600" dirty="0"/>
              <a:t>한 </a:t>
            </a:r>
            <a:r>
              <a:rPr lang="en-US" altLang="ko-KR" sz="1600" dirty="0"/>
              <a:t>256-bit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23114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54EC0-4458-A461-C3CE-26E7CDF33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DC32F-B241-B44D-14BE-D7FC0239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SHA2-256 vs SHA3-256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D432F1-4142-7019-6234-2F33890D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CA7BE01-5736-82B7-14AD-8E4082583B54}"/>
              </a:ext>
            </a:extLst>
          </p:cNvPr>
          <p:cNvGraphicFramePr>
            <a:graphicFrameLocks noGrp="1"/>
          </p:cNvGraphicFramePr>
          <p:nvPr/>
        </p:nvGraphicFramePr>
        <p:xfrm>
          <a:off x="381003" y="3590191"/>
          <a:ext cx="11600533" cy="2001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463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2864039975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3978550554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3530127030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921166432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4002265608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처리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초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0.011747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0.018510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0.035072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0.033245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0.012699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속도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0.001175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0.001851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0.003507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0.003324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0.001270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</a:t>
                      </a:r>
                      <a:r>
                        <a:rPr lang="en-US" altLang="ko-KR" sz="1200" dirty="0"/>
                        <a:t>CPU </a:t>
                      </a:r>
                      <a:r>
                        <a:rPr lang="ko-KR" altLang="en-US" sz="1200" dirty="0"/>
                        <a:t>사용량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0.00%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84.41%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44.55%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47.00%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123.04%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168693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패턴 종류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6914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F8FFDE-BC08-071B-A356-BC429DF832E2}"/>
              </a:ext>
            </a:extLst>
          </p:cNvPr>
          <p:cNvSpPr txBox="1"/>
          <p:nvPr/>
        </p:nvSpPr>
        <p:spPr>
          <a:xfrm>
            <a:off x="949569" y="1266092"/>
            <a:ext cx="47548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256-bit</a:t>
            </a:r>
            <a:r>
              <a:rPr lang="ko-KR" altLang="en-US" b="1" dirty="0"/>
              <a:t> 비트 스트림 수 </a:t>
            </a:r>
            <a:r>
              <a:rPr lang="en-US" altLang="ko-KR" b="1" dirty="0"/>
              <a:t>: 10,000</a:t>
            </a:r>
            <a:r>
              <a:rPr lang="ko-KR" altLang="en-US" b="1" dirty="0"/>
              <a:t>개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Pattern0 : 000…00 (256-bit) 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Pattern1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111…11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Pattern2 : 0101…01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Pattern3 : 1010…10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Pattern4 : Pseudorandom</a:t>
            </a:r>
            <a:r>
              <a:rPr lang="ko-KR" altLang="en-US" sz="1600" dirty="0"/>
              <a:t>한 </a:t>
            </a:r>
            <a:r>
              <a:rPr lang="en-US" altLang="ko-KR" sz="1600" dirty="0"/>
              <a:t>256-bit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77179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10951</TotalTime>
  <Words>239</Words>
  <Application>Microsoft Office PowerPoint</Application>
  <PresentationFormat>와이드스크린</PresentationFormat>
  <Paragraphs>104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POSEIDON</vt:lpstr>
      <vt:lpstr>SHA2-256 vs SHA3-256</vt:lpstr>
      <vt:lpstr>SHA2-256 vs SHA3-256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1423</cp:revision>
  <dcterms:created xsi:type="dcterms:W3CDTF">2023-03-06T16:32:37Z</dcterms:created>
  <dcterms:modified xsi:type="dcterms:W3CDTF">2025-11-18T05:52:20Z</dcterms:modified>
</cp:coreProperties>
</file>