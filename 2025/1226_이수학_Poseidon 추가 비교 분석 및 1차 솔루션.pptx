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3"/>
  </p:notesMasterIdLst>
  <p:sldIdLst>
    <p:sldId id="256" r:id="rId2"/>
    <p:sldId id="305" r:id="rId3"/>
    <p:sldId id="304" r:id="rId4"/>
    <p:sldId id="298" r:id="rId5"/>
    <p:sldId id="307" r:id="rId6"/>
    <p:sldId id="301" r:id="rId7"/>
    <p:sldId id="306" r:id="rId8"/>
    <p:sldId id="308" r:id="rId9"/>
    <p:sldId id="312" r:id="rId10"/>
    <p:sldId id="313" r:id="rId11"/>
    <p:sldId id="311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F4B183"/>
    <a:srgbClr val="2E75B6"/>
    <a:srgbClr val="336699"/>
    <a:srgbClr val="0066CC"/>
    <a:srgbClr val="FFFFFF"/>
    <a:srgbClr val="002C62"/>
    <a:srgbClr val="000099"/>
    <a:srgbClr val="2156A4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73" d="100"/>
          <a:sy n="73" d="100"/>
        </p:scale>
        <p:origin x="10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C85D2-BD01-8F04-EE4A-BF574BAE7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5C0407-5452-14AA-C4C7-86A378323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7E3A61-4B77-04C9-1B87-8DF1311D8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zk</a:t>
            </a:r>
            <a:r>
              <a:rPr lang="en-US" altLang="ko-KR" dirty="0"/>
              <a:t>-Rollup : </a:t>
            </a:r>
            <a:r>
              <a:rPr lang="en-US" altLang="ko-KR" dirty="0" err="1"/>
              <a:t>zk</a:t>
            </a:r>
            <a:r>
              <a:rPr lang="en-US" altLang="ko-KR" dirty="0"/>
              <a:t>-SNARK</a:t>
            </a:r>
            <a:r>
              <a:rPr lang="ko-KR" altLang="en-US" dirty="0"/>
              <a:t>를 사용해서 </a:t>
            </a:r>
            <a:r>
              <a:rPr lang="ko-KR" altLang="en-US" dirty="0" err="1"/>
              <a:t>이더리움의</a:t>
            </a:r>
            <a:r>
              <a:rPr lang="ko-KR" altLang="en-US" dirty="0"/>
              <a:t> 속도를 높이는 솔루션</a:t>
            </a:r>
            <a:endParaRPr lang="en-US" altLang="ko-KR" dirty="0"/>
          </a:p>
          <a:p>
            <a:r>
              <a:rPr lang="en-US" altLang="ko-KR" dirty="0" err="1"/>
              <a:t>zk</a:t>
            </a:r>
            <a:r>
              <a:rPr lang="en-US" altLang="ko-KR" dirty="0"/>
              <a:t>-snark : </a:t>
            </a:r>
            <a:r>
              <a:rPr lang="ko-KR" altLang="en-US" dirty="0" err="1"/>
              <a:t>영지식</a:t>
            </a:r>
            <a:r>
              <a:rPr lang="ko-KR" altLang="en-US" dirty="0"/>
              <a:t> 증명을 생성하는 암호학적 기술</a:t>
            </a:r>
            <a:r>
              <a:rPr lang="en-US" altLang="ko-KR" dirty="0"/>
              <a:t>(</a:t>
            </a:r>
            <a:r>
              <a:rPr lang="ko-KR" altLang="en-US" dirty="0"/>
              <a:t>수학적 알고리즘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타원곡선 암호학에 따르면 타원 곡선의 보안 강도는 그 필드 크기의 절반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작동 원리</a:t>
            </a:r>
            <a:endParaRPr lang="en-US" altLang="ko-KR" dirty="0"/>
          </a:p>
          <a:p>
            <a:r>
              <a:rPr lang="ko-KR" altLang="en-US" b="1" dirty="0"/>
              <a:t>압축</a:t>
            </a:r>
            <a:r>
              <a:rPr lang="en-US" altLang="ko-KR" b="1" dirty="0"/>
              <a:t>:</a:t>
            </a:r>
            <a:r>
              <a:rPr lang="ko-KR" altLang="en-US" dirty="0"/>
              <a:t> 사용자들의 수천 건의 거래</a:t>
            </a:r>
            <a:r>
              <a:rPr lang="en-US" altLang="ko-KR" dirty="0"/>
              <a:t>(Transaction)</a:t>
            </a:r>
            <a:r>
              <a:rPr lang="ko-KR" altLang="en-US" dirty="0"/>
              <a:t>를 하나의 배치</a:t>
            </a:r>
            <a:r>
              <a:rPr lang="en-US" altLang="ko-KR" dirty="0"/>
              <a:t>(Batch)</a:t>
            </a:r>
            <a:r>
              <a:rPr lang="ko-KR" altLang="en-US" dirty="0"/>
              <a:t>로 묶습니다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증명 </a:t>
            </a:r>
            <a:r>
              <a:rPr lang="en-US" altLang="ko-KR" b="1" dirty="0"/>
              <a:t>(SNARK </a:t>
            </a:r>
            <a:r>
              <a:rPr lang="ko-KR" altLang="en-US" b="1" dirty="0"/>
              <a:t>사용</a:t>
            </a:r>
            <a:r>
              <a:rPr lang="en-US" altLang="ko-KR" b="1" dirty="0"/>
              <a:t>):</a:t>
            </a:r>
            <a:r>
              <a:rPr lang="ko-KR" altLang="en-US" dirty="0"/>
              <a:t> 이 묶음이 유효하다는 것을 </a:t>
            </a:r>
            <a:r>
              <a:rPr lang="en-US" altLang="ko-KR" b="1" dirty="0" err="1"/>
              <a:t>zk</a:t>
            </a:r>
            <a:r>
              <a:rPr lang="en-US" altLang="ko-KR" b="1" dirty="0"/>
              <a:t>-SNARK</a:t>
            </a:r>
            <a:r>
              <a:rPr lang="ko-KR" altLang="en-US" dirty="0"/>
              <a:t> 기술을 이용해 아주 작은 </a:t>
            </a:r>
            <a:r>
              <a:rPr lang="ko-KR" altLang="en-US" b="1" dirty="0"/>
              <a:t>증명</a:t>
            </a:r>
            <a:r>
              <a:rPr lang="en-US" altLang="ko-KR" b="1" dirty="0"/>
              <a:t>(Proof)</a:t>
            </a:r>
            <a:r>
              <a:rPr lang="ko-KR" altLang="en-US" dirty="0"/>
              <a:t> 하나로 압축 생성합니다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제출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이더리움</a:t>
            </a:r>
            <a:r>
              <a:rPr lang="ko-KR" altLang="en-US" dirty="0"/>
              <a:t> </a:t>
            </a:r>
            <a:r>
              <a:rPr lang="ko-KR" altLang="en-US" dirty="0" err="1"/>
              <a:t>메인넷에는</a:t>
            </a:r>
            <a:r>
              <a:rPr lang="ko-KR" altLang="en-US" dirty="0"/>
              <a:t> 모든 거래 내역 대신</a:t>
            </a:r>
            <a:r>
              <a:rPr lang="en-US" altLang="ko-KR" dirty="0"/>
              <a:t>, </a:t>
            </a:r>
            <a:r>
              <a:rPr lang="ko-KR" altLang="en-US" dirty="0"/>
              <a:t>이 작은 </a:t>
            </a:r>
            <a:r>
              <a:rPr lang="en-US" altLang="ko-KR" dirty="0"/>
              <a:t>'</a:t>
            </a:r>
            <a:r>
              <a:rPr lang="ko-KR" altLang="en-US" dirty="0"/>
              <a:t>증명</a:t>
            </a:r>
            <a:r>
              <a:rPr lang="en-US" altLang="ko-KR" dirty="0"/>
              <a:t>'</a:t>
            </a:r>
            <a:r>
              <a:rPr lang="ko-KR" altLang="en-US" dirty="0"/>
              <a:t>만 제출하여 가스비를 절약하고 속도를 높입니다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91DAE9-B2BD-C02C-2AFA-53883216F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494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BB9B3-1902-2940-37BC-165CFDB50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FC6C09-D73D-70B1-2DB4-6E639B0E8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EAA124-5630-C9C2-0CA7-CF5923041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BN254</a:t>
            </a:r>
            <a:r>
              <a:rPr lang="ko-KR" altLang="en-US" dirty="0"/>
              <a:t> </a:t>
            </a:r>
            <a:r>
              <a:rPr lang="en-US" altLang="ko-KR" dirty="0"/>
              <a:t>vs</a:t>
            </a:r>
            <a:r>
              <a:rPr lang="ko-KR" altLang="en-US" dirty="0"/>
              <a:t> </a:t>
            </a:r>
            <a:r>
              <a:rPr lang="en-US" altLang="ko-KR" dirty="0"/>
              <a:t>BLS12-381</a:t>
            </a:r>
            <a:r>
              <a:rPr lang="ko-KR" altLang="en-US" dirty="0"/>
              <a:t> </a:t>
            </a:r>
            <a:r>
              <a:rPr lang="en-US" altLang="ko-KR" dirty="0"/>
              <a:t>=&gt;</a:t>
            </a:r>
            <a:r>
              <a:rPr lang="ko-KR" altLang="en-US" dirty="0"/>
              <a:t> </a:t>
            </a:r>
            <a:r>
              <a:rPr lang="ko-KR" altLang="en-US" dirty="0" err="1"/>
              <a:t>이더리움에서</a:t>
            </a:r>
            <a:r>
              <a:rPr lang="ko-KR" altLang="en-US" dirty="0"/>
              <a:t> 사전 컴파일을 통해서 </a:t>
            </a:r>
            <a:r>
              <a:rPr lang="en-US" altLang="ko-KR" dirty="0"/>
              <a:t>BN254</a:t>
            </a:r>
            <a:r>
              <a:rPr lang="ko-KR" altLang="en-US" dirty="0"/>
              <a:t>는 </a:t>
            </a:r>
            <a:r>
              <a:rPr lang="en-US" altLang="ko-KR" dirty="0"/>
              <a:t>20</a:t>
            </a:r>
            <a:r>
              <a:rPr lang="ko-KR" altLang="en-US" dirty="0"/>
              <a:t>만</a:t>
            </a:r>
            <a:r>
              <a:rPr lang="en-US" altLang="ko-KR" dirty="0"/>
              <a:t>~30</a:t>
            </a:r>
            <a:r>
              <a:rPr lang="ko-KR" altLang="en-US" dirty="0"/>
              <a:t>만 정도의 가스를 사용</a:t>
            </a:r>
            <a:r>
              <a:rPr lang="en-US" altLang="ko-KR" dirty="0"/>
              <a:t>. BLS12-381</a:t>
            </a:r>
            <a:r>
              <a:rPr lang="ko-KR" altLang="en-US" dirty="0"/>
              <a:t>은 사전 컴파일을 제공하지 않아서 </a:t>
            </a:r>
            <a:r>
              <a:rPr lang="en-US" altLang="ko-KR" dirty="0"/>
              <a:t>50</a:t>
            </a:r>
            <a:r>
              <a:rPr lang="ko-KR" altLang="en-US" dirty="0"/>
              <a:t>배 이상 비용 더 소모 </a:t>
            </a:r>
            <a:r>
              <a:rPr lang="en-US" altLang="ko-KR" dirty="0"/>
              <a:t>=&gt; </a:t>
            </a:r>
            <a:r>
              <a:rPr lang="ko-KR" altLang="en-US" dirty="0" err="1"/>
              <a:t>이더리움에서</a:t>
            </a:r>
            <a:r>
              <a:rPr lang="ko-KR" altLang="en-US" dirty="0"/>
              <a:t> </a:t>
            </a:r>
            <a:r>
              <a:rPr lang="en-US" altLang="ko-KR" dirty="0"/>
              <a:t>BN254 </a:t>
            </a:r>
            <a:r>
              <a:rPr lang="ko-KR" altLang="en-US" dirty="0"/>
              <a:t>사용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실제 보안성은 </a:t>
            </a:r>
            <a:r>
              <a:rPr lang="en-US" altLang="ko-KR" dirty="0"/>
              <a:t>BLS12-381</a:t>
            </a:r>
            <a:r>
              <a:rPr lang="ko-KR" altLang="en-US" dirty="0"/>
              <a:t>이 </a:t>
            </a:r>
            <a:r>
              <a:rPr lang="ko-KR" altLang="en-US" dirty="0" err="1"/>
              <a:t>족므</a:t>
            </a:r>
            <a:r>
              <a:rPr lang="ko-KR" altLang="en-US" dirty="0"/>
              <a:t> 더 높고 </a:t>
            </a:r>
            <a:r>
              <a:rPr lang="en-US" altLang="ko-KR" dirty="0"/>
              <a:t>BN254 </a:t>
            </a:r>
            <a:r>
              <a:rPr lang="ko-KR" altLang="en-US" dirty="0"/>
              <a:t>처럼 논란이 없음</a:t>
            </a:r>
            <a:r>
              <a:rPr lang="en-US" altLang="ko-KR" dirty="0"/>
              <a:t>(BN254</a:t>
            </a:r>
            <a:r>
              <a:rPr lang="ko-KR" altLang="en-US" dirty="0"/>
              <a:t>는 보안 수준이 실제로는 더 낮다고 반박한 논문이 있음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 err="1"/>
              <a:t>Filecoin</a:t>
            </a:r>
            <a:r>
              <a:rPr lang="en-US" altLang="ko-KR" dirty="0"/>
              <a:t> :</a:t>
            </a:r>
            <a:r>
              <a:rPr lang="ko-KR" altLang="en-US" dirty="0"/>
              <a:t> 전 세계의 데이터 저장하는 네트워크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A762FF-07D7-D0C4-B84B-817131CA8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108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BE245-0D70-4560-A028-78BC7FE36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A86B7C-C01A-247A-D470-79EAAC2B6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2A6E7F-E7B3-8574-A91C-3BA503DC4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C75122-17D7-5345-4438-64D1247FC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518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0DE1A-6A3B-E2B6-4E8F-839718986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9A94DC-08B4-DFF1-42E8-5BEBC34BA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15ECFB-B1E4-4D7D-BFC5-D4D9C167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B2D8B5-C988-8FFD-E622-F06F02162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463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5D3D0-FE31-077C-59B9-CBDEC597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FD872C-C0A9-BFB5-65C0-FCBE782B3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788384-DC60-9316-F200-CC00A31D8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84D277-44D3-A93F-E5F2-DA5FD35D5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562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D6AB3-987F-DB11-277F-AF978D5B8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58DA99-17A6-E632-1C02-38FF8AFEE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89B705-1B1B-B44F-9BA0-ABA8EBCDA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일반적인 </a:t>
            </a:r>
            <a:r>
              <a:rPr lang="en-US" altLang="ko-KR" sz="1200" dirty="0"/>
              <a:t>Merkle-</a:t>
            </a:r>
            <a:r>
              <a:rPr lang="en-US" altLang="ko-KR" sz="1200" dirty="0" err="1"/>
              <a:t>Damgard</a:t>
            </a:r>
            <a:r>
              <a:rPr lang="en-US" altLang="ko-KR" sz="1200" dirty="0"/>
              <a:t> </a:t>
            </a:r>
            <a:r>
              <a:rPr lang="ko-KR" altLang="en-US" sz="1200" dirty="0"/>
              <a:t>구조</a:t>
            </a:r>
            <a:r>
              <a:rPr lang="en-US" altLang="ko-KR" sz="1200" dirty="0"/>
              <a:t>(SHA-256 </a:t>
            </a:r>
            <a:r>
              <a:rPr lang="ko-KR" altLang="en-US" sz="1200" dirty="0"/>
              <a:t>등</a:t>
            </a:r>
            <a:r>
              <a:rPr lang="en-US" altLang="ko-KR" sz="1200" dirty="0"/>
              <a:t>)</a:t>
            </a:r>
            <a:r>
              <a:rPr lang="ko-KR" altLang="en-US" sz="1200" dirty="0"/>
              <a:t>에서는 </a:t>
            </a:r>
            <a:r>
              <a:rPr lang="en-US" altLang="ko-KR" sz="1200" dirty="0"/>
              <a:t>2</a:t>
            </a:r>
            <a:r>
              <a:rPr lang="ko-KR" altLang="en-US" sz="1200" dirty="0"/>
              <a:t>개의 서로 다른 해시함수를 연접해도 보안강도가 </a:t>
            </a:r>
            <a:r>
              <a:rPr lang="en-US" altLang="ko-KR" sz="1200" dirty="0" err="1"/>
              <a:t>n+n</a:t>
            </a:r>
            <a:r>
              <a:rPr lang="en-US" altLang="ko-KR" sz="1200" dirty="0"/>
              <a:t>/2</a:t>
            </a:r>
            <a:r>
              <a:rPr lang="ko-KR" altLang="en-US" sz="1200" dirty="0"/>
              <a:t>에 그친다는 선행 연구가 존재</a:t>
            </a:r>
            <a:endParaRPr lang="en-US" altLang="ko-KR" sz="1200" dirty="0"/>
          </a:p>
          <a:p>
            <a:endParaRPr lang="en-US" altLang="ko-KR" dirty="0"/>
          </a:p>
          <a:p>
            <a:r>
              <a:rPr lang="ko-KR" altLang="en-US" dirty="0"/>
              <a:t>작은 </a:t>
            </a:r>
            <a:r>
              <a:rPr lang="en-US" altLang="ko-KR" dirty="0"/>
              <a:t>Field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사용할 경우 </a:t>
            </a:r>
            <a:r>
              <a:rPr lang="en-US" altLang="ko-KR" dirty="0"/>
              <a:t>Birthday attack</a:t>
            </a:r>
            <a:r>
              <a:rPr lang="ko-KR" altLang="en-US" dirty="0"/>
              <a:t>에 대해 취약점을 가짐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sz="1200" b="1" dirty="0"/>
              <a:t>Solution2(</a:t>
            </a:r>
            <a:r>
              <a:rPr lang="ko-KR" altLang="en-US" sz="1200" b="1" dirty="0" err="1"/>
              <a:t>고안중</a:t>
            </a:r>
            <a:r>
              <a:rPr lang="en-US" altLang="ko-KR" sz="1200" b="1" dirty="0"/>
              <a:t>)</a:t>
            </a:r>
          </a:p>
          <a:p>
            <a:pPr marL="0" indent="0">
              <a:buFontTx/>
              <a:buNone/>
            </a:pPr>
            <a:r>
              <a:rPr lang="ko-KR" altLang="en-US" sz="1200" dirty="0"/>
              <a:t>기본연산은 </a:t>
            </a:r>
            <a:r>
              <a:rPr lang="en-US" altLang="ko-KR" sz="1200" dirty="0"/>
              <a:t>64-bit Field</a:t>
            </a:r>
            <a:r>
              <a:rPr lang="ko-KR" altLang="en-US" sz="1200" dirty="0"/>
              <a:t>에서 동작</a:t>
            </a:r>
            <a:r>
              <a:rPr lang="en-US" altLang="ko-KR" sz="1200" dirty="0"/>
              <a:t>, S-box </a:t>
            </a:r>
            <a:r>
              <a:rPr lang="ko-KR" altLang="en-US" sz="1200" dirty="0"/>
              <a:t>연산은 </a:t>
            </a:r>
            <a:r>
              <a:rPr lang="en-US" altLang="ko-KR" sz="1200" dirty="0"/>
              <a:t>256-bit </a:t>
            </a:r>
            <a:r>
              <a:rPr lang="ko-KR" altLang="en-US" sz="1200" dirty="0"/>
              <a:t>수준의 </a:t>
            </a:r>
            <a:r>
              <a:rPr lang="en-US" altLang="ko-KR" sz="1200" dirty="0"/>
              <a:t>Field</a:t>
            </a:r>
            <a:r>
              <a:rPr lang="ko-KR" altLang="en-US" sz="1200" dirty="0"/>
              <a:t>에서 동작</a:t>
            </a:r>
            <a:endParaRPr lang="en-US" altLang="ko-KR" sz="1200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1D97C6-7855-D0EF-3DB8-84FDC521C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426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5FE7D-1B0F-ADC1-D5B5-B9795FEF8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DC8CEF-1F81-1435-DE3E-8DDCCDC55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B62C75-5C1C-7F85-F5B1-C40D62F7C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B669C1-A097-F825-D721-A410C1E74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599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DB0EF-50EA-C505-6BEC-4FF0A4DC2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338D0A-C8C0-A9D1-A709-B472B838F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C117ED-F0FB-F4AD-1B22-11EB0860D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1BCA7C-4932-A997-2B34-184E72D0D2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191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F9D5F-3CF2-5339-E906-97F9D387B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DA1B17-972A-0101-77AB-5EF412846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E32386-4DB0-8E68-5115-2AE4FD930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F61C1E-FF6C-8B29-52F3-C8D03BDA0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1887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D7B6B-4799-3EFA-B1E3-FD95CF0AF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16B92E-DE7C-33F0-224F-267FD61BA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55E766-FF82-1935-20BF-CA0986E73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8354E6-E25E-09D0-8F24-C648AA211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454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 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추가 비교 분석 및 </a:t>
            </a:r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ko-KR" altLang="en-US" sz="3600" b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차 솔루션</a:t>
            </a:r>
            <a:endParaRPr lang="ko-KR" altLang="en-US" sz="36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12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26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D209C-E3C4-08E0-6D41-214E9DFC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8C8BE-6E98-41DF-0A63-12D3C451D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zk</a:t>
            </a:r>
            <a:r>
              <a:rPr lang="en-US" altLang="ko-KR" dirty="0"/>
              <a:t>-snark</a:t>
            </a:r>
            <a:r>
              <a:rPr lang="ko-KR" altLang="en-US" dirty="0"/>
              <a:t>와 </a:t>
            </a:r>
            <a:r>
              <a:rPr lang="en-US" altLang="ko-KR" dirty="0"/>
              <a:t>Poseidon-128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012F85-C5E8-0469-0BE6-0969B0D61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3CA4C7-72B6-503A-B663-FEF61CA3F30A}"/>
              </a:ext>
            </a:extLst>
          </p:cNvPr>
          <p:cNvSpPr txBox="1"/>
          <p:nvPr/>
        </p:nvSpPr>
        <p:spPr>
          <a:xfrm>
            <a:off x="1006789" y="1487467"/>
            <a:ext cx="10753411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zk</a:t>
            </a:r>
            <a:r>
              <a:rPr lang="en-US" altLang="ko-KR" b="1" dirty="0"/>
              <a:t>-SNARK </a:t>
            </a:r>
            <a:r>
              <a:rPr lang="ko-KR" altLang="en-US" b="1" dirty="0"/>
              <a:t>상의 </a:t>
            </a:r>
            <a:r>
              <a:rPr lang="en-US" altLang="ko-KR" b="1" dirty="0"/>
              <a:t>Poseidon-128</a:t>
            </a:r>
          </a:p>
          <a:p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en-US" altLang="ko-KR" sz="1600" dirty="0" err="1"/>
              <a:t>zk</a:t>
            </a:r>
            <a:r>
              <a:rPr lang="en-US" altLang="ko-KR" sz="1600" dirty="0"/>
              <a:t>-Rollup(</a:t>
            </a:r>
            <a:r>
              <a:rPr lang="en-US" altLang="ko-KR" sz="1600" dirty="0" err="1"/>
              <a:t>zk</a:t>
            </a:r>
            <a:r>
              <a:rPr lang="en-US" altLang="ko-KR" sz="1600" dirty="0"/>
              <a:t>-snark</a:t>
            </a:r>
            <a:r>
              <a:rPr lang="ko-KR" altLang="en-US" sz="1600" dirty="0"/>
              <a:t>를 사용하는 솔루션</a:t>
            </a:r>
            <a:r>
              <a:rPr lang="en-US" altLang="ko-KR" sz="1600" dirty="0"/>
              <a:t>)</a:t>
            </a:r>
            <a:r>
              <a:rPr lang="ko-KR" altLang="en-US" sz="1600" dirty="0"/>
              <a:t> 환경에서 </a:t>
            </a:r>
            <a:r>
              <a:rPr lang="en-US" altLang="ko-KR" sz="1600" dirty="0"/>
              <a:t>BN254 </a:t>
            </a:r>
            <a:r>
              <a:rPr lang="ko-KR" altLang="en-US" sz="1600" dirty="0"/>
              <a:t>및 </a:t>
            </a:r>
            <a:r>
              <a:rPr lang="en-US" altLang="ko-KR" sz="1600" dirty="0"/>
              <a:t>Poseidon-128</a:t>
            </a:r>
            <a:r>
              <a:rPr lang="ko-KR" altLang="en-US" sz="1600" dirty="0"/>
              <a:t>을 표준으로 사용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이더리움</a:t>
            </a:r>
            <a:r>
              <a:rPr lang="ko-KR" altLang="en-US" sz="1600" dirty="0"/>
              <a:t> 호환성</a:t>
            </a:r>
            <a:r>
              <a:rPr lang="en-US" altLang="ko-KR" sz="1600" dirty="0"/>
              <a:t>)</a:t>
            </a:r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en-US" altLang="ko-KR" sz="1600" b="1" dirty="0" err="1"/>
              <a:t>zk</a:t>
            </a:r>
            <a:r>
              <a:rPr lang="en-US" altLang="ko-KR" sz="1600" b="1" dirty="0"/>
              <a:t>-SNARK</a:t>
            </a:r>
            <a:r>
              <a:rPr lang="ko-KR" altLang="en-US" sz="1600" b="1" dirty="0"/>
              <a:t>에서 </a:t>
            </a:r>
            <a:r>
              <a:rPr lang="en-US" altLang="ko-KR" sz="1600" b="1" dirty="0"/>
              <a:t>Poseidon-128</a:t>
            </a:r>
            <a:r>
              <a:rPr lang="ko-KR" altLang="en-US" sz="1600" b="1" dirty="0"/>
              <a:t>을 사용하는 이유</a:t>
            </a:r>
            <a:endParaRPr lang="en-US" altLang="ko-KR" sz="1600" b="1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BN254 </a:t>
            </a:r>
            <a:r>
              <a:rPr lang="ko-KR" altLang="en-US" sz="1600" dirty="0"/>
              <a:t>곡선은 약 </a:t>
            </a:r>
            <a:r>
              <a:rPr lang="en-US" altLang="ko-KR" sz="1600" dirty="0"/>
              <a:t>128-bit </a:t>
            </a:r>
            <a:r>
              <a:rPr lang="ko-KR" altLang="en-US" sz="1600" dirty="0"/>
              <a:t>수준의 보안 강도를 목표로 설계됨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곡선 자체가 제공하는 최대 보안 강도가 </a:t>
            </a:r>
            <a:r>
              <a:rPr lang="en-US" altLang="ko-KR" sz="1600" dirty="0"/>
              <a:t>128-bit</a:t>
            </a:r>
            <a:r>
              <a:rPr lang="ko-KR" altLang="en-US" sz="1600" dirty="0"/>
              <a:t> 수준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b="1" dirty="0"/>
              <a:t>가장 약한 고리</a:t>
            </a:r>
            <a:r>
              <a:rPr lang="ko-KR" altLang="en-US" sz="1600" dirty="0"/>
              <a:t> 이론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보안 시스템의 전체 강도는 </a:t>
            </a:r>
            <a:r>
              <a:rPr lang="ko-KR" altLang="en-US" sz="1600" b="1" dirty="0"/>
              <a:t>가장 약한 구성 요소</a:t>
            </a:r>
            <a:r>
              <a:rPr lang="ko-KR" altLang="en-US" sz="1600" dirty="0"/>
              <a:t>에 의해 결정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만약 전체 시스템에서 </a:t>
            </a:r>
            <a:r>
              <a:rPr lang="en-US" altLang="ko-KR" sz="1600" dirty="0"/>
              <a:t>Poseidon </a:t>
            </a:r>
            <a:r>
              <a:rPr lang="ko-KR" altLang="en-US" sz="1600" dirty="0"/>
              <a:t>이외의 부분에도 타원 곡선을 사용한다면 전체 시스템은 </a:t>
            </a:r>
            <a:r>
              <a:rPr lang="en-US" altLang="ko-KR" sz="1600" dirty="0"/>
              <a:t>128-bit</a:t>
            </a:r>
            <a:r>
              <a:rPr lang="ko-KR" altLang="en-US" sz="1600" dirty="0"/>
              <a:t> 수준의 보안 제공</a:t>
            </a:r>
            <a:r>
              <a:rPr lang="en-US" altLang="ko-KR" sz="1600" dirty="0"/>
              <a:t>, Poseidon</a:t>
            </a:r>
            <a:r>
              <a:rPr lang="ko-KR" altLang="en-US" sz="1600" dirty="0"/>
              <a:t>이 </a:t>
            </a:r>
            <a:r>
              <a:rPr lang="en-US" altLang="ko-KR" sz="1600" dirty="0"/>
              <a:t>256-bit </a:t>
            </a:r>
            <a:r>
              <a:rPr lang="ko-KR" altLang="en-US" sz="1600" dirty="0"/>
              <a:t>수준의 보안 제공</a:t>
            </a:r>
            <a:endParaRPr lang="en-US" altLang="ko-KR" sz="1600" dirty="0"/>
          </a:p>
          <a:p>
            <a:pPr lvl="1"/>
            <a:r>
              <a:rPr lang="en-US" altLang="ko-KR" sz="1600" dirty="0"/>
              <a:t>     </a:t>
            </a:r>
            <a:r>
              <a:rPr lang="ko-KR" altLang="en-US" sz="1600" dirty="0"/>
              <a:t>⇒ 가장 낮은 </a:t>
            </a:r>
            <a:r>
              <a:rPr lang="en-US" altLang="ko-KR" sz="1600" dirty="0"/>
              <a:t>128-bit</a:t>
            </a:r>
            <a:r>
              <a:rPr lang="ko-KR" altLang="en-US" sz="1600" dirty="0"/>
              <a:t> 수준의 보안을 제공 </a:t>
            </a:r>
          </a:p>
          <a:p>
            <a:pPr lvl="1"/>
            <a:endParaRPr lang="en-US" altLang="ko-KR" sz="1600" dirty="0"/>
          </a:p>
          <a:p>
            <a:r>
              <a:rPr lang="en-US" altLang="ko-KR" sz="1600" dirty="0"/>
              <a:t>*Poseidon </a:t>
            </a:r>
            <a:r>
              <a:rPr lang="ko-KR" altLang="en-US" sz="1600" dirty="0"/>
              <a:t>자체의 보안 수준이 떨어지는 것 </a:t>
            </a:r>
            <a:r>
              <a:rPr lang="en-US" altLang="ko-KR" sz="16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595320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9A288-F001-9A90-6FB9-90BB12ABE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E8D59-BBDF-69A8-6470-AFA7FE4BF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Poseidon-128</a:t>
            </a:r>
            <a:r>
              <a:rPr lang="ko-KR" altLang="en-US" dirty="0"/>
              <a:t> </a:t>
            </a:r>
            <a:r>
              <a:rPr lang="en-US" altLang="ko-KR" dirty="0"/>
              <a:t>vs</a:t>
            </a:r>
            <a:r>
              <a:rPr lang="ko-KR" altLang="en-US" dirty="0"/>
              <a:t> </a:t>
            </a:r>
            <a:r>
              <a:rPr lang="en-US" altLang="ko-KR" dirty="0"/>
              <a:t>Poseidon-256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7FE99B-CDDE-B17A-1F6A-0747FF5D8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FEC7AC-9FBE-7709-47BC-CF919474CFA5}"/>
              </a:ext>
            </a:extLst>
          </p:cNvPr>
          <p:cNvSpPr txBox="1"/>
          <p:nvPr/>
        </p:nvSpPr>
        <p:spPr>
          <a:xfrm>
            <a:off x="701308" y="1564029"/>
            <a:ext cx="1095992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Poseidon-128</a:t>
            </a:r>
            <a:r>
              <a:rPr lang="ko-KR" altLang="en-US" b="1" dirty="0"/>
              <a:t>과 </a:t>
            </a:r>
            <a:r>
              <a:rPr lang="en-US" altLang="ko-KR" b="1" dirty="0"/>
              <a:t>Poseidon-256</a:t>
            </a:r>
            <a:r>
              <a:rPr lang="ko-KR" altLang="en-US" b="1" dirty="0"/>
              <a:t>의 차이점</a:t>
            </a:r>
            <a:endParaRPr lang="en-US" altLang="ko-KR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Poseidon-128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128-bit </a:t>
            </a:r>
            <a:r>
              <a:rPr lang="ko-KR" altLang="en-US" sz="1600" dirty="0"/>
              <a:t>보안을 위해 </a:t>
            </a:r>
            <a:r>
              <a:rPr lang="en-US" altLang="ko-KR" sz="1600" dirty="0"/>
              <a:t>1</a:t>
            </a:r>
            <a:r>
              <a:rPr lang="ko-KR" altLang="en-US" sz="1600" dirty="0"/>
              <a:t>개의 </a:t>
            </a:r>
            <a:r>
              <a:rPr lang="en-US" altLang="ko-KR" sz="1600" dirty="0"/>
              <a:t>Field Element(1</a:t>
            </a:r>
            <a:r>
              <a:rPr lang="ko-KR" altLang="en-US" sz="1600" dirty="0"/>
              <a:t>개당 약 </a:t>
            </a:r>
            <a:r>
              <a:rPr lang="en-US" altLang="ko-KR" sz="1600" dirty="0"/>
              <a:t>254~255-bit)</a:t>
            </a:r>
            <a:r>
              <a:rPr lang="ko-KR" altLang="en-US" sz="1600" dirty="0"/>
              <a:t>를 </a:t>
            </a:r>
            <a:r>
              <a:rPr lang="en-US" altLang="ko-KR" sz="1600" dirty="0"/>
              <a:t>Capacity</a:t>
            </a:r>
            <a:r>
              <a:rPr lang="ko-KR" altLang="en-US" sz="1600" dirty="0"/>
              <a:t>로 사용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Poseidon-256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일반적으로 </a:t>
            </a:r>
            <a:r>
              <a:rPr lang="en-US" altLang="ko-KR" sz="1600" dirty="0"/>
              <a:t>BN254</a:t>
            </a:r>
            <a:r>
              <a:rPr lang="ko-KR" altLang="en-US" sz="1600" dirty="0"/>
              <a:t>가 아닌 </a:t>
            </a:r>
            <a:r>
              <a:rPr lang="en-US" altLang="ko-KR" sz="1600" dirty="0"/>
              <a:t>BN254 </a:t>
            </a:r>
            <a:r>
              <a:rPr lang="ko-KR" altLang="en-US" sz="1600" dirty="0"/>
              <a:t>이상의 크기를 가진 타원 곡선을 사용</a:t>
            </a:r>
            <a:r>
              <a:rPr lang="en-US" altLang="ko-KR" sz="1600" dirty="0"/>
              <a:t>(BLS12-381 </a:t>
            </a:r>
            <a:r>
              <a:rPr lang="ko-KR" altLang="en-US" sz="1600" dirty="0"/>
              <a:t>등</a:t>
            </a:r>
            <a:r>
              <a:rPr lang="en-US" altLang="ko-KR" sz="16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데이터 규격 호환성 및 차세대 </a:t>
            </a:r>
            <a:r>
              <a:rPr lang="ko-KR" altLang="en-US" sz="1600" dirty="0" err="1"/>
              <a:t>고보안</a:t>
            </a:r>
            <a:r>
              <a:rPr lang="ko-KR" altLang="en-US" sz="1600" dirty="0"/>
              <a:t> 시스템 표준을 위해 설계됨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BN254 </a:t>
            </a:r>
            <a:r>
              <a:rPr lang="ko-KR" altLang="en-US" sz="1600" dirty="0"/>
              <a:t>사용 시</a:t>
            </a:r>
            <a:r>
              <a:rPr lang="en-US" altLang="ko-KR" sz="1600" dirty="0"/>
              <a:t>, 2</a:t>
            </a:r>
            <a:r>
              <a:rPr lang="ko-KR" altLang="en-US" sz="1600" dirty="0"/>
              <a:t>개의 </a:t>
            </a:r>
            <a:r>
              <a:rPr lang="en-US" altLang="ko-KR" sz="1600" dirty="0"/>
              <a:t>Field Element</a:t>
            </a:r>
            <a:r>
              <a:rPr lang="ko-KR" altLang="en-US" sz="1600" dirty="0"/>
              <a:t>를 </a:t>
            </a:r>
            <a:r>
              <a:rPr lang="en-US" altLang="ko-KR" sz="1600" dirty="0"/>
              <a:t>Capacity</a:t>
            </a:r>
            <a:r>
              <a:rPr lang="ko-KR" altLang="en-US" sz="1600" dirty="0"/>
              <a:t>로 사용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사용 예</a:t>
            </a:r>
            <a:r>
              <a:rPr lang="en-US" altLang="ko-KR" sz="1600" dirty="0"/>
              <a:t>) </a:t>
            </a:r>
            <a:r>
              <a:rPr lang="en-US" altLang="ko-KR" sz="1600" dirty="0" err="1"/>
              <a:t>Filecoin</a:t>
            </a:r>
            <a:r>
              <a:rPr lang="en-US" altLang="ko-KR" sz="1600" dirty="0"/>
              <a:t>, Dust Network (</a:t>
            </a:r>
            <a:r>
              <a:rPr lang="ko-KR" altLang="en-US" sz="1600" dirty="0"/>
              <a:t>둘 다 </a:t>
            </a:r>
            <a:r>
              <a:rPr lang="en-US" altLang="ko-KR" sz="1600" dirty="0"/>
              <a:t>BLS12-381 </a:t>
            </a:r>
            <a:r>
              <a:rPr lang="ko-KR" altLang="en-US" sz="1600" dirty="0"/>
              <a:t>사용</a:t>
            </a:r>
            <a:r>
              <a:rPr lang="en-US" altLang="ko-KR" sz="1600" dirty="0"/>
              <a:t>)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06837A4-35BF-56F9-ECC6-0E56B0073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866653"/>
              </p:ext>
            </p:extLst>
          </p:nvPr>
        </p:nvGraphicFramePr>
        <p:xfrm>
          <a:off x="7996916" y="4343401"/>
          <a:ext cx="1623333" cy="1821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333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171208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D3EF4568-C398-79CB-3942-80D42277049F}"/>
              </a:ext>
            </a:extLst>
          </p:cNvPr>
          <p:cNvGrpSpPr/>
          <p:nvPr/>
        </p:nvGrpSpPr>
        <p:grpSpPr>
          <a:xfrm>
            <a:off x="6704088" y="4348992"/>
            <a:ext cx="1210279" cy="1814772"/>
            <a:chOff x="6970788" y="3897345"/>
            <a:chExt cx="1210279" cy="1814772"/>
          </a:xfrm>
        </p:grpSpPr>
        <p:sp>
          <p:nvSpPr>
            <p:cNvPr id="6" name="왼쪽 중괄호 5">
              <a:extLst>
                <a:ext uri="{FF2B5EF4-FFF2-40B4-BE49-F238E27FC236}">
                  <a16:creationId xmlns:a16="http://schemas.microsoft.com/office/drawing/2014/main" id="{DE189D68-0A1A-3822-F8AE-A643C952E1C6}"/>
                </a:ext>
              </a:extLst>
            </p:cNvPr>
            <p:cNvSpPr/>
            <p:nvPr/>
          </p:nvSpPr>
          <p:spPr>
            <a:xfrm>
              <a:off x="8038192" y="3897345"/>
              <a:ext cx="136525" cy="883710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7CE0A67-ED6F-9F05-21C9-D492EA158BF8}"/>
                </a:ext>
              </a:extLst>
            </p:cNvPr>
            <p:cNvSpPr txBox="1"/>
            <p:nvPr/>
          </p:nvSpPr>
          <p:spPr>
            <a:xfrm>
              <a:off x="7077723" y="4185311"/>
              <a:ext cx="8715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r(bit-rate)</a:t>
              </a:r>
            </a:p>
          </p:txBody>
        </p:sp>
        <p:sp>
          <p:nvSpPr>
            <p:cNvPr id="8" name="왼쪽 중괄호 7">
              <a:extLst>
                <a:ext uri="{FF2B5EF4-FFF2-40B4-BE49-F238E27FC236}">
                  <a16:creationId xmlns:a16="http://schemas.microsoft.com/office/drawing/2014/main" id="{2A2742EA-5C17-0572-1E63-CE2385F47179}"/>
                </a:ext>
              </a:extLst>
            </p:cNvPr>
            <p:cNvSpPr/>
            <p:nvPr/>
          </p:nvSpPr>
          <p:spPr>
            <a:xfrm>
              <a:off x="8044542" y="4857040"/>
              <a:ext cx="136525" cy="855077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27EB248-84C7-60BA-72C3-2253D0CEBA31}"/>
                </a:ext>
              </a:extLst>
            </p:cNvPr>
            <p:cNvSpPr txBox="1"/>
            <p:nvPr/>
          </p:nvSpPr>
          <p:spPr>
            <a:xfrm>
              <a:off x="6970788" y="5130689"/>
              <a:ext cx="10674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c(capacity)</a:t>
              </a:r>
            </a:p>
          </p:txBody>
        </p:sp>
      </p:grp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631E463-977B-1A7F-4DB7-A239407B1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492107"/>
              </p:ext>
            </p:extLst>
          </p:nvPr>
        </p:nvGraphicFramePr>
        <p:xfrm>
          <a:off x="3374117" y="4704526"/>
          <a:ext cx="16236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6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grpSp>
        <p:nvGrpSpPr>
          <p:cNvPr id="17" name="그룹 16">
            <a:extLst>
              <a:ext uri="{FF2B5EF4-FFF2-40B4-BE49-F238E27FC236}">
                <a16:creationId xmlns:a16="http://schemas.microsoft.com/office/drawing/2014/main" id="{4CCC200C-C02A-8EAB-6A38-1BBC183E7EDE}"/>
              </a:ext>
            </a:extLst>
          </p:cNvPr>
          <p:cNvGrpSpPr/>
          <p:nvPr/>
        </p:nvGrpSpPr>
        <p:grpSpPr>
          <a:xfrm>
            <a:off x="2037443" y="4710117"/>
            <a:ext cx="1254124" cy="1381134"/>
            <a:chOff x="2013861" y="4077749"/>
            <a:chExt cx="1254124" cy="1381134"/>
          </a:xfrm>
        </p:grpSpPr>
        <p:sp>
          <p:nvSpPr>
            <p:cNvPr id="12" name="왼쪽 중괄호 11">
              <a:extLst>
                <a:ext uri="{FF2B5EF4-FFF2-40B4-BE49-F238E27FC236}">
                  <a16:creationId xmlns:a16="http://schemas.microsoft.com/office/drawing/2014/main" id="{EC19F4C9-2B15-A5A7-7B58-98208EE0DC10}"/>
                </a:ext>
              </a:extLst>
            </p:cNvPr>
            <p:cNvSpPr/>
            <p:nvPr/>
          </p:nvSpPr>
          <p:spPr>
            <a:xfrm>
              <a:off x="3125110" y="4077749"/>
              <a:ext cx="136525" cy="883710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22314D-8AB4-DF45-1F76-CB241E66EE20}"/>
                </a:ext>
              </a:extLst>
            </p:cNvPr>
            <p:cNvSpPr txBox="1"/>
            <p:nvPr/>
          </p:nvSpPr>
          <p:spPr>
            <a:xfrm>
              <a:off x="2164641" y="4365715"/>
              <a:ext cx="8715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r(bit-rate)</a:t>
              </a:r>
            </a:p>
          </p:txBody>
        </p:sp>
        <p:sp>
          <p:nvSpPr>
            <p:cNvPr id="14" name="왼쪽 중괄호 13">
              <a:extLst>
                <a:ext uri="{FF2B5EF4-FFF2-40B4-BE49-F238E27FC236}">
                  <a16:creationId xmlns:a16="http://schemas.microsoft.com/office/drawing/2014/main" id="{3A302E45-B8BF-1213-1690-1CDF060025CB}"/>
                </a:ext>
              </a:extLst>
            </p:cNvPr>
            <p:cNvSpPr/>
            <p:nvPr/>
          </p:nvSpPr>
          <p:spPr>
            <a:xfrm>
              <a:off x="3131460" y="5037444"/>
              <a:ext cx="136525" cy="421439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2A53102-1EBD-2007-181C-7617F57CCB08}"/>
                </a:ext>
              </a:extLst>
            </p:cNvPr>
            <p:cNvSpPr txBox="1"/>
            <p:nvPr/>
          </p:nvSpPr>
          <p:spPr>
            <a:xfrm>
              <a:off x="2013861" y="5037444"/>
              <a:ext cx="10674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c(capacity)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82168DC-78B3-7285-3BD9-750B687E7A31}"/>
              </a:ext>
            </a:extLst>
          </p:cNvPr>
          <p:cNvSpPr txBox="1"/>
          <p:nvPr/>
        </p:nvSpPr>
        <p:spPr>
          <a:xfrm>
            <a:off x="2415614" y="6316594"/>
            <a:ext cx="23352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Poseidon-128(BN254 </a:t>
            </a:r>
            <a:r>
              <a:rPr lang="ko-KR" altLang="en-US" sz="1400" dirty="0"/>
              <a:t>사용</a:t>
            </a:r>
            <a:r>
              <a:rPr lang="en-US" altLang="ko-KR" sz="1400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E37678-DA9B-25E4-9796-31C40E4F92B8}"/>
              </a:ext>
            </a:extLst>
          </p:cNvPr>
          <p:cNvSpPr txBox="1"/>
          <p:nvPr/>
        </p:nvSpPr>
        <p:spPr>
          <a:xfrm>
            <a:off x="6979250" y="6360890"/>
            <a:ext cx="23352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Poseidon-256 (BN254 </a:t>
            </a:r>
            <a:r>
              <a:rPr lang="ko-KR" altLang="en-US" sz="1400" dirty="0"/>
              <a:t>사용</a:t>
            </a:r>
            <a:r>
              <a:rPr lang="en-US" altLang="ko-KR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78313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CCEBA-84FA-02A6-5372-651D11C4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EBCDD-0BA8-D415-1BE2-20838ABB6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Poseidon-128</a:t>
            </a:r>
            <a:r>
              <a:rPr lang="ko-KR" altLang="en-US" dirty="0"/>
              <a:t>의 회로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6EBB8A-DF79-5524-1922-9086A0CB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BE1CDB-8D07-6E57-A634-8D4C54D1D05B}"/>
                  </a:ext>
                </a:extLst>
              </p:cNvPr>
              <p:cNvSpPr txBox="1"/>
              <p:nvPr/>
            </p:nvSpPr>
            <p:spPr>
              <a:xfrm>
                <a:off x="1006789" y="1487467"/>
                <a:ext cx="10348961" cy="3603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Poseidon-128</a:t>
                </a:r>
                <a:r>
                  <a:rPr lang="ko-KR" altLang="en-US" b="1" dirty="0"/>
                  <a:t>의 회로 비용 발생 요인</a:t>
                </a:r>
                <a:endParaRPr lang="en-US" altLang="ko-KR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</a:t>
                </a:r>
                <a:r>
                  <a:rPr lang="en-US" altLang="ko-KR" sz="1600" dirty="0"/>
                  <a:t>-SNARK </a:t>
                </a:r>
                <a:r>
                  <a:rPr lang="ko-KR" altLang="en-US" sz="1600" dirty="0"/>
                  <a:t>환경에서의 비용 </a:t>
                </a:r>
                <a:r>
                  <a:rPr lang="en-US" altLang="ko-KR" sz="1600" dirty="0"/>
                  <a:t>= R1CS </a:t>
                </a:r>
                <a:r>
                  <a:rPr lang="ko-KR" altLang="en-US" sz="1600" dirty="0"/>
                  <a:t>제약 조건의 수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Poseidon</a:t>
                </a:r>
                <a:r>
                  <a:rPr lang="ko-KR" altLang="en-US" sz="1600" dirty="0"/>
                  <a:t>의 비용은 주로 </a:t>
                </a:r>
                <a:r>
                  <a:rPr lang="en-US" altLang="ko-KR" sz="1600" dirty="0"/>
                  <a:t>S-box</a:t>
                </a:r>
                <a:r>
                  <a:rPr lang="ko-KR" altLang="en-US" sz="1600" dirty="0"/>
                  <a:t> 연산에서 발생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MDS </a:t>
                </a:r>
                <a:r>
                  <a:rPr lang="ko-KR" altLang="en-US" sz="1600" dirty="0"/>
                  <a:t>곱셈은 </a:t>
                </a:r>
                <a:r>
                  <a:rPr lang="en-US" altLang="ko-KR" sz="1600" dirty="0"/>
                  <a:t>cost</a:t>
                </a:r>
                <a:r>
                  <a:rPr lang="ko-KR" altLang="en-US" sz="1600" dirty="0"/>
                  <a:t> 거의 </a:t>
                </a:r>
                <a:r>
                  <a:rPr lang="en-US" altLang="ko-KR" sz="1600" dirty="0"/>
                  <a:t>X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제약 조건 수 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dirty="0"/>
                  <a:t> S-box </a:t>
                </a:r>
                <a:r>
                  <a:rPr lang="ko-KR" altLang="en-US" sz="1600" dirty="0"/>
                  <a:t>총 개수 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sz="1600" dirty="0"/>
                  <a:t> S-box </a:t>
                </a:r>
                <a:r>
                  <a:rPr lang="ko-KR" altLang="en-US" sz="1600" dirty="0"/>
                  <a:t>당 비용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en-US" altLang="ko-KR" b="1" dirty="0"/>
                  <a:t>Poseidon-128</a:t>
                </a:r>
                <a:r>
                  <a:rPr lang="ko-KR" altLang="en-US" b="1" dirty="0"/>
                  <a:t>의 회로 비용 계산</a:t>
                </a:r>
                <a:endParaRPr lang="en-US" altLang="ko-KR" sz="1600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S-box</a:t>
                </a:r>
                <a:r>
                  <a:rPr lang="ko-KR" altLang="en-US" sz="1600" dirty="0"/>
                  <a:t>는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ko-KR" altLang="en-US" sz="1600" dirty="0"/>
                  <a:t>연산을 사용</a:t>
                </a:r>
                <a:r>
                  <a:rPr lang="en-US" altLang="ko-KR" sz="1600" dirty="0"/>
                  <a:t>, Full Round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8, Partial Round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57, </a:t>
                </a:r>
                <a:r>
                  <a:rPr lang="ko-KR" altLang="en-US" sz="1600" dirty="0"/>
                  <a:t>총 </a:t>
                </a:r>
                <a:r>
                  <a:rPr lang="en-US" altLang="ko-KR" sz="1600" dirty="0"/>
                  <a:t>state</a:t>
                </a:r>
                <a:r>
                  <a:rPr lang="ko-KR" altLang="en-US" sz="1600" dirty="0"/>
                  <a:t>의 개수는 </a:t>
                </a:r>
                <a:r>
                  <a:rPr lang="en-US" altLang="ko-KR" sz="1600" dirty="0"/>
                  <a:t>3</a:t>
                </a:r>
                <a:r>
                  <a:rPr lang="ko-KR" altLang="en-US" sz="1600" dirty="0"/>
                  <a:t>개라고 가정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S-box </a:t>
                </a:r>
                <a:r>
                  <a:rPr lang="ko-KR" altLang="en-US" sz="1600" dirty="0"/>
                  <a:t>제약 조건 수 </a:t>
                </a:r>
                <a:r>
                  <a:rPr lang="en-US" altLang="ko-KR" sz="1600" dirty="0"/>
                  <a:t>= 3 (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</a:t>
                </a:r>
                <a:r>
                  <a:rPr lang="en-US" altLang="ko-KR" sz="1600" dirty="0"/>
                  <a:t>S-box </a:t>
                </a:r>
                <a:r>
                  <a:rPr lang="ko-KR" altLang="en-US" sz="1600" dirty="0"/>
                  <a:t>수 </a:t>
                </a:r>
                <a:r>
                  <a:rPr lang="en-US" altLang="ko-KR" sz="1600" dirty="0"/>
                  <a:t>= 81</a:t>
                </a:r>
                <a:r>
                  <a:rPr lang="ko-KR" altLang="en-US" sz="1600" dirty="0"/>
                  <a:t>개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제약 조건 수 </a:t>
                </a:r>
                <a:r>
                  <a:rPr lang="en-US" altLang="ko-KR" sz="1600" dirty="0"/>
                  <a:t>= 243</a:t>
                </a:r>
                <a:r>
                  <a:rPr lang="ko-KR" altLang="en-US" sz="1600" dirty="0"/>
                  <a:t>개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BE1CDB-8D07-6E57-A634-8D4C54D1D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789" y="1487467"/>
                <a:ext cx="10348961" cy="3603807"/>
              </a:xfrm>
              <a:prstGeom prst="rect">
                <a:avLst/>
              </a:prstGeom>
              <a:blipFill>
                <a:blip r:embed="rId3"/>
                <a:stretch>
                  <a:fillRect l="-471" t="-846" b="-13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009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9ACF4-E384-98B0-94EC-D73627878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CBD18-70F8-80C4-9869-54C28AE99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Poseidon-256</a:t>
            </a:r>
            <a:r>
              <a:rPr lang="ko-KR" altLang="en-US" dirty="0"/>
              <a:t>의 회로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69FD70-E6FB-6C78-4A52-A7865406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DC0DDC-226A-8D25-EFB6-AD102A1C45B4}"/>
                  </a:ext>
                </a:extLst>
              </p:cNvPr>
              <p:cNvSpPr txBox="1"/>
              <p:nvPr/>
            </p:nvSpPr>
            <p:spPr>
              <a:xfrm>
                <a:off x="1006789" y="1487467"/>
                <a:ext cx="10348961" cy="4588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Poseidon-128</a:t>
                </a:r>
                <a:r>
                  <a:rPr lang="ko-KR" altLang="en-US" b="1" dirty="0"/>
                  <a:t>과 </a:t>
                </a:r>
                <a:r>
                  <a:rPr lang="en-US" altLang="ko-KR" b="1" dirty="0"/>
                  <a:t>Poseidon-256</a:t>
                </a:r>
                <a:r>
                  <a:rPr lang="ko-KR" altLang="en-US" b="1" dirty="0"/>
                  <a:t>의 차이점</a:t>
                </a:r>
                <a:endParaRPr lang="en-US" altLang="ko-KR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Capacity </a:t>
                </a:r>
                <a:r>
                  <a:rPr lang="ko-KR" altLang="en-US" sz="1600" dirty="0"/>
                  <a:t>크기</a:t>
                </a:r>
                <a:endParaRPr lang="en-US" altLang="ko-KR" sz="16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Poseidon-128 : 1</a:t>
                </a:r>
                <a:r>
                  <a:rPr lang="ko-KR" altLang="en-US" sz="1600" dirty="0"/>
                  <a:t>개의 </a:t>
                </a:r>
                <a:r>
                  <a:rPr lang="en-US" altLang="ko-KR" sz="1600" dirty="0"/>
                  <a:t>Field Element</a:t>
                </a:r>
                <a:r>
                  <a:rPr lang="ko-KR" altLang="en-US" sz="1600" dirty="0"/>
                  <a:t>를 </a:t>
                </a:r>
                <a:r>
                  <a:rPr lang="en-US" altLang="ko-KR" sz="1600" dirty="0"/>
                  <a:t>Capacity</a:t>
                </a:r>
                <a:r>
                  <a:rPr lang="ko-KR" altLang="en-US" sz="1600" dirty="0"/>
                  <a:t>로 사용</a:t>
                </a:r>
                <a:endParaRPr lang="en-US" altLang="ko-KR" sz="16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Poseidon-256 : 2</a:t>
                </a:r>
                <a:r>
                  <a:rPr lang="ko-KR" altLang="en-US" sz="1600" dirty="0"/>
                  <a:t>개의 </a:t>
                </a:r>
                <a:r>
                  <a:rPr lang="en-US" altLang="ko-KR" sz="1600" dirty="0"/>
                  <a:t>Field Element</a:t>
                </a:r>
                <a:r>
                  <a:rPr lang="ko-KR" altLang="en-US" sz="1600" dirty="0"/>
                  <a:t>를 </a:t>
                </a:r>
                <a:r>
                  <a:rPr lang="en-US" altLang="ko-KR" sz="1600" dirty="0"/>
                  <a:t>Capacity</a:t>
                </a:r>
                <a:r>
                  <a:rPr lang="ko-KR" altLang="en-US" sz="1600" dirty="0"/>
                  <a:t>로 사용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Round </a:t>
                </a:r>
                <a:r>
                  <a:rPr lang="ko-KR" altLang="en-US" sz="1600" dirty="0"/>
                  <a:t>수 </a:t>
                </a:r>
                <a:endParaRPr lang="en-US" altLang="ko-KR" sz="16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Partial</a:t>
                </a:r>
                <a:r>
                  <a:rPr lang="ko-KR" altLang="en-US" sz="1600" dirty="0"/>
                  <a:t> </a:t>
                </a:r>
                <a:r>
                  <a:rPr lang="en-US" altLang="ko-KR" sz="1600" dirty="0"/>
                  <a:t>Round </a:t>
                </a:r>
                <a:r>
                  <a:rPr lang="ko-KR" altLang="en-US" sz="1600" dirty="0"/>
                  <a:t>수가 </a:t>
                </a:r>
                <a:r>
                  <a:rPr lang="en-US" altLang="ko-KR" sz="1600" dirty="0"/>
                  <a:t>3 Round </a:t>
                </a:r>
                <a:r>
                  <a:rPr lang="ko-KR" altLang="en-US" sz="1600" dirty="0"/>
                  <a:t>더 많음</a:t>
                </a:r>
                <a:r>
                  <a:rPr lang="en-US" altLang="ko-KR" sz="1600" dirty="0"/>
                  <a:t>(BN254 </a:t>
                </a:r>
                <a:r>
                  <a:rPr lang="ko-KR" altLang="en-US" sz="1600" dirty="0"/>
                  <a:t>기준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3x3 </a:t>
                </a:r>
                <a:r>
                  <a:rPr lang="ko-KR" altLang="en-US" sz="1600" dirty="0"/>
                  <a:t>행렬 </a:t>
                </a:r>
                <a:r>
                  <a:rPr lang="en-US" altLang="ko-KR" sz="1600" dirty="0"/>
                  <a:t>vs 4x4 </a:t>
                </a:r>
                <a:r>
                  <a:rPr lang="ko-KR" altLang="en-US" sz="1600" dirty="0"/>
                  <a:t>행렬 </a:t>
                </a:r>
                <a:endParaRPr lang="en-US" altLang="ko-KR" sz="1600" dirty="0"/>
              </a:p>
              <a:p>
                <a:endParaRPr lang="en-US" altLang="ko-KR" sz="1600" dirty="0"/>
              </a:p>
              <a:p>
                <a:r>
                  <a:rPr lang="en-US" altLang="ko-KR" b="1" dirty="0"/>
                  <a:t>Poseidon-256</a:t>
                </a:r>
                <a:r>
                  <a:rPr lang="ko-KR" altLang="en-US" b="1" dirty="0"/>
                  <a:t>의 회로 비용 계산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S-box</a:t>
                </a:r>
                <a:r>
                  <a:rPr lang="ko-KR" altLang="en-US" sz="1600" dirty="0"/>
                  <a:t>는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ko-KR" altLang="en-US" sz="1600" dirty="0"/>
                  <a:t>연산을 사용</a:t>
                </a:r>
                <a:r>
                  <a:rPr lang="en-US" altLang="ko-KR" sz="1600" dirty="0"/>
                  <a:t>, Full Round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8, Partial Round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60, </a:t>
                </a:r>
                <a:r>
                  <a:rPr lang="ko-KR" altLang="en-US" sz="1600" dirty="0"/>
                  <a:t>총 </a:t>
                </a:r>
                <a:r>
                  <a:rPr lang="en-US" altLang="ko-KR" sz="1600" dirty="0"/>
                  <a:t>state</a:t>
                </a:r>
                <a:r>
                  <a:rPr lang="ko-KR" altLang="en-US" sz="1600" dirty="0"/>
                  <a:t>의 개수는 </a:t>
                </a:r>
                <a:r>
                  <a:rPr lang="en-US" altLang="ko-KR" sz="1600" dirty="0"/>
                  <a:t>4</a:t>
                </a:r>
                <a:r>
                  <a:rPr lang="ko-KR" altLang="en-US" sz="1600" dirty="0"/>
                  <a:t>개라고 가정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S-box </a:t>
                </a:r>
                <a:r>
                  <a:rPr lang="ko-KR" altLang="en-US" sz="1600" dirty="0"/>
                  <a:t>제약 조건 수 </a:t>
                </a:r>
                <a:r>
                  <a:rPr lang="en-US" altLang="ko-KR" sz="1600" dirty="0"/>
                  <a:t>= 3 (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</a:t>
                </a:r>
                <a:r>
                  <a:rPr lang="en-US" altLang="ko-KR" sz="1600" dirty="0"/>
                  <a:t>S-box </a:t>
                </a:r>
                <a:r>
                  <a:rPr lang="ko-KR" altLang="en-US" sz="1600" dirty="0"/>
                  <a:t>수 </a:t>
                </a:r>
                <a:r>
                  <a:rPr lang="en-US" altLang="ko-KR" sz="1600" dirty="0"/>
                  <a:t>= 92</a:t>
                </a:r>
                <a:r>
                  <a:rPr lang="ko-KR" altLang="en-US" sz="1600" dirty="0"/>
                  <a:t>개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제약 조건 수 </a:t>
                </a:r>
                <a:r>
                  <a:rPr lang="en-US" altLang="ko-KR" sz="1600" dirty="0"/>
                  <a:t>= 276</a:t>
                </a:r>
                <a:r>
                  <a:rPr lang="ko-KR" altLang="en-US" sz="1600" dirty="0"/>
                  <a:t>개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Poseidon-128 </a:t>
                </a:r>
                <a:r>
                  <a:rPr lang="ko-KR" altLang="en-US" sz="1600" dirty="0"/>
                  <a:t>대비 약 </a:t>
                </a:r>
                <a:r>
                  <a:rPr lang="en-US" altLang="ko-KR" sz="1600" dirty="0"/>
                  <a:t>14% </a:t>
                </a:r>
                <a:r>
                  <a:rPr lang="ko-KR" altLang="en-US" sz="1600" dirty="0"/>
                  <a:t>증가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선형 연산 비용은 </a:t>
                </a:r>
                <a:r>
                  <a:rPr lang="en-US" altLang="ko-KR" sz="1600" dirty="0"/>
                  <a:t>Poseidon-256</a:t>
                </a:r>
                <a:r>
                  <a:rPr lang="ko-KR" altLang="en-US" sz="1600" dirty="0"/>
                  <a:t>이 </a:t>
                </a:r>
                <a:r>
                  <a:rPr lang="en-US" altLang="ko-KR" sz="1600" dirty="0"/>
                  <a:t>Poseidon-128</a:t>
                </a:r>
                <a:r>
                  <a:rPr lang="ko-KR" altLang="en-US" sz="1600" dirty="0"/>
                  <a:t> 대비 약 </a:t>
                </a:r>
                <a:r>
                  <a:rPr lang="en-US" altLang="ko-KR" sz="1600" dirty="0"/>
                  <a:t>1.78</a:t>
                </a:r>
                <a:r>
                  <a:rPr lang="ko-KR" altLang="en-US" sz="1600" dirty="0"/>
                  <a:t>배 많음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선형 연산 비용이 </a:t>
                </a:r>
                <a:r>
                  <a:rPr lang="en-US" altLang="ko-KR" sz="1600" dirty="0"/>
                  <a:t>3x3</a:t>
                </a:r>
                <a:r>
                  <a:rPr lang="ko-KR" altLang="en-US" sz="1600" dirty="0"/>
                  <a:t>에서 </a:t>
                </a:r>
                <a:r>
                  <a:rPr lang="en-US" altLang="ko-KR" sz="1600" dirty="0"/>
                  <a:t>4x4</a:t>
                </a:r>
                <a:r>
                  <a:rPr lang="ko-KR" altLang="en-US" sz="1600" dirty="0"/>
                  <a:t>로 증가</a:t>
                </a:r>
                <a:r>
                  <a:rPr lang="en-US" altLang="ko-KR" sz="1600" dirty="0"/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DC0DDC-226A-8D25-EFB6-AD102A1C4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789" y="1487467"/>
                <a:ext cx="10348961" cy="4588692"/>
              </a:xfrm>
              <a:prstGeom prst="rect">
                <a:avLst/>
              </a:prstGeom>
              <a:blipFill>
                <a:blip r:embed="rId3"/>
                <a:stretch>
                  <a:fillRect l="-471" t="-664" b="-7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17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5247-679E-DB70-58EF-37D55D27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20608-5D4D-7C48-E43D-1732607F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03663A-587E-CCA0-AC66-6084388DD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77576DE-14CF-9824-F81C-BD091EC39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038966"/>
              </p:ext>
            </p:extLst>
          </p:nvPr>
        </p:nvGraphicFramePr>
        <p:xfrm>
          <a:off x="1148637" y="2112768"/>
          <a:ext cx="5215102" cy="3391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5456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694823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694823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</a:tblGrid>
              <a:tr h="208317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Poseidon-128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보안강도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128-bit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256-bit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Capacity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 Field Element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 Field Element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625582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State Width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285211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S-box </a:t>
                      </a:r>
                      <a:r>
                        <a:rPr lang="ko-KR" altLang="en-US" sz="1200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81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966285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제약 조건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243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276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831280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선형 연산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3x3 </a:t>
                      </a:r>
                      <a:r>
                        <a:rPr lang="ko-KR" altLang="en-US" sz="1200" dirty="0" err="1"/>
                        <a:t>행렬곱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4x4 </a:t>
                      </a:r>
                      <a:r>
                        <a:rPr lang="ko-KR" altLang="en-US" sz="1200" dirty="0" err="1"/>
                        <a:t>행렬곱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682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25FFADB-7075-6D01-2CF4-3B6B65F1D4CB}"/>
              </a:ext>
            </a:extLst>
          </p:cNvPr>
          <p:cNvSpPr txBox="1"/>
          <p:nvPr/>
        </p:nvSpPr>
        <p:spPr>
          <a:xfrm>
            <a:off x="1006789" y="1487467"/>
            <a:ext cx="11050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Poseidon-128 vs Poseidon-256</a:t>
            </a:r>
            <a:r>
              <a:rPr lang="ko-KR" altLang="en-US" b="1" dirty="0"/>
              <a:t> 비교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947633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DFB6F-ABC7-0751-DD84-8872059E3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EDF28-FE1B-4AC3-7677-68DCFA9B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/>
              <a:t>1</a:t>
            </a:r>
            <a:r>
              <a:rPr lang="ko-KR" altLang="en-US" dirty="0"/>
              <a:t>차 </a:t>
            </a:r>
            <a:r>
              <a:rPr lang="en-US" altLang="ko-KR" dirty="0"/>
              <a:t>Solution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22C7D5-7D37-42D3-B3AD-5E2C552C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46AAA4-DC33-2DB6-17FE-05838146802F}"/>
              </a:ext>
            </a:extLst>
          </p:cNvPr>
          <p:cNvSpPr txBox="1"/>
          <p:nvPr/>
        </p:nvSpPr>
        <p:spPr>
          <a:xfrm>
            <a:off x="1006789" y="1487467"/>
            <a:ext cx="688626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Poseidon</a:t>
            </a:r>
            <a:r>
              <a:rPr lang="ko-KR" altLang="en-US" b="1" dirty="0"/>
              <a:t>의</a:t>
            </a:r>
            <a:r>
              <a:rPr lang="en-US" altLang="ko-KR" b="1" dirty="0"/>
              <a:t> Solution </a:t>
            </a:r>
            <a:r>
              <a:rPr lang="ko-KR" altLang="en-US" b="1" dirty="0"/>
              <a:t>적용 시 고려사항</a:t>
            </a:r>
            <a:endParaRPr lang="en-US" altLang="ko-KR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사용하는 </a:t>
            </a:r>
            <a:r>
              <a:rPr lang="en-US" altLang="ko-KR" sz="1600" dirty="0"/>
              <a:t>Prime Field</a:t>
            </a:r>
            <a:r>
              <a:rPr lang="ko-KR" altLang="en-US" sz="1600" dirty="0"/>
              <a:t>를 약 </a:t>
            </a:r>
            <a:r>
              <a:rPr lang="en-US" altLang="ko-KR" sz="1600" dirty="0"/>
              <a:t>64-bit / 128-bit </a:t>
            </a:r>
            <a:r>
              <a:rPr lang="ko-KR" altLang="en-US" sz="1600" dirty="0"/>
              <a:t>수준의 </a:t>
            </a:r>
            <a:r>
              <a:rPr lang="en-US" altLang="ko-KR" sz="1600" dirty="0"/>
              <a:t>Field</a:t>
            </a:r>
            <a:r>
              <a:rPr lang="ko-KR" altLang="en-US" sz="1600" dirty="0"/>
              <a:t>로 변경하고 병행 혹은 반복 사용하는 것으로 가정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 err="1"/>
              <a:t>Poseion</a:t>
            </a:r>
            <a:r>
              <a:rPr lang="ko-KR" altLang="en-US" sz="1600" dirty="0"/>
              <a:t>이 채택하고 있는 </a:t>
            </a:r>
            <a:r>
              <a:rPr lang="en-US" altLang="ko-KR" sz="1600" dirty="0"/>
              <a:t>sponge </a:t>
            </a:r>
            <a:r>
              <a:rPr lang="ko-KR" altLang="en-US" sz="1600" dirty="0"/>
              <a:t>구조의</a:t>
            </a:r>
            <a:r>
              <a:rPr lang="en-US" altLang="ko-KR" sz="1600" dirty="0"/>
              <a:t> </a:t>
            </a:r>
            <a:r>
              <a:rPr lang="ko-KR" altLang="en-US" sz="1600" dirty="0"/>
              <a:t>보안성은 </a:t>
            </a:r>
            <a:r>
              <a:rPr lang="en-US" altLang="ko-KR" sz="1600" dirty="0"/>
              <a:t>capacity</a:t>
            </a:r>
            <a:r>
              <a:rPr lang="ko-KR" altLang="en-US" sz="1600" dirty="0"/>
              <a:t>의 크기와 연관되어 있음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b="1" dirty="0"/>
              <a:t>Solution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Capacity</a:t>
            </a:r>
            <a:r>
              <a:rPr lang="ko-KR" altLang="en-US" sz="1600" dirty="0"/>
              <a:t>에 대응하는 </a:t>
            </a:r>
            <a:r>
              <a:rPr lang="en-US" altLang="ko-KR" sz="1600" dirty="0"/>
              <a:t>Field</a:t>
            </a:r>
            <a:r>
              <a:rPr lang="ko-KR" altLang="en-US" sz="1600" dirty="0"/>
              <a:t>를 </a:t>
            </a:r>
            <a:r>
              <a:rPr lang="en-US" altLang="ko-KR" sz="1600" dirty="0"/>
              <a:t>2</a:t>
            </a:r>
            <a:r>
              <a:rPr lang="ko-KR" altLang="en-US" sz="1600" dirty="0"/>
              <a:t>개</a:t>
            </a:r>
            <a:r>
              <a:rPr lang="en-US" altLang="ko-KR" sz="1600" dirty="0"/>
              <a:t> / 4</a:t>
            </a:r>
            <a:r>
              <a:rPr lang="ko-KR" altLang="en-US" sz="1600" dirty="0"/>
              <a:t>개로 늘림으로써 보안강도를 </a:t>
            </a:r>
            <a:r>
              <a:rPr lang="en-US" altLang="ko-KR" sz="1600" dirty="0"/>
              <a:t>256-bit </a:t>
            </a:r>
            <a:r>
              <a:rPr lang="ko-KR" altLang="en-US" sz="1600" dirty="0"/>
              <a:t>수준으로 변경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64-bit Multiplier</a:t>
            </a:r>
            <a:r>
              <a:rPr lang="ko-KR" altLang="en-US" sz="1600" dirty="0"/>
              <a:t>를 재사용하여 병렬처리가 가능할 수 있을 것으로 추정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라운드마다 </a:t>
            </a:r>
            <a:r>
              <a:rPr lang="en-US" altLang="ko-KR" sz="1600" dirty="0"/>
              <a:t>MDS </a:t>
            </a:r>
            <a:r>
              <a:rPr lang="ko-KR" altLang="en-US" sz="1600" dirty="0" err="1"/>
              <a:t>행렬곱으로</a:t>
            </a:r>
            <a:r>
              <a:rPr lang="ko-KR" altLang="en-US" sz="1600" dirty="0"/>
              <a:t> 인하여 </a:t>
            </a:r>
            <a:r>
              <a:rPr lang="en-US" altLang="ko-KR" sz="1600" dirty="0"/>
              <a:t>Capacity</a:t>
            </a:r>
            <a:r>
              <a:rPr lang="ko-KR" altLang="en-US" sz="1600" dirty="0"/>
              <a:t>가 섞일 수 있도록 하는 과정 추가 가능</a:t>
            </a:r>
            <a:endParaRPr lang="en-US" altLang="ko-KR" sz="16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DCBB3E1-B8FC-2F3C-F6A2-AD3B7ED917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115370"/>
              </p:ext>
            </p:extLst>
          </p:nvPr>
        </p:nvGraphicFramePr>
        <p:xfrm>
          <a:off x="9566246" y="1306942"/>
          <a:ext cx="1623333" cy="1821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333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171208"/>
                  </a:ext>
                </a:extLst>
              </a:tr>
            </a:tbl>
          </a:graphicData>
        </a:graphic>
      </p:graphicFrame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89BEBFA9-9253-C298-0783-2D03892B55B4}"/>
              </a:ext>
            </a:extLst>
          </p:cNvPr>
          <p:cNvSpPr/>
          <p:nvPr/>
        </p:nvSpPr>
        <p:spPr>
          <a:xfrm>
            <a:off x="9336454" y="1371600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773185-374E-0B8F-8F43-C889DDABEAD2}"/>
              </a:ext>
            </a:extLst>
          </p:cNvPr>
          <p:cNvSpPr txBox="1"/>
          <p:nvPr/>
        </p:nvSpPr>
        <p:spPr>
          <a:xfrm>
            <a:off x="8375985" y="2063870"/>
            <a:ext cx="871569" cy="604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4D97D6E8-07D6-8549-63C1-569B62F1E4BB}"/>
              </a:ext>
            </a:extLst>
          </p:cNvPr>
          <p:cNvSpPr/>
          <p:nvPr/>
        </p:nvSpPr>
        <p:spPr>
          <a:xfrm>
            <a:off x="9342804" y="3255456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E75A67-8287-0BF1-BFD1-FB2CF65D4106}"/>
              </a:ext>
            </a:extLst>
          </p:cNvPr>
          <p:cNvSpPr txBox="1"/>
          <p:nvPr/>
        </p:nvSpPr>
        <p:spPr>
          <a:xfrm>
            <a:off x="8269050" y="3932322"/>
            <a:ext cx="1067404" cy="604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803E5D-B8E8-B593-CF1D-1E288DEF9CCC}"/>
              </a:ext>
            </a:extLst>
          </p:cNvPr>
          <p:cNvSpPr txBox="1"/>
          <p:nvPr/>
        </p:nvSpPr>
        <p:spPr>
          <a:xfrm>
            <a:off x="8269050" y="5039164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Poseidon Solution </a:t>
            </a:r>
            <a:r>
              <a:rPr lang="ko-KR" altLang="en-US" sz="1400" dirty="0"/>
              <a:t>적용</a:t>
            </a:r>
            <a:r>
              <a:rPr lang="en-US" altLang="ko-KR" sz="1400" dirty="0"/>
              <a:t> </a:t>
            </a:r>
          </a:p>
          <a:p>
            <a:pPr algn="ctr"/>
            <a:r>
              <a:rPr lang="en-US" altLang="ko-KR" sz="1400" dirty="0"/>
              <a:t>(Field – </a:t>
            </a:r>
            <a:r>
              <a:rPr lang="ko-KR" altLang="en-US" sz="1400" dirty="0"/>
              <a:t>약 </a:t>
            </a:r>
            <a:r>
              <a:rPr lang="en-US" altLang="ko-KR" sz="1400" dirty="0"/>
              <a:t>64-bit </a:t>
            </a:r>
            <a:r>
              <a:rPr lang="ko-KR" altLang="en-US" sz="1400" dirty="0"/>
              <a:t>크기의 </a:t>
            </a:r>
            <a:r>
              <a:rPr lang="en-US" altLang="ko-KR" sz="1400" dirty="0"/>
              <a:t>Goldilocks </a:t>
            </a:r>
            <a:r>
              <a:rPr lang="ko-KR" altLang="en-US" sz="1400" dirty="0"/>
              <a:t>사용</a:t>
            </a:r>
            <a:r>
              <a:rPr lang="en-US" altLang="ko-KR" sz="1400" dirty="0"/>
              <a:t>)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F3F3302-18C0-579D-1FE5-5C529C6E9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930642"/>
              </p:ext>
            </p:extLst>
          </p:nvPr>
        </p:nvGraphicFramePr>
        <p:xfrm>
          <a:off x="9566246" y="3173053"/>
          <a:ext cx="1623333" cy="1821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333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4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171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2994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69026-6C5E-78BF-40EB-B82C492F1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B2D85-4103-0495-DE4B-A85C7C275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/>
              <a:t>1</a:t>
            </a:r>
            <a:r>
              <a:rPr lang="ko-KR" altLang="en-US" dirty="0"/>
              <a:t>차 </a:t>
            </a:r>
            <a:r>
              <a:rPr lang="en-US" altLang="ko-KR" dirty="0"/>
              <a:t>Solution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EEB8E8-0716-44A1-794A-2D13B404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B634D0-A593-A860-1B22-BE64A7BE833D}"/>
              </a:ext>
            </a:extLst>
          </p:cNvPr>
          <p:cNvSpPr txBox="1"/>
          <p:nvPr/>
        </p:nvSpPr>
        <p:spPr>
          <a:xfrm>
            <a:off x="1271637" y="1632041"/>
            <a:ext cx="688626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Solution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Rate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64-bit</a:t>
            </a:r>
            <a:r>
              <a:rPr lang="ko-KR" altLang="en-US" sz="1600" dirty="0"/>
              <a:t> 크기의 </a:t>
            </a:r>
            <a:r>
              <a:rPr lang="en-US" altLang="ko-KR" sz="1600" dirty="0"/>
              <a:t>Field 4</a:t>
            </a:r>
            <a:r>
              <a:rPr lang="ko-KR" altLang="en-US" sz="1600" dirty="0"/>
              <a:t>개</a:t>
            </a:r>
            <a:r>
              <a:rPr lang="en-US" altLang="ko-KR" sz="1600" dirty="0"/>
              <a:t>(</a:t>
            </a:r>
            <a:r>
              <a:rPr lang="ko-KR" altLang="en-US" sz="1600" dirty="0"/>
              <a:t>총 </a:t>
            </a:r>
            <a:r>
              <a:rPr lang="en-US" altLang="ko-KR" sz="1600" dirty="0"/>
              <a:t>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Capacity : 64-bit</a:t>
            </a:r>
            <a:r>
              <a:rPr lang="ko-KR" altLang="en-US" sz="1600" dirty="0"/>
              <a:t> 크기의 </a:t>
            </a:r>
            <a:r>
              <a:rPr lang="en-US" altLang="ko-KR" sz="1600" dirty="0"/>
              <a:t>Field 4</a:t>
            </a:r>
            <a:r>
              <a:rPr lang="ko-KR" altLang="en-US" sz="1600" dirty="0"/>
              <a:t>개</a:t>
            </a:r>
            <a:r>
              <a:rPr lang="en-US" altLang="ko-KR" sz="1600" dirty="0"/>
              <a:t>(</a:t>
            </a:r>
            <a:r>
              <a:rPr lang="ko-KR" altLang="en-US" sz="1600" dirty="0"/>
              <a:t>총 </a:t>
            </a:r>
            <a:r>
              <a:rPr lang="en-US" altLang="ko-KR" sz="1600" dirty="0"/>
              <a:t>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Round </a:t>
            </a:r>
            <a:r>
              <a:rPr lang="ko-KR" altLang="en-US" sz="1600" dirty="0"/>
              <a:t>함수 구성 변경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ADD Round Constants : 64-bit Adder </a:t>
            </a:r>
            <a:r>
              <a:rPr lang="ko-KR" altLang="en-US" sz="1600" dirty="0"/>
              <a:t>사용하여 덧셈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S-box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64-bit</a:t>
            </a:r>
            <a:r>
              <a:rPr lang="ko-KR" altLang="en-US" sz="1600" dirty="0"/>
              <a:t> </a:t>
            </a:r>
            <a:r>
              <a:rPr lang="en-US" altLang="ko-KR" sz="1600" dirty="0"/>
              <a:t>Multiplier</a:t>
            </a:r>
            <a:r>
              <a:rPr lang="ko-KR" altLang="en-US" sz="1600" dirty="0"/>
              <a:t> 하나로 전체 곱셈 수행</a:t>
            </a:r>
            <a:endParaRPr lang="en-US" altLang="ko-KR" sz="16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altLang="ko-KR" sz="1600" dirty="0"/>
              <a:t>Partial</a:t>
            </a:r>
            <a:r>
              <a:rPr lang="ko-KR" altLang="en-US" sz="1600" dirty="0"/>
              <a:t> </a:t>
            </a:r>
            <a:r>
              <a:rPr lang="en-US" altLang="ko-KR" sz="1600" dirty="0"/>
              <a:t>Round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Field 7</a:t>
            </a:r>
            <a:r>
              <a:rPr lang="ko-KR" altLang="en-US" sz="1600" dirty="0"/>
              <a:t>에만 </a:t>
            </a:r>
            <a:r>
              <a:rPr lang="en-US" altLang="ko-KR" sz="1600" dirty="0"/>
              <a:t>S-box </a:t>
            </a:r>
            <a:r>
              <a:rPr lang="ko-KR" altLang="en-US" sz="1600" dirty="0"/>
              <a:t>연산 적용</a:t>
            </a:r>
            <a:endParaRPr lang="en-US" altLang="ko-KR" sz="16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altLang="ko-KR" sz="1600" dirty="0"/>
              <a:t>Full Round : </a:t>
            </a:r>
            <a:r>
              <a:rPr lang="ko-KR" altLang="en-US" sz="1600" dirty="0"/>
              <a:t>전체 </a:t>
            </a:r>
            <a:r>
              <a:rPr lang="en-US" altLang="ko-KR" sz="1600" dirty="0"/>
              <a:t>Field</a:t>
            </a:r>
            <a:r>
              <a:rPr lang="ko-KR" altLang="en-US" sz="1600" dirty="0"/>
              <a:t>에 </a:t>
            </a:r>
            <a:r>
              <a:rPr lang="en-US" altLang="ko-KR" sz="1600" dirty="0"/>
              <a:t>64-bit S-box </a:t>
            </a:r>
            <a:r>
              <a:rPr lang="ko-KR" altLang="en-US" sz="1600" dirty="0"/>
              <a:t>적용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Mix Layer : 8x8 </a:t>
            </a:r>
            <a:r>
              <a:rPr lang="ko-KR" altLang="en-US" sz="1600" dirty="0"/>
              <a:t>행렬 연산</a:t>
            </a:r>
            <a:endParaRPr lang="en-US" altLang="ko-KR" sz="16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순환 행렬 사용 가능성 고려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Full Round : 8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Partial Round : 72</a:t>
            </a:r>
          </a:p>
        </p:txBody>
      </p:sp>
    </p:spTree>
    <p:extLst>
      <p:ext uri="{BB962C8B-B14F-4D97-AF65-F5344CB8AC3E}">
        <p14:creationId xmlns:p14="http://schemas.microsoft.com/office/powerpoint/2010/main" val="1092052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08FE1-F4C1-9620-89ED-34D977440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B8C2CC-030F-18B1-092F-201E0074D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/>
              <a:t>1</a:t>
            </a:r>
            <a:r>
              <a:rPr lang="ko-KR" altLang="en-US" dirty="0"/>
              <a:t>차</a:t>
            </a:r>
            <a:r>
              <a:rPr lang="en-US" altLang="ko-KR" dirty="0"/>
              <a:t> Solution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EC13F6-3C02-8B0D-B91E-E2DD17719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5F26AC07-E535-E5BF-329D-41EEC7DA17E8}"/>
              </a:ext>
            </a:extLst>
          </p:cNvPr>
          <p:cNvSpPr/>
          <p:nvPr/>
        </p:nvSpPr>
        <p:spPr>
          <a:xfrm>
            <a:off x="1147675" y="1686708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847AAC-9710-AE43-6372-C86C34A6EFF8}"/>
              </a:ext>
            </a:extLst>
          </p:cNvPr>
          <p:cNvSpPr txBox="1"/>
          <p:nvPr/>
        </p:nvSpPr>
        <p:spPr>
          <a:xfrm>
            <a:off x="187206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97BC8929-5C67-92DB-B5D4-5B18BA7A852E}"/>
              </a:ext>
            </a:extLst>
          </p:cNvPr>
          <p:cNvSpPr/>
          <p:nvPr/>
        </p:nvSpPr>
        <p:spPr>
          <a:xfrm>
            <a:off x="1154025" y="35705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C0F262-0035-16F3-ACD9-93DC5838FA01}"/>
              </a:ext>
            </a:extLst>
          </p:cNvPr>
          <p:cNvSpPr txBox="1"/>
          <p:nvPr/>
        </p:nvSpPr>
        <p:spPr>
          <a:xfrm>
            <a:off x="80270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08E197-318E-D3E1-D60C-8B372015895F}"/>
              </a:ext>
            </a:extLst>
          </p:cNvPr>
          <p:cNvSpPr txBox="1"/>
          <p:nvPr/>
        </p:nvSpPr>
        <p:spPr>
          <a:xfrm>
            <a:off x="4428670" y="5541708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Poseidon Solution – Partial Round</a:t>
            </a: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4FAC6B4B-FF45-528A-7017-63D62D16955A}"/>
              </a:ext>
            </a:extLst>
          </p:cNvPr>
          <p:cNvGrpSpPr/>
          <p:nvPr/>
        </p:nvGrpSpPr>
        <p:grpSpPr>
          <a:xfrm>
            <a:off x="5400797" y="1686708"/>
            <a:ext cx="1423402" cy="3619067"/>
            <a:chOff x="5574292" y="1686708"/>
            <a:chExt cx="1423402" cy="3619067"/>
          </a:xfrm>
        </p:grpSpPr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3F8E4632-F733-20D8-A9D2-22DE8A9A5D45}"/>
                </a:ext>
              </a:extLst>
            </p:cNvPr>
            <p:cNvGrpSpPr/>
            <p:nvPr/>
          </p:nvGrpSpPr>
          <p:grpSpPr>
            <a:xfrm>
              <a:off x="5574293" y="4874701"/>
              <a:ext cx="1423401" cy="431074"/>
              <a:chOff x="5574293" y="4874701"/>
              <a:chExt cx="1423401" cy="431074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61BAD2D7-2DCA-2541-6F3C-8A46252ECCC3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ECD7CF70-6462-AAF4-B920-07A8D8BED052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BAC5BBFA-070A-9986-FA27-C41260B3D199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21" name="화살표: 오른쪽 20">
                <a:extLst>
                  <a:ext uri="{FF2B5EF4-FFF2-40B4-BE49-F238E27FC236}">
                    <a16:creationId xmlns:a16="http://schemas.microsoft.com/office/drawing/2014/main" id="{557E9D1C-395D-7B54-BF09-201148649406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화살표: 오른쪽 21">
                <a:extLst>
                  <a:ext uri="{FF2B5EF4-FFF2-40B4-BE49-F238E27FC236}">
                    <a16:creationId xmlns:a16="http://schemas.microsoft.com/office/drawing/2014/main" id="{9A19E03A-843E-0712-2F81-5EC669578DC3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화살표: 오른쪽 22">
              <a:extLst>
                <a:ext uri="{FF2B5EF4-FFF2-40B4-BE49-F238E27FC236}">
                  <a16:creationId xmlns:a16="http://schemas.microsoft.com/office/drawing/2014/main" id="{A5FCD34F-D49F-B581-3E78-20D19D7D9256}"/>
                </a:ext>
              </a:extLst>
            </p:cNvPr>
            <p:cNvSpPr/>
            <p:nvPr/>
          </p:nvSpPr>
          <p:spPr>
            <a:xfrm>
              <a:off x="5576682" y="4473939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화살표: 오른쪽 23">
              <a:extLst>
                <a:ext uri="{FF2B5EF4-FFF2-40B4-BE49-F238E27FC236}">
                  <a16:creationId xmlns:a16="http://schemas.microsoft.com/office/drawing/2014/main" id="{E349D196-818E-7113-3110-E332E3BAF51B}"/>
                </a:ext>
              </a:extLst>
            </p:cNvPr>
            <p:cNvSpPr/>
            <p:nvPr/>
          </p:nvSpPr>
          <p:spPr>
            <a:xfrm>
              <a:off x="5574292" y="4009399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7E934814-3624-8397-4412-7D2CA3756CF4}"/>
                </a:ext>
              </a:extLst>
            </p:cNvPr>
            <p:cNvSpPr/>
            <p:nvPr/>
          </p:nvSpPr>
          <p:spPr>
            <a:xfrm>
              <a:off x="5574292" y="3544861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화살표: 오른쪽 25">
              <a:extLst>
                <a:ext uri="{FF2B5EF4-FFF2-40B4-BE49-F238E27FC236}">
                  <a16:creationId xmlns:a16="http://schemas.microsoft.com/office/drawing/2014/main" id="{DFA06988-B18F-48B8-5BA4-75F8F8BC3077}"/>
                </a:ext>
              </a:extLst>
            </p:cNvPr>
            <p:cNvSpPr/>
            <p:nvPr/>
          </p:nvSpPr>
          <p:spPr>
            <a:xfrm>
              <a:off x="5574292" y="3080323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화살표: 오른쪽 26">
              <a:extLst>
                <a:ext uri="{FF2B5EF4-FFF2-40B4-BE49-F238E27FC236}">
                  <a16:creationId xmlns:a16="http://schemas.microsoft.com/office/drawing/2014/main" id="{8680DB90-4F9B-5120-1FCF-04117367FDA6}"/>
                </a:ext>
              </a:extLst>
            </p:cNvPr>
            <p:cNvSpPr/>
            <p:nvPr/>
          </p:nvSpPr>
          <p:spPr>
            <a:xfrm>
              <a:off x="5574292" y="2615784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화살표: 오른쪽 27">
              <a:extLst>
                <a:ext uri="{FF2B5EF4-FFF2-40B4-BE49-F238E27FC236}">
                  <a16:creationId xmlns:a16="http://schemas.microsoft.com/office/drawing/2014/main" id="{A16F2F61-FE70-3785-E0AF-44389187F986}"/>
                </a:ext>
              </a:extLst>
            </p:cNvPr>
            <p:cNvSpPr/>
            <p:nvPr/>
          </p:nvSpPr>
          <p:spPr>
            <a:xfrm>
              <a:off x="5574292" y="1686708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화살표: 오른쪽 28">
              <a:extLst>
                <a:ext uri="{FF2B5EF4-FFF2-40B4-BE49-F238E27FC236}">
                  <a16:creationId xmlns:a16="http://schemas.microsoft.com/office/drawing/2014/main" id="{4CAA4A2B-AE76-5D1A-F6F5-E394EC2376A2}"/>
                </a:ext>
              </a:extLst>
            </p:cNvPr>
            <p:cNvSpPr/>
            <p:nvPr/>
          </p:nvSpPr>
          <p:spPr>
            <a:xfrm>
              <a:off x="5574292" y="2151246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A7F0AD05-453D-8E89-FAD7-B7A6E7CC7534}"/>
              </a:ext>
            </a:extLst>
          </p:cNvPr>
          <p:cNvGrpSpPr/>
          <p:nvPr/>
        </p:nvGrpSpPr>
        <p:grpSpPr>
          <a:xfrm>
            <a:off x="1408734" y="1617919"/>
            <a:ext cx="1100873" cy="3677518"/>
            <a:chOff x="1726234" y="1617919"/>
            <a:chExt cx="1100873" cy="3677518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308208BF-F10E-67F1-4FF3-D82BA52BFCB0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B4DA4800-C474-3930-4EE2-2181F51C8813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461347D5-0856-2F64-5856-36490EDA711B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7357BD96-9F55-15AC-EAFA-7574637F2050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C306847A-1587-6C5F-4063-FBD2FB6C7309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728004F0-45C3-B365-8B24-382913F872C7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4D9423EE-4873-A37D-6EB8-8A7ECFFBA3D8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59EF19BF-0644-7E35-4F47-87581CBE0194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0311E291-8D0A-7DE3-4B50-E479982F6805}"/>
              </a:ext>
            </a:extLst>
          </p:cNvPr>
          <p:cNvGrpSpPr/>
          <p:nvPr/>
        </p:nvGrpSpPr>
        <p:grpSpPr>
          <a:xfrm>
            <a:off x="4047447" y="1613968"/>
            <a:ext cx="1100873" cy="3677518"/>
            <a:chOff x="1726234" y="1617919"/>
            <a:chExt cx="1100873" cy="3677518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52CDF946-BDA8-3722-D377-A06EF9505178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9CDCC7C4-49F8-34E1-5CDE-58973F92A8DA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BA8257AC-C66D-424B-9F5F-9D2B158B58AD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8CB9B5F8-D7B5-6668-3C40-0AB8888E601F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63B09B0B-D39B-76BC-8B24-E9EC8ADDD3E3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3D5BC2B7-AC81-EE67-AE06-CDA1246F23F4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30FDF185-AC91-EAFD-8C59-D2B3ABDC98DD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055F1E9D-338A-BE9D-A900-B3676905682D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0C935055-B751-2F9B-8212-C10C72151B81}"/>
              </a:ext>
            </a:extLst>
          </p:cNvPr>
          <p:cNvGrpSpPr/>
          <p:nvPr/>
        </p:nvGrpSpPr>
        <p:grpSpPr>
          <a:xfrm>
            <a:off x="7076676" y="1613308"/>
            <a:ext cx="1100873" cy="3677518"/>
            <a:chOff x="1726234" y="1617919"/>
            <a:chExt cx="1100873" cy="3677518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29C5410F-6651-B70A-EB3C-C1ED3DE78E30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9FA263AE-A3F4-57A4-1604-3EAF837B24F2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A594D69-EFA8-542F-264D-03F4019CE050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1992B13B-4342-A7D1-DC74-535C04B64BD7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726D2E5-02BF-DD3A-CAA6-FB40F2014370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85B79637-CC82-5A0C-C88D-0993407F0E05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5FE2847-E084-C49B-C7EC-493105270D41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03F0C7FF-8BC4-3929-AA60-01B0F989A408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12CD1926-A1A8-0DB6-4C79-9620E60E2789}"/>
              </a:ext>
            </a:extLst>
          </p:cNvPr>
          <p:cNvGrpSpPr/>
          <p:nvPr/>
        </p:nvGrpSpPr>
        <p:grpSpPr>
          <a:xfrm>
            <a:off x="10394553" y="1613968"/>
            <a:ext cx="1100873" cy="3677518"/>
            <a:chOff x="1726234" y="1617919"/>
            <a:chExt cx="1100873" cy="3677518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B950BDCE-ED01-5FEA-DC46-5BA8ACAC1DD4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21A8C9EE-A7D6-359A-C8A0-CC6B95387B6F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936F6E37-1AAD-3D6B-9DA8-916841CEADA5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59B8DD49-086F-E8AE-178F-C163E0A839F1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1F771E83-3677-FCB8-4580-1170C86E6003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CE3CC69F-25C4-200D-65C7-F58AC2894414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1FB7FCF9-8D33-1BF6-198A-ACB7AD413D8D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9F04697F-6410-496C-DFFF-7EE3997670F2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8D5BEB44-3BCA-DAAD-84DC-E7F531149852}"/>
              </a:ext>
            </a:extLst>
          </p:cNvPr>
          <p:cNvSpPr txBox="1"/>
          <p:nvPr/>
        </p:nvSpPr>
        <p:spPr>
          <a:xfrm>
            <a:off x="9077568" y="5330141"/>
            <a:ext cx="7445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8x8</a:t>
            </a:r>
            <a:r>
              <a:rPr lang="ko-KR" altLang="en-US" sz="1100" dirty="0"/>
              <a:t> 행렬</a:t>
            </a:r>
            <a:endParaRPr lang="en-US" altLang="ko-KR" sz="1100" dirty="0"/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85D19BC1-99E9-B359-388B-172B15833292}"/>
              </a:ext>
            </a:extLst>
          </p:cNvPr>
          <p:cNvGrpSpPr/>
          <p:nvPr/>
        </p:nvGrpSpPr>
        <p:grpSpPr>
          <a:xfrm>
            <a:off x="2563651" y="1684507"/>
            <a:ext cx="1429751" cy="3557614"/>
            <a:chOff x="2875654" y="1684507"/>
            <a:chExt cx="1429751" cy="3557614"/>
          </a:xfrm>
        </p:grpSpPr>
        <p:grpSp>
          <p:nvGrpSpPr>
            <p:cNvPr id="232" name="그룹 231">
              <a:extLst>
                <a:ext uri="{FF2B5EF4-FFF2-40B4-BE49-F238E27FC236}">
                  <a16:creationId xmlns:a16="http://schemas.microsoft.com/office/drawing/2014/main" id="{3860E1C7-20FA-15AC-8CE6-EDDA0CFE074B}"/>
                </a:ext>
              </a:extLst>
            </p:cNvPr>
            <p:cNvGrpSpPr/>
            <p:nvPr/>
          </p:nvGrpSpPr>
          <p:grpSpPr>
            <a:xfrm>
              <a:off x="2875654" y="3998502"/>
              <a:ext cx="1423401" cy="318020"/>
              <a:chOff x="2875809" y="4929521"/>
              <a:chExt cx="1423401" cy="318020"/>
            </a:xfrm>
          </p:grpSpPr>
          <p:sp>
            <p:nvSpPr>
              <p:cNvPr id="233" name="화살표: 오른쪽 232">
                <a:extLst>
                  <a:ext uri="{FF2B5EF4-FFF2-40B4-BE49-F238E27FC236}">
                    <a16:creationId xmlns:a16="http://schemas.microsoft.com/office/drawing/2014/main" id="{EF8154B0-E865-ADF4-111F-4CCA2BEFE4EB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" name="화살표: 오른쪽 233">
                <a:extLst>
                  <a:ext uri="{FF2B5EF4-FFF2-40B4-BE49-F238E27FC236}">
                    <a16:creationId xmlns:a16="http://schemas.microsoft.com/office/drawing/2014/main" id="{EDF6B7DC-D16A-1E55-E393-E45326656043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35" name="사다리꼴 234">
                <a:extLst>
                  <a:ext uri="{FF2B5EF4-FFF2-40B4-BE49-F238E27FC236}">
                    <a16:creationId xmlns:a16="http://schemas.microsoft.com/office/drawing/2014/main" id="{7288847B-871E-8B2B-158E-9CF9371032F4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36" name="그룹 235">
              <a:extLst>
                <a:ext uri="{FF2B5EF4-FFF2-40B4-BE49-F238E27FC236}">
                  <a16:creationId xmlns:a16="http://schemas.microsoft.com/office/drawing/2014/main" id="{966C72C1-9A31-4748-7F9F-0B88E9E32668}"/>
                </a:ext>
              </a:extLst>
            </p:cNvPr>
            <p:cNvGrpSpPr/>
            <p:nvPr/>
          </p:nvGrpSpPr>
          <p:grpSpPr>
            <a:xfrm>
              <a:off x="2880177" y="1684507"/>
              <a:ext cx="1423401" cy="318020"/>
              <a:chOff x="2875809" y="4929521"/>
              <a:chExt cx="1423401" cy="318020"/>
            </a:xfrm>
          </p:grpSpPr>
          <p:sp>
            <p:nvSpPr>
              <p:cNvPr id="237" name="화살표: 오른쪽 236">
                <a:extLst>
                  <a:ext uri="{FF2B5EF4-FFF2-40B4-BE49-F238E27FC236}">
                    <a16:creationId xmlns:a16="http://schemas.microsoft.com/office/drawing/2014/main" id="{C224C505-91E3-AEBB-BB47-A852B9CA0A72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" name="화살표: 오른쪽 237">
                <a:extLst>
                  <a:ext uri="{FF2B5EF4-FFF2-40B4-BE49-F238E27FC236}">
                    <a16:creationId xmlns:a16="http://schemas.microsoft.com/office/drawing/2014/main" id="{0FEB0586-F60C-15DC-8757-CADBDB1EBC51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" name="사다리꼴 238">
                <a:extLst>
                  <a:ext uri="{FF2B5EF4-FFF2-40B4-BE49-F238E27FC236}">
                    <a16:creationId xmlns:a16="http://schemas.microsoft.com/office/drawing/2014/main" id="{589AE346-82D7-3130-7153-DAEF47249284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40" name="그룹 239">
              <a:extLst>
                <a:ext uri="{FF2B5EF4-FFF2-40B4-BE49-F238E27FC236}">
                  <a16:creationId xmlns:a16="http://schemas.microsoft.com/office/drawing/2014/main" id="{D08A2984-AB2F-1160-F913-A265B08D0C62}"/>
                </a:ext>
              </a:extLst>
            </p:cNvPr>
            <p:cNvGrpSpPr/>
            <p:nvPr/>
          </p:nvGrpSpPr>
          <p:grpSpPr>
            <a:xfrm>
              <a:off x="2877951" y="4461301"/>
              <a:ext cx="1423401" cy="318020"/>
              <a:chOff x="2875809" y="4929521"/>
              <a:chExt cx="1423401" cy="318020"/>
            </a:xfrm>
          </p:grpSpPr>
          <p:sp>
            <p:nvSpPr>
              <p:cNvPr id="241" name="화살표: 오른쪽 240">
                <a:extLst>
                  <a:ext uri="{FF2B5EF4-FFF2-40B4-BE49-F238E27FC236}">
                    <a16:creationId xmlns:a16="http://schemas.microsoft.com/office/drawing/2014/main" id="{05E085C0-789D-6DBB-1D47-2766E99A6ABA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" name="화살표: 오른쪽 241">
                <a:extLst>
                  <a:ext uri="{FF2B5EF4-FFF2-40B4-BE49-F238E27FC236}">
                    <a16:creationId xmlns:a16="http://schemas.microsoft.com/office/drawing/2014/main" id="{C7D56D9B-3888-086B-F4E8-E391BF9F41F2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" name="사다리꼴 242">
                <a:extLst>
                  <a:ext uri="{FF2B5EF4-FFF2-40B4-BE49-F238E27FC236}">
                    <a16:creationId xmlns:a16="http://schemas.microsoft.com/office/drawing/2014/main" id="{BECF913C-FD6D-B842-4D5E-BB50916026FF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44" name="그룹 243">
              <a:extLst>
                <a:ext uri="{FF2B5EF4-FFF2-40B4-BE49-F238E27FC236}">
                  <a16:creationId xmlns:a16="http://schemas.microsoft.com/office/drawing/2014/main" id="{4D560976-9318-FD77-58D3-317ACEAD37AF}"/>
                </a:ext>
              </a:extLst>
            </p:cNvPr>
            <p:cNvGrpSpPr/>
            <p:nvPr/>
          </p:nvGrpSpPr>
          <p:grpSpPr>
            <a:xfrm>
              <a:off x="2875654" y="4924101"/>
              <a:ext cx="1423401" cy="318020"/>
              <a:chOff x="2875809" y="4929521"/>
              <a:chExt cx="1423401" cy="318020"/>
            </a:xfrm>
          </p:grpSpPr>
          <p:sp>
            <p:nvSpPr>
              <p:cNvPr id="245" name="화살표: 오른쪽 244">
                <a:extLst>
                  <a:ext uri="{FF2B5EF4-FFF2-40B4-BE49-F238E27FC236}">
                    <a16:creationId xmlns:a16="http://schemas.microsoft.com/office/drawing/2014/main" id="{6627A094-CFE2-0AA5-34B0-A5161397DF72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6" name="화살표: 오른쪽 245">
                <a:extLst>
                  <a:ext uri="{FF2B5EF4-FFF2-40B4-BE49-F238E27FC236}">
                    <a16:creationId xmlns:a16="http://schemas.microsoft.com/office/drawing/2014/main" id="{CB6DAC04-B7BD-3766-10FB-4BB960F0E564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" name="사다리꼴 246">
                <a:extLst>
                  <a:ext uri="{FF2B5EF4-FFF2-40B4-BE49-F238E27FC236}">
                    <a16:creationId xmlns:a16="http://schemas.microsoft.com/office/drawing/2014/main" id="{0A97D845-F30A-C0CF-AAC0-A42253DCF77B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48" name="그룹 247">
              <a:extLst>
                <a:ext uri="{FF2B5EF4-FFF2-40B4-BE49-F238E27FC236}">
                  <a16:creationId xmlns:a16="http://schemas.microsoft.com/office/drawing/2014/main" id="{C25A669D-4F53-AF07-47AF-28CBC192922A}"/>
                </a:ext>
              </a:extLst>
            </p:cNvPr>
            <p:cNvGrpSpPr/>
            <p:nvPr/>
          </p:nvGrpSpPr>
          <p:grpSpPr>
            <a:xfrm>
              <a:off x="2875654" y="3535703"/>
              <a:ext cx="1423401" cy="318020"/>
              <a:chOff x="2875809" y="4929521"/>
              <a:chExt cx="1423401" cy="318020"/>
            </a:xfrm>
          </p:grpSpPr>
          <p:sp>
            <p:nvSpPr>
              <p:cNvPr id="249" name="화살표: 오른쪽 248">
                <a:extLst>
                  <a:ext uri="{FF2B5EF4-FFF2-40B4-BE49-F238E27FC236}">
                    <a16:creationId xmlns:a16="http://schemas.microsoft.com/office/drawing/2014/main" id="{E8064C97-C3F1-352E-3273-38AF0CCE28FF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0" name="화살표: 오른쪽 249">
                <a:extLst>
                  <a:ext uri="{FF2B5EF4-FFF2-40B4-BE49-F238E27FC236}">
                    <a16:creationId xmlns:a16="http://schemas.microsoft.com/office/drawing/2014/main" id="{45BE28A3-4AD1-DB90-8367-5CB7498DBF71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" name="사다리꼴 250">
                <a:extLst>
                  <a:ext uri="{FF2B5EF4-FFF2-40B4-BE49-F238E27FC236}">
                    <a16:creationId xmlns:a16="http://schemas.microsoft.com/office/drawing/2014/main" id="{F0AF1457-9248-733F-AF0C-B09832EFE97F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52" name="그룹 251">
              <a:extLst>
                <a:ext uri="{FF2B5EF4-FFF2-40B4-BE49-F238E27FC236}">
                  <a16:creationId xmlns:a16="http://schemas.microsoft.com/office/drawing/2014/main" id="{F6FF4DD1-1C4B-7CC1-EDFC-43DC4A8B55B0}"/>
                </a:ext>
              </a:extLst>
            </p:cNvPr>
            <p:cNvGrpSpPr/>
            <p:nvPr/>
          </p:nvGrpSpPr>
          <p:grpSpPr>
            <a:xfrm>
              <a:off x="2875654" y="3072904"/>
              <a:ext cx="1423401" cy="318020"/>
              <a:chOff x="2875809" y="4929521"/>
              <a:chExt cx="1423401" cy="318020"/>
            </a:xfrm>
          </p:grpSpPr>
          <p:sp>
            <p:nvSpPr>
              <p:cNvPr id="253" name="화살표: 오른쪽 252">
                <a:extLst>
                  <a:ext uri="{FF2B5EF4-FFF2-40B4-BE49-F238E27FC236}">
                    <a16:creationId xmlns:a16="http://schemas.microsoft.com/office/drawing/2014/main" id="{FE47652D-2B72-9E42-92C7-735D8555D776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4" name="화살표: 오른쪽 253">
                <a:extLst>
                  <a:ext uri="{FF2B5EF4-FFF2-40B4-BE49-F238E27FC236}">
                    <a16:creationId xmlns:a16="http://schemas.microsoft.com/office/drawing/2014/main" id="{BE3FFED7-67B6-32AA-E4E4-6FB7E5D29F72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5" name="사다리꼴 254">
                <a:extLst>
                  <a:ext uri="{FF2B5EF4-FFF2-40B4-BE49-F238E27FC236}">
                    <a16:creationId xmlns:a16="http://schemas.microsoft.com/office/drawing/2014/main" id="{2FAD8308-45B1-15A9-A2BD-5C3BC5B6278C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56" name="그룹 255">
              <a:extLst>
                <a:ext uri="{FF2B5EF4-FFF2-40B4-BE49-F238E27FC236}">
                  <a16:creationId xmlns:a16="http://schemas.microsoft.com/office/drawing/2014/main" id="{C153E597-A47A-3BC8-A294-55868366F22E}"/>
                </a:ext>
              </a:extLst>
            </p:cNvPr>
            <p:cNvGrpSpPr/>
            <p:nvPr/>
          </p:nvGrpSpPr>
          <p:grpSpPr>
            <a:xfrm>
              <a:off x="2875654" y="2610105"/>
              <a:ext cx="1423401" cy="318020"/>
              <a:chOff x="2875809" y="4929521"/>
              <a:chExt cx="1423401" cy="318020"/>
            </a:xfrm>
          </p:grpSpPr>
          <p:sp>
            <p:nvSpPr>
              <p:cNvPr id="257" name="화살표: 오른쪽 256">
                <a:extLst>
                  <a:ext uri="{FF2B5EF4-FFF2-40B4-BE49-F238E27FC236}">
                    <a16:creationId xmlns:a16="http://schemas.microsoft.com/office/drawing/2014/main" id="{D8E53197-B710-063B-21EE-9F1BA9ECBB83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8" name="화살표: 오른쪽 257">
                <a:extLst>
                  <a:ext uri="{FF2B5EF4-FFF2-40B4-BE49-F238E27FC236}">
                    <a16:creationId xmlns:a16="http://schemas.microsoft.com/office/drawing/2014/main" id="{06959E60-47DA-E372-D804-F8CFEBD23469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9" name="사다리꼴 258">
                <a:extLst>
                  <a:ext uri="{FF2B5EF4-FFF2-40B4-BE49-F238E27FC236}">
                    <a16:creationId xmlns:a16="http://schemas.microsoft.com/office/drawing/2014/main" id="{EDD001C9-8116-7420-56D1-219B69DF28A1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60" name="그룹 259">
              <a:extLst>
                <a:ext uri="{FF2B5EF4-FFF2-40B4-BE49-F238E27FC236}">
                  <a16:creationId xmlns:a16="http://schemas.microsoft.com/office/drawing/2014/main" id="{99295289-7050-8456-BD9C-0DF2AB80875B}"/>
                </a:ext>
              </a:extLst>
            </p:cNvPr>
            <p:cNvGrpSpPr/>
            <p:nvPr/>
          </p:nvGrpSpPr>
          <p:grpSpPr>
            <a:xfrm>
              <a:off x="2882004" y="2147306"/>
              <a:ext cx="1423401" cy="318020"/>
              <a:chOff x="2875809" y="4929521"/>
              <a:chExt cx="1423401" cy="318020"/>
            </a:xfrm>
          </p:grpSpPr>
          <p:sp>
            <p:nvSpPr>
              <p:cNvPr id="261" name="화살표: 오른쪽 260">
                <a:extLst>
                  <a:ext uri="{FF2B5EF4-FFF2-40B4-BE49-F238E27FC236}">
                    <a16:creationId xmlns:a16="http://schemas.microsoft.com/office/drawing/2014/main" id="{95D84885-9270-9BE9-EE9D-F520FD5FEF6A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2" name="화살표: 오른쪽 261">
                <a:extLst>
                  <a:ext uri="{FF2B5EF4-FFF2-40B4-BE49-F238E27FC236}">
                    <a16:creationId xmlns:a16="http://schemas.microsoft.com/office/drawing/2014/main" id="{9F2D4591-30B4-AB86-D7C6-4E4959B99512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3" name="사다리꼴 262">
                <a:extLst>
                  <a:ext uri="{FF2B5EF4-FFF2-40B4-BE49-F238E27FC236}">
                    <a16:creationId xmlns:a16="http://schemas.microsoft.com/office/drawing/2014/main" id="{C737E93D-F842-7313-A5A6-1726765E5007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</p:grp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E79BB808-1F66-1E08-CFF5-0034DCB85D4E}"/>
              </a:ext>
            </a:extLst>
          </p:cNvPr>
          <p:cNvCxnSpPr>
            <a:cxnSpLocks/>
            <a:stCxn id="268" idx="2"/>
          </p:cNvCxnSpPr>
          <p:nvPr/>
        </p:nvCxnSpPr>
        <p:spPr>
          <a:xfrm>
            <a:off x="3263900" y="1368925"/>
            <a:ext cx="0" cy="347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642A4948-27F3-44B7-099A-F0EDC7801DF6}"/>
              </a:ext>
            </a:extLst>
          </p:cNvPr>
          <p:cNvSpPr txBox="1"/>
          <p:nvPr/>
        </p:nvSpPr>
        <p:spPr>
          <a:xfrm>
            <a:off x="2612346" y="1091926"/>
            <a:ext cx="1303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Constant matrix</a:t>
            </a:r>
            <a:endParaRPr lang="ko-KR" altLang="en-US" sz="1200" dirty="0"/>
          </a:p>
        </p:txBody>
      </p:sp>
      <p:grpSp>
        <p:nvGrpSpPr>
          <p:cNvPr id="440" name="그룹 439">
            <a:extLst>
              <a:ext uri="{FF2B5EF4-FFF2-40B4-BE49-F238E27FC236}">
                <a16:creationId xmlns:a16="http://schemas.microsoft.com/office/drawing/2014/main" id="{4B1D3BB6-0F4D-48EE-9782-113A26295CB3}"/>
              </a:ext>
            </a:extLst>
          </p:cNvPr>
          <p:cNvGrpSpPr/>
          <p:nvPr/>
        </p:nvGrpSpPr>
        <p:grpSpPr>
          <a:xfrm>
            <a:off x="8442714" y="4014355"/>
            <a:ext cx="1779001" cy="312600"/>
            <a:chOff x="8442714" y="4014355"/>
            <a:chExt cx="1779001" cy="312600"/>
          </a:xfrm>
        </p:grpSpPr>
        <p:sp>
          <p:nvSpPr>
            <p:cNvPr id="300" name="화살표: 오른쪽 299">
              <a:extLst>
                <a:ext uri="{FF2B5EF4-FFF2-40B4-BE49-F238E27FC236}">
                  <a16:creationId xmlns:a16="http://schemas.microsoft.com/office/drawing/2014/main" id="{92FC1E02-E9B0-50EA-3F9F-3B1DBF5B4647}"/>
                </a:ext>
              </a:extLst>
            </p:cNvPr>
            <p:cNvSpPr/>
            <p:nvPr/>
          </p:nvSpPr>
          <p:spPr>
            <a:xfrm>
              <a:off x="8442714" y="4014355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1" name="화살표: 오른쪽 300">
              <a:extLst>
                <a:ext uri="{FF2B5EF4-FFF2-40B4-BE49-F238E27FC236}">
                  <a16:creationId xmlns:a16="http://schemas.microsoft.com/office/drawing/2014/main" id="{0B6AED9E-C6ED-D08E-0E91-BB75A1869D14}"/>
                </a:ext>
              </a:extLst>
            </p:cNvPr>
            <p:cNvSpPr/>
            <p:nvPr/>
          </p:nvSpPr>
          <p:spPr>
            <a:xfrm>
              <a:off x="9808484" y="4019773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38" name="그룹 437">
            <a:extLst>
              <a:ext uri="{FF2B5EF4-FFF2-40B4-BE49-F238E27FC236}">
                <a16:creationId xmlns:a16="http://schemas.microsoft.com/office/drawing/2014/main" id="{5395FC7F-C61A-E84E-C2A9-FFEDB30E26AA}"/>
              </a:ext>
            </a:extLst>
          </p:cNvPr>
          <p:cNvGrpSpPr/>
          <p:nvPr/>
        </p:nvGrpSpPr>
        <p:grpSpPr>
          <a:xfrm>
            <a:off x="8442714" y="4919718"/>
            <a:ext cx="1779001" cy="384658"/>
            <a:chOff x="8442714" y="4919718"/>
            <a:chExt cx="1779001" cy="384658"/>
          </a:xfrm>
        </p:grpSpPr>
        <p:grpSp>
          <p:nvGrpSpPr>
            <p:cNvPr id="304" name="그룹 303">
              <a:extLst>
                <a:ext uri="{FF2B5EF4-FFF2-40B4-BE49-F238E27FC236}">
                  <a16:creationId xmlns:a16="http://schemas.microsoft.com/office/drawing/2014/main" id="{90C9EFB5-C701-354B-5D37-E81B2957C590}"/>
                </a:ext>
              </a:extLst>
            </p:cNvPr>
            <p:cNvGrpSpPr/>
            <p:nvPr/>
          </p:nvGrpSpPr>
          <p:grpSpPr>
            <a:xfrm>
              <a:off x="8870910" y="4919718"/>
              <a:ext cx="781799" cy="384658"/>
              <a:chOff x="8870910" y="4919718"/>
              <a:chExt cx="781799" cy="384658"/>
            </a:xfrm>
          </p:grpSpPr>
          <p:sp>
            <p:nvSpPr>
              <p:cNvPr id="75" name="곱하기 기호 74">
                <a:extLst>
                  <a:ext uri="{FF2B5EF4-FFF2-40B4-BE49-F238E27FC236}">
                    <a16:creationId xmlns:a16="http://schemas.microsoft.com/office/drawing/2014/main" id="{C0DDC97F-DDF5-737B-6D28-6F344321C6DF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582317F6-F89C-97CC-C5B9-72451823FDE6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73" name="직사각형 72">
                  <a:extLst>
                    <a:ext uri="{FF2B5EF4-FFF2-40B4-BE49-F238E27FC236}">
                      <a16:creationId xmlns:a16="http://schemas.microsoft.com/office/drawing/2014/main" id="{D86884D0-294A-1641-4473-B2D8891DAB3D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F868BF96-1223-5A62-470B-4BDFEA1E6A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직선 연결선 120">
                  <a:extLst>
                    <a:ext uri="{FF2B5EF4-FFF2-40B4-BE49-F238E27FC236}">
                      <a16:creationId xmlns:a16="http://schemas.microsoft.com/office/drawing/2014/main" id="{36F5B840-A5BE-1D4D-971C-1A9C7BB2ED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직선 연결선 121">
                  <a:extLst>
                    <a:ext uri="{FF2B5EF4-FFF2-40B4-BE49-F238E27FC236}">
                      <a16:creationId xmlns:a16="http://schemas.microsoft.com/office/drawing/2014/main" id="{1131032D-E6DD-EACC-8B84-40C4010C92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직선 연결선 122">
                  <a:extLst>
                    <a:ext uri="{FF2B5EF4-FFF2-40B4-BE49-F238E27FC236}">
                      <a16:creationId xmlns:a16="http://schemas.microsoft.com/office/drawing/2014/main" id="{C6AA58DC-C82B-C47F-4466-A93737D4CC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직선 연결선 123">
                  <a:extLst>
                    <a:ext uri="{FF2B5EF4-FFF2-40B4-BE49-F238E27FC236}">
                      <a16:creationId xmlns:a16="http://schemas.microsoft.com/office/drawing/2014/main" id="{34128158-A05A-1EC3-0505-B9827A00E9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직선 연결선 124">
                  <a:extLst>
                    <a:ext uri="{FF2B5EF4-FFF2-40B4-BE49-F238E27FC236}">
                      <a16:creationId xmlns:a16="http://schemas.microsoft.com/office/drawing/2014/main" id="{ABF7FFDE-3207-9971-988E-772E6848CA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직선 연결선 125">
                  <a:extLst>
                    <a:ext uri="{FF2B5EF4-FFF2-40B4-BE49-F238E27FC236}">
                      <a16:creationId xmlns:a16="http://schemas.microsoft.com/office/drawing/2014/main" id="{7B2C66DD-1EFE-6ABC-8242-D34D74937D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C61C7E9E-0711-2F51-F529-A976675EC544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127" name="직선 연결선 126">
                  <a:extLst>
                    <a:ext uri="{FF2B5EF4-FFF2-40B4-BE49-F238E27FC236}">
                      <a16:creationId xmlns:a16="http://schemas.microsoft.com/office/drawing/2014/main" id="{A3A82E2C-3728-8DFB-087B-B80B63303E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직선 연결선 127">
                  <a:extLst>
                    <a:ext uri="{FF2B5EF4-FFF2-40B4-BE49-F238E27FC236}">
                      <a16:creationId xmlns:a16="http://schemas.microsoft.com/office/drawing/2014/main" id="{BF39674C-7435-89E2-C49F-77D7F9E98B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직선 연결선 128">
                  <a:extLst>
                    <a:ext uri="{FF2B5EF4-FFF2-40B4-BE49-F238E27FC236}">
                      <a16:creationId xmlns:a16="http://schemas.microsoft.com/office/drawing/2014/main" id="{2BF5267C-8804-3F14-35D5-64A3FF86DC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직선 연결선 129">
                  <a:extLst>
                    <a:ext uri="{FF2B5EF4-FFF2-40B4-BE49-F238E27FC236}">
                      <a16:creationId xmlns:a16="http://schemas.microsoft.com/office/drawing/2014/main" id="{4912036E-353A-972A-AD66-EE905C2B52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직선 연결선 130">
                  <a:extLst>
                    <a:ext uri="{FF2B5EF4-FFF2-40B4-BE49-F238E27FC236}">
                      <a16:creationId xmlns:a16="http://schemas.microsoft.com/office/drawing/2014/main" id="{04BC7386-A93F-7C0A-CFE2-37D3ED1F76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직선 연결선 131">
                  <a:extLst>
                    <a:ext uri="{FF2B5EF4-FFF2-40B4-BE49-F238E27FC236}">
                      <a16:creationId xmlns:a16="http://schemas.microsoft.com/office/drawing/2014/main" id="{5AA5AA58-8521-D0BF-C1FA-5A625677E0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직선 연결선 132">
                  <a:extLst>
                    <a:ext uri="{FF2B5EF4-FFF2-40B4-BE49-F238E27FC236}">
                      <a16:creationId xmlns:a16="http://schemas.microsoft.com/office/drawing/2014/main" id="{26B7A8B8-B750-D4EF-BE6C-C7A869C141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91" name="화살표: 오른쪽 290">
              <a:extLst>
                <a:ext uri="{FF2B5EF4-FFF2-40B4-BE49-F238E27FC236}">
                  <a16:creationId xmlns:a16="http://schemas.microsoft.com/office/drawing/2014/main" id="{0ED3ABE8-282A-4F8B-1E7D-16C9523A2DCA}"/>
                </a:ext>
              </a:extLst>
            </p:cNvPr>
            <p:cNvSpPr/>
            <p:nvPr/>
          </p:nvSpPr>
          <p:spPr>
            <a:xfrm>
              <a:off x="8442714" y="4939954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2" name="화살표: 오른쪽 291">
              <a:extLst>
                <a:ext uri="{FF2B5EF4-FFF2-40B4-BE49-F238E27FC236}">
                  <a16:creationId xmlns:a16="http://schemas.microsoft.com/office/drawing/2014/main" id="{3E6C0D73-2F20-E347-8975-90AE2A140F3E}"/>
                </a:ext>
              </a:extLst>
            </p:cNvPr>
            <p:cNvSpPr/>
            <p:nvPr/>
          </p:nvSpPr>
          <p:spPr>
            <a:xfrm>
              <a:off x="9808484" y="4945372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5" name="그룹 444">
            <a:extLst>
              <a:ext uri="{FF2B5EF4-FFF2-40B4-BE49-F238E27FC236}">
                <a16:creationId xmlns:a16="http://schemas.microsoft.com/office/drawing/2014/main" id="{CFF01670-3BEC-E238-EB21-8CF5BE84563C}"/>
              </a:ext>
            </a:extLst>
          </p:cNvPr>
          <p:cNvGrpSpPr/>
          <p:nvPr/>
        </p:nvGrpSpPr>
        <p:grpSpPr>
          <a:xfrm>
            <a:off x="8447237" y="1679424"/>
            <a:ext cx="1779001" cy="384658"/>
            <a:chOff x="8447237" y="1679424"/>
            <a:chExt cx="1779001" cy="384658"/>
          </a:xfrm>
        </p:grpSpPr>
        <p:sp>
          <p:nvSpPr>
            <p:cNvPr id="297" name="화살표: 오른쪽 296">
              <a:extLst>
                <a:ext uri="{FF2B5EF4-FFF2-40B4-BE49-F238E27FC236}">
                  <a16:creationId xmlns:a16="http://schemas.microsoft.com/office/drawing/2014/main" id="{68D7D900-8387-AFB5-BAFF-1471879863E7}"/>
                </a:ext>
              </a:extLst>
            </p:cNvPr>
            <p:cNvSpPr/>
            <p:nvPr/>
          </p:nvSpPr>
          <p:spPr>
            <a:xfrm>
              <a:off x="8447237" y="1700360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8" name="화살표: 오른쪽 297">
              <a:extLst>
                <a:ext uri="{FF2B5EF4-FFF2-40B4-BE49-F238E27FC236}">
                  <a16:creationId xmlns:a16="http://schemas.microsoft.com/office/drawing/2014/main" id="{DA4385E9-0DAB-7902-46BE-3E6878454559}"/>
                </a:ext>
              </a:extLst>
            </p:cNvPr>
            <p:cNvSpPr/>
            <p:nvPr/>
          </p:nvSpPr>
          <p:spPr>
            <a:xfrm>
              <a:off x="9813007" y="17057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05" name="그룹 304">
              <a:extLst>
                <a:ext uri="{FF2B5EF4-FFF2-40B4-BE49-F238E27FC236}">
                  <a16:creationId xmlns:a16="http://schemas.microsoft.com/office/drawing/2014/main" id="{F11E43A4-462C-7B55-E140-9649A0687E60}"/>
                </a:ext>
              </a:extLst>
            </p:cNvPr>
            <p:cNvGrpSpPr/>
            <p:nvPr/>
          </p:nvGrpSpPr>
          <p:grpSpPr>
            <a:xfrm>
              <a:off x="8869669" y="1679424"/>
              <a:ext cx="781799" cy="384658"/>
              <a:chOff x="8870910" y="4919718"/>
              <a:chExt cx="781799" cy="384658"/>
            </a:xfrm>
          </p:grpSpPr>
          <p:sp>
            <p:nvSpPr>
              <p:cNvPr id="306" name="곱하기 기호 305">
                <a:extLst>
                  <a:ext uri="{FF2B5EF4-FFF2-40B4-BE49-F238E27FC236}">
                    <a16:creationId xmlns:a16="http://schemas.microsoft.com/office/drawing/2014/main" id="{8730452F-703C-286D-BEAB-F91012859885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07" name="그룹 306">
                <a:extLst>
                  <a:ext uri="{FF2B5EF4-FFF2-40B4-BE49-F238E27FC236}">
                    <a16:creationId xmlns:a16="http://schemas.microsoft.com/office/drawing/2014/main" id="{E2F64443-F7BB-F8C0-9BB1-75689A231FB4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16" name="직사각형 315">
                  <a:extLst>
                    <a:ext uri="{FF2B5EF4-FFF2-40B4-BE49-F238E27FC236}">
                      <a16:creationId xmlns:a16="http://schemas.microsoft.com/office/drawing/2014/main" id="{9149E2E6-2D82-249C-C006-233F856B591D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17" name="직선 연결선 316">
                  <a:extLst>
                    <a:ext uri="{FF2B5EF4-FFF2-40B4-BE49-F238E27FC236}">
                      <a16:creationId xmlns:a16="http://schemas.microsoft.com/office/drawing/2014/main" id="{8D6CCDBB-09AA-A972-4280-4B53E8664B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직선 연결선 317">
                  <a:extLst>
                    <a:ext uri="{FF2B5EF4-FFF2-40B4-BE49-F238E27FC236}">
                      <a16:creationId xmlns:a16="http://schemas.microsoft.com/office/drawing/2014/main" id="{9972E483-B349-129D-5388-65059E9070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직선 연결선 318">
                  <a:extLst>
                    <a:ext uri="{FF2B5EF4-FFF2-40B4-BE49-F238E27FC236}">
                      <a16:creationId xmlns:a16="http://schemas.microsoft.com/office/drawing/2014/main" id="{81BA2A12-9845-4CAC-2A27-CA91948CB6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0" name="직선 연결선 319">
                  <a:extLst>
                    <a:ext uri="{FF2B5EF4-FFF2-40B4-BE49-F238E27FC236}">
                      <a16:creationId xmlns:a16="http://schemas.microsoft.com/office/drawing/2014/main" id="{4FBA0867-D490-767B-2939-4DE33A8009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직선 연결선 320">
                  <a:extLst>
                    <a:ext uri="{FF2B5EF4-FFF2-40B4-BE49-F238E27FC236}">
                      <a16:creationId xmlns:a16="http://schemas.microsoft.com/office/drawing/2014/main" id="{8180A36D-6E79-9DC2-D5AB-3AB0FCEE66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직선 연결선 321">
                  <a:extLst>
                    <a:ext uri="{FF2B5EF4-FFF2-40B4-BE49-F238E27FC236}">
                      <a16:creationId xmlns:a16="http://schemas.microsoft.com/office/drawing/2014/main" id="{322A4E93-74F4-FEB7-4853-79DC9B5F84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직선 연결선 322">
                  <a:extLst>
                    <a:ext uri="{FF2B5EF4-FFF2-40B4-BE49-F238E27FC236}">
                      <a16:creationId xmlns:a16="http://schemas.microsoft.com/office/drawing/2014/main" id="{3689E673-CFA1-3FF3-0658-E7A4A465A3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8" name="그룹 307">
                <a:extLst>
                  <a:ext uri="{FF2B5EF4-FFF2-40B4-BE49-F238E27FC236}">
                    <a16:creationId xmlns:a16="http://schemas.microsoft.com/office/drawing/2014/main" id="{B6DC1E29-157C-F0B9-B520-ED34C0C0161D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309" name="직선 연결선 308">
                  <a:extLst>
                    <a:ext uri="{FF2B5EF4-FFF2-40B4-BE49-F238E27FC236}">
                      <a16:creationId xmlns:a16="http://schemas.microsoft.com/office/drawing/2014/main" id="{FEB398D5-1569-AF0B-B021-3E73490EE7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직선 연결선 309">
                  <a:extLst>
                    <a:ext uri="{FF2B5EF4-FFF2-40B4-BE49-F238E27FC236}">
                      <a16:creationId xmlns:a16="http://schemas.microsoft.com/office/drawing/2014/main" id="{DC95E1CD-868A-D349-219D-039788F520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직선 연결선 310">
                  <a:extLst>
                    <a:ext uri="{FF2B5EF4-FFF2-40B4-BE49-F238E27FC236}">
                      <a16:creationId xmlns:a16="http://schemas.microsoft.com/office/drawing/2014/main" id="{8B051523-700E-4DB7-8D2F-0DAB7DC892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직선 연결선 311">
                  <a:extLst>
                    <a:ext uri="{FF2B5EF4-FFF2-40B4-BE49-F238E27FC236}">
                      <a16:creationId xmlns:a16="http://schemas.microsoft.com/office/drawing/2014/main" id="{F148A526-BD0E-80B8-8142-48582E5216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직선 연결선 312">
                  <a:extLst>
                    <a:ext uri="{FF2B5EF4-FFF2-40B4-BE49-F238E27FC236}">
                      <a16:creationId xmlns:a16="http://schemas.microsoft.com/office/drawing/2014/main" id="{508183D2-62E3-530B-7E70-2695AD2D23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직선 연결선 313">
                  <a:extLst>
                    <a:ext uri="{FF2B5EF4-FFF2-40B4-BE49-F238E27FC236}">
                      <a16:creationId xmlns:a16="http://schemas.microsoft.com/office/drawing/2014/main" id="{DA1F7A77-4B7B-6E23-36A3-AA6FF9531B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직선 연결선 314">
                  <a:extLst>
                    <a:ext uri="{FF2B5EF4-FFF2-40B4-BE49-F238E27FC236}">
                      <a16:creationId xmlns:a16="http://schemas.microsoft.com/office/drawing/2014/main" id="{5743F8BA-75CD-46C3-DDCE-ABB26DE217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39" name="그룹 438">
            <a:extLst>
              <a:ext uri="{FF2B5EF4-FFF2-40B4-BE49-F238E27FC236}">
                <a16:creationId xmlns:a16="http://schemas.microsoft.com/office/drawing/2014/main" id="{A4542280-2F25-A2C5-905D-2436E391A214}"/>
              </a:ext>
            </a:extLst>
          </p:cNvPr>
          <p:cNvGrpSpPr/>
          <p:nvPr/>
        </p:nvGrpSpPr>
        <p:grpSpPr>
          <a:xfrm>
            <a:off x="8445011" y="4456818"/>
            <a:ext cx="1779001" cy="384658"/>
            <a:chOff x="8445011" y="4456818"/>
            <a:chExt cx="1779001" cy="384658"/>
          </a:xfrm>
        </p:grpSpPr>
        <p:sp>
          <p:nvSpPr>
            <p:cNvPr id="294" name="화살표: 오른쪽 293">
              <a:extLst>
                <a:ext uri="{FF2B5EF4-FFF2-40B4-BE49-F238E27FC236}">
                  <a16:creationId xmlns:a16="http://schemas.microsoft.com/office/drawing/2014/main" id="{84DA2CEE-0EC1-D691-5DCD-05548944B43E}"/>
                </a:ext>
              </a:extLst>
            </p:cNvPr>
            <p:cNvSpPr/>
            <p:nvPr/>
          </p:nvSpPr>
          <p:spPr>
            <a:xfrm>
              <a:off x="8445011" y="4477154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5" name="화살표: 오른쪽 294">
              <a:extLst>
                <a:ext uri="{FF2B5EF4-FFF2-40B4-BE49-F238E27FC236}">
                  <a16:creationId xmlns:a16="http://schemas.microsoft.com/office/drawing/2014/main" id="{D4315D89-7488-EDB3-FECB-F4268407AE5C}"/>
                </a:ext>
              </a:extLst>
            </p:cNvPr>
            <p:cNvSpPr/>
            <p:nvPr/>
          </p:nvSpPr>
          <p:spPr>
            <a:xfrm>
              <a:off x="9810781" y="4482572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24" name="그룹 323">
              <a:extLst>
                <a:ext uri="{FF2B5EF4-FFF2-40B4-BE49-F238E27FC236}">
                  <a16:creationId xmlns:a16="http://schemas.microsoft.com/office/drawing/2014/main" id="{88975F50-9AA9-A842-136A-33E1F4E7EC82}"/>
                </a:ext>
              </a:extLst>
            </p:cNvPr>
            <p:cNvGrpSpPr/>
            <p:nvPr/>
          </p:nvGrpSpPr>
          <p:grpSpPr>
            <a:xfrm>
              <a:off x="8870729" y="4456818"/>
              <a:ext cx="781799" cy="384658"/>
              <a:chOff x="8870910" y="4919718"/>
              <a:chExt cx="781799" cy="384658"/>
            </a:xfrm>
          </p:grpSpPr>
          <p:sp>
            <p:nvSpPr>
              <p:cNvPr id="325" name="곱하기 기호 324">
                <a:extLst>
                  <a:ext uri="{FF2B5EF4-FFF2-40B4-BE49-F238E27FC236}">
                    <a16:creationId xmlns:a16="http://schemas.microsoft.com/office/drawing/2014/main" id="{68D01D48-CD93-5A4E-14CA-D42348EF2739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26" name="그룹 325">
                <a:extLst>
                  <a:ext uri="{FF2B5EF4-FFF2-40B4-BE49-F238E27FC236}">
                    <a16:creationId xmlns:a16="http://schemas.microsoft.com/office/drawing/2014/main" id="{5AA03461-3F4E-32E7-C5BC-BA31D54455E7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35" name="직사각형 334">
                  <a:extLst>
                    <a:ext uri="{FF2B5EF4-FFF2-40B4-BE49-F238E27FC236}">
                      <a16:creationId xmlns:a16="http://schemas.microsoft.com/office/drawing/2014/main" id="{37960EB5-B76C-D50C-444B-46864B865136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36" name="직선 연결선 335">
                  <a:extLst>
                    <a:ext uri="{FF2B5EF4-FFF2-40B4-BE49-F238E27FC236}">
                      <a16:creationId xmlns:a16="http://schemas.microsoft.com/office/drawing/2014/main" id="{CB15D256-54CE-F0F5-0671-B7A392EB1A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7" name="직선 연결선 336">
                  <a:extLst>
                    <a:ext uri="{FF2B5EF4-FFF2-40B4-BE49-F238E27FC236}">
                      <a16:creationId xmlns:a16="http://schemas.microsoft.com/office/drawing/2014/main" id="{D83503E6-136E-F2FD-5279-9F8C7D3DF2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직선 연결선 337">
                  <a:extLst>
                    <a:ext uri="{FF2B5EF4-FFF2-40B4-BE49-F238E27FC236}">
                      <a16:creationId xmlns:a16="http://schemas.microsoft.com/office/drawing/2014/main" id="{C8227464-01CA-3ECD-2DF3-EE8EBD169D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9" name="직선 연결선 338">
                  <a:extLst>
                    <a:ext uri="{FF2B5EF4-FFF2-40B4-BE49-F238E27FC236}">
                      <a16:creationId xmlns:a16="http://schemas.microsoft.com/office/drawing/2014/main" id="{40E541E9-04BA-9748-3A43-D5C9DAF2A5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직선 연결선 339">
                  <a:extLst>
                    <a:ext uri="{FF2B5EF4-FFF2-40B4-BE49-F238E27FC236}">
                      <a16:creationId xmlns:a16="http://schemas.microsoft.com/office/drawing/2014/main" id="{3AA9E3FF-04A8-9F34-9104-A9DFBA4AC0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1" name="직선 연결선 340">
                  <a:extLst>
                    <a:ext uri="{FF2B5EF4-FFF2-40B4-BE49-F238E27FC236}">
                      <a16:creationId xmlns:a16="http://schemas.microsoft.com/office/drawing/2014/main" id="{227D567D-29CD-240D-2156-F3D243D2BB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직선 연결선 341">
                  <a:extLst>
                    <a:ext uri="{FF2B5EF4-FFF2-40B4-BE49-F238E27FC236}">
                      <a16:creationId xmlns:a16="http://schemas.microsoft.com/office/drawing/2014/main" id="{2FD4C285-8333-3081-E69A-4088FB75C0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7" name="그룹 326">
                <a:extLst>
                  <a:ext uri="{FF2B5EF4-FFF2-40B4-BE49-F238E27FC236}">
                    <a16:creationId xmlns:a16="http://schemas.microsoft.com/office/drawing/2014/main" id="{FC549DA3-1B0F-B33C-5D42-93623507021A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328" name="직선 연결선 327">
                  <a:extLst>
                    <a:ext uri="{FF2B5EF4-FFF2-40B4-BE49-F238E27FC236}">
                      <a16:creationId xmlns:a16="http://schemas.microsoft.com/office/drawing/2014/main" id="{131B177B-7E53-0139-0A9F-8F9E20579F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직선 연결선 328">
                  <a:extLst>
                    <a:ext uri="{FF2B5EF4-FFF2-40B4-BE49-F238E27FC236}">
                      <a16:creationId xmlns:a16="http://schemas.microsoft.com/office/drawing/2014/main" id="{AC9520E6-6F98-0E63-8DFC-932F9FD42F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직선 연결선 329">
                  <a:extLst>
                    <a:ext uri="{FF2B5EF4-FFF2-40B4-BE49-F238E27FC236}">
                      <a16:creationId xmlns:a16="http://schemas.microsoft.com/office/drawing/2014/main" id="{BAD34506-16B1-B062-6718-EA626432C8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직선 연결선 330">
                  <a:extLst>
                    <a:ext uri="{FF2B5EF4-FFF2-40B4-BE49-F238E27FC236}">
                      <a16:creationId xmlns:a16="http://schemas.microsoft.com/office/drawing/2014/main" id="{9DED673C-F40E-9B3E-46AB-4DD5626126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직선 연결선 331">
                  <a:extLst>
                    <a:ext uri="{FF2B5EF4-FFF2-40B4-BE49-F238E27FC236}">
                      <a16:creationId xmlns:a16="http://schemas.microsoft.com/office/drawing/2014/main" id="{9CCA249E-931E-DA25-8827-029DCEEB0F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135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직선 연결선 332">
                  <a:extLst>
                    <a:ext uri="{FF2B5EF4-FFF2-40B4-BE49-F238E27FC236}">
                      <a16:creationId xmlns:a16="http://schemas.microsoft.com/office/drawing/2014/main" id="{F5940153-1968-A82B-097F-3FFB044798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직선 연결선 333">
                  <a:extLst>
                    <a:ext uri="{FF2B5EF4-FFF2-40B4-BE49-F238E27FC236}">
                      <a16:creationId xmlns:a16="http://schemas.microsoft.com/office/drawing/2014/main" id="{EA1D263F-DB93-FDD6-D2E8-6951DD70BE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43" name="그룹 342">
            <a:extLst>
              <a:ext uri="{FF2B5EF4-FFF2-40B4-BE49-F238E27FC236}">
                <a16:creationId xmlns:a16="http://schemas.microsoft.com/office/drawing/2014/main" id="{1C234EA6-FD91-4874-4A57-9CC02280BBB6}"/>
              </a:ext>
            </a:extLst>
          </p:cNvPr>
          <p:cNvGrpSpPr/>
          <p:nvPr/>
        </p:nvGrpSpPr>
        <p:grpSpPr>
          <a:xfrm>
            <a:off x="8863209" y="3993919"/>
            <a:ext cx="781799" cy="384658"/>
            <a:chOff x="8870910" y="4919718"/>
            <a:chExt cx="781799" cy="384658"/>
          </a:xfrm>
        </p:grpSpPr>
        <p:sp>
          <p:nvSpPr>
            <p:cNvPr id="344" name="곱하기 기호 343">
              <a:extLst>
                <a:ext uri="{FF2B5EF4-FFF2-40B4-BE49-F238E27FC236}">
                  <a16:creationId xmlns:a16="http://schemas.microsoft.com/office/drawing/2014/main" id="{2CC96D7A-1194-5A0B-A940-8CBD16687847}"/>
                </a:ext>
              </a:extLst>
            </p:cNvPr>
            <p:cNvSpPr/>
            <p:nvPr/>
          </p:nvSpPr>
          <p:spPr>
            <a:xfrm>
              <a:off x="8870910" y="4927781"/>
              <a:ext cx="363038" cy="363532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45" name="그룹 344">
              <a:extLst>
                <a:ext uri="{FF2B5EF4-FFF2-40B4-BE49-F238E27FC236}">
                  <a16:creationId xmlns:a16="http://schemas.microsoft.com/office/drawing/2014/main" id="{DA5C3C8E-9291-B127-0E4D-923971B6A60C}"/>
                </a:ext>
              </a:extLst>
            </p:cNvPr>
            <p:cNvGrpSpPr/>
            <p:nvPr/>
          </p:nvGrpSpPr>
          <p:grpSpPr>
            <a:xfrm>
              <a:off x="9247011" y="4920478"/>
              <a:ext cx="405698" cy="383898"/>
              <a:chOff x="9039123" y="4919991"/>
              <a:chExt cx="405698" cy="383898"/>
            </a:xfrm>
          </p:grpSpPr>
          <p:sp>
            <p:nvSpPr>
              <p:cNvPr id="354" name="직사각형 353">
                <a:extLst>
                  <a:ext uri="{FF2B5EF4-FFF2-40B4-BE49-F238E27FC236}">
                    <a16:creationId xmlns:a16="http://schemas.microsoft.com/office/drawing/2014/main" id="{75DBA315-6981-CB1F-CF7B-A98BD2B7CEAE}"/>
                  </a:ext>
                </a:extLst>
              </p:cNvPr>
              <p:cNvSpPr/>
              <p:nvPr/>
            </p:nvSpPr>
            <p:spPr>
              <a:xfrm>
                <a:off x="9039123" y="4924100"/>
                <a:ext cx="405698" cy="379789"/>
              </a:xfrm>
              <a:prstGeom prst="rect">
                <a:avLst/>
              </a:prstGeom>
              <a:solidFill>
                <a:srgbClr val="CC99FF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55" name="직선 연결선 354">
                <a:extLst>
                  <a:ext uri="{FF2B5EF4-FFF2-40B4-BE49-F238E27FC236}">
                    <a16:creationId xmlns:a16="http://schemas.microsoft.com/office/drawing/2014/main" id="{79A2C509-9D61-C034-D5D6-012FB45CB6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78312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직선 연결선 355">
                <a:extLst>
                  <a:ext uri="{FF2B5EF4-FFF2-40B4-BE49-F238E27FC236}">
                    <a16:creationId xmlns:a16="http://schemas.microsoft.com/office/drawing/2014/main" id="{A5EB4966-A5FB-F51E-9868-A4B63E379F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5981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직선 연결선 356">
                <a:extLst>
                  <a:ext uri="{FF2B5EF4-FFF2-40B4-BE49-F238E27FC236}">
                    <a16:creationId xmlns:a16="http://schemas.microsoft.com/office/drawing/2014/main" id="{30D21EFE-1BA3-648C-08B6-E26B3461B4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2923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직선 연결선 357">
                <a:extLst>
                  <a:ext uri="{FF2B5EF4-FFF2-40B4-BE49-F238E27FC236}">
                    <a16:creationId xmlns:a16="http://schemas.microsoft.com/office/drawing/2014/main" id="{E3249000-1758-1C55-404D-21AA54D7CF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51367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직선 연결선 358">
                <a:extLst>
                  <a:ext uri="{FF2B5EF4-FFF2-40B4-BE49-F238E27FC236}">
                    <a16:creationId xmlns:a16="http://schemas.microsoft.com/office/drawing/2014/main" id="{C38C1462-D9FD-75D7-E83E-DBE3051F51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6756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직선 연결선 359">
                <a:extLst>
                  <a:ext uri="{FF2B5EF4-FFF2-40B4-BE49-F238E27FC236}">
                    <a16:creationId xmlns:a16="http://schemas.microsoft.com/office/drawing/2014/main" id="{F4B3B3B1-F4AD-B464-5C49-24FF028756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7534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직선 연결선 360">
                <a:extLst>
                  <a:ext uri="{FF2B5EF4-FFF2-40B4-BE49-F238E27FC236}">
                    <a16:creationId xmlns:a16="http://schemas.microsoft.com/office/drawing/2014/main" id="{7FA4BDD5-54AE-EA96-0F19-749F2D38D9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42145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6" name="그룹 345">
              <a:extLst>
                <a:ext uri="{FF2B5EF4-FFF2-40B4-BE49-F238E27FC236}">
                  <a16:creationId xmlns:a16="http://schemas.microsoft.com/office/drawing/2014/main" id="{B679FEE8-1792-C34D-0749-9115675086A4}"/>
                </a:ext>
              </a:extLst>
            </p:cNvPr>
            <p:cNvGrpSpPr/>
            <p:nvPr/>
          </p:nvGrpSpPr>
          <p:grpSpPr>
            <a:xfrm rot="5400000">
              <a:off x="9262368" y="4909169"/>
              <a:ext cx="379789" cy="400887"/>
              <a:chOff x="9067427" y="5696733"/>
              <a:chExt cx="327669" cy="379789"/>
            </a:xfrm>
          </p:grpSpPr>
          <p:cxnSp>
            <p:nvCxnSpPr>
              <p:cNvPr id="347" name="직선 연결선 346">
                <a:extLst>
                  <a:ext uri="{FF2B5EF4-FFF2-40B4-BE49-F238E27FC236}">
                    <a16:creationId xmlns:a16="http://schemas.microsoft.com/office/drawing/2014/main" id="{01E3FBB7-AF71-12AC-366D-F87FA8AC27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67427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직선 연결선 347">
                <a:extLst>
                  <a:ext uri="{FF2B5EF4-FFF2-40B4-BE49-F238E27FC236}">
                    <a16:creationId xmlns:a16="http://schemas.microsoft.com/office/drawing/2014/main" id="{BC8ACEF9-C08F-F138-0131-0C5CA84EE7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5096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직선 연결선 348">
                <a:extLst>
                  <a:ext uri="{FF2B5EF4-FFF2-40B4-BE49-F238E27FC236}">
                    <a16:creationId xmlns:a16="http://schemas.microsoft.com/office/drawing/2014/main" id="{1EF3C806-9F54-F683-D511-CB4DB15E2A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22038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직선 연결선 349">
                <a:extLst>
                  <a:ext uri="{FF2B5EF4-FFF2-40B4-BE49-F238E27FC236}">
                    <a16:creationId xmlns:a16="http://schemas.microsoft.com/office/drawing/2014/main" id="{5A263CCC-3DB3-5907-12C2-853C1A7EC1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0482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직선 연결선 350">
                <a:extLst>
                  <a:ext uri="{FF2B5EF4-FFF2-40B4-BE49-F238E27FC236}">
                    <a16:creationId xmlns:a16="http://schemas.microsoft.com/office/drawing/2014/main" id="{7821AB7E-2DE6-3EC6-D17D-1D2491CF0E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85871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직선 연결선 351">
                <a:extLst>
                  <a:ext uri="{FF2B5EF4-FFF2-40B4-BE49-F238E27FC236}">
                    <a16:creationId xmlns:a16="http://schemas.microsoft.com/office/drawing/2014/main" id="{6761FD47-BCC8-4B01-7FDA-432C801228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6649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직선 연결선 352">
                <a:extLst>
                  <a:ext uri="{FF2B5EF4-FFF2-40B4-BE49-F238E27FC236}">
                    <a16:creationId xmlns:a16="http://schemas.microsoft.com/office/drawing/2014/main" id="{43AFE1B2-67F5-7637-2B47-D2A7947658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126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41" name="그룹 440">
            <a:extLst>
              <a:ext uri="{FF2B5EF4-FFF2-40B4-BE49-F238E27FC236}">
                <a16:creationId xmlns:a16="http://schemas.microsoft.com/office/drawing/2014/main" id="{BF8D92AA-E174-A4A5-F30C-0AE1AD4F256D}"/>
              </a:ext>
            </a:extLst>
          </p:cNvPr>
          <p:cNvGrpSpPr/>
          <p:nvPr/>
        </p:nvGrpSpPr>
        <p:grpSpPr>
          <a:xfrm>
            <a:off x="8442714" y="3531020"/>
            <a:ext cx="1779001" cy="384658"/>
            <a:chOff x="8442714" y="3531020"/>
            <a:chExt cx="1779001" cy="384658"/>
          </a:xfrm>
        </p:grpSpPr>
        <p:sp>
          <p:nvSpPr>
            <p:cNvPr id="288" name="화살표: 오른쪽 287">
              <a:extLst>
                <a:ext uri="{FF2B5EF4-FFF2-40B4-BE49-F238E27FC236}">
                  <a16:creationId xmlns:a16="http://schemas.microsoft.com/office/drawing/2014/main" id="{B51AEA73-C18A-2BA5-852B-9FD83B8EB61E}"/>
                </a:ext>
              </a:extLst>
            </p:cNvPr>
            <p:cNvSpPr/>
            <p:nvPr/>
          </p:nvSpPr>
          <p:spPr>
            <a:xfrm>
              <a:off x="8442714" y="355155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9" name="화살표: 오른쪽 288">
              <a:extLst>
                <a:ext uri="{FF2B5EF4-FFF2-40B4-BE49-F238E27FC236}">
                  <a16:creationId xmlns:a16="http://schemas.microsoft.com/office/drawing/2014/main" id="{A58FCBD0-A2C6-D799-AA9D-744E80A38424}"/>
                </a:ext>
              </a:extLst>
            </p:cNvPr>
            <p:cNvSpPr/>
            <p:nvPr/>
          </p:nvSpPr>
          <p:spPr>
            <a:xfrm>
              <a:off x="9808484" y="3556974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D67CBCAF-9D67-B834-F4C4-854C93FE74D7}"/>
                </a:ext>
              </a:extLst>
            </p:cNvPr>
            <p:cNvGrpSpPr/>
            <p:nvPr/>
          </p:nvGrpSpPr>
          <p:grpSpPr>
            <a:xfrm>
              <a:off x="8869996" y="3531020"/>
              <a:ext cx="781799" cy="384658"/>
              <a:chOff x="8870910" y="4919718"/>
              <a:chExt cx="781799" cy="384658"/>
            </a:xfrm>
          </p:grpSpPr>
          <p:sp>
            <p:nvSpPr>
              <p:cNvPr id="363" name="곱하기 기호 362">
                <a:extLst>
                  <a:ext uri="{FF2B5EF4-FFF2-40B4-BE49-F238E27FC236}">
                    <a16:creationId xmlns:a16="http://schemas.microsoft.com/office/drawing/2014/main" id="{89D74F58-795C-DD1E-8F95-A4E77F9790DC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4" name="그룹 363">
                <a:extLst>
                  <a:ext uri="{FF2B5EF4-FFF2-40B4-BE49-F238E27FC236}">
                    <a16:creationId xmlns:a16="http://schemas.microsoft.com/office/drawing/2014/main" id="{E506AC02-7466-178E-71D3-60C012E1853B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73" name="직사각형 372">
                  <a:extLst>
                    <a:ext uri="{FF2B5EF4-FFF2-40B4-BE49-F238E27FC236}">
                      <a16:creationId xmlns:a16="http://schemas.microsoft.com/office/drawing/2014/main" id="{D52E698D-5C52-BEEF-BC27-715AA13E2093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74" name="직선 연결선 373">
                  <a:extLst>
                    <a:ext uri="{FF2B5EF4-FFF2-40B4-BE49-F238E27FC236}">
                      <a16:creationId xmlns:a16="http://schemas.microsoft.com/office/drawing/2014/main" id="{9C05FE6A-5C1B-5CD9-7DCB-A1B5AFE322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직선 연결선 374">
                  <a:extLst>
                    <a:ext uri="{FF2B5EF4-FFF2-40B4-BE49-F238E27FC236}">
                      <a16:creationId xmlns:a16="http://schemas.microsoft.com/office/drawing/2014/main" id="{30359071-B4FD-D915-04D6-0B6A69398C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직선 연결선 375">
                  <a:extLst>
                    <a:ext uri="{FF2B5EF4-FFF2-40B4-BE49-F238E27FC236}">
                      <a16:creationId xmlns:a16="http://schemas.microsoft.com/office/drawing/2014/main" id="{520C2A1F-993F-1C83-D290-A366F920D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직선 연결선 376">
                  <a:extLst>
                    <a:ext uri="{FF2B5EF4-FFF2-40B4-BE49-F238E27FC236}">
                      <a16:creationId xmlns:a16="http://schemas.microsoft.com/office/drawing/2014/main" id="{8DF654C7-FEB8-1BBD-D63B-A768A79EE1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직선 연결선 377">
                  <a:extLst>
                    <a:ext uri="{FF2B5EF4-FFF2-40B4-BE49-F238E27FC236}">
                      <a16:creationId xmlns:a16="http://schemas.microsoft.com/office/drawing/2014/main" id="{6CFBCFE1-A584-1C8F-25B6-B4F27B1706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직선 연결선 378">
                  <a:extLst>
                    <a:ext uri="{FF2B5EF4-FFF2-40B4-BE49-F238E27FC236}">
                      <a16:creationId xmlns:a16="http://schemas.microsoft.com/office/drawing/2014/main" id="{C97138D9-7848-7B99-DCE8-955C05CDE8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직선 연결선 379">
                  <a:extLst>
                    <a:ext uri="{FF2B5EF4-FFF2-40B4-BE49-F238E27FC236}">
                      <a16:creationId xmlns:a16="http://schemas.microsoft.com/office/drawing/2014/main" id="{863D09EE-46CE-69A3-1730-C40DB9330F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5" name="그룹 364">
                <a:extLst>
                  <a:ext uri="{FF2B5EF4-FFF2-40B4-BE49-F238E27FC236}">
                    <a16:creationId xmlns:a16="http://schemas.microsoft.com/office/drawing/2014/main" id="{51667252-F65D-244C-25CA-4ACA65B653E8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366" name="직선 연결선 365">
                  <a:extLst>
                    <a:ext uri="{FF2B5EF4-FFF2-40B4-BE49-F238E27FC236}">
                      <a16:creationId xmlns:a16="http://schemas.microsoft.com/office/drawing/2014/main" id="{663CC1B2-30E2-B544-C172-86CD9E36F5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직선 연결선 366">
                  <a:extLst>
                    <a:ext uri="{FF2B5EF4-FFF2-40B4-BE49-F238E27FC236}">
                      <a16:creationId xmlns:a16="http://schemas.microsoft.com/office/drawing/2014/main" id="{471B0121-E115-1CD9-E34D-4016E3317B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직선 연결선 367">
                  <a:extLst>
                    <a:ext uri="{FF2B5EF4-FFF2-40B4-BE49-F238E27FC236}">
                      <a16:creationId xmlns:a16="http://schemas.microsoft.com/office/drawing/2014/main" id="{ECFCDA06-B589-C5A5-6F68-F55AC03598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직선 연결선 368">
                  <a:extLst>
                    <a:ext uri="{FF2B5EF4-FFF2-40B4-BE49-F238E27FC236}">
                      <a16:creationId xmlns:a16="http://schemas.microsoft.com/office/drawing/2014/main" id="{818D36D0-6BAE-27EA-B00F-21793A64AF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직선 연결선 369">
                  <a:extLst>
                    <a:ext uri="{FF2B5EF4-FFF2-40B4-BE49-F238E27FC236}">
                      <a16:creationId xmlns:a16="http://schemas.microsoft.com/office/drawing/2014/main" id="{D1FCA09D-2B82-54BC-AB6E-3C2B59B441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직선 연결선 370">
                  <a:extLst>
                    <a:ext uri="{FF2B5EF4-FFF2-40B4-BE49-F238E27FC236}">
                      <a16:creationId xmlns:a16="http://schemas.microsoft.com/office/drawing/2014/main" id="{391CBA41-85F5-D7E2-1CE0-4C77063B77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직선 연결선 371">
                  <a:extLst>
                    <a:ext uri="{FF2B5EF4-FFF2-40B4-BE49-F238E27FC236}">
                      <a16:creationId xmlns:a16="http://schemas.microsoft.com/office/drawing/2014/main" id="{48E66410-28DF-82F1-9FE0-4745A68C05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AAA2BD80-45B7-B041-AE2A-10650A278282}"/>
              </a:ext>
            </a:extLst>
          </p:cNvPr>
          <p:cNvGrpSpPr/>
          <p:nvPr/>
        </p:nvGrpSpPr>
        <p:grpSpPr>
          <a:xfrm>
            <a:off x="8442714" y="3068121"/>
            <a:ext cx="1779001" cy="384658"/>
            <a:chOff x="8442714" y="3068121"/>
            <a:chExt cx="1779001" cy="384658"/>
          </a:xfrm>
        </p:grpSpPr>
        <p:sp>
          <p:nvSpPr>
            <p:cNvPr id="285" name="화살표: 오른쪽 284">
              <a:extLst>
                <a:ext uri="{FF2B5EF4-FFF2-40B4-BE49-F238E27FC236}">
                  <a16:creationId xmlns:a16="http://schemas.microsoft.com/office/drawing/2014/main" id="{D81A996B-82B1-484D-BC6B-86DD0DA8DEA6}"/>
                </a:ext>
              </a:extLst>
            </p:cNvPr>
            <p:cNvSpPr/>
            <p:nvPr/>
          </p:nvSpPr>
          <p:spPr>
            <a:xfrm>
              <a:off x="8442714" y="30887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6" name="화살표: 오른쪽 285">
              <a:extLst>
                <a:ext uri="{FF2B5EF4-FFF2-40B4-BE49-F238E27FC236}">
                  <a16:creationId xmlns:a16="http://schemas.microsoft.com/office/drawing/2014/main" id="{726E32CF-E98F-4122-1A2D-D865728BC58E}"/>
                </a:ext>
              </a:extLst>
            </p:cNvPr>
            <p:cNvSpPr/>
            <p:nvPr/>
          </p:nvSpPr>
          <p:spPr>
            <a:xfrm>
              <a:off x="9808484" y="3094175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81" name="그룹 380">
              <a:extLst>
                <a:ext uri="{FF2B5EF4-FFF2-40B4-BE49-F238E27FC236}">
                  <a16:creationId xmlns:a16="http://schemas.microsoft.com/office/drawing/2014/main" id="{67276613-44BE-AB9C-E9A9-B2D8F6B01CD2}"/>
                </a:ext>
              </a:extLst>
            </p:cNvPr>
            <p:cNvGrpSpPr/>
            <p:nvPr/>
          </p:nvGrpSpPr>
          <p:grpSpPr>
            <a:xfrm>
              <a:off x="8869815" y="3068121"/>
              <a:ext cx="781799" cy="384658"/>
              <a:chOff x="8870910" y="4919718"/>
              <a:chExt cx="781799" cy="384658"/>
            </a:xfrm>
          </p:grpSpPr>
          <p:sp>
            <p:nvSpPr>
              <p:cNvPr id="382" name="곱하기 기호 381">
                <a:extLst>
                  <a:ext uri="{FF2B5EF4-FFF2-40B4-BE49-F238E27FC236}">
                    <a16:creationId xmlns:a16="http://schemas.microsoft.com/office/drawing/2014/main" id="{946848E8-B9B2-3539-C8D6-5E19C2E6B2C8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83" name="그룹 382">
                <a:extLst>
                  <a:ext uri="{FF2B5EF4-FFF2-40B4-BE49-F238E27FC236}">
                    <a16:creationId xmlns:a16="http://schemas.microsoft.com/office/drawing/2014/main" id="{1F84D81A-9CF6-0A6B-8A56-AF27E90A81F7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92" name="직사각형 391">
                  <a:extLst>
                    <a:ext uri="{FF2B5EF4-FFF2-40B4-BE49-F238E27FC236}">
                      <a16:creationId xmlns:a16="http://schemas.microsoft.com/office/drawing/2014/main" id="{0C28375B-D726-6444-2E6D-AAC75DEFADD4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93" name="직선 연결선 392">
                  <a:extLst>
                    <a:ext uri="{FF2B5EF4-FFF2-40B4-BE49-F238E27FC236}">
                      <a16:creationId xmlns:a16="http://schemas.microsoft.com/office/drawing/2014/main" id="{0A1AF45F-B47B-08E8-9F4D-58AB094271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직선 연결선 393">
                  <a:extLst>
                    <a:ext uri="{FF2B5EF4-FFF2-40B4-BE49-F238E27FC236}">
                      <a16:creationId xmlns:a16="http://schemas.microsoft.com/office/drawing/2014/main" id="{18B65033-A426-C059-547E-08814872FC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직선 연결선 394">
                  <a:extLst>
                    <a:ext uri="{FF2B5EF4-FFF2-40B4-BE49-F238E27FC236}">
                      <a16:creationId xmlns:a16="http://schemas.microsoft.com/office/drawing/2014/main" id="{EA6B770C-3BE1-5FC6-7FCA-1A04887ED0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직선 연결선 395">
                  <a:extLst>
                    <a:ext uri="{FF2B5EF4-FFF2-40B4-BE49-F238E27FC236}">
                      <a16:creationId xmlns:a16="http://schemas.microsoft.com/office/drawing/2014/main" id="{6CA7EB9B-DD8B-2EBE-8328-0E95FF1D0F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7" name="직선 연결선 396">
                  <a:extLst>
                    <a:ext uri="{FF2B5EF4-FFF2-40B4-BE49-F238E27FC236}">
                      <a16:creationId xmlns:a16="http://schemas.microsoft.com/office/drawing/2014/main" id="{7FD2BD61-9B32-3F90-F1CA-75CEBDFF9E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직선 연결선 397">
                  <a:extLst>
                    <a:ext uri="{FF2B5EF4-FFF2-40B4-BE49-F238E27FC236}">
                      <a16:creationId xmlns:a16="http://schemas.microsoft.com/office/drawing/2014/main" id="{05E9C8E0-95BF-419E-C96A-6989BE0526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직선 연결선 398">
                  <a:extLst>
                    <a:ext uri="{FF2B5EF4-FFF2-40B4-BE49-F238E27FC236}">
                      <a16:creationId xmlns:a16="http://schemas.microsoft.com/office/drawing/2014/main" id="{683C81A6-62BD-284D-3BAB-AFD18CAE85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4" name="그룹 383">
                <a:extLst>
                  <a:ext uri="{FF2B5EF4-FFF2-40B4-BE49-F238E27FC236}">
                    <a16:creationId xmlns:a16="http://schemas.microsoft.com/office/drawing/2014/main" id="{AF50929B-934B-9490-B2B0-E74197C10803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385" name="직선 연결선 384">
                  <a:extLst>
                    <a:ext uri="{FF2B5EF4-FFF2-40B4-BE49-F238E27FC236}">
                      <a16:creationId xmlns:a16="http://schemas.microsoft.com/office/drawing/2014/main" id="{6F763CBE-07B5-89F8-9B0C-21B58BA702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직선 연결선 385">
                  <a:extLst>
                    <a:ext uri="{FF2B5EF4-FFF2-40B4-BE49-F238E27FC236}">
                      <a16:creationId xmlns:a16="http://schemas.microsoft.com/office/drawing/2014/main" id="{F0FA2CDF-50CF-2154-A4E9-8804BDB679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직선 연결선 386">
                  <a:extLst>
                    <a:ext uri="{FF2B5EF4-FFF2-40B4-BE49-F238E27FC236}">
                      <a16:creationId xmlns:a16="http://schemas.microsoft.com/office/drawing/2014/main" id="{7A3807EE-5D68-F2BF-51A2-13F097A479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직선 연결선 387">
                  <a:extLst>
                    <a:ext uri="{FF2B5EF4-FFF2-40B4-BE49-F238E27FC236}">
                      <a16:creationId xmlns:a16="http://schemas.microsoft.com/office/drawing/2014/main" id="{4F094AAB-F916-0F1B-4F61-F1B4AA6257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9" name="직선 연결선 388">
                  <a:extLst>
                    <a:ext uri="{FF2B5EF4-FFF2-40B4-BE49-F238E27FC236}">
                      <a16:creationId xmlns:a16="http://schemas.microsoft.com/office/drawing/2014/main" id="{142489DF-229F-7F0F-754B-856F662592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135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0" name="직선 연결선 389">
                  <a:extLst>
                    <a:ext uri="{FF2B5EF4-FFF2-40B4-BE49-F238E27FC236}">
                      <a16:creationId xmlns:a16="http://schemas.microsoft.com/office/drawing/2014/main" id="{DFC4B1DA-7375-1732-6F2C-B86C549E16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직선 연결선 390">
                  <a:extLst>
                    <a:ext uri="{FF2B5EF4-FFF2-40B4-BE49-F238E27FC236}">
                      <a16:creationId xmlns:a16="http://schemas.microsoft.com/office/drawing/2014/main" id="{FB98A1A1-1DAA-B4CD-89D0-4850A58B5A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43" name="그룹 442">
            <a:extLst>
              <a:ext uri="{FF2B5EF4-FFF2-40B4-BE49-F238E27FC236}">
                <a16:creationId xmlns:a16="http://schemas.microsoft.com/office/drawing/2014/main" id="{D70441F2-F935-7220-D305-283B63929D35}"/>
              </a:ext>
            </a:extLst>
          </p:cNvPr>
          <p:cNvGrpSpPr/>
          <p:nvPr/>
        </p:nvGrpSpPr>
        <p:grpSpPr>
          <a:xfrm>
            <a:off x="8442714" y="2605222"/>
            <a:ext cx="1779001" cy="384658"/>
            <a:chOff x="8442714" y="2605222"/>
            <a:chExt cx="1779001" cy="384658"/>
          </a:xfrm>
        </p:grpSpPr>
        <p:sp>
          <p:nvSpPr>
            <p:cNvPr id="282" name="화살표: 오른쪽 281">
              <a:extLst>
                <a:ext uri="{FF2B5EF4-FFF2-40B4-BE49-F238E27FC236}">
                  <a16:creationId xmlns:a16="http://schemas.microsoft.com/office/drawing/2014/main" id="{236A571D-9CAC-DDB7-6B8C-FD1E2F8E4472}"/>
                </a:ext>
              </a:extLst>
            </p:cNvPr>
            <p:cNvSpPr/>
            <p:nvPr/>
          </p:nvSpPr>
          <p:spPr>
            <a:xfrm>
              <a:off x="8442714" y="262595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3" name="화살표: 오른쪽 282">
              <a:extLst>
                <a:ext uri="{FF2B5EF4-FFF2-40B4-BE49-F238E27FC236}">
                  <a16:creationId xmlns:a16="http://schemas.microsoft.com/office/drawing/2014/main" id="{2663C64D-6408-DA63-5B14-EA037F04BEEF}"/>
                </a:ext>
              </a:extLst>
            </p:cNvPr>
            <p:cNvSpPr/>
            <p:nvPr/>
          </p:nvSpPr>
          <p:spPr>
            <a:xfrm>
              <a:off x="9808484" y="263137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0" name="그룹 399">
              <a:extLst>
                <a:ext uri="{FF2B5EF4-FFF2-40B4-BE49-F238E27FC236}">
                  <a16:creationId xmlns:a16="http://schemas.microsoft.com/office/drawing/2014/main" id="{24B347C4-E6E5-1BD2-BA28-7B507EFD0243}"/>
                </a:ext>
              </a:extLst>
            </p:cNvPr>
            <p:cNvGrpSpPr/>
            <p:nvPr/>
          </p:nvGrpSpPr>
          <p:grpSpPr>
            <a:xfrm>
              <a:off x="8862295" y="2605222"/>
              <a:ext cx="781799" cy="384658"/>
              <a:chOff x="8870910" y="4919718"/>
              <a:chExt cx="781799" cy="384658"/>
            </a:xfrm>
          </p:grpSpPr>
          <p:sp>
            <p:nvSpPr>
              <p:cNvPr id="401" name="곱하기 기호 400">
                <a:extLst>
                  <a:ext uri="{FF2B5EF4-FFF2-40B4-BE49-F238E27FC236}">
                    <a16:creationId xmlns:a16="http://schemas.microsoft.com/office/drawing/2014/main" id="{204A4EDE-CA9B-C0D9-5F1D-4079CEE7BB12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02" name="그룹 401">
                <a:extLst>
                  <a:ext uri="{FF2B5EF4-FFF2-40B4-BE49-F238E27FC236}">
                    <a16:creationId xmlns:a16="http://schemas.microsoft.com/office/drawing/2014/main" id="{8C9CAF4E-63F3-7621-517D-3179C94C4DDF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411" name="직사각형 410">
                  <a:extLst>
                    <a:ext uri="{FF2B5EF4-FFF2-40B4-BE49-F238E27FC236}">
                      <a16:creationId xmlns:a16="http://schemas.microsoft.com/office/drawing/2014/main" id="{8341EE52-9B31-5D0D-8928-A21E5BCC2150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12" name="직선 연결선 411">
                  <a:extLst>
                    <a:ext uri="{FF2B5EF4-FFF2-40B4-BE49-F238E27FC236}">
                      <a16:creationId xmlns:a16="http://schemas.microsoft.com/office/drawing/2014/main" id="{4D4E5902-224D-1DCF-FF73-0ABE7FC14F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3" name="직선 연결선 412">
                  <a:extLst>
                    <a:ext uri="{FF2B5EF4-FFF2-40B4-BE49-F238E27FC236}">
                      <a16:creationId xmlns:a16="http://schemas.microsoft.com/office/drawing/2014/main" id="{8310896C-E90F-8F13-C212-51B1EFF1B7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4" name="직선 연결선 413">
                  <a:extLst>
                    <a:ext uri="{FF2B5EF4-FFF2-40B4-BE49-F238E27FC236}">
                      <a16:creationId xmlns:a16="http://schemas.microsoft.com/office/drawing/2014/main" id="{E519BAC9-D2B5-CD3E-2175-84A4F0A65E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5" name="직선 연결선 414">
                  <a:extLst>
                    <a:ext uri="{FF2B5EF4-FFF2-40B4-BE49-F238E27FC236}">
                      <a16:creationId xmlns:a16="http://schemas.microsoft.com/office/drawing/2014/main" id="{9B7C8991-342E-C281-4E8C-054902F004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직선 연결선 415">
                  <a:extLst>
                    <a:ext uri="{FF2B5EF4-FFF2-40B4-BE49-F238E27FC236}">
                      <a16:creationId xmlns:a16="http://schemas.microsoft.com/office/drawing/2014/main" id="{2CEEE7A0-A9F1-FBFC-3FE4-3D83545A36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7" name="직선 연결선 416">
                  <a:extLst>
                    <a:ext uri="{FF2B5EF4-FFF2-40B4-BE49-F238E27FC236}">
                      <a16:creationId xmlns:a16="http://schemas.microsoft.com/office/drawing/2014/main" id="{1C09161F-D842-6E9C-9531-82E9E977C8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직선 연결선 417">
                  <a:extLst>
                    <a:ext uri="{FF2B5EF4-FFF2-40B4-BE49-F238E27FC236}">
                      <a16:creationId xmlns:a16="http://schemas.microsoft.com/office/drawing/2014/main" id="{CC84D8A0-A418-0DF9-0DCC-28FF301412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3" name="그룹 402">
                <a:extLst>
                  <a:ext uri="{FF2B5EF4-FFF2-40B4-BE49-F238E27FC236}">
                    <a16:creationId xmlns:a16="http://schemas.microsoft.com/office/drawing/2014/main" id="{D95EF4F6-0BCB-F06C-2756-4F6B0DE1B410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404" name="직선 연결선 403">
                  <a:extLst>
                    <a:ext uri="{FF2B5EF4-FFF2-40B4-BE49-F238E27FC236}">
                      <a16:creationId xmlns:a16="http://schemas.microsoft.com/office/drawing/2014/main" id="{BA0C7A16-BAB9-E0BC-EE3B-69C79B4B16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직선 연결선 404">
                  <a:extLst>
                    <a:ext uri="{FF2B5EF4-FFF2-40B4-BE49-F238E27FC236}">
                      <a16:creationId xmlns:a16="http://schemas.microsoft.com/office/drawing/2014/main" id="{5DAAEFC2-3DD1-207F-2C81-B6B3B464C9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직선 연결선 405">
                  <a:extLst>
                    <a:ext uri="{FF2B5EF4-FFF2-40B4-BE49-F238E27FC236}">
                      <a16:creationId xmlns:a16="http://schemas.microsoft.com/office/drawing/2014/main" id="{4BD1EA26-629C-DD68-C4B1-62238518E7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7" name="직선 연결선 406">
                  <a:extLst>
                    <a:ext uri="{FF2B5EF4-FFF2-40B4-BE49-F238E27FC236}">
                      <a16:creationId xmlns:a16="http://schemas.microsoft.com/office/drawing/2014/main" id="{604908A1-7C7E-1C2E-203A-231C938738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직선 연결선 407">
                  <a:extLst>
                    <a:ext uri="{FF2B5EF4-FFF2-40B4-BE49-F238E27FC236}">
                      <a16:creationId xmlns:a16="http://schemas.microsoft.com/office/drawing/2014/main" id="{083E29DC-215A-A756-B804-BC20D780B8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9" name="직선 연결선 408">
                  <a:extLst>
                    <a:ext uri="{FF2B5EF4-FFF2-40B4-BE49-F238E27FC236}">
                      <a16:creationId xmlns:a16="http://schemas.microsoft.com/office/drawing/2014/main" id="{4743AAA7-570B-15E4-D739-BFFAA0C021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직선 연결선 409">
                  <a:extLst>
                    <a:ext uri="{FF2B5EF4-FFF2-40B4-BE49-F238E27FC236}">
                      <a16:creationId xmlns:a16="http://schemas.microsoft.com/office/drawing/2014/main" id="{9547ECDE-3B59-1DF1-D3F4-A404F601B7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44" name="그룹 443">
            <a:extLst>
              <a:ext uri="{FF2B5EF4-FFF2-40B4-BE49-F238E27FC236}">
                <a16:creationId xmlns:a16="http://schemas.microsoft.com/office/drawing/2014/main" id="{5048DEAD-B27A-799A-61CA-3CA258FB38CA}"/>
              </a:ext>
            </a:extLst>
          </p:cNvPr>
          <p:cNvGrpSpPr/>
          <p:nvPr/>
        </p:nvGrpSpPr>
        <p:grpSpPr>
          <a:xfrm>
            <a:off x="8449064" y="2142323"/>
            <a:ext cx="1779001" cy="384658"/>
            <a:chOff x="8449064" y="2142323"/>
            <a:chExt cx="1779001" cy="384658"/>
          </a:xfrm>
        </p:grpSpPr>
        <p:sp>
          <p:nvSpPr>
            <p:cNvPr id="279" name="화살표: 오른쪽 278">
              <a:extLst>
                <a:ext uri="{FF2B5EF4-FFF2-40B4-BE49-F238E27FC236}">
                  <a16:creationId xmlns:a16="http://schemas.microsoft.com/office/drawing/2014/main" id="{55F4E3CE-4023-1F43-CA5B-574240A0FE84}"/>
                </a:ext>
              </a:extLst>
            </p:cNvPr>
            <p:cNvSpPr/>
            <p:nvPr/>
          </p:nvSpPr>
          <p:spPr>
            <a:xfrm>
              <a:off x="8449064" y="216315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0" name="화살표: 오른쪽 279">
              <a:extLst>
                <a:ext uri="{FF2B5EF4-FFF2-40B4-BE49-F238E27FC236}">
                  <a16:creationId xmlns:a16="http://schemas.microsoft.com/office/drawing/2014/main" id="{92A4D74D-23EA-4EAD-B49E-CA37ECCC9E2D}"/>
                </a:ext>
              </a:extLst>
            </p:cNvPr>
            <p:cNvSpPr/>
            <p:nvPr/>
          </p:nvSpPr>
          <p:spPr>
            <a:xfrm>
              <a:off x="9814834" y="216857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9" name="그룹 418">
              <a:extLst>
                <a:ext uri="{FF2B5EF4-FFF2-40B4-BE49-F238E27FC236}">
                  <a16:creationId xmlns:a16="http://schemas.microsoft.com/office/drawing/2014/main" id="{15EB048E-0FD8-C5A6-83AB-E4EA1E83AE4E}"/>
                </a:ext>
              </a:extLst>
            </p:cNvPr>
            <p:cNvGrpSpPr/>
            <p:nvPr/>
          </p:nvGrpSpPr>
          <p:grpSpPr>
            <a:xfrm>
              <a:off x="8869669" y="2142323"/>
              <a:ext cx="781799" cy="384658"/>
              <a:chOff x="8870910" y="4919718"/>
              <a:chExt cx="781799" cy="384658"/>
            </a:xfrm>
          </p:grpSpPr>
          <p:sp>
            <p:nvSpPr>
              <p:cNvPr id="420" name="곱하기 기호 419">
                <a:extLst>
                  <a:ext uri="{FF2B5EF4-FFF2-40B4-BE49-F238E27FC236}">
                    <a16:creationId xmlns:a16="http://schemas.microsoft.com/office/drawing/2014/main" id="{AF81D531-380E-1033-5714-B5DE9B0571DE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21" name="그룹 420">
                <a:extLst>
                  <a:ext uri="{FF2B5EF4-FFF2-40B4-BE49-F238E27FC236}">
                    <a16:creationId xmlns:a16="http://schemas.microsoft.com/office/drawing/2014/main" id="{F7AFCD3E-B5C6-E974-2647-1392B237BCD8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430" name="직사각형 429">
                  <a:extLst>
                    <a:ext uri="{FF2B5EF4-FFF2-40B4-BE49-F238E27FC236}">
                      <a16:creationId xmlns:a16="http://schemas.microsoft.com/office/drawing/2014/main" id="{02C033AE-C0AB-5BAE-559E-7030D1EBC482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31" name="직선 연결선 430">
                  <a:extLst>
                    <a:ext uri="{FF2B5EF4-FFF2-40B4-BE49-F238E27FC236}">
                      <a16:creationId xmlns:a16="http://schemas.microsoft.com/office/drawing/2014/main" id="{40C27629-686E-35C8-C4A9-33A8980977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2" name="직선 연결선 431">
                  <a:extLst>
                    <a:ext uri="{FF2B5EF4-FFF2-40B4-BE49-F238E27FC236}">
                      <a16:creationId xmlns:a16="http://schemas.microsoft.com/office/drawing/2014/main" id="{95E80CA4-4FFC-6E52-C60D-7F37CFBE71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직선 연결선 432">
                  <a:extLst>
                    <a:ext uri="{FF2B5EF4-FFF2-40B4-BE49-F238E27FC236}">
                      <a16:creationId xmlns:a16="http://schemas.microsoft.com/office/drawing/2014/main" id="{EA286F9A-2215-88B9-5E15-350D756326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4" name="직선 연결선 433">
                  <a:extLst>
                    <a:ext uri="{FF2B5EF4-FFF2-40B4-BE49-F238E27FC236}">
                      <a16:creationId xmlns:a16="http://schemas.microsoft.com/office/drawing/2014/main" id="{E5F52223-02A4-E21A-1A93-C8E1BB6682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직선 연결선 434">
                  <a:extLst>
                    <a:ext uri="{FF2B5EF4-FFF2-40B4-BE49-F238E27FC236}">
                      <a16:creationId xmlns:a16="http://schemas.microsoft.com/office/drawing/2014/main" id="{73EC1A5B-9C9E-5B8C-0D4A-FB6158611E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직선 연결선 435">
                  <a:extLst>
                    <a:ext uri="{FF2B5EF4-FFF2-40B4-BE49-F238E27FC236}">
                      <a16:creationId xmlns:a16="http://schemas.microsoft.com/office/drawing/2014/main" id="{3CC803C6-0EE8-FEFF-A728-23860749CE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직선 연결선 436">
                  <a:extLst>
                    <a:ext uri="{FF2B5EF4-FFF2-40B4-BE49-F238E27FC236}">
                      <a16:creationId xmlns:a16="http://schemas.microsoft.com/office/drawing/2014/main" id="{ABBF73BE-B54F-F6E2-F049-D024A075AF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2" name="그룹 421">
                <a:extLst>
                  <a:ext uri="{FF2B5EF4-FFF2-40B4-BE49-F238E27FC236}">
                    <a16:creationId xmlns:a16="http://schemas.microsoft.com/office/drawing/2014/main" id="{5C46B4CF-AE85-C667-27A0-E02BAAF1ED06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423" name="직선 연결선 422">
                  <a:extLst>
                    <a:ext uri="{FF2B5EF4-FFF2-40B4-BE49-F238E27FC236}">
                      <a16:creationId xmlns:a16="http://schemas.microsoft.com/office/drawing/2014/main" id="{592324B3-B3A5-8659-4494-225268E9B4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4" name="직선 연결선 423">
                  <a:extLst>
                    <a:ext uri="{FF2B5EF4-FFF2-40B4-BE49-F238E27FC236}">
                      <a16:creationId xmlns:a16="http://schemas.microsoft.com/office/drawing/2014/main" id="{11713980-98D5-F161-F3B1-E247C35E2C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직선 연결선 424">
                  <a:extLst>
                    <a:ext uri="{FF2B5EF4-FFF2-40B4-BE49-F238E27FC236}">
                      <a16:creationId xmlns:a16="http://schemas.microsoft.com/office/drawing/2014/main" id="{A4AFE57D-AC71-A870-E6A5-7373B0DACC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직선 연결선 425">
                  <a:extLst>
                    <a:ext uri="{FF2B5EF4-FFF2-40B4-BE49-F238E27FC236}">
                      <a16:creationId xmlns:a16="http://schemas.microsoft.com/office/drawing/2014/main" id="{03B1CCD8-2201-98A1-482E-78BDA40C80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직선 연결선 426">
                  <a:extLst>
                    <a:ext uri="{FF2B5EF4-FFF2-40B4-BE49-F238E27FC236}">
                      <a16:creationId xmlns:a16="http://schemas.microsoft.com/office/drawing/2014/main" id="{07457B20-2530-B6FE-E52F-F05C693DE5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8" name="직선 연결선 427">
                  <a:extLst>
                    <a:ext uri="{FF2B5EF4-FFF2-40B4-BE49-F238E27FC236}">
                      <a16:creationId xmlns:a16="http://schemas.microsoft.com/office/drawing/2014/main" id="{0FEA2D58-F1B0-15B8-C066-6D0624BF87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직선 연결선 428">
                  <a:extLst>
                    <a:ext uri="{FF2B5EF4-FFF2-40B4-BE49-F238E27FC236}">
                      <a16:creationId xmlns:a16="http://schemas.microsoft.com/office/drawing/2014/main" id="{C870804E-CF08-C7CE-1628-F1ECB8441C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960671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71D9-1124-2BBD-1FE7-9F79D9CB4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EB615E-DFBA-B302-F201-00A578C9A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/>
              <a:t>1</a:t>
            </a:r>
            <a:r>
              <a:rPr lang="ko-KR" altLang="en-US" dirty="0"/>
              <a:t>차</a:t>
            </a:r>
            <a:r>
              <a:rPr lang="en-US" altLang="ko-KR" dirty="0"/>
              <a:t> Solution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EE348F-D31C-6F79-4E64-409085FC3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26F25693-CB32-4F93-5B41-0E4DC4AC73A8}"/>
              </a:ext>
            </a:extLst>
          </p:cNvPr>
          <p:cNvSpPr/>
          <p:nvPr/>
        </p:nvSpPr>
        <p:spPr>
          <a:xfrm>
            <a:off x="1147675" y="1686708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77E723-0EAD-048D-68D6-159B686E9EC2}"/>
              </a:ext>
            </a:extLst>
          </p:cNvPr>
          <p:cNvSpPr txBox="1"/>
          <p:nvPr/>
        </p:nvSpPr>
        <p:spPr>
          <a:xfrm>
            <a:off x="187206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8B7E0638-31AD-314C-B7DA-C42201469650}"/>
              </a:ext>
            </a:extLst>
          </p:cNvPr>
          <p:cNvSpPr/>
          <p:nvPr/>
        </p:nvSpPr>
        <p:spPr>
          <a:xfrm>
            <a:off x="1154025" y="35705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A12BAD-C7B2-78D8-486B-EB8170C04707}"/>
              </a:ext>
            </a:extLst>
          </p:cNvPr>
          <p:cNvSpPr txBox="1"/>
          <p:nvPr/>
        </p:nvSpPr>
        <p:spPr>
          <a:xfrm>
            <a:off x="80270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AA5780-61AD-7965-06FA-A8A419108D8E}"/>
              </a:ext>
            </a:extLst>
          </p:cNvPr>
          <p:cNvSpPr txBox="1"/>
          <p:nvPr/>
        </p:nvSpPr>
        <p:spPr>
          <a:xfrm>
            <a:off x="4428670" y="5541708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Poseidon Solution – Full Round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A1C118B-1D96-B41C-A68D-9D7B95E0E3C1}"/>
              </a:ext>
            </a:extLst>
          </p:cNvPr>
          <p:cNvGrpSpPr/>
          <p:nvPr/>
        </p:nvGrpSpPr>
        <p:grpSpPr>
          <a:xfrm>
            <a:off x="1408734" y="1617919"/>
            <a:ext cx="1100873" cy="3677518"/>
            <a:chOff x="1726234" y="1617919"/>
            <a:chExt cx="1100873" cy="3677518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65A3D045-96E4-30E7-2C93-354BC4AAAC1C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0C4C9980-7252-5D92-80DD-50764874AEF3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A9FAE850-F17F-2BF0-4045-3A78551F0084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E51BF188-2F12-66F7-5BD8-98E292FF7508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ED8EFE2B-0CC6-F893-414B-BB0F105DCA77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12EFD5EE-DFE4-F706-D58E-6226981980CE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306FED77-AC02-C305-3611-30E27682CA58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300171EB-65A6-1F5B-43E3-B10B44007059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5A719BE8-DC6E-A9A2-FD6C-F8A639F38DA1}"/>
              </a:ext>
            </a:extLst>
          </p:cNvPr>
          <p:cNvGrpSpPr/>
          <p:nvPr/>
        </p:nvGrpSpPr>
        <p:grpSpPr>
          <a:xfrm>
            <a:off x="4047447" y="1613968"/>
            <a:ext cx="1100873" cy="3677518"/>
            <a:chOff x="1726234" y="1617919"/>
            <a:chExt cx="1100873" cy="3677518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40DB936-44B1-4818-D9C5-BF3B19FA2975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EFBE5854-262F-334E-23C7-AB88F9844285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9C3454A6-90CD-3963-EFC9-99BB0CFB6010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0AF0107B-9507-6102-C137-0D6EE154F999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40FD80D9-B887-0215-2CAC-EAC3BE603323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2CA21B7B-EC4A-C67B-6DE0-2EF158DED068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5E49E76E-6AAF-C9BC-D924-AFAA261186A2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931D5319-5821-85ED-5134-33A06655B915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DD002E01-EDAB-4647-50BB-F5C2D105DCFE}"/>
              </a:ext>
            </a:extLst>
          </p:cNvPr>
          <p:cNvGrpSpPr/>
          <p:nvPr/>
        </p:nvGrpSpPr>
        <p:grpSpPr>
          <a:xfrm>
            <a:off x="7076676" y="1613308"/>
            <a:ext cx="1100873" cy="3677518"/>
            <a:chOff x="1726234" y="1617919"/>
            <a:chExt cx="1100873" cy="3677518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55614BA9-1D02-1953-6054-5488BC948393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FD1096C2-4765-3B47-27B7-B13A94FE8263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02181F48-9404-526C-E48E-6F249772ECEF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C20F9A82-1962-6D83-81A1-733612B4183B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06E5EE0D-4BC3-A7B9-E07A-496725DF9372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8D29FAE5-D1C4-DE23-10A7-5E152ACC0758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237F8FF8-F070-3AE4-85BC-18D83A23EF30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B0F150D7-09E5-741B-5968-D4D5D9D1CE5D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91507EA3-8BE2-DAAC-8444-52F0898663FE}"/>
              </a:ext>
            </a:extLst>
          </p:cNvPr>
          <p:cNvGrpSpPr/>
          <p:nvPr/>
        </p:nvGrpSpPr>
        <p:grpSpPr>
          <a:xfrm>
            <a:off x="10394553" y="1613968"/>
            <a:ext cx="1100873" cy="3677518"/>
            <a:chOff x="1726234" y="1617919"/>
            <a:chExt cx="1100873" cy="3677518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F262769A-EAA4-094A-FFEE-EE16E208203D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4F30F0C1-B64F-3502-784C-B6313B187059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0EDBF69-0D21-448C-497C-30AF814198D8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A5FAA2F8-6A9F-9EAA-3D59-754F0824E9EA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44DEB8F8-410B-D975-0DA7-E38AE4DAE563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EB23CC34-B051-CCED-A2FD-9323ACC82762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09179D78-DA8F-D575-543E-633237F0366C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AC41331E-DB62-5AC0-3338-114531EDE8AF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1DC5243F-81D9-DCA4-FCD4-F1D64CDEA78B}"/>
              </a:ext>
            </a:extLst>
          </p:cNvPr>
          <p:cNvSpPr txBox="1"/>
          <p:nvPr/>
        </p:nvSpPr>
        <p:spPr>
          <a:xfrm>
            <a:off x="9077568" y="5330141"/>
            <a:ext cx="7445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8x8</a:t>
            </a:r>
            <a:r>
              <a:rPr lang="ko-KR" altLang="en-US" sz="1100" dirty="0"/>
              <a:t> 행렬</a:t>
            </a:r>
            <a:endParaRPr lang="en-US" altLang="ko-KR" sz="1100" dirty="0"/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BC0666BC-DF2A-5608-041D-8511F9527531}"/>
              </a:ext>
            </a:extLst>
          </p:cNvPr>
          <p:cNvGrpSpPr/>
          <p:nvPr/>
        </p:nvGrpSpPr>
        <p:grpSpPr>
          <a:xfrm>
            <a:off x="2563651" y="1684507"/>
            <a:ext cx="1429751" cy="3557614"/>
            <a:chOff x="2875654" y="1684507"/>
            <a:chExt cx="1429751" cy="3557614"/>
          </a:xfrm>
        </p:grpSpPr>
        <p:grpSp>
          <p:nvGrpSpPr>
            <p:cNvPr id="232" name="그룹 231">
              <a:extLst>
                <a:ext uri="{FF2B5EF4-FFF2-40B4-BE49-F238E27FC236}">
                  <a16:creationId xmlns:a16="http://schemas.microsoft.com/office/drawing/2014/main" id="{A22F1188-51DB-A2B7-37FA-0136DBCA048B}"/>
                </a:ext>
              </a:extLst>
            </p:cNvPr>
            <p:cNvGrpSpPr/>
            <p:nvPr/>
          </p:nvGrpSpPr>
          <p:grpSpPr>
            <a:xfrm>
              <a:off x="2875654" y="3998502"/>
              <a:ext cx="1423401" cy="318020"/>
              <a:chOff x="2875809" y="4929521"/>
              <a:chExt cx="1423401" cy="318020"/>
            </a:xfrm>
          </p:grpSpPr>
          <p:sp>
            <p:nvSpPr>
              <p:cNvPr id="233" name="화살표: 오른쪽 232">
                <a:extLst>
                  <a:ext uri="{FF2B5EF4-FFF2-40B4-BE49-F238E27FC236}">
                    <a16:creationId xmlns:a16="http://schemas.microsoft.com/office/drawing/2014/main" id="{9B7784D1-088D-23AA-E563-663147288E3A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" name="화살표: 오른쪽 233">
                <a:extLst>
                  <a:ext uri="{FF2B5EF4-FFF2-40B4-BE49-F238E27FC236}">
                    <a16:creationId xmlns:a16="http://schemas.microsoft.com/office/drawing/2014/main" id="{9D6D257C-604A-CAFC-7674-F95BFC28D3B2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35" name="사다리꼴 234">
                <a:extLst>
                  <a:ext uri="{FF2B5EF4-FFF2-40B4-BE49-F238E27FC236}">
                    <a16:creationId xmlns:a16="http://schemas.microsoft.com/office/drawing/2014/main" id="{2588D614-C606-9172-F3B4-061EE9A66D94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36" name="그룹 235">
              <a:extLst>
                <a:ext uri="{FF2B5EF4-FFF2-40B4-BE49-F238E27FC236}">
                  <a16:creationId xmlns:a16="http://schemas.microsoft.com/office/drawing/2014/main" id="{F27F2178-F19A-DA7C-D5B2-2A7DF2CB4E02}"/>
                </a:ext>
              </a:extLst>
            </p:cNvPr>
            <p:cNvGrpSpPr/>
            <p:nvPr/>
          </p:nvGrpSpPr>
          <p:grpSpPr>
            <a:xfrm>
              <a:off x="2880177" y="1684507"/>
              <a:ext cx="1423401" cy="318020"/>
              <a:chOff x="2875809" y="4929521"/>
              <a:chExt cx="1423401" cy="318020"/>
            </a:xfrm>
          </p:grpSpPr>
          <p:sp>
            <p:nvSpPr>
              <p:cNvPr id="237" name="화살표: 오른쪽 236">
                <a:extLst>
                  <a:ext uri="{FF2B5EF4-FFF2-40B4-BE49-F238E27FC236}">
                    <a16:creationId xmlns:a16="http://schemas.microsoft.com/office/drawing/2014/main" id="{15C7DDDD-782C-EF01-F002-C5E18C13E9D0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" name="화살표: 오른쪽 237">
                <a:extLst>
                  <a:ext uri="{FF2B5EF4-FFF2-40B4-BE49-F238E27FC236}">
                    <a16:creationId xmlns:a16="http://schemas.microsoft.com/office/drawing/2014/main" id="{DA24423C-946F-D145-05B2-7069599C4D9A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" name="사다리꼴 238">
                <a:extLst>
                  <a:ext uri="{FF2B5EF4-FFF2-40B4-BE49-F238E27FC236}">
                    <a16:creationId xmlns:a16="http://schemas.microsoft.com/office/drawing/2014/main" id="{8A1E024E-8552-B290-EAB9-21D820C07D38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40" name="그룹 239">
              <a:extLst>
                <a:ext uri="{FF2B5EF4-FFF2-40B4-BE49-F238E27FC236}">
                  <a16:creationId xmlns:a16="http://schemas.microsoft.com/office/drawing/2014/main" id="{C85398E9-5045-9292-7161-0D666454AC04}"/>
                </a:ext>
              </a:extLst>
            </p:cNvPr>
            <p:cNvGrpSpPr/>
            <p:nvPr/>
          </p:nvGrpSpPr>
          <p:grpSpPr>
            <a:xfrm>
              <a:off x="2877951" y="4461301"/>
              <a:ext cx="1423401" cy="318020"/>
              <a:chOff x="2875809" y="4929521"/>
              <a:chExt cx="1423401" cy="318020"/>
            </a:xfrm>
          </p:grpSpPr>
          <p:sp>
            <p:nvSpPr>
              <p:cNvPr id="241" name="화살표: 오른쪽 240">
                <a:extLst>
                  <a:ext uri="{FF2B5EF4-FFF2-40B4-BE49-F238E27FC236}">
                    <a16:creationId xmlns:a16="http://schemas.microsoft.com/office/drawing/2014/main" id="{0B7D3EDA-F33E-49EC-0CEB-6F4A82161543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" name="화살표: 오른쪽 241">
                <a:extLst>
                  <a:ext uri="{FF2B5EF4-FFF2-40B4-BE49-F238E27FC236}">
                    <a16:creationId xmlns:a16="http://schemas.microsoft.com/office/drawing/2014/main" id="{64CA2E25-2CE4-8E90-2C3C-F0ACA582E94D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" name="사다리꼴 242">
                <a:extLst>
                  <a:ext uri="{FF2B5EF4-FFF2-40B4-BE49-F238E27FC236}">
                    <a16:creationId xmlns:a16="http://schemas.microsoft.com/office/drawing/2014/main" id="{3616A572-45DF-3ED6-DD6D-3BF7E63F8191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44" name="그룹 243">
              <a:extLst>
                <a:ext uri="{FF2B5EF4-FFF2-40B4-BE49-F238E27FC236}">
                  <a16:creationId xmlns:a16="http://schemas.microsoft.com/office/drawing/2014/main" id="{C52A8877-A1F1-F083-3508-6776C6E65D63}"/>
                </a:ext>
              </a:extLst>
            </p:cNvPr>
            <p:cNvGrpSpPr/>
            <p:nvPr/>
          </p:nvGrpSpPr>
          <p:grpSpPr>
            <a:xfrm>
              <a:off x="2875654" y="4924101"/>
              <a:ext cx="1423401" cy="318020"/>
              <a:chOff x="2875809" y="4929521"/>
              <a:chExt cx="1423401" cy="318020"/>
            </a:xfrm>
          </p:grpSpPr>
          <p:sp>
            <p:nvSpPr>
              <p:cNvPr id="245" name="화살표: 오른쪽 244">
                <a:extLst>
                  <a:ext uri="{FF2B5EF4-FFF2-40B4-BE49-F238E27FC236}">
                    <a16:creationId xmlns:a16="http://schemas.microsoft.com/office/drawing/2014/main" id="{06E47D58-1100-EB4F-0AD4-70360939B85C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6" name="화살표: 오른쪽 245">
                <a:extLst>
                  <a:ext uri="{FF2B5EF4-FFF2-40B4-BE49-F238E27FC236}">
                    <a16:creationId xmlns:a16="http://schemas.microsoft.com/office/drawing/2014/main" id="{DA942890-0EE0-4B85-18EB-B9215A85D7D3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" name="사다리꼴 246">
                <a:extLst>
                  <a:ext uri="{FF2B5EF4-FFF2-40B4-BE49-F238E27FC236}">
                    <a16:creationId xmlns:a16="http://schemas.microsoft.com/office/drawing/2014/main" id="{73AD3827-20EA-886B-F85B-CE6DBBD51BA8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48" name="그룹 247">
              <a:extLst>
                <a:ext uri="{FF2B5EF4-FFF2-40B4-BE49-F238E27FC236}">
                  <a16:creationId xmlns:a16="http://schemas.microsoft.com/office/drawing/2014/main" id="{A155402B-0DE5-6E52-92B3-BA5D1110CEE3}"/>
                </a:ext>
              </a:extLst>
            </p:cNvPr>
            <p:cNvGrpSpPr/>
            <p:nvPr/>
          </p:nvGrpSpPr>
          <p:grpSpPr>
            <a:xfrm>
              <a:off x="2875654" y="3535703"/>
              <a:ext cx="1423401" cy="318020"/>
              <a:chOff x="2875809" y="4929521"/>
              <a:chExt cx="1423401" cy="318020"/>
            </a:xfrm>
          </p:grpSpPr>
          <p:sp>
            <p:nvSpPr>
              <p:cNvPr id="249" name="화살표: 오른쪽 248">
                <a:extLst>
                  <a:ext uri="{FF2B5EF4-FFF2-40B4-BE49-F238E27FC236}">
                    <a16:creationId xmlns:a16="http://schemas.microsoft.com/office/drawing/2014/main" id="{ABC511BD-29EE-E087-A153-746B676D826A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0" name="화살표: 오른쪽 249">
                <a:extLst>
                  <a:ext uri="{FF2B5EF4-FFF2-40B4-BE49-F238E27FC236}">
                    <a16:creationId xmlns:a16="http://schemas.microsoft.com/office/drawing/2014/main" id="{9A10DC4F-FB47-C9EB-B894-9E9C6F7F1978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" name="사다리꼴 250">
                <a:extLst>
                  <a:ext uri="{FF2B5EF4-FFF2-40B4-BE49-F238E27FC236}">
                    <a16:creationId xmlns:a16="http://schemas.microsoft.com/office/drawing/2014/main" id="{61DE8F68-934B-69D0-9E51-A02D3D6AC99C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52" name="그룹 251">
              <a:extLst>
                <a:ext uri="{FF2B5EF4-FFF2-40B4-BE49-F238E27FC236}">
                  <a16:creationId xmlns:a16="http://schemas.microsoft.com/office/drawing/2014/main" id="{4DFB9ABB-BC9E-1290-3DD6-1A9B676F6B4C}"/>
                </a:ext>
              </a:extLst>
            </p:cNvPr>
            <p:cNvGrpSpPr/>
            <p:nvPr/>
          </p:nvGrpSpPr>
          <p:grpSpPr>
            <a:xfrm>
              <a:off x="2875654" y="3072904"/>
              <a:ext cx="1423401" cy="318020"/>
              <a:chOff x="2875809" y="4929521"/>
              <a:chExt cx="1423401" cy="318020"/>
            </a:xfrm>
          </p:grpSpPr>
          <p:sp>
            <p:nvSpPr>
              <p:cNvPr id="253" name="화살표: 오른쪽 252">
                <a:extLst>
                  <a:ext uri="{FF2B5EF4-FFF2-40B4-BE49-F238E27FC236}">
                    <a16:creationId xmlns:a16="http://schemas.microsoft.com/office/drawing/2014/main" id="{C8BDDE25-EC2F-21AC-AD7D-F9803414D178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4" name="화살표: 오른쪽 253">
                <a:extLst>
                  <a:ext uri="{FF2B5EF4-FFF2-40B4-BE49-F238E27FC236}">
                    <a16:creationId xmlns:a16="http://schemas.microsoft.com/office/drawing/2014/main" id="{FA443558-D73B-DAF1-63C1-D16B9C1D7519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5" name="사다리꼴 254">
                <a:extLst>
                  <a:ext uri="{FF2B5EF4-FFF2-40B4-BE49-F238E27FC236}">
                    <a16:creationId xmlns:a16="http://schemas.microsoft.com/office/drawing/2014/main" id="{3D2AA092-ABE9-1083-667D-0E102FDD355F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56" name="그룹 255">
              <a:extLst>
                <a:ext uri="{FF2B5EF4-FFF2-40B4-BE49-F238E27FC236}">
                  <a16:creationId xmlns:a16="http://schemas.microsoft.com/office/drawing/2014/main" id="{A1595A62-3CF4-DF35-FB6D-3FB490FC5EB8}"/>
                </a:ext>
              </a:extLst>
            </p:cNvPr>
            <p:cNvGrpSpPr/>
            <p:nvPr/>
          </p:nvGrpSpPr>
          <p:grpSpPr>
            <a:xfrm>
              <a:off x="2875654" y="2610105"/>
              <a:ext cx="1423401" cy="318020"/>
              <a:chOff x="2875809" y="4929521"/>
              <a:chExt cx="1423401" cy="318020"/>
            </a:xfrm>
          </p:grpSpPr>
          <p:sp>
            <p:nvSpPr>
              <p:cNvPr id="257" name="화살표: 오른쪽 256">
                <a:extLst>
                  <a:ext uri="{FF2B5EF4-FFF2-40B4-BE49-F238E27FC236}">
                    <a16:creationId xmlns:a16="http://schemas.microsoft.com/office/drawing/2014/main" id="{27273A77-6138-D5B8-AAA6-DC81EEFA912D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8" name="화살표: 오른쪽 257">
                <a:extLst>
                  <a:ext uri="{FF2B5EF4-FFF2-40B4-BE49-F238E27FC236}">
                    <a16:creationId xmlns:a16="http://schemas.microsoft.com/office/drawing/2014/main" id="{2E3E7FA8-A3F1-6EAB-D9D1-B94F64B28AE2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9" name="사다리꼴 258">
                <a:extLst>
                  <a:ext uri="{FF2B5EF4-FFF2-40B4-BE49-F238E27FC236}">
                    <a16:creationId xmlns:a16="http://schemas.microsoft.com/office/drawing/2014/main" id="{DEAF3E26-822A-1228-312C-365FC60BCA7C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60" name="그룹 259">
              <a:extLst>
                <a:ext uri="{FF2B5EF4-FFF2-40B4-BE49-F238E27FC236}">
                  <a16:creationId xmlns:a16="http://schemas.microsoft.com/office/drawing/2014/main" id="{6EC90EA0-8646-9A97-E49A-68160A97E4B9}"/>
                </a:ext>
              </a:extLst>
            </p:cNvPr>
            <p:cNvGrpSpPr/>
            <p:nvPr/>
          </p:nvGrpSpPr>
          <p:grpSpPr>
            <a:xfrm>
              <a:off x="2882004" y="2147306"/>
              <a:ext cx="1423401" cy="318020"/>
              <a:chOff x="2875809" y="4929521"/>
              <a:chExt cx="1423401" cy="318020"/>
            </a:xfrm>
          </p:grpSpPr>
          <p:sp>
            <p:nvSpPr>
              <p:cNvPr id="261" name="화살표: 오른쪽 260">
                <a:extLst>
                  <a:ext uri="{FF2B5EF4-FFF2-40B4-BE49-F238E27FC236}">
                    <a16:creationId xmlns:a16="http://schemas.microsoft.com/office/drawing/2014/main" id="{D2334B54-9F76-2FFD-653A-6C3AEF30C8B4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2" name="화살표: 오른쪽 261">
                <a:extLst>
                  <a:ext uri="{FF2B5EF4-FFF2-40B4-BE49-F238E27FC236}">
                    <a16:creationId xmlns:a16="http://schemas.microsoft.com/office/drawing/2014/main" id="{5C5D8515-61BC-2974-1D6C-C513B62C363C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3" name="사다리꼴 262">
                <a:extLst>
                  <a:ext uri="{FF2B5EF4-FFF2-40B4-BE49-F238E27FC236}">
                    <a16:creationId xmlns:a16="http://schemas.microsoft.com/office/drawing/2014/main" id="{280944B4-F8A3-802A-0DB6-583247F84F11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</p:grp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8E142474-4BC5-6C41-B308-5C1745467A63}"/>
              </a:ext>
            </a:extLst>
          </p:cNvPr>
          <p:cNvCxnSpPr>
            <a:cxnSpLocks/>
            <a:stCxn id="268" idx="2"/>
          </p:cNvCxnSpPr>
          <p:nvPr/>
        </p:nvCxnSpPr>
        <p:spPr>
          <a:xfrm>
            <a:off x="3263900" y="1368925"/>
            <a:ext cx="0" cy="347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E42C977D-5A02-AEF7-CB95-8E98DB7B6099}"/>
              </a:ext>
            </a:extLst>
          </p:cNvPr>
          <p:cNvSpPr txBox="1"/>
          <p:nvPr/>
        </p:nvSpPr>
        <p:spPr>
          <a:xfrm>
            <a:off x="2612346" y="1091926"/>
            <a:ext cx="1303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Constant matrix</a:t>
            </a:r>
            <a:endParaRPr lang="ko-KR" altLang="en-US" sz="1200" dirty="0"/>
          </a:p>
        </p:txBody>
      </p:sp>
      <p:grpSp>
        <p:nvGrpSpPr>
          <p:cNvPr id="440" name="그룹 439">
            <a:extLst>
              <a:ext uri="{FF2B5EF4-FFF2-40B4-BE49-F238E27FC236}">
                <a16:creationId xmlns:a16="http://schemas.microsoft.com/office/drawing/2014/main" id="{A49B8378-85D7-76DD-9950-7D97BAFCB387}"/>
              </a:ext>
            </a:extLst>
          </p:cNvPr>
          <p:cNvGrpSpPr/>
          <p:nvPr/>
        </p:nvGrpSpPr>
        <p:grpSpPr>
          <a:xfrm>
            <a:off x="8442714" y="4014355"/>
            <a:ext cx="1779001" cy="312600"/>
            <a:chOff x="8442714" y="4014355"/>
            <a:chExt cx="1779001" cy="312600"/>
          </a:xfrm>
        </p:grpSpPr>
        <p:sp>
          <p:nvSpPr>
            <p:cNvPr id="300" name="화살표: 오른쪽 299">
              <a:extLst>
                <a:ext uri="{FF2B5EF4-FFF2-40B4-BE49-F238E27FC236}">
                  <a16:creationId xmlns:a16="http://schemas.microsoft.com/office/drawing/2014/main" id="{2D7700D0-840A-E122-C334-8C7C80987C3D}"/>
                </a:ext>
              </a:extLst>
            </p:cNvPr>
            <p:cNvSpPr/>
            <p:nvPr/>
          </p:nvSpPr>
          <p:spPr>
            <a:xfrm>
              <a:off x="8442714" y="4014355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1" name="화살표: 오른쪽 300">
              <a:extLst>
                <a:ext uri="{FF2B5EF4-FFF2-40B4-BE49-F238E27FC236}">
                  <a16:creationId xmlns:a16="http://schemas.microsoft.com/office/drawing/2014/main" id="{0942BA2B-C98A-86F9-1232-8251CC20BF38}"/>
                </a:ext>
              </a:extLst>
            </p:cNvPr>
            <p:cNvSpPr/>
            <p:nvPr/>
          </p:nvSpPr>
          <p:spPr>
            <a:xfrm>
              <a:off x="9808484" y="4019773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38" name="그룹 437">
            <a:extLst>
              <a:ext uri="{FF2B5EF4-FFF2-40B4-BE49-F238E27FC236}">
                <a16:creationId xmlns:a16="http://schemas.microsoft.com/office/drawing/2014/main" id="{C25B4F54-F868-7E36-4E24-C7E08FD464B5}"/>
              </a:ext>
            </a:extLst>
          </p:cNvPr>
          <p:cNvGrpSpPr/>
          <p:nvPr/>
        </p:nvGrpSpPr>
        <p:grpSpPr>
          <a:xfrm>
            <a:off x="8442714" y="4919718"/>
            <a:ext cx="1779001" cy="384658"/>
            <a:chOff x="8442714" y="4919718"/>
            <a:chExt cx="1779001" cy="384658"/>
          </a:xfrm>
        </p:grpSpPr>
        <p:grpSp>
          <p:nvGrpSpPr>
            <p:cNvPr id="304" name="그룹 303">
              <a:extLst>
                <a:ext uri="{FF2B5EF4-FFF2-40B4-BE49-F238E27FC236}">
                  <a16:creationId xmlns:a16="http://schemas.microsoft.com/office/drawing/2014/main" id="{9E760777-4D6B-E32A-3AE3-5C10649E4FCF}"/>
                </a:ext>
              </a:extLst>
            </p:cNvPr>
            <p:cNvGrpSpPr/>
            <p:nvPr/>
          </p:nvGrpSpPr>
          <p:grpSpPr>
            <a:xfrm>
              <a:off x="8870910" y="4919718"/>
              <a:ext cx="781799" cy="384658"/>
              <a:chOff x="8870910" y="4919718"/>
              <a:chExt cx="781799" cy="384658"/>
            </a:xfrm>
          </p:grpSpPr>
          <p:sp>
            <p:nvSpPr>
              <p:cNvPr id="75" name="곱하기 기호 74">
                <a:extLst>
                  <a:ext uri="{FF2B5EF4-FFF2-40B4-BE49-F238E27FC236}">
                    <a16:creationId xmlns:a16="http://schemas.microsoft.com/office/drawing/2014/main" id="{05918D3F-123E-BEBE-26B6-488BDDE7C00C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8668382A-E125-6ADD-0B97-55F0C159F042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73" name="직사각형 72">
                  <a:extLst>
                    <a:ext uri="{FF2B5EF4-FFF2-40B4-BE49-F238E27FC236}">
                      <a16:creationId xmlns:a16="http://schemas.microsoft.com/office/drawing/2014/main" id="{0CBAF3BF-5144-3A1E-DA4C-E88E296DD9C4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9B3217B2-5291-CF41-41B2-73E263039A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직선 연결선 120">
                  <a:extLst>
                    <a:ext uri="{FF2B5EF4-FFF2-40B4-BE49-F238E27FC236}">
                      <a16:creationId xmlns:a16="http://schemas.microsoft.com/office/drawing/2014/main" id="{D5001C03-07E1-3C6A-BE4B-7B6893D6EA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직선 연결선 121">
                  <a:extLst>
                    <a:ext uri="{FF2B5EF4-FFF2-40B4-BE49-F238E27FC236}">
                      <a16:creationId xmlns:a16="http://schemas.microsoft.com/office/drawing/2014/main" id="{ADD47268-3434-423D-ACD6-99C90F549F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직선 연결선 122">
                  <a:extLst>
                    <a:ext uri="{FF2B5EF4-FFF2-40B4-BE49-F238E27FC236}">
                      <a16:creationId xmlns:a16="http://schemas.microsoft.com/office/drawing/2014/main" id="{61EDC1C2-F25E-669E-30CE-BB531B06BD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직선 연결선 123">
                  <a:extLst>
                    <a:ext uri="{FF2B5EF4-FFF2-40B4-BE49-F238E27FC236}">
                      <a16:creationId xmlns:a16="http://schemas.microsoft.com/office/drawing/2014/main" id="{59FFE00E-A847-8DB5-316A-49C25CC851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직선 연결선 124">
                  <a:extLst>
                    <a:ext uri="{FF2B5EF4-FFF2-40B4-BE49-F238E27FC236}">
                      <a16:creationId xmlns:a16="http://schemas.microsoft.com/office/drawing/2014/main" id="{1B654FCF-E093-B15F-9D9D-1BD9A1EF4C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직선 연결선 125">
                  <a:extLst>
                    <a:ext uri="{FF2B5EF4-FFF2-40B4-BE49-F238E27FC236}">
                      <a16:creationId xmlns:a16="http://schemas.microsoft.com/office/drawing/2014/main" id="{38DF880D-8D2C-A964-4C66-59EAD04693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D5AE54CC-7856-547D-33F3-968534971221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127" name="직선 연결선 126">
                  <a:extLst>
                    <a:ext uri="{FF2B5EF4-FFF2-40B4-BE49-F238E27FC236}">
                      <a16:creationId xmlns:a16="http://schemas.microsoft.com/office/drawing/2014/main" id="{F481B775-6A09-631E-93D2-93D44AD3CA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직선 연결선 127">
                  <a:extLst>
                    <a:ext uri="{FF2B5EF4-FFF2-40B4-BE49-F238E27FC236}">
                      <a16:creationId xmlns:a16="http://schemas.microsoft.com/office/drawing/2014/main" id="{C94D9DBD-7F2C-DD3B-7011-B91052464B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직선 연결선 128">
                  <a:extLst>
                    <a:ext uri="{FF2B5EF4-FFF2-40B4-BE49-F238E27FC236}">
                      <a16:creationId xmlns:a16="http://schemas.microsoft.com/office/drawing/2014/main" id="{DC49B946-07DF-C489-88CD-0F95E1FE84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직선 연결선 129">
                  <a:extLst>
                    <a:ext uri="{FF2B5EF4-FFF2-40B4-BE49-F238E27FC236}">
                      <a16:creationId xmlns:a16="http://schemas.microsoft.com/office/drawing/2014/main" id="{181A9739-8658-3E19-601F-FE6E1211BB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직선 연결선 130">
                  <a:extLst>
                    <a:ext uri="{FF2B5EF4-FFF2-40B4-BE49-F238E27FC236}">
                      <a16:creationId xmlns:a16="http://schemas.microsoft.com/office/drawing/2014/main" id="{137B1F82-058B-2C4C-E8E5-3FC96080AA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직선 연결선 131">
                  <a:extLst>
                    <a:ext uri="{FF2B5EF4-FFF2-40B4-BE49-F238E27FC236}">
                      <a16:creationId xmlns:a16="http://schemas.microsoft.com/office/drawing/2014/main" id="{B0436240-B5D3-3281-7E81-C7458503E0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직선 연결선 132">
                  <a:extLst>
                    <a:ext uri="{FF2B5EF4-FFF2-40B4-BE49-F238E27FC236}">
                      <a16:creationId xmlns:a16="http://schemas.microsoft.com/office/drawing/2014/main" id="{6AC20153-6A8B-9B35-6E98-A0FEFD0A76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91" name="화살표: 오른쪽 290">
              <a:extLst>
                <a:ext uri="{FF2B5EF4-FFF2-40B4-BE49-F238E27FC236}">
                  <a16:creationId xmlns:a16="http://schemas.microsoft.com/office/drawing/2014/main" id="{FEDCB0DD-2955-3EF0-D74D-2B48D6E16244}"/>
                </a:ext>
              </a:extLst>
            </p:cNvPr>
            <p:cNvSpPr/>
            <p:nvPr/>
          </p:nvSpPr>
          <p:spPr>
            <a:xfrm>
              <a:off x="8442714" y="4939954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2" name="화살표: 오른쪽 291">
              <a:extLst>
                <a:ext uri="{FF2B5EF4-FFF2-40B4-BE49-F238E27FC236}">
                  <a16:creationId xmlns:a16="http://schemas.microsoft.com/office/drawing/2014/main" id="{2F939F8D-86C9-30A8-9622-4C3A8361B474}"/>
                </a:ext>
              </a:extLst>
            </p:cNvPr>
            <p:cNvSpPr/>
            <p:nvPr/>
          </p:nvSpPr>
          <p:spPr>
            <a:xfrm>
              <a:off x="9808484" y="4945372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5" name="그룹 444">
            <a:extLst>
              <a:ext uri="{FF2B5EF4-FFF2-40B4-BE49-F238E27FC236}">
                <a16:creationId xmlns:a16="http://schemas.microsoft.com/office/drawing/2014/main" id="{DD96D4D8-EC27-AF53-1F9D-C42DD15719F9}"/>
              </a:ext>
            </a:extLst>
          </p:cNvPr>
          <p:cNvGrpSpPr/>
          <p:nvPr/>
        </p:nvGrpSpPr>
        <p:grpSpPr>
          <a:xfrm>
            <a:off x="8447237" y="1679424"/>
            <a:ext cx="1779001" cy="384658"/>
            <a:chOff x="8447237" y="1679424"/>
            <a:chExt cx="1779001" cy="384658"/>
          </a:xfrm>
        </p:grpSpPr>
        <p:sp>
          <p:nvSpPr>
            <p:cNvPr id="297" name="화살표: 오른쪽 296">
              <a:extLst>
                <a:ext uri="{FF2B5EF4-FFF2-40B4-BE49-F238E27FC236}">
                  <a16:creationId xmlns:a16="http://schemas.microsoft.com/office/drawing/2014/main" id="{68AD9E48-4322-4D0E-1B43-4843DAC5B164}"/>
                </a:ext>
              </a:extLst>
            </p:cNvPr>
            <p:cNvSpPr/>
            <p:nvPr/>
          </p:nvSpPr>
          <p:spPr>
            <a:xfrm>
              <a:off x="8447237" y="1700360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8" name="화살표: 오른쪽 297">
              <a:extLst>
                <a:ext uri="{FF2B5EF4-FFF2-40B4-BE49-F238E27FC236}">
                  <a16:creationId xmlns:a16="http://schemas.microsoft.com/office/drawing/2014/main" id="{A89F03E1-2180-9ADE-72C1-628B5FD6B1B9}"/>
                </a:ext>
              </a:extLst>
            </p:cNvPr>
            <p:cNvSpPr/>
            <p:nvPr/>
          </p:nvSpPr>
          <p:spPr>
            <a:xfrm>
              <a:off x="9813007" y="17057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05" name="그룹 304">
              <a:extLst>
                <a:ext uri="{FF2B5EF4-FFF2-40B4-BE49-F238E27FC236}">
                  <a16:creationId xmlns:a16="http://schemas.microsoft.com/office/drawing/2014/main" id="{04C02522-6F45-CD15-6920-E511E0013523}"/>
                </a:ext>
              </a:extLst>
            </p:cNvPr>
            <p:cNvGrpSpPr/>
            <p:nvPr/>
          </p:nvGrpSpPr>
          <p:grpSpPr>
            <a:xfrm>
              <a:off x="8869669" y="1679424"/>
              <a:ext cx="781799" cy="384658"/>
              <a:chOff x="8870910" y="4919718"/>
              <a:chExt cx="781799" cy="384658"/>
            </a:xfrm>
          </p:grpSpPr>
          <p:sp>
            <p:nvSpPr>
              <p:cNvPr id="306" name="곱하기 기호 305">
                <a:extLst>
                  <a:ext uri="{FF2B5EF4-FFF2-40B4-BE49-F238E27FC236}">
                    <a16:creationId xmlns:a16="http://schemas.microsoft.com/office/drawing/2014/main" id="{53D49D5E-99E9-1A6E-399B-39E6AA7105CB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07" name="그룹 306">
                <a:extLst>
                  <a:ext uri="{FF2B5EF4-FFF2-40B4-BE49-F238E27FC236}">
                    <a16:creationId xmlns:a16="http://schemas.microsoft.com/office/drawing/2014/main" id="{C57D23B3-7450-B358-51D4-A6620E7319EE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16" name="직사각형 315">
                  <a:extLst>
                    <a:ext uri="{FF2B5EF4-FFF2-40B4-BE49-F238E27FC236}">
                      <a16:creationId xmlns:a16="http://schemas.microsoft.com/office/drawing/2014/main" id="{3E60AE32-6FD7-B03D-8EEE-541EFEEBE480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17" name="직선 연결선 316">
                  <a:extLst>
                    <a:ext uri="{FF2B5EF4-FFF2-40B4-BE49-F238E27FC236}">
                      <a16:creationId xmlns:a16="http://schemas.microsoft.com/office/drawing/2014/main" id="{C6000AB0-325F-FC02-0508-46FF2ACE0C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직선 연결선 317">
                  <a:extLst>
                    <a:ext uri="{FF2B5EF4-FFF2-40B4-BE49-F238E27FC236}">
                      <a16:creationId xmlns:a16="http://schemas.microsoft.com/office/drawing/2014/main" id="{40F21E1C-7B9B-728F-8A27-376F4F90C7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직선 연결선 318">
                  <a:extLst>
                    <a:ext uri="{FF2B5EF4-FFF2-40B4-BE49-F238E27FC236}">
                      <a16:creationId xmlns:a16="http://schemas.microsoft.com/office/drawing/2014/main" id="{CAD9F2D5-0AB4-E908-4A74-AA36DB55FF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0" name="직선 연결선 319">
                  <a:extLst>
                    <a:ext uri="{FF2B5EF4-FFF2-40B4-BE49-F238E27FC236}">
                      <a16:creationId xmlns:a16="http://schemas.microsoft.com/office/drawing/2014/main" id="{DA4B8BA4-3F02-925E-2942-B36AB42AF7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직선 연결선 320">
                  <a:extLst>
                    <a:ext uri="{FF2B5EF4-FFF2-40B4-BE49-F238E27FC236}">
                      <a16:creationId xmlns:a16="http://schemas.microsoft.com/office/drawing/2014/main" id="{6DDC5A1A-CAFA-A6FB-321F-96E9E38A1F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직선 연결선 321">
                  <a:extLst>
                    <a:ext uri="{FF2B5EF4-FFF2-40B4-BE49-F238E27FC236}">
                      <a16:creationId xmlns:a16="http://schemas.microsoft.com/office/drawing/2014/main" id="{A01A45C7-678E-7EF5-9C5A-5B090FA518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직선 연결선 322">
                  <a:extLst>
                    <a:ext uri="{FF2B5EF4-FFF2-40B4-BE49-F238E27FC236}">
                      <a16:creationId xmlns:a16="http://schemas.microsoft.com/office/drawing/2014/main" id="{6364278D-EE58-547C-CE55-048BEF9A65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8" name="그룹 307">
                <a:extLst>
                  <a:ext uri="{FF2B5EF4-FFF2-40B4-BE49-F238E27FC236}">
                    <a16:creationId xmlns:a16="http://schemas.microsoft.com/office/drawing/2014/main" id="{510F476F-4219-710C-186D-15E97BDD27A6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309" name="직선 연결선 308">
                  <a:extLst>
                    <a:ext uri="{FF2B5EF4-FFF2-40B4-BE49-F238E27FC236}">
                      <a16:creationId xmlns:a16="http://schemas.microsoft.com/office/drawing/2014/main" id="{5F5914C9-27C2-31ED-2EAF-642F807EB4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직선 연결선 309">
                  <a:extLst>
                    <a:ext uri="{FF2B5EF4-FFF2-40B4-BE49-F238E27FC236}">
                      <a16:creationId xmlns:a16="http://schemas.microsoft.com/office/drawing/2014/main" id="{8B0E57B9-FF62-C2FC-856A-C18561A99D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직선 연결선 310">
                  <a:extLst>
                    <a:ext uri="{FF2B5EF4-FFF2-40B4-BE49-F238E27FC236}">
                      <a16:creationId xmlns:a16="http://schemas.microsoft.com/office/drawing/2014/main" id="{10EFF750-4475-1153-16CF-0913EBE6B6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직선 연결선 311">
                  <a:extLst>
                    <a:ext uri="{FF2B5EF4-FFF2-40B4-BE49-F238E27FC236}">
                      <a16:creationId xmlns:a16="http://schemas.microsoft.com/office/drawing/2014/main" id="{C59402A1-2DD1-82FF-6295-0B09E8AAEF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직선 연결선 312">
                  <a:extLst>
                    <a:ext uri="{FF2B5EF4-FFF2-40B4-BE49-F238E27FC236}">
                      <a16:creationId xmlns:a16="http://schemas.microsoft.com/office/drawing/2014/main" id="{B7548439-0F30-5FB4-46A7-981FFA6977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직선 연결선 313">
                  <a:extLst>
                    <a:ext uri="{FF2B5EF4-FFF2-40B4-BE49-F238E27FC236}">
                      <a16:creationId xmlns:a16="http://schemas.microsoft.com/office/drawing/2014/main" id="{1C5BB171-AB62-022B-E089-C7D6401460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직선 연결선 314">
                  <a:extLst>
                    <a:ext uri="{FF2B5EF4-FFF2-40B4-BE49-F238E27FC236}">
                      <a16:creationId xmlns:a16="http://schemas.microsoft.com/office/drawing/2014/main" id="{1C195269-AA42-5B67-0A2A-7DFA6035B0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39" name="그룹 438">
            <a:extLst>
              <a:ext uri="{FF2B5EF4-FFF2-40B4-BE49-F238E27FC236}">
                <a16:creationId xmlns:a16="http://schemas.microsoft.com/office/drawing/2014/main" id="{2D7C0888-F4A5-CF74-EE72-A4C5F976BC62}"/>
              </a:ext>
            </a:extLst>
          </p:cNvPr>
          <p:cNvGrpSpPr/>
          <p:nvPr/>
        </p:nvGrpSpPr>
        <p:grpSpPr>
          <a:xfrm>
            <a:off x="8445011" y="4456818"/>
            <a:ext cx="1779001" cy="384658"/>
            <a:chOff x="8445011" y="4456818"/>
            <a:chExt cx="1779001" cy="384658"/>
          </a:xfrm>
        </p:grpSpPr>
        <p:sp>
          <p:nvSpPr>
            <p:cNvPr id="294" name="화살표: 오른쪽 293">
              <a:extLst>
                <a:ext uri="{FF2B5EF4-FFF2-40B4-BE49-F238E27FC236}">
                  <a16:creationId xmlns:a16="http://schemas.microsoft.com/office/drawing/2014/main" id="{6155F75F-688D-0745-2F5D-21FC4004D050}"/>
                </a:ext>
              </a:extLst>
            </p:cNvPr>
            <p:cNvSpPr/>
            <p:nvPr/>
          </p:nvSpPr>
          <p:spPr>
            <a:xfrm>
              <a:off x="8445011" y="4477154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5" name="화살표: 오른쪽 294">
              <a:extLst>
                <a:ext uri="{FF2B5EF4-FFF2-40B4-BE49-F238E27FC236}">
                  <a16:creationId xmlns:a16="http://schemas.microsoft.com/office/drawing/2014/main" id="{7831885A-2418-3056-9329-84AF6CE80C36}"/>
                </a:ext>
              </a:extLst>
            </p:cNvPr>
            <p:cNvSpPr/>
            <p:nvPr/>
          </p:nvSpPr>
          <p:spPr>
            <a:xfrm>
              <a:off x="9810781" y="4482572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24" name="그룹 323">
              <a:extLst>
                <a:ext uri="{FF2B5EF4-FFF2-40B4-BE49-F238E27FC236}">
                  <a16:creationId xmlns:a16="http://schemas.microsoft.com/office/drawing/2014/main" id="{8774FC5A-27D2-1C02-0B29-68556327E15B}"/>
                </a:ext>
              </a:extLst>
            </p:cNvPr>
            <p:cNvGrpSpPr/>
            <p:nvPr/>
          </p:nvGrpSpPr>
          <p:grpSpPr>
            <a:xfrm>
              <a:off x="8870729" y="4456818"/>
              <a:ext cx="781799" cy="384658"/>
              <a:chOff x="8870910" y="4919718"/>
              <a:chExt cx="781799" cy="384658"/>
            </a:xfrm>
          </p:grpSpPr>
          <p:sp>
            <p:nvSpPr>
              <p:cNvPr id="325" name="곱하기 기호 324">
                <a:extLst>
                  <a:ext uri="{FF2B5EF4-FFF2-40B4-BE49-F238E27FC236}">
                    <a16:creationId xmlns:a16="http://schemas.microsoft.com/office/drawing/2014/main" id="{63D07CE9-8EC6-16F7-3A48-CCED7325530F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26" name="그룹 325">
                <a:extLst>
                  <a:ext uri="{FF2B5EF4-FFF2-40B4-BE49-F238E27FC236}">
                    <a16:creationId xmlns:a16="http://schemas.microsoft.com/office/drawing/2014/main" id="{194C9284-A1F9-1516-5AC7-76E70E66358C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35" name="직사각형 334">
                  <a:extLst>
                    <a:ext uri="{FF2B5EF4-FFF2-40B4-BE49-F238E27FC236}">
                      <a16:creationId xmlns:a16="http://schemas.microsoft.com/office/drawing/2014/main" id="{5170706E-C844-3580-E263-0511760CC9E1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36" name="직선 연결선 335">
                  <a:extLst>
                    <a:ext uri="{FF2B5EF4-FFF2-40B4-BE49-F238E27FC236}">
                      <a16:creationId xmlns:a16="http://schemas.microsoft.com/office/drawing/2014/main" id="{4DB8CB6D-2FC3-2DF5-2616-461DB4711A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7" name="직선 연결선 336">
                  <a:extLst>
                    <a:ext uri="{FF2B5EF4-FFF2-40B4-BE49-F238E27FC236}">
                      <a16:creationId xmlns:a16="http://schemas.microsoft.com/office/drawing/2014/main" id="{56AD5B55-5EE4-1960-57F2-E99D8C694A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직선 연결선 337">
                  <a:extLst>
                    <a:ext uri="{FF2B5EF4-FFF2-40B4-BE49-F238E27FC236}">
                      <a16:creationId xmlns:a16="http://schemas.microsoft.com/office/drawing/2014/main" id="{2D65220B-EFD9-240A-36FB-2F3707DFFF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9" name="직선 연결선 338">
                  <a:extLst>
                    <a:ext uri="{FF2B5EF4-FFF2-40B4-BE49-F238E27FC236}">
                      <a16:creationId xmlns:a16="http://schemas.microsoft.com/office/drawing/2014/main" id="{075BA732-05F3-B126-9874-A0D57E2C0C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직선 연결선 339">
                  <a:extLst>
                    <a:ext uri="{FF2B5EF4-FFF2-40B4-BE49-F238E27FC236}">
                      <a16:creationId xmlns:a16="http://schemas.microsoft.com/office/drawing/2014/main" id="{78994ABF-B67B-27D8-B423-FEBAB9AE0F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1" name="직선 연결선 340">
                  <a:extLst>
                    <a:ext uri="{FF2B5EF4-FFF2-40B4-BE49-F238E27FC236}">
                      <a16:creationId xmlns:a16="http://schemas.microsoft.com/office/drawing/2014/main" id="{38E939EA-A46E-73CD-565C-93C50D0FBE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직선 연결선 341">
                  <a:extLst>
                    <a:ext uri="{FF2B5EF4-FFF2-40B4-BE49-F238E27FC236}">
                      <a16:creationId xmlns:a16="http://schemas.microsoft.com/office/drawing/2014/main" id="{C7C79B10-6710-0E9C-2175-910A1D7876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7" name="그룹 326">
                <a:extLst>
                  <a:ext uri="{FF2B5EF4-FFF2-40B4-BE49-F238E27FC236}">
                    <a16:creationId xmlns:a16="http://schemas.microsoft.com/office/drawing/2014/main" id="{33D346D4-DC35-1CF1-D224-A76209870DE8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328" name="직선 연결선 327">
                  <a:extLst>
                    <a:ext uri="{FF2B5EF4-FFF2-40B4-BE49-F238E27FC236}">
                      <a16:creationId xmlns:a16="http://schemas.microsoft.com/office/drawing/2014/main" id="{4140B4EB-2A2C-57A3-1F9A-F920445BF4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직선 연결선 328">
                  <a:extLst>
                    <a:ext uri="{FF2B5EF4-FFF2-40B4-BE49-F238E27FC236}">
                      <a16:creationId xmlns:a16="http://schemas.microsoft.com/office/drawing/2014/main" id="{C4B0E24D-5492-73ED-E2E7-282A5D52BD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직선 연결선 329">
                  <a:extLst>
                    <a:ext uri="{FF2B5EF4-FFF2-40B4-BE49-F238E27FC236}">
                      <a16:creationId xmlns:a16="http://schemas.microsoft.com/office/drawing/2014/main" id="{031C3574-0A17-4E4F-AD90-20533FF9F4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직선 연결선 330">
                  <a:extLst>
                    <a:ext uri="{FF2B5EF4-FFF2-40B4-BE49-F238E27FC236}">
                      <a16:creationId xmlns:a16="http://schemas.microsoft.com/office/drawing/2014/main" id="{3A7856E6-FDBD-8FC4-A8D1-2161B0603C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직선 연결선 331">
                  <a:extLst>
                    <a:ext uri="{FF2B5EF4-FFF2-40B4-BE49-F238E27FC236}">
                      <a16:creationId xmlns:a16="http://schemas.microsoft.com/office/drawing/2014/main" id="{7926B6BE-9DCF-B54B-DC2E-B19357811B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135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직선 연결선 332">
                  <a:extLst>
                    <a:ext uri="{FF2B5EF4-FFF2-40B4-BE49-F238E27FC236}">
                      <a16:creationId xmlns:a16="http://schemas.microsoft.com/office/drawing/2014/main" id="{CA109433-F23C-728D-95AC-0CEA3EB35C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직선 연결선 333">
                  <a:extLst>
                    <a:ext uri="{FF2B5EF4-FFF2-40B4-BE49-F238E27FC236}">
                      <a16:creationId xmlns:a16="http://schemas.microsoft.com/office/drawing/2014/main" id="{CE9F974C-012F-6352-EC78-E813C277C6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43" name="그룹 342">
            <a:extLst>
              <a:ext uri="{FF2B5EF4-FFF2-40B4-BE49-F238E27FC236}">
                <a16:creationId xmlns:a16="http://schemas.microsoft.com/office/drawing/2014/main" id="{E3813333-C234-12A4-0C86-F3738087A12B}"/>
              </a:ext>
            </a:extLst>
          </p:cNvPr>
          <p:cNvGrpSpPr/>
          <p:nvPr/>
        </p:nvGrpSpPr>
        <p:grpSpPr>
          <a:xfrm>
            <a:off x="8863209" y="3993919"/>
            <a:ext cx="781799" cy="384658"/>
            <a:chOff x="8870910" y="4919718"/>
            <a:chExt cx="781799" cy="384658"/>
          </a:xfrm>
        </p:grpSpPr>
        <p:sp>
          <p:nvSpPr>
            <p:cNvPr id="344" name="곱하기 기호 343">
              <a:extLst>
                <a:ext uri="{FF2B5EF4-FFF2-40B4-BE49-F238E27FC236}">
                  <a16:creationId xmlns:a16="http://schemas.microsoft.com/office/drawing/2014/main" id="{B269837D-EFBF-619C-F36A-950EEBBE5DD1}"/>
                </a:ext>
              </a:extLst>
            </p:cNvPr>
            <p:cNvSpPr/>
            <p:nvPr/>
          </p:nvSpPr>
          <p:spPr>
            <a:xfrm>
              <a:off x="8870910" y="4927781"/>
              <a:ext cx="363038" cy="363532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45" name="그룹 344">
              <a:extLst>
                <a:ext uri="{FF2B5EF4-FFF2-40B4-BE49-F238E27FC236}">
                  <a16:creationId xmlns:a16="http://schemas.microsoft.com/office/drawing/2014/main" id="{45E4F835-5997-9D7D-AD4E-8805F1E4E2D0}"/>
                </a:ext>
              </a:extLst>
            </p:cNvPr>
            <p:cNvGrpSpPr/>
            <p:nvPr/>
          </p:nvGrpSpPr>
          <p:grpSpPr>
            <a:xfrm>
              <a:off x="9247011" y="4920478"/>
              <a:ext cx="405698" cy="383898"/>
              <a:chOff x="9039123" y="4919991"/>
              <a:chExt cx="405698" cy="383898"/>
            </a:xfrm>
          </p:grpSpPr>
          <p:sp>
            <p:nvSpPr>
              <p:cNvPr id="354" name="직사각형 353">
                <a:extLst>
                  <a:ext uri="{FF2B5EF4-FFF2-40B4-BE49-F238E27FC236}">
                    <a16:creationId xmlns:a16="http://schemas.microsoft.com/office/drawing/2014/main" id="{9D5DF328-7BF0-A5EF-6226-C2894272D8C9}"/>
                  </a:ext>
                </a:extLst>
              </p:cNvPr>
              <p:cNvSpPr/>
              <p:nvPr/>
            </p:nvSpPr>
            <p:spPr>
              <a:xfrm>
                <a:off x="9039123" y="4924100"/>
                <a:ext cx="405698" cy="379789"/>
              </a:xfrm>
              <a:prstGeom prst="rect">
                <a:avLst/>
              </a:prstGeom>
              <a:solidFill>
                <a:srgbClr val="CC99FF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55" name="직선 연결선 354">
                <a:extLst>
                  <a:ext uri="{FF2B5EF4-FFF2-40B4-BE49-F238E27FC236}">
                    <a16:creationId xmlns:a16="http://schemas.microsoft.com/office/drawing/2014/main" id="{64B9DE6B-AF8A-FFC9-745A-DC621B1C10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78312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직선 연결선 355">
                <a:extLst>
                  <a:ext uri="{FF2B5EF4-FFF2-40B4-BE49-F238E27FC236}">
                    <a16:creationId xmlns:a16="http://schemas.microsoft.com/office/drawing/2014/main" id="{090A6587-DACF-9290-0CC1-F49A4A4382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5981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직선 연결선 356">
                <a:extLst>
                  <a:ext uri="{FF2B5EF4-FFF2-40B4-BE49-F238E27FC236}">
                    <a16:creationId xmlns:a16="http://schemas.microsoft.com/office/drawing/2014/main" id="{906200A8-27D1-DCFA-5E49-C6DDA1E01E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2923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직선 연결선 357">
                <a:extLst>
                  <a:ext uri="{FF2B5EF4-FFF2-40B4-BE49-F238E27FC236}">
                    <a16:creationId xmlns:a16="http://schemas.microsoft.com/office/drawing/2014/main" id="{FCBD6FE5-0B76-49CB-4CA4-A97D8DDBEA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51367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직선 연결선 358">
                <a:extLst>
                  <a:ext uri="{FF2B5EF4-FFF2-40B4-BE49-F238E27FC236}">
                    <a16:creationId xmlns:a16="http://schemas.microsoft.com/office/drawing/2014/main" id="{E7DECFA5-5575-194F-110D-0E6B7E93F6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6756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직선 연결선 359">
                <a:extLst>
                  <a:ext uri="{FF2B5EF4-FFF2-40B4-BE49-F238E27FC236}">
                    <a16:creationId xmlns:a16="http://schemas.microsoft.com/office/drawing/2014/main" id="{C2229595-5B81-337C-1B2D-D1374F2FF1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7534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직선 연결선 360">
                <a:extLst>
                  <a:ext uri="{FF2B5EF4-FFF2-40B4-BE49-F238E27FC236}">
                    <a16:creationId xmlns:a16="http://schemas.microsoft.com/office/drawing/2014/main" id="{DD2479CF-4E9D-687D-8C5B-EC647A5DE6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42145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6" name="그룹 345">
              <a:extLst>
                <a:ext uri="{FF2B5EF4-FFF2-40B4-BE49-F238E27FC236}">
                  <a16:creationId xmlns:a16="http://schemas.microsoft.com/office/drawing/2014/main" id="{65F5016B-FC3F-0E8A-9BD7-E343C972B48B}"/>
                </a:ext>
              </a:extLst>
            </p:cNvPr>
            <p:cNvGrpSpPr/>
            <p:nvPr/>
          </p:nvGrpSpPr>
          <p:grpSpPr>
            <a:xfrm rot="5400000">
              <a:off x="9262368" y="4909169"/>
              <a:ext cx="379789" cy="400887"/>
              <a:chOff x="9067427" y="5696733"/>
              <a:chExt cx="327669" cy="379789"/>
            </a:xfrm>
          </p:grpSpPr>
          <p:cxnSp>
            <p:nvCxnSpPr>
              <p:cNvPr id="347" name="직선 연결선 346">
                <a:extLst>
                  <a:ext uri="{FF2B5EF4-FFF2-40B4-BE49-F238E27FC236}">
                    <a16:creationId xmlns:a16="http://schemas.microsoft.com/office/drawing/2014/main" id="{BD19C131-E21D-D1BA-CF51-C12153C4F5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67427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직선 연결선 347">
                <a:extLst>
                  <a:ext uri="{FF2B5EF4-FFF2-40B4-BE49-F238E27FC236}">
                    <a16:creationId xmlns:a16="http://schemas.microsoft.com/office/drawing/2014/main" id="{CE48D298-4D5B-EB7A-3760-90C425CF2B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5096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직선 연결선 348">
                <a:extLst>
                  <a:ext uri="{FF2B5EF4-FFF2-40B4-BE49-F238E27FC236}">
                    <a16:creationId xmlns:a16="http://schemas.microsoft.com/office/drawing/2014/main" id="{EE7D28C4-FFE3-6F7C-8908-D3B3BFCC69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22038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직선 연결선 349">
                <a:extLst>
                  <a:ext uri="{FF2B5EF4-FFF2-40B4-BE49-F238E27FC236}">
                    <a16:creationId xmlns:a16="http://schemas.microsoft.com/office/drawing/2014/main" id="{5C4323F1-4BA4-7D42-7185-FEF9A272B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0482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직선 연결선 350">
                <a:extLst>
                  <a:ext uri="{FF2B5EF4-FFF2-40B4-BE49-F238E27FC236}">
                    <a16:creationId xmlns:a16="http://schemas.microsoft.com/office/drawing/2014/main" id="{18E705FD-0859-C757-508B-E1A966B1AE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85871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직선 연결선 351">
                <a:extLst>
                  <a:ext uri="{FF2B5EF4-FFF2-40B4-BE49-F238E27FC236}">
                    <a16:creationId xmlns:a16="http://schemas.microsoft.com/office/drawing/2014/main" id="{FBB32FF0-A60A-6F01-D281-4E74531B2F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6649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직선 연결선 352">
                <a:extLst>
                  <a:ext uri="{FF2B5EF4-FFF2-40B4-BE49-F238E27FC236}">
                    <a16:creationId xmlns:a16="http://schemas.microsoft.com/office/drawing/2014/main" id="{3CBA4EB1-0C02-089D-3D79-60A7FF701D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126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41" name="그룹 440">
            <a:extLst>
              <a:ext uri="{FF2B5EF4-FFF2-40B4-BE49-F238E27FC236}">
                <a16:creationId xmlns:a16="http://schemas.microsoft.com/office/drawing/2014/main" id="{70062670-6CB6-A49F-CF17-9E9CB125DAE3}"/>
              </a:ext>
            </a:extLst>
          </p:cNvPr>
          <p:cNvGrpSpPr/>
          <p:nvPr/>
        </p:nvGrpSpPr>
        <p:grpSpPr>
          <a:xfrm>
            <a:off x="8442714" y="3531020"/>
            <a:ext cx="1779001" cy="384658"/>
            <a:chOff x="8442714" y="3531020"/>
            <a:chExt cx="1779001" cy="384658"/>
          </a:xfrm>
        </p:grpSpPr>
        <p:sp>
          <p:nvSpPr>
            <p:cNvPr id="288" name="화살표: 오른쪽 287">
              <a:extLst>
                <a:ext uri="{FF2B5EF4-FFF2-40B4-BE49-F238E27FC236}">
                  <a16:creationId xmlns:a16="http://schemas.microsoft.com/office/drawing/2014/main" id="{D15EAA4C-08E5-FA9F-E7B8-B85C337BB170}"/>
                </a:ext>
              </a:extLst>
            </p:cNvPr>
            <p:cNvSpPr/>
            <p:nvPr/>
          </p:nvSpPr>
          <p:spPr>
            <a:xfrm>
              <a:off x="8442714" y="355155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9" name="화살표: 오른쪽 288">
              <a:extLst>
                <a:ext uri="{FF2B5EF4-FFF2-40B4-BE49-F238E27FC236}">
                  <a16:creationId xmlns:a16="http://schemas.microsoft.com/office/drawing/2014/main" id="{F69291B0-FA2F-34D6-5156-B6F97AE14438}"/>
                </a:ext>
              </a:extLst>
            </p:cNvPr>
            <p:cNvSpPr/>
            <p:nvPr/>
          </p:nvSpPr>
          <p:spPr>
            <a:xfrm>
              <a:off x="9808484" y="3556974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A316781A-0318-F656-9208-33B357E82D72}"/>
                </a:ext>
              </a:extLst>
            </p:cNvPr>
            <p:cNvGrpSpPr/>
            <p:nvPr/>
          </p:nvGrpSpPr>
          <p:grpSpPr>
            <a:xfrm>
              <a:off x="8869996" y="3531020"/>
              <a:ext cx="781799" cy="384658"/>
              <a:chOff x="8870910" y="4919718"/>
              <a:chExt cx="781799" cy="384658"/>
            </a:xfrm>
          </p:grpSpPr>
          <p:sp>
            <p:nvSpPr>
              <p:cNvPr id="363" name="곱하기 기호 362">
                <a:extLst>
                  <a:ext uri="{FF2B5EF4-FFF2-40B4-BE49-F238E27FC236}">
                    <a16:creationId xmlns:a16="http://schemas.microsoft.com/office/drawing/2014/main" id="{C247AF9B-F4AB-4728-EA81-4F9258ABDC22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4" name="그룹 363">
                <a:extLst>
                  <a:ext uri="{FF2B5EF4-FFF2-40B4-BE49-F238E27FC236}">
                    <a16:creationId xmlns:a16="http://schemas.microsoft.com/office/drawing/2014/main" id="{587925EE-7856-BB84-B1F2-62E967543A83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73" name="직사각형 372">
                  <a:extLst>
                    <a:ext uri="{FF2B5EF4-FFF2-40B4-BE49-F238E27FC236}">
                      <a16:creationId xmlns:a16="http://schemas.microsoft.com/office/drawing/2014/main" id="{5EBAFAE7-329B-D08E-628B-79CF60C57E87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74" name="직선 연결선 373">
                  <a:extLst>
                    <a:ext uri="{FF2B5EF4-FFF2-40B4-BE49-F238E27FC236}">
                      <a16:creationId xmlns:a16="http://schemas.microsoft.com/office/drawing/2014/main" id="{74FD080C-9E30-A43D-C846-0DEAB8AC6B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직선 연결선 374">
                  <a:extLst>
                    <a:ext uri="{FF2B5EF4-FFF2-40B4-BE49-F238E27FC236}">
                      <a16:creationId xmlns:a16="http://schemas.microsoft.com/office/drawing/2014/main" id="{37607EBD-8848-4C68-1126-C6D0B88E2F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직선 연결선 375">
                  <a:extLst>
                    <a:ext uri="{FF2B5EF4-FFF2-40B4-BE49-F238E27FC236}">
                      <a16:creationId xmlns:a16="http://schemas.microsoft.com/office/drawing/2014/main" id="{A484CBB0-DB8A-D87E-29DA-DF5E91CF19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직선 연결선 376">
                  <a:extLst>
                    <a:ext uri="{FF2B5EF4-FFF2-40B4-BE49-F238E27FC236}">
                      <a16:creationId xmlns:a16="http://schemas.microsoft.com/office/drawing/2014/main" id="{526CD603-2DA9-550B-A8E2-349B6FF57A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직선 연결선 377">
                  <a:extLst>
                    <a:ext uri="{FF2B5EF4-FFF2-40B4-BE49-F238E27FC236}">
                      <a16:creationId xmlns:a16="http://schemas.microsoft.com/office/drawing/2014/main" id="{0ACB9D81-EB37-EBF8-3502-A951BCF85D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직선 연결선 378">
                  <a:extLst>
                    <a:ext uri="{FF2B5EF4-FFF2-40B4-BE49-F238E27FC236}">
                      <a16:creationId xmlns:a16="http://schemas.microsoft.com/office/drawing/2014/main" id="{9515F048-855C-838D-7E3E-F5A58C59A1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직선 연결선 379">
                  <a:extLst>
                    <a:ext uri="{FF2B5EF4-FFF2-40B4-BE49-F238E27FC236}">
                      <a16:creationId xmlns:a16="http://schemas.microsoft.com/office/drawing/2014/main" id="{C3AA5F69-BD83-F881-1195-D4129067CB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5" name="그룹 364">
                <a:extLst>
                  <a:ext uri="{FF2B5EF4-FFF2-40B4-BE49-F238E27FC236}">
                    <a16:creationId xmlns:a16="http://schemas.microsoft.com/office/drawing/2014/main" id="{D3C91578-65AB-36C2-ECA8-FC1A2664EAB4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366" name="직선 연결선 365">
                  <a:extLst>
                    <a:ext uri="{FF2B5EF4-FFF2-40B4-BE49-F238E27FC236}">
                      <a16:creationId xmlns:a16="http://schemas.microsoft.com/office/drawing/2014/main" id="{DEE3D401-8037-EFC3-A621-C813D1122B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직선 연결선 366">
                  <a:extLst>
                    <a:ext uri="{FF2B5EF4-FFF2-40B4-BE49-F238E27FC236}">
                      <a16:creationId xmlns:a16="http://schemas.microsoft.com/office/drawing/2014/main" id="{7B3D02F2-94AD-0BAC-2016-28598C00B5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직선 연결선 367">
                  <a:extLst>
                    <a:ext uri="{FF2B5EF4-FFF2-40B4-BE49-F238E27FC236}">
                      <a16:creationId xmlns:a16="http://schemas.microsoft.com/office/drawing/2014/main" id="{B6E274E7-302D-E59E-8882-A4796287EB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직선 연결선 368">
                  <a:extLst>
                    <a:ext uri="{FF2B5EF4-FFF2-40B4-BE49-F238E27FC236}">
                      <a16:creationId xmlns:a16="http://schemas.microsoft.com/office/drawing/2014/main" id="{B41B2324-7759-FFFD-3FDB-6AB993361E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직선 연결선 369">
                  <a:extLst>
                    <a:ext uri="{FF2B5EF4-FFF2-40B4-BE49-F238E27FC236}">
                      <a16:creationId xmlns:a16="http://schemas.microsoft.com/office/drawing/2014/main" id="{33387FDC-EBCC-3604-2EBD-FFC214E87B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직선 연결선 370">
                  <a:extLst>
                    <a:ext uri="{FF2B5EF4-FFF2-40B4-BE49-F238E27FC236}">
                      <a16:creationId xmlns:a16="http://schemas.microsoft.com/office/drawing/2014/main" id="{464CB608-57DA-0B7D-ADDA-70587D0E5F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직선 연결선 371">
                  <a:extLst>
                    <a:ext uri="{FF2B5EF4-FFF2-40B4-BE49-F238E27FC236}">
                      <a16:creationId xmlns:a16="http://schemas.microsoft.com/office/drawing/2014/main" id="{3FFF957E-CE87-BAA4-44D9-375247F3A9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296D9179-8E25-F56A-9C6A-46258371E18D}"/>
              </a:ext>
            </a:extLst>
          </p:cNvPr>
          <p:cNvGrpSpPr/>
          <p:nvPr/>
        </p:nvGrpSpPr>
        <p:grpSpPr>
          <a:xfrm>
            <a:off x="8442714" y="3068121"/>
            <a:ext cx="1779001" cy="384658"/>
            <a:chOff x="8442714" y="3068121"/>
            <a:chExt cx="1779001" cy="384658"/>
          </a:xfrm>
        </p:grpSpPr>
        <p:sp>
          <p:nvSpPr>
            <p:cNvPr id="285" name="화살표: 오른쪽 284">
              <a:extLst>
                <a:ext uri="{FF2B5EF4-FFF2-40B4-BE49-F238E27FC236}">
                  <a16:creationId xmlns:a16="http://schemas.microsoft.com/office/drawing/2014/main" id="{EE1E8D7D-1AD2-7424-F836-D71B6DCC8C82}"/>
                </a:ext>
              </a:extLst>
            </p:cNvPr>
            <p:cNvSpPr/>
            <p:nvPr/>
          </p:nvSpPr>
          <p:spPr>
            <a:xfrm>
              <a:off x="8442714" y="30887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6" name="화살표: 오른쪽 285">
              <a:extLst>
                <a:ext uri="{FF2B5EF4-FFF2-40B4-BE49-F238E27FC236}">
                  <a16:creationId xmlns:a16="http://schemas.microsoft.com/office/drawing/2014/main" id="{4DB88B6C-1D56-0912-1E0B-9C8B1BCDBBFA}"/>
                </a:ext>
              </a:extLst>
            </p:cNvPr>
            <p:cNvSpPr/>
            <p:nvPr/>
          </p:nvSpPr>
          <p:spPr>
            <a:xfrm>
              <a:off x="9808484" y="3094175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81" name="그룹 380">
              <a:extLst>
                <a:ext uri="{FF2B5EF4-FFF2-40B4-BE49-F238E27FC236}">
                  <a16:creationId xmlns:a16="http://schemas.microsoft.com/office/drawing/2014/main" id="{BB76647D-8766-5732-45B6-4C19A93FFD9C}"/>
                </a:ext>
              </a:extLst>
            </p:cNvPr>
            <p:cNvGrpSpPr/>
            <p:nvPr/>
          </p:nvGrpSpPr>
          <p:grpSpPr>
            <a:xfrm>
              <a:off x="8869815" y="3068121"/>
              <a:ext cx="781799" cy="384658"/>
              <a:chOff x="8870910" y="4919718"/>
              <a:chExt cx="781799" cy="384658"/>
            </a:xfrm>
          </p:grpSpPr>
          <p:sp>
            <p:nvSpPr>
              <p:cNvPr id="382" name="곱하기 기호 381">
                <a:extLst>
                  <a:ext uri="{FF2B5EF4-FFF2-40B4-BE49-F238E27FC236}">
                    <a16:creationId xmlns:a16="http://schemas.microsoft.com/office/drawing/2014/main" id="{29D64DB2-07A3-AE11-67B2-52210EB62574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83" name="그룹 382">
                <a:extLst>
                  <a:ext uri="{FF2B5EF4-FFF2-40B4-BE49-F238E27FC236}">
                    <a16:creationId xmlns:a16="http://schemas.microsoft.com/office/drawing/2014/main" id="{27212E93-CAC3-0635-7E74-CABD009ABABB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92" name="직사각형 391">
                  <a:extLst>
                    <a:ext uri="{FF2B5EF4-FFF2-40B4-BE49-F238E27FC236}">
                      <a16:creationId xmlns:a16="http://schemas.microsoft.com/office/drawing/2014/main" id="{21E3F46C-66CE-B054-0037-832E713E33A8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93" name="직선 연결선 392">
                  <a:extLst>
                    <a:ext uri="{FF2B5EF4-FFF2-40B4-BE49-F238E27FC236}">
                      <a16:creationId xmlns:a16="http://schemas.microsoft.com/office/drawing/2014/main" id="{A082341A-A8F6-6DDB-8D8F-FEEA85A191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직선 연결선 393">
                  <a:extLst>
                    <a:ext uri="{FF2B5EF4-FFF2-40B4-BE49-F238E27FC236}">
                      <a16:creationId xmlns:a16="http://schemas.microsoft.com/office/drawing/2014/main" id="{F65F43C7-2729-4D43-D246-D957C446E1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직선 연결선 394">
                  <a:extLst>
                    <a:ext uri="{FF2B5EF4-FFF2-40B4-BE49-F238E27FC236}">
                      <a16:creationId xmlns:a16="http://schemas.microsoft.com/office/drawing/2014/main" id="{01BD76E7-4C0D-6BE6-B424-5C005A8945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직선 연결선 395">
                  <a:extLst>
                    <a:ext uri="{FF2B5EF4-FFF2-40B4-BE49-F238E27FC236}">
                      <a16:creationId xmlns:a16="http://schemas.microsoft.com/office/drawing/2014/main" id="{3FB2AC8C-EE04-C3BF-66ED-D753A14346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7" name="직선 연결선 396">
                  <a:extLst>
                    <a:ext uri="{FF2B5EF4-FFF2-40B4-BE49-F238E27FC236}">
                      <a16:creationId xmlns:a16="http://schemas.microsoft.com/office/drawing/2014/main" id="{42792618-7D1A-6824-F9F1-75A4C16856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직선 연결선 397">
                  <a:extLst>
                    <a:ext uri="{FF2B5EF4-FFF2-40B4-BE49-F238E27FC236}">
                      <a16:creationId xmlns:a16="http://schemas.microsoft.com/office/drawing/2014/main" id="{B31FAD8F-E983-051C-FEC1-FD8EC36742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직선 연결선 398">
                  <a:extLst>
                    <a:ext uri="{FF2B5EF4-FFF2-40B4-BE49-F238E27FC236}">
                      <a16:creationId xmlns:a16="http://schemas.microsoft.com/office/drawing/2014/main" id="{A0FB9A03-D43D-9502-D62F-C5E32D75C1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4" name="그룹 383">
                <a:extLst>
                  <a:ext uri="{FF2B5EF4-FFF2-40B4-BE49-F238E27FC236}">
                    <a16:creationId xmlns:a16="http://schemas.microsoft.com/office/drawing/2014/main" id="{E6B72E8D-58EB-F864-BB9B-75D0F51D651F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385" name="직선 연결선 384">
                  <a:extLst>
                    <a:ext uri="{FF2B5EF4-FFF2-40B4-BE49-F238E27FC236}">
                      <a16:creationId xmlns:a16="http://schemas.microsoft.com/office/drawing/2014/main" id="{C33B05F7-6AB3-0A6B-76AA-D4A474D76C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직선 연결선 385">
                  <a:extLst>
                    <a:ext uri="{FF2B5EF4-FFF2-40B4-BE49-F238E27FC236}">
                      <a16:creationId xmlns:a16="http://schemas.microsoft.com/office/drawing/2014/main" id="{914DB147-3FC1-C9C0-2831-3D026C981E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직선 연결선 386">
                  <a:extLst>
                    <a:ext uri="{FF2B5EF4-FFF2-40B4-BE49-F238E27FC236}">
                      <a16:creationId xmlns:a16="http://schemas.microsoft.com/office/drawing/2014/main" id="{574FC6F3-C39C-B96B-AA78-685BF03865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직선 연결선 387">
                  <a:extLst>
                    <a:ext uri="{FF2B5EF4-FFF2-40B4-BE49-F238E27FC236}">
                      <a16:creationId xmlns:a16="http://schemas.microsoft.com/office/drawing/2014/main" id="{976D380C-BA05-1BDE-7C8D-34CEC50C8A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9" name="직선 연결선 388">
                  <a:extLst>
                    <a:ext uri="{FF2B5EF4-FFF2-40B4-BE49-F238E27FC236}">
                      <a16:creationId xmlns:a16="http://schemas.microsoft.com/office/drawing/2014/main" id="{1DA03229-D064-3DBC-6AB2-E7B460B843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135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0" name="직선 연결선 389">
                  <a:extLst>
                    <a:ext uri="{FF2B5EF4-FFF2-40B4-BE49-F238E27FC236}">
                      <a16:creationId xmlns:a16="http://schemas.microsoft.com/office/drawing/2014/main" id="{7C8ED5DC-E11C-4C23-5216-8A32DA953E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직선 연결선 390">
                  <a:extLst>
                    <a:ext uri="{FF2B5EF4-FFF2-40B4-BE49-F238E27FC236}">
                      <a16:creationId xmlns:a16="http://schemas.microsoft.com/office/drawing/2014/main" id="{50B1E747-37E3-7143-F4F0-E3FC6D3318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43" name="그룹 442">
            <a:extLst>
              <a:ext uri="{FF2B5EF4-FFF2-40B4-BE49-F238E27FC236}">
                <a16:creationId xmlns:a16="http://schemas.microsoft.com/office/drawing/2014/main" id="{5476FEEC-FE7B-8968-8FEB-9BE3C5BEA68E}"/>
              </a:ext>
            </a:extLst>
          </p:cNvPr>
          <p:cNvGrpSpPr/>
          <p:nvPr/>
        </p:nvGrpSpPr>
        <p:grpSpPr>
          <a:xfrm>
            <a:off x="8442714" y="2605222"/>
            <a:ext cx="1779001" cy="384658"/>
            <a:chOff x="8442714" y="2605222"/>
            <a:chExt cx="1779001" cy="384658"/>
          </a:xfrm>
        </p:grpSpPr>
        <p:sp>
          <p:nvSpPr>
            <p:cNvPr id="282" name="화살표: 오른쪽 281">
              <a:extLst>
                <a:ext uri="{FF2B5EF4-FFF2-40B4-BE49-F238E27FC236}">
                  <a16:creationId xmlns:a16="http://schemas.microsoft.com/office/drawing/2014/main" id="{4E96791C-AE74-C9C9-CCB6-D61140E094B8}"/>
                </a:ext>
              </a:extLst>
            </p:cNvPr>
            <p:cNvSpPr/>
            <p:nvPr/>
          </p:nvSpPr>
          <p:spPr>
            <a:xfrm>
              <a:off x="8442714" y="262595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3" name="화살표: 오른쪽 282">
              <a:extLst>
                <a:ext uri="{FF2B5EF4-FFF2-40B4-BE49-F238E27FC236}">
                  <a16:creationId xmlns:a16="http://schemas.microsoft.com/office/drawing/2014/main" id="{F317A725-DAB5-65A4-9C08-33F13514A670}"/>
                </a:ext>
              </a:extLst>
            </p:cNvPr>
            <p:cNvSpPr/>
            <p:nvPr/>
          </p:nvSpPr>
          <p:spPr>
            <a:xfrm>
              <a:off x="9808484" y="263137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0" name="그룹 399">
              <a:extLst>
                <a:ext uri="{FF2B5EF4-FFF2-40B4-BE49-F238E27FC236}">
                  <a16:creationId xmlns:a16="http://schemas.microsoft.com/office/drawing/2014/main" id="{F3029450-A8D4-1835-223D-F9DB42EDD472}"/>
                </a:ext>
              </a:extLst>
            </p:cNvPr>
            <p:cNvGrpSpPr/>
            <p:nvPr/>
          </p:nvGrpSpPr>
          <p:grpSpPr>
            <a:xfrm>
              <a:off x="8862295" y="2605222"/>
              <a:ext cx="781799" cy="384658"/>
              <a:chOff x="8870910" y="4919718"/>
              <a:chExt cx="781799" cy="384658"/>
            </a:xfrm>
          </p:grpSpPr>
          <p:sp>
            <p:nvSpPr>
              <p:cNvPr id="401" name="곱하기 기호 400">
                <a:extLst>
                  <a:ext uri="{FF2B5EF4-FFF2-40B4-BE49-F238E27FC236}">
                    <a16:creationId xmlns:a16="http://schemas.microsoft.com/office/drawing/2014/main" id="{FBD412A6-1921-96E4-5D7E-346845C2BA4D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02" name="그룹 401">
                <a:extLst>
                  <a:ext uri="{FF2B5EF4-FFF2-40B4-BE49-F238E27FC236}">
                    <a16:creationId xmlns:a16="http://schemas.microsoft.com/office/drawing/2014/main" id="{52522DEC-79F6-A1A0-18BE-4839546A3DE4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411" name="직사각형 410">
                  <a:extLst>
                    <a:ext uri="{FF2B5EF4-FFF2-40B4-BE49-F238E27FC236}">
                      <a16:creationId xmlns:a16="http://schemas.microsoft.com/office/drawing/2014/main" id="{7E2A1BFE-D33B-4E31-83DF-5C7583ADB2DB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12" name="직선 연결선 411">
                  <a:extLst>
                    <a:ext uri="{FF2B5EF4-FFF2-40B4-BE49-F238E27FC236}">
                      <a16:creationId xmlns:a16="http://schemas.microsoft.com/office/drawing/2014/main" id="{014F6D9B-0DA3-C0A9-2FE7-E779F6F7D5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3" name="직선 연결선 412">
                  <a:extLst>
                    <a:ext uri="{FF2B5EF4-FFF2-40B4-BE49-F238E27FC236}">
                      <a16:creationId xmlns:a16="http://schemas.microsoft.com/office/drawing/2014/main" id="{7C55FF00-3B0B-0081-DAB8-8A19F86795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4" name="직선 연결선 413">
                  <a:extLst>
                    <a:ext uri="{FF2B5EF4-FFF2-40B4-BE49-F238E27FC236}">
                      <a16:creationId xmlns:a16="http://schemas.microsoft.com/office/drawing/2014/main" id="{0B3E7DD7-C4D1-46F6-8EEC-E0F0ED3A70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5" name="직선 연결선 414">
                  <a:extLst>
                    <a:ext uri="{FF2B5EF4-FFF2-40B4-BE49-F238E27FC236}">
                      <a16:creationId xmlns:a16="http://schemas.microsoft.com/office/drawing/2014/main" id="{0E7721B5-D3CB-6F82-BB43-FB60C817A1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직선 연결선 415">
                  <a:extLst>
                    <a:ext uri="{FF2B5EF4-FFF2-40B4-BE49-F238E27FC236}">
                      <a16:creationId xmlns:a16="http://schemas.microsoft.com/office/drawing/2014/main" id="{84C00A6C-3DF4-2D92-8AC6-04F4C24EA6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7" name="직선 연결선 416">
                  <a:extLst>
                    <a:ext uri="{FF2B5EF4-FFF2-40B4-BE49-F238E27FC236}">
                      <a16:creationId xmlns:a16="http://schemas.microsoft.com/office/drawing/2014/main" id="{13B17C05-1853-697A-78E1-2D5912E5D1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직선 연결선 417">
                  <a:extLst>
                    <a:ext uri="{FF2B5EF4-FFF2-40B4-BE49-F238E27FC236}">
                      <a16:creationId xmlns:a16="http://schemas.microsoft.com/office/drawing/2014/main" id="{654BE102-1E3E-C991-1C51-3E7E0571B0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3" name="그룹 402">
                <a:extLst>
                  <a:ext uri="{FF2B5EF4-FFF2-40B4-BE49-F238E27FC236}">
                    <a16:creationId xmlns:a16="http://schemas.microsoft.com/office/drawing/2014/main" id="{D7E595D4-D973-963F-A586-BE4C62FF1D96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404" name="직선 연결선 403">
                  <a:extLst>
                    <a:ext uri="{FF2B5EF4-FFF2-40B4-BE49-F238E27FC236}">
                      <a16:creationId xmlns:a16="http://schemas.microsoft.com/office/drawing/2014/main" id="{560FBFF6-07BC-1ED0-5387-B8C891FA52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직선 연결선 404">
                  <a:extLst>
                    <a:ext uri="{FF2B5EF4-FFF2-40B4-BE49-F238E27FC236}">
                      <a16:creationId xmlns:a16="http://schemas.microsoft.com/office/drawing/2014/main" id="{0E85E001-0022-41CD-BCE0-C9ED0B7780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직선 연결선 405">
                  <a:extLst>
                    <a:ext uri="{FF2B5EF4-FFF2-40B4-BE49-F238E27FC236}">
                      <a16:creationId xmlns:a16="http://schemas.microsoft.com/office/drawing/2014/main" id="{63116E03-24D2-B35A-6A2D-2045814DA0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7" name="직선 연결선 406">
                  <a:extLst>
                    <a:ext uri="{FF2B5EF4-FFF2-40B4-BE49-F238E27FC236}">
                      <a16:creationId xmlns:a16="http://schemas.microsoft.com/office/drawing/2014/main" id="{B1896966-E999-FD5B-BAB3-F80D697C75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직선 연결선 407">
                  <a:extLst>
                    <a:ext uri="{FF2B5EF4-FFF2-40B4-BE49-F238E27FC236}">
                      <a16:creationId xmlns:a16="http://schemas.microsoft.com/office/drawing/2014/main" id="{C6164DFB-DBE5-595A-4E0C-E3E48CB252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9" name="직선 연결선 408">
                  <a:extLst>
                    <a:ext uri="{FF2B5EF4-FFF2-40B4-BE49-F238E27FC236}">
                      <a16:creationId xmlns:a16="http://schemas.microsoft.com/office/drawing/2014/main" id="{DB4BDBAA-ED43-6F8B-54B6-8AD2EB5633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직선 연결선 409">
                  <a:extLst>
                    <a:ext uri="{FF2B5EF4-FFF2-40B4-BE49-F238E27FC236}">
                      <a16:creationId xmlns:a16="http://schemas.microsoft.com/office/drawing/2014/main" id="{BF8E284C-E386-3AAF-DB9F-94A4FFE5BE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44" name="그룹 443">
            <a:extLst>
              <a:ext uri="{FF2B5EF4-FFF2-40B4-BE49-F238E27FC236}">
                <a16:creationId xmlns:a16="http://schemas.microsoft.com/office/drawing/2014/main" id="{E5CF0F50-9ACB-4F9A-6455-620EA7DB884C}"/>
              </a:ext>
            </a:extLst>
          </p:cNvPr>
          <p:cNvGrpSpPr/>
          <p:nvPr/>
        </p:nvGrpSpPr>
        <p:grpSpPr>
          <a:xfrm>
            <a:off x="8449064" y="2142323"/>
            <a:ext cx="1779001" cy="384658"/>
            <a:chOff x="8449064" y="2142323"/>
            <a:chExt cx="1779001" cy="384658"/>
          </a:xfrm>
        </p:grpSpPr>
        <p:sp>
          <p:nvSpPr>
            <p:cNvPr id="279" name="화살표: 오른쪽 278">
              <a:extLst>
                <a:ext uri="{FF2B5EF4-FFF2-40B4-BE49-F238E27FC236}">
                  <a16:creationId xmlns:a16="http://schemas.microsoft.com/office/drawing/2014/main" id="{23B79AB4-E71C-C69E-39A6-F19871DCC3D9}"/>
                </a:ext>
              </a:extLst>
            </p:cNvPr>
            <p:cNvSpPr/>
            <p:nvPr/>
          </p:nvSpPr>
          <p:spPr>
            <a:xfrm>
              <a:off x="8449064" y="216315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0" name="화살표: 오른쪽 279">
              <a:extLst>
                <a:ext uri="{FF2B5EF4-FFF2-40B4-BE49-F238E27FC236}">
                  <a16:creationId xmlns:a16="http://schemas.microsoft.com/office/drawing/2014/main" id="{6E9ABC66-D0ED-0EAE-0B94-E2C7CF90C741}"/>
                </a:ext>
              </a:extLst>
            </p:cNvPr>
            <p:cNvSpPr/>
            <p:nvPr/>
          </p:nvSpPr>
          <p:spPr>
            <a:xfrm>
              <a:off x="9814834" y="216857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9" name="그룹 418">
              <a:extLst>
                <a:ext uri="{FF2B5EF4-FFF2-40B4-BE49-F238E27FC236}">
                  <a16:creationId xmlns:a16="http://schemas.microsoft.com/office/drawing/2014/main" id="{CECF4753-E49F-38B5-E242-6E0D42CF9D7C}"/>
                </a:ext>
              </a:extLst>
            </p:cNvPr>
            <p:cNvGrpSpPr/>
            <p:nvPr/>
          </p:nvGrpSpPr>
          <p:grpSpPr>
            <a:xfrm>
              <a:off x="8869669" y="2142323"/>
              <a:ext cx="781799" cy="384658"/>
              <a:chOff x="8870910" y="4919718"/>
              <a:chExt cx="781799" cy="384658"/>
            </a:xfrm>
          </p:grpSpPr>
          <p:sp>
            <p:nvSpPr>
              <p:cNvPr id="420" name="곱하기 기호 419">
                <a:extLst>
                  <a:ext uri="{FF2B5EF4-FFF2-40B4-BE49-F238E27FC236}">
                    <a16:creationId xmlns:a16="http://schemas.microsoft.com/office/drawing/2014/main" id="{CA782CED-382A-DE90-D7BD-FB427EFB28C8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21" name="그룹 420">
                <a:extLst>
                  <a:ext uri="{FF2B5EF4-FFF2-40B4-BE49-F238E27FC236}">
                    <a16:creationId xmlns:a16="http://schemas.microsoft.com/office/drawing/2014/main" id="{63974835-1B0E-A72F-2D69-6FF091A56A5C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430" name="직사각형 429">
                  <a:extLst>
                    <a:ext uri="{FF2B5EF4-FFF2-40B4-BE49-F238E27FC236}">
                      <a16:creationId xmlns:a16="http://schemas.microsoft.com/office/drawing/2014/main" id="{5D249B27-977B-913E-F4F0-731A218AD510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31" name="직선 연결선 430">
                  <a:extLst>
                    <a:ext uri="{FF2B5EF4-FFF2-40B4-BE49-F238E27FC236}">
                      <a16:creationId xmlns:a16="http://schemas.microsoft.com/office/drawing/2014/main" id="{34DCCD56-5A55-C69C-B32B-F14D9DBFE7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2" name="직선 연결선 431">
                  <a:extLst>
                    <a:ext uri="{FF2B5EF4-FFF2-40B4-BE49-F238E27FC236}">
                      <a16:creationId xmlns:a16="http://schemas.microsoft.com/office/drawing/2014/main" id="{B8EDC3C0-0E16-7CD6-70F8-1A92BA0A31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직선 연결선 432">
                  <a:extLst>
                    <a:ext uri="{FF2B5EF4-FFF2-40B4-BE49-F238E27FC236}">
                      <a16:creationId xmlns:a16="http://schemas.microsoft.com/office/drawing/2014/main" id="{8EB63324-6515-C13A-03CE-428BB6ED5F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4" name="직선 연결선 433">
                  <a:extLst>
                    <a:ext uri="{FF2B5EF4-FFF2-40B4-BE49-F238E27FC236}">
                      <a16:creationId xmlns:a16="http://schemas.microsoft.com/office/drawing/2014/main" id="{A6D05B83-320B-ED37-84C3-B3FDFA284C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직선 연결선 434">
                  <a:extLst>
                    <a:ext uri="{FF2B5EF4-FFF2-40B4-BE49-F238E27FC236}">
                      <a16:creationId xmlns:a16="http://schemas.microsoft.com/office/drawing/2014/main" id="{2DA3D27B-56F4-C7B4-FACF-DE35E7B47D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직선 연결선 435">
                  <a:extLst>
                    <a:ext uri="{FF2B5EF4-FFF2-40B4-BE49-F238E27FC236}">
                      <a16:creationId xmlns:a16="http://schemas.microsoft.com/office/drawing/2014/main" id="{1054FC4A-3CB7-FA48-8D3E-0074DD1816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직선 연결선 436">
                  <a:extLst>
                    <a:ext uri="{FF2B5EF4-FFF2-40B4-BE49-F238E27FC236}">
                      <a16:creationId xmlns:a16="http://schemas.microsoft.com/office/drawing/2014/main" id="{73E9D3DC-1B8C-8A6A-87CB-FDFAA43520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2" name="그룹 421">
                <a:extLst>
                  <a:ext uri="{FF2B5EF4-FFF2-40B4-BE49-F238E27FC236}">
                    <a16:creationId xmlns:a16="http://schemas.microsoft.com/office/drawing/2014/main" id="{4BC172D9-50B3-6AFE-646C-101363945D7F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423" name="직선 연결선 422">
                  <a:extLst>
                    <a:ext uri="{FF2B5EF4-FFF2-40B4-BE49-F238E27FC236}">
                      <a16:creationId xmlns:a16="http://schemas.microsoft.com/office/drawing/2014/main" id="{6468070E-15ED-4142-4A22-3ED3811633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4" name="직선 연결선 423">
                  <a:extLst>
                    <a:ext uri="{FF2B5EF4-FFF2-40B4-BE49-F238E27FC236}">
                      <a16:creationId xmlns:a16="http://schemas.microsoft.com/office/drawing/2014/main" id="{5B611BE7-FF70-56A7-C29E-104A214714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직선 연결선 424">
                  <a:extLst>
                    <a:ext uri="{FF2B5EF4-FFF2-40B4-BE49-F238E27FC236}">
                      <a16:creationId xmlns:a16="http://schemas.microsoft.com/office/drawing/2014/main" id="{47C65C2C-216B-686F-6461-184D93B75A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직선 연결선 425">
                  <a:extLst>
                    <a:ext uri="{FF2B5EF4-FFF2-40B4-BE49-F238E27FC236}">
                      <a16:creationId xmlns:a16="http://schemas.microsoft.com/office/drawing/2014/main" id="{ADC63BF7-6EE5-32E8-FDED-47789DD6DD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직선 연결선 426">
                  <a:extLst>
                    <a:ext uri="{FF2B5EF4-FFF2-40B4-BE49-F238E27FC236}">
                      <a16:creationId xmlns:a16="http://schemas.microsoft.com/office/drawing/2014/main" id="{587FDDB1-AB5F-91D8-95B2-5D646D676E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8" name="직선 연결선 427">
                  <a:extLst>
                    <a:ext uri="{FF2B5EF4-FFF2-40B4-BE49-F238E27FC236}">
                      <a16:creationId xmlns:a16="http://schemas.microsoft.com/office/drawing/2014/main" id="{21CC386E-DEF2-300B-DB51-FB653BE79A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직선 연결선 428">
                  <a:extLst>
                    <a:ext uri="{FF2B5EF4-FFF2-40B4-BE49-F238E27FC236}">
                      <a16:creationId xmlns:a16="http://schemas.microsoft.com/office/drawing/2014/main" id="{85BF5269-48BA-005C-4D88-3D88047B37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CBC95B93-E4DD-13D4-6EDB-B90CCDABC743}"/>
              </a:ext>
            </a:extLst>
          </p:cNvPr>
          <p:cNvGrpSpPr/>
          <p:nvPr/>
        </p:nvGrpSpPr>
        <p:grpSpPr>
          <a:xfrm>
            <a:off x="5400798" y="1621793"/>
            <a:ext cx="1423401" cy="3671282"/>
            <a:chOff x="5400798" y="1634493"/>
            <a:chExt cx="1423401" cy="3671282"/>
          </a:xfrm>
        </p:grpSpPr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FFC42C87-A245-8211-9AD0-8C2AA82743E8}"/>
                </a:ext>
              </a:extLst>
            </p:cNvPr>
            <p:cNvGrpSpPr/>
            <p:nvPr/>
          </p:nvGrpSpPr>
          <p:grpSpPr>
            <a:xfrm>
              <a:off x="5400798" y="4874701"/>
              <a:ext cx="1423401" cy="431074"/>
              <a:chOff x="5574293" y="4874701"/>
              <a:chExt cx="1423401" cy="431074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F7BEA16F-7545-1BFE-1F4B-E3132EFA64C4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C59ECED6-7E64-EFF9-EBCD-B5B57DE3BCFA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59F8C01B-F585-662C-672E-E94D0731A37A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21" name="화살표: 오른쪽 20">
                <a:extLst>
                  <a:ext uri="{FF2B5EF4-FFF2-40B4-BE49-F238E27FC236}">
                    <a16:creationId xmlns:a16="http://schemas.microsoft.com/office/drawing/2014/main" id="{0F6742AD-ECE8-238C-6DB5-5CCF32522D8C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화살표: 오른쪽 21">
                <a:extLst>
                  <a:ext uri="{FF2B5EF4-FFF2-40B4-BE49-F238E27FC236}">
                    <a16:creationId xmlns:a16="http://schemas.microsoft.com/office/drawing/2014/main" id="{B7F514DA-C4CD-FAE2-2DB2-F2135351F696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F4F485D1-12AE-9FCF-568B-BE6D764005A7}"/>
                </a:ext>
              </a:extLst>
            </p:cNvPr>
            <p:cNvGrpSpPr/>
            <p:nvPr/>
          </p:nvGrpSpPr>
          <p:grpSpPr>
            <a:xfrm>
              <a:off x="5400798" y="1634493"/>
              <a:ext cx="1423401" cy="431074"/>
              <a:chOff x="5574293" y="4874701"/>
              <a:chExt cx="1423401" cy="431074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419269C5-92EC-BE6E-83B5-006A7585C267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14" name="직사각형 13">
                  <a:extLst>
                    <a:ext uri="{FF2B5EF4-FFF2-40B4-BE49-F238E27FC236}">
                      <a16:creationId xmlns:a16="http://schemas.microsoft.com/office/drawing/2014/main" id="{1AB54340-9E6A-5BA2-E4A9-E9EAD82B8C67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9C02345B-B29D-0908-621B-4D29838D2367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12" name="화살표: 오른쪽 11">
                <a:extLst>
                  <a:ext uri="{FF2B5EF4-FFF2-40B4-BE49-F238E27FC236}">
                    <a16:creationId xmlns:a16="http://schemas.microsoft.com/office/drawing/2014/main" id="{3B391AC9-5BDB-5461-FDEC-AFCCBEC3EB10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화살표: 오른쪽 12">
                <a:extLst>
                  <a:ext uri="{FF2B5EF4-FFF2-40B4-BE49-F238E27FC236}">
                    <a16:creationId xmlns:a16="http://schemas.microsoft.com/office/drawing/2014/main" id="{14ABA15C-BBFD-7141-4F03-D99C48ACAB8E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CB34FA8-D14E-9DFC-87E3-B915ACEF960A}"/>
                </a:ext>
              </a:extLst>
            </p:cNvPr>
            <p:cNvGrpSpPr/>
            <p:nvPr/>
          </p:nvGrpSpPr>
          <p:grpSpPr>
            <a:xfrm>
              <a:off x="5400798" y="2097380"/>
              <a:ext cx="1423401" cy="431074"/>
              <a:chOff x="5574293" y="4874701"/>
              <a:chExt cx="1423401" cy="431074"/>
            </a:xfrm>
          </p:grpSpPr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DA629CCC-90F5-73ED-E78A-59E2CDC968F3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DFB5B3AA-DD74-79F0-80F4-69D03B059EBF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" name="직사각형 32">
                  <a:extLst>
                    <a:ext uri="{FF2B5EF4-FFF2-40B4-BE49-F238E27FC236}">
                      <a16:creationId xmlns:a16="http://schemas.microsoft.com/office/drawing/2014/main" id="{58386B72-D8C7-6F6E-0887-FFF62F9A9814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30" name="화살표: 오른쪽 29">
                <a:extLst>
                  <a:ext uri="{FF2B5EF4-FFF2-40B4-BE49-F238E27FC236}">
                    <a16:creationId xmlns:a16="http://schemas.microsoft.com/office/drawing/2014/main" id="{172B06DD-58BC-C06C-2A57-78AFECE2404F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화살표: 오른쪽 30">
                <a:extLst>
                  <a:ext uri="{FF2B5EF4-FFF2-40B4-BE49-F238E27FC236}">
                    <a16:creationId xmlns:a16="http://schemas.microsoft.com/office/drawing/2014/main" id="{E0D90B48-32ED-962F-5C42-E732BDF8988B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503A3583-A577-467C-40B9-8CD4049F2228}"/>
                </a:ext>
              </a:extLst>
            </p:cNvPr>
            <p:cNvGrpSpPr/>
            <p:nvPr/>
          </p:nvGrpSpPr>
          <p:grpSpPr>
            <a:xfrm>
              <a:off x="5400798" y="2560267"/>
              <a:ext cx="1423401" cy="431074"/>
              <a:chOff x="5574293" y="4874701"/>
              <a:chExt cx="1423401" cy="431074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56418BEE-3DB2-6E66-ED30-97F1ECA87548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F10DA00E-2180-BBBC-4964-A1524870CE44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2B690189-174D-3EC3-3F06-95DDDD5EAECB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36" name="화살표: 오른쪽 35">
                <a:extLst>
                  <a:ext uri="{FF2B5EF4-FFF2-40B4-BE49-F238E27FC236}">
                    <a16:creationId xmlns:a16="http://schemas.microsoft.com/office/drawing/2014/main" id="{C8785AB0-5635-BF76-7F43-092C194A5321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화살표: 오른쪽 36">
                <a:extLst>
                  <a:ext uri="{FF2B5EF4-FFF2-40B4-BE49-F238E27FC236}">
                    <a16:creationId xmlns:a16="http://schemas.microsoft.com/office/drawing/2014/main" id="{5C6958B2-332E-84D9-0998-BD76EAEFE1EB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61E12BAE-F309-FFF6-55DA-F1BFFA491A5C}"/>
                </a:ext>
              </a:extLst>
            </p:cNvPr>
            <p:cNvGrpSpPr/>
            <p:nvPr/>
          </p:nvGrpSpPr>
          <p:grpSpPr>
            <a:xfrm>
              <a:off x="5400798" y="3023154"/>
              <a:ext cx="1423401" cy="431074"/>
              <a:chOff x="5574293" y="4874701"/>
              <a:chExt cx="1423401" cy="431074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9F74BDBA-B7AF-C7C4-EE5F-654F9D6EC1EE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192E5A59-6D77-A63B-1B7C-4196B519B169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6001DF34-659D-1C0A-4222-841E563B295B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42" name="화살표: 오른쪽 41">
                <a:extLst>
                  <a:ext uri="{FF2B5EF4-FFF2-40B4-BE49-F238E27FC236}">
                    <a16:creationId xmlns:a16="http://schemas.microsoft.com/office/drawing/2014/main" id="{4219E6F9-B986-C697-55DE-81C6615FC5B7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화살표: 오른쪽 42">
                <a:extLst>
                  <a:ext uri="{FF2B5EF4-FFF2-40B4-BE49-F238E27FC236}">
                    <a16:creationId xmlns:a16="http://schemas.microsoft.com/office/drawing/2014/main" id="{10871148-96B3-0D88-D83B-C075EFF671FD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8A238E7A-82DA-9955-B675-B440644C70C6}"/>
                </a:ext>
              </a:extLst>
            </p:cNvPr>
            <p:cNvGrpSpPr/>
            <p:nvPr/>
          </p:nvGrpSpPr>
          <p:grpSpPr>
            <a:xfrm>
              <a:off x="5400798" y="3486041"/>
              <a:ext cx="1423401" cy="431074"/>
              <a:chOff x="5574293" y="4874701"/>
              <a:chExt cx="1423401" cy="431074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D5DE6D96-4E74-2A5C-677B-45BD49A5B95E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0416CCB3-AD7E-4F7B-DA39-CEF71D54D5B8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id="{1709D2E2-3314-AFB7-341B-47D44A821451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48" name="화살표: 오른쪽 47">
                <a:extLst>
                  <a:ext uri="{FF2B5EF4-FFF2-40B4-BE49-F238E27FC236}">
                    <a16:creationId xmlns:a16="http://schemas.microsoft.com/office/drawing/2014/main" id="{43A03FB5-68A4-4C86-AE48-4AC0EF9EECA4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화살표: 오른쪽 48">
                <a:extLst>
                  <a:ext uri="{FF2B5EF4-FFF2-40B4-BE49-F238E27FC236}">
                    <a16:creationId xmlns:a16="http://schemas.microsoft.com/office/drawing/2014/main" id="{6E6A7F04-A62F-A5AE-046B-3CEE5DA07C0E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77818194-66CD-2AB5-465D-EF4219447929}"/>
                </a:ext>
              </a:extLst>
            </p:cNvPr>
            <p:cNvGrpSpPr/>
            <p:nvPr/>
          </p:nvGrpSpPr>
          <p:grpSpPr>
            <a:xfrm>
              <a:off x="5400798" y="3948928"/>
              <a:ext cx="1423401" cy="431074"/>
              <a:chOff x="5574293" y="4874701"/>
              <a:chExt cx="1423401" cy="431074"/>
            </a:xfrm>
          </p:grpSpPr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6768A2A2-8DC8-8A08-3501-AFFF75535D4F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7D125DFF-BBF6-A748-ACF2-EBD117A7DFA6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5CE48C77-A1A5-1F8E-6B6B-DE9EE093F0F3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54" name="화살표: 오른쪽 53">
                <a:extLst>
                  <a:ext uri="{FF2B5EF4-FFF2-40B4-BE49-F238E27FC236}">
                    <a16:creationId xmlns:a16="http://schemas.microsoft.com/office/drawing/2014/main" id="{BCCD5BE9-E09B-8D4A-69CA-2F0AFD6EA206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화살표: 오른쪽 54">
                <a:extLst>
                  <a:ext uri="{FF2B5EF4-FFF2-40B4-BE49-F238E27FC236}">
                    <a16:creationId xmlns:a16="http://schemas.microsoft.com/office/drawing/2014/main" id="{777D3C40-EEE6-346A-8E84-4055652ACE0E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7FDCCBA6-A483-057F-DBA6-D77AFE8FA13A}"/>
                </a:ext>
              </a:extLst>
            </p:cNvPr>
            <p:cNvGrpSpPr/>
            <p:nvPr/>
          </p:nvGrpSpPr>
          <p:grpSpPr>
            <a:xfrm>
              <a:off x="5400798" y="4411815"/>
              <a:ext cx="1423401" cy="431074"/>
              <a:chOff x="5574293" y="4874701"/>
              <a:chExt cx="1423401" cy="431074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B9F671A8-F4C2-E1A0-595C-9BD688177789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62" name="직사각형 61">
                  <a:extLst>
                    <a:ext uri="{FF2B5EF4-FFF2-40B4-BE49-F238E27FC236}">
                      <a16:creationId xmlns:a16="http://schemas.microsoft.com/office/drawing/2014/main" id="{1A8D613C-B635-3EBF-273B-2C94556D3B1C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3" name="직사각형 62">
                  <a:extLst>
                    <a:ext uri="{FF2B5EF4-FFF2-40B4-BE49-F238E27FC236}">
                      <a16:creationId xmlns:a16="http://schemas.microsoft.com/office/drawing/2014/main" id="{FAF19F93-ECF7-6A34-D211-40BB9D5464B1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60" name="화살표: 오른쪽 59">
                <a:extLst>
                  <a:ext uri="{FF2B5EF4-FFF2-40B4-BE49-F238E27FC236}">
                    <a16:creationId xmlns:a16="http://schemas.microsoft.com/office/drawing/2014/main" id="{ABDDD0AC-12DB-837C-5C74-3934AFB26579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화살표: 오른쪽 60">
                <a:extLst>
                  <a:ext uri="{FF2B5EF4-FFF2-40B4-BE49-F238E27FC236}">
                    <a16:creationId xmlns:a16="http://schemas.microsoft.com/office/drawing/2014/main" id="{5807A108-AACC-5954-6BE3-82BAD1A565AC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25629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B6348-AB9C-C72C-EAA9-B7563867A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C0048-7F21-039F-B9EE-7EDE7A7E5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/>
              <a:t>1</a:t>
            </a:r>
            <a:r>
              <a:rPr lang="ko-KR" altLang="en-US" dirty="0"/>
              <a:t>차</a:t>
            </a:r>
            <a:r>
              <a:rPr lang="en-US" altLang="ko-KR" dirty="0"/>
              <a:t> Solution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6BA92F-1901-6473-D28A-B60C2AAD8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C2368-9E20-65AD-D4E0-4AB7369CCDB7}"/>
              </a:ext>
            </a:extLst>
          </p:cNvPr>
          <p:cNvSpPr txBox="1"/>
          <p:nvPr/>
        </p:nvSpPr>
        <p:spPr>
          <a:xfrm>
            <a:off x="1206322" y="1514474"/>
            <a:ext cx="911333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Solution </a:t>
            </a:r>
            <a:r>
              <a:rPr lang="ko-KR" altLang="en-US" b="1" dirty="0"/>
              <a:t>적용 비교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Solution </a:t>
            </a:r>
            <a:r>
              <a:rPr lang="ko-KR" altLang="en-US" b="1" dirty="0"/>
              <a:t>적용 시 예상 효과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회로 비용</a:t>
            </a:r>
            <a:r>
              <a:rPr lang="en-US" altLang="ko-KR" sz="1600" dirty="0"/>
              <a:t>(</a:t>
            </a:r>
            <a:r>
              <a:rPr lang="ko-KR" altLang="en-US" sz="1600" dirty="0"/>
              <a:t>제약 조건</a:t>
            </a:r>
            <a:r>
              <a:rPr lang="en-US" altLang="ko-KR" sz="1600" dirty="0"/>
              <a:t>) </a:t>
            </a:r>
            <a:r>
              <a:rPr lang="ko-KR" altLang="en-US" sz="1600" dirty="0"/>
              <a:t>약 </a:t>
            </a:r>
            <a:r>
              <a:rPr lang="en-US" altLang="ko-KR" sz="1600" dirty="0"/>
              <a:t>1.6</a:t>
            </a:r>
            <a:r>
              <a:rPr lang="ko-KR" altLang="en-US" sz="1600" dirty="0"/>
              <a:t>배 증가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254-bit multiplier </a:t>
            </a:r>
            <a:r>
              <a:rPr lang="ko-KR" altLang="en-US" sz="1600" dirty="0"/>
              <a:t>→ </a:t>
            </a:r>
            <a:r>
              <a:rPr lang="en-US" altLang="ko-KR" sz="1600" dirty="0"/>
              <a:t>64-bit multiplier</a:t>
            </a:r>
            <a:r>
              <a:rPr lang="ko-KR" altLang="en-US" sz="1600" dirty="0"/>
              <a:t>로 대체 가능</a:t>
            </a:r>
            <a:r>
              <a:rPr lang="en-US" altLang="ko-KR" sz="1600" dirty="0"/>
              <a:t>(</a:t>
            </a:r>
            <a:r>
              <a:rPr lang="ko-KR" altLang="en-US" sz="1600" dirty="0"/>
              <a:t>속도 향상의 가능성</a:t>
            </a:r>
            <a:r>
              <a:rPr lang="en-US" altLang="ko-KR" sz="1600" dirty="0"/>
              <a:t>)</a:t>
            </a:r>
          </a:p>
          <a:p>
            <a:pPr marL="285750" indent="-285750">
              <a:buFontTx/>
              <a:buChar char="-"/>
            </a:pPr>
            <a:endParaRPr lang="en-US" altLang="ko-KR" sz="16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677A1D3-AFB0-D984-069D-252AC2ADB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304744"/>
              </p:ext>
            </p:extLst>
          </p:nvPr>
        </p:nvGraphicFramePr>
        <p:xfrm>
          <a:off x="1318453" y="2024540"/>
          <a:ext cx="8439500" cy="2860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9539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2069987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2069987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2069987">
                  <a:extLst>
                    <a:ext uri="{9D8B030D-6E8A-4147-A177-3AD203B41FA5}">
                      <a16:colId xmlns:a16="http://schemas.microsoft.com/office/drawing/2014/main" val="641192576"/>
                    </a:ext>
                  </a:extLst>
                </a:gridCol>
              </a:tblGrid>
              <a:tr h="391913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Poseidon-128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 1</a:t>
                      </a:r>
                      <a:r>
                        <a:rPr lang="ko-KR" altLang="en-US" sz="1400" dirty="0"/>
                        <a:t>차 </a:t>
                      </a:r>
                      <a:r>
                        <a:rPr lang="en-US" altLang="ko-KR" sz="1400" dirty="0"/>
                        <a:t>Sol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352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보안강도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128-bit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256-bit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128-bit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352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 필드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BN254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BN254, BLS12-381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Goldilocks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920399"/>
                  </a:ext>
                </a:extLst>
              </a:tr>
              <a:tr h="3527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Capacity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 Field Element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 Field Element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 Field Element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625582"/>
                  </a:ext>
                </a:extLst>
              </a:tr>
              <a:tr h="3527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State Width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285211"/>
                  </a:ext>
                </a:extLst>
              </a:tr>
              <a:tr h="3527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S-box </a:t>
                      </a:r>
                      <a:r>
                        <a:rPr lang="ko-KR" altLang="en-US" sz="1200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81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136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966285"/>
                  </a:ext>
                </a:extLst>
              </a:tr>
              <a:tr h="352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제약 조건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243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276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408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831280"/>
                  </a:ext>
                </a:extLst>
              </a:tr>
              <a:tr h="352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선형 연산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3x3 </a:t>
                      </a:r>
                      <a:r>
                        <a:rPr lang="ko-KR" altLang="en-US" sz="1200" dirty="0" err="1"/>
                        <a:t>행렬곱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4x4 </a:t>
                      </a:r>
                      <a:r>
                        <a:rPr lang="ko-KR" altLang="en-US" sz="1200" dirty="0" err="1"/>
                        <a:t>행렬곱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8x8 </a:t>
                      </a:r>
                      <a:r>
                        <a:rPr lang="ko-KR" altLang="en-US" sz="1200" dirty="0" err="1"/>
                        <a:t>행렬곱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68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59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14045</TotalTime>
  <Words>1235</Words>
  <Application>Microsoft Office PowerPoint</Application>
  <PresentationFormat>와이드스크린</PresentationFormat>
  <Paragraphs>323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Cambria Math</vt:lpstr>
      <vt:lpstr>Wingdings</vt:lpstr>
      <vt:lpstr>Office 테마</vt:lpstr>
      <vt:lpstr>Poseidon 추가 비교 분석 및 1차 솔루션</vt:lpstr>
      <vt:lpstr>zk-snark와 Poseidon-128 </vt:lpstr>
      <vt:lpstr>Poseidon-128 vs Poseidon-256</vt:lpstr>
      <vt:lpstr>Poseidon-128의 회로 비용</vt:lpstr>
      <vt:lpstr>Poseidon-256의 회로 비용</vt:lpstr>
      <vt:lpstr>Poseidon 비교</vt:lpstr>
      <vt:lpstr>Poseidon의 1차 Solution</vt:lpstr>
      <vt:lpstr>Poseidon의 1차 Solution</vt:lpstr>
      <vt:lpstr>Poseidon의 1차 Solution</vt:lpstr>
      <vt:lpstr>Poseidon의 1차 Solution</vt:lpstr>
      <vt:lpstr>Poseidon의 1차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 수학</cp:lastModifiedBy>
  <cp:revision>1623</cp:revision>
  <dcterms:created xsi:type="dcterms:W3CDTF">2023-03-06T16:32:37Z</dcterms:created>
  <dcterms:modified xsi:type="dcterms:W3CDTF">2025-12-25T15:20:50Z</dcterms:modified>
</cp:coreProperties>
</file>